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3.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4.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theme/theme5.xml" ContentType="application/vnd.openxmlformats-officedocument.theme+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theme/theme6.xml" ContentType="application/vnd.openxmlformats-officedocument.theme+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theme/theme7.xml" ContentType="application/vnd.openxmlformats-officedocument.theme+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theme/theme8.xml" ContentType="application/vnd.openxmlformats-officedocument.theme+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theme/theme9.xml" ContentType="application/vnd.openxmlformats-officedocument.theme+xml"/>
  <Override PartName="/ppt/tags/tag1.xml" ContentType="application/vnd.openxmlformats-officedocument.presentationml.tags+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0.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1.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2.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1.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24.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25.xml" ContentType="application/vnd.openxmlformats-officedocument.presentationml.notesSlide+xml"/>
  <Override PartName="/ppt/tags/tag215.xml" ContentType="application/vnd.openxmlformats-officedocument.presentationml.tags+xml"/>
  <Override PartName="/ppt/notesSlides/notesSlide26.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notesSlides/notesSlide31.xml" ContentType="application/vnd.openxmlformats-officedocument.presentationml.notesSlide+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9" r:id="rId4"/>
    <p:sldMasterId id="2147484242" r:id="rId5"/>
    <p:sldMasterId id="2147483823" r:id="rId6"/>
    <p:sldMasterId id="2147483857" r:id="rId7"/>
    <p:sldMasterId id="2147483939" r:id="rId8"/>
    <p:sldMasterId id="2147484011" r:id="rId9"/>
    <p:sldMasterId id="2147484045" r:id="rId10"/>
    <p:sldMasterId id="2147484082" r:id="rId11"/>
    <p:sldMasterId id="2147484155" r:id="rId12"/>
    <p:sldMasterId id="2147484206" r:id="rId13"/>
  </p:sldMasterIdLst>
  <p:notesMasterIdLst>
    <p:notesMasterId r:id="rId80"/>
  </p:notesMasterIdLst>
  <p:sldIdLst>
    <p:sldId id="9849" r:id="rId14"/>
    <p:sldId id="9850" r:id="rId15"/>
    <p:sldId id="273" r:id="rId16"/>
    <p:sldId id="9852" r:id="rId17"/>
    <p:sldId id="2147483604" r:id="rId18"/>
    <p:sldId id="307" r:id="rId19"/>
    <p:sldId id="256" r:id="rId20"/>
    <p:sldId id="259" r:id="rId21"/>
    <p:sldId id="2147480155" r:id="rId22"/>
    <p:sldId id="300" r:id="rId23"/>
    <p:sldId id="2147483409" r:id="rId24"/>
    <p:sldId id="2147483621" r:id="rId25"/>
    <p:sldId id="296" r:id="rId26"/>
    <p:sldId id="2147483646" r:id="rId27"/>
    <p:sldId id="2147483410" r:id="rId28"/>
    <p:sldId id="270" r:id="rId29"/>
    <p:sldId id="258" r:id="rId30"/>
    <p:sldId id="269" r:id="rId31"/>
    <p:sldId id="286" r:id="rId32"/>
    <p:sldId id="261" r:id="rId33"/>
    <p:sldId id="267" r:id="rId34"/>
    <p:sldId id="274" r:id="rId35"/>
    <p:sldId id="276" r:id="rId36"/>
    <p:sldId id="277" r:id="rId37"/>
    <p:sldId id="278" r:id="rId38"/>
    <p:sldId id="279" r:id="rId39"/>
    <p:sldId id="280" r:id="rId40"/>
    <p:sldId id="281" r:id="rId41"/>
    <p:sldId id="2147483645" r:id="rId42"/>
    <p:sldId id="272" r:id="rId43"/>
    <p:sldId id="2147483411" r:id="rId44"/>
    <p:sldId id="297" r:id="rId45"/>
    <p:sldId id="299" r:id="rId46"/>
    <p:sldId id="302" r:id="rId47"/>
    <p:sldId id="2147483647" r:id="rId48"/>
    <p:sldId id="285" r:id="rId49"/>
    <p:sldId id="2147481625" r:id="rId50"/>
    <p:sldId id="282" r:id="rId51"/>
    <p:sldId id="2147481626" r:id="rId52"/>
    <p:sldId id="2147481628" r:id="rId53"/>
    <p:sldId id="283" r:id="rId54"/>
    <p:sldId id="284" r:id="rId55"/>
    <p:sldId id="316" r:id="rId56"/>
    <p:sldId id="2147483412" r:id="rId57"/>
    <p:sldId id="2147483407" r:id="rId58"/>
    <p:sldId id="262" r:id="rId59"/>
    <p:sldId id="2147482625" r:id="rId60"/>
    <p:sldId id="264" r:id="rId61"/>
    <p:sldId id="271" r:id="rId62"/>
    <p:sldId id="265" r:id="rId63"/>
    <p:sldId id="290" r:id="rId64"/>
    <p:sldId id="266" r:id="rId65"/>
    <p:sldId id="320" r:id="rId66"/>
    <p:sldId id="275" r:id="rId67"/>
    <p:sldId id="318" r:id="rId68"/>
    <p:sldId id="257" r:id="rId69"/>
    <p:sldId id="260" r:id="rId70"/>
    <p:sldId id="2147377564" r:id="rId71"/>
    <p:sldId id="2147483644" r:id="rId72"/>
    <p:sldId id="9856" r:id="rId73"/>
    <p:sldId id="9854" r:id="rId74"/>
    <p:sldId id="9857" r:id="rId75"/>
    <p:sldId id="9855" r:id="rId76"/>
    <p:sldId id="9858" r:id="rId77"/>
    <p:sldId id="263" r:id="rId78"/>
    <p:sldId id="268"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u,Yinan (HP Medicine) BII-CN-S" initials="YZ" lastIdx="3" clrIdx="0">
    <p:extLst>
      <p:ext uri="{19B8F6BF-5375-455C-9EA6-DF929625EA0E}">
        <p15:presenceInfo xmlns:p15="http://schemas.microsoft.com/office/powerpoint/2012/main" userId="S::yinan.zhu@boehringer-ingelheim.com::84fd82bc-0f33-4231-bc26-e12433039e09" providerId="AD"/>
      </p:ext>
    </p:extLst>
  </p:cmAuthor>
  <p:cmAuthor id="2" name="Zhu,Julia (HP Medicine) BII-CN-S" initials="ZB" lastIdx="1" clrIdx="1">
    <p:extLst>
      <p:ext uri="{19B8F6BF-5375-455C-9EA6-DF929625EA0E}">
        <p15:presenceInfo xmlns:p15="http://schemas.microsoft.com/office/powerpoint/2012/main" userId="S::julia_2.zhu@boehringer-ingelheim.com::03b5dd03-9d84-43b3-85a3-94d8f7e7e050" providerId="AD"/>
      </p:ext>
    </p:extLst>
  </p:cmAuthor>
  <p:cmAuthor id="3" name="Xiao,Angela (MED CD&amp;O) BII-CN-S" initials="XB" lastIdx="2" clrIdx="2">
    <p:extLst>
      <p:ext uri="{19B8F6BF-5375-455C-9EA6-DF929625EA0E}">
        <p15:presenceInfo xmlns:p15="http://schemas.microsoft.com/office/powerpoint/2012/main" userId="S::angela.xiao@boehringer-ingelheim.com::98c22960-5edc-44dd-a92e-046c4666f5c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E47C"/>
    <a:srgbClr val="06251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4408D9-C4B9-4320-9B11-F76ACEE41678}" v="4" dt="2026-01-08T08:50:44.3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97" autoAdjust="0"/>
  </p:normalViewPr>
  <p:slideViewPr>
    <p:cSldViewPr snapToGrid="0" showGuides="1">
      <p:cViewPr varScale="1">
        <p:scale>
          <a:sx n="58" d="100"/>
          <a:sy n="58" d="100"/>
        </p:scale>
        <p:origin x="896"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slide" Target="slides/slide50.xml"/><Relationship Id="rId68" Type="http://schemas.openxmlformats.org/officeDocument/2006/relationships/slide" Target="slides/slide55.xml"/><Relationship Id="rId76" Type="http://schemas.openxmlformats.org/officeDocument/2006/relationships/slide" Target="slides/slide63.xml"/><Relationship Id="rId84"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58.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slide" Target="slides/slide53.xml"/><Relationship Id="rId74" Type="http://schemas.openxmlformats.org/officeDocument/2006/relationships/slide" Target="slides/slide61.xml"/><Relationship Id="rId79" Type="http://schemas.openxmlformats.org/officeDocument/2006/relationships/slide" Target="slides/slide66.xml"/><Relationship Id="rId87"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48.xml"/><Relationship Id="rId82" Type="http://schemas.openxmlformats.org/officeDocument/2006/relationships/presProps" Target="presProps.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slide" Target="slides/slide51.xml"/><Relationship Id="rId69" Type="http://schemas.openxmlformats.org/officeDocument/2006/relationships/slide" Target="slides/slide56.xml"/><Relationship Id="rId77" Type="http://schemas.openxmlformats.org/officeDocument/2006/relationships/slide" Target="slides/slide64.xml"/><Relationship Id="rId8" Type="http://schemas.openxmlformats.org/officeDocument/2006/relationships/slideMaster" Target="slideMasters/slideMaster5.xml"/><Relationship Id="rId51" Type="http://schemas.openxmlformats.org/officeDocument/2006/relationships/slide" Target="slides/slide38.xml"/><Relationship Id="rId72" Type="http://schemas.openxmlformats.org/officeDocument/2006/relationships/slide" Target="slides/slide59.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slide" Target="slides/slide54.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slide" Target="slides/slide57.xml"/><Relationship Id="rId75" Type="http://schemas.openxmlformats.org/officeDocument/2006/relationships/slide" Target="slides/slide62.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slide" Target="slides/slide60.xml"/><Relationship Id="rId78" Type="http://schemas.openxmlformats.org/officeDocument/2006/relationships/slide" Target="slides/slide65.xml"/><Relationship Id="rId81" Type="http://schemas.openxmlformats.org/officeDocument/2006/relationships/commentAuthors" Target="commentAuthors.xml"/><Relationship Id="rId8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ou,Yu (HP Medicine) BII-CN-S" userId="S::yu_3.zhou@boehringer-ingelheim.com::0b687189-3e4a-4fd5-8016-1eb07ea27cfb" providerId="AD" clId="Web-{B5A05238-F9E7-CAE6-CB25-979101C8F149}"/>
    <pc:docChg chg="modSld">
      <pc:chgData name="Zhou,Yu (HP Medicine) BII-CN-S" userId="S::yu_3.zhou@boehringer-ingelheim.com::0b687189-3e4a-4fd5-8016-1eb07ea27cfb" providerId="AD" clId="Web-{B5A05238-F9E7-CAE6-CB25-979101C8F149}" dt="2025-12-14T11:44:24.539" v="49"/>
      <pc:docMkLst>
        <pc:docMk/>
      </pc:docMkLst>
      <pc:sldChg chg="modSp">
        <pc:chgData name="Zhou,Yu (HP Medicine) BII-CN-S" userId="S::yu_3.zhou@boehringer-ingelheim.com::0b687189-3e4a-4fd5-8016-1eb07ea27cfb" providerId="AD" clId="Web-{B5A05238-F9E7-CAE6-CB25-979101C8F149}" dt="2025-12-14T11:44:24.539" v="49"/>
        <pc:sldMkLst>
          <pc:docMk/>
          <pc:sldMk cId="4238621153" sldId="300"/>
        </pc:sldMkLst>
        <pc:graphicFrameChg chg="mod modGraphic">
          <ac:chgData name="Zhou,Yu (HP Medicine) BII-CN-S" userId="S::yu_3.zhou@boehringer-ingelheim.com::0b687189-3e4a-4fd5-8016-1eb07ea27cfb" providerId="AD" clId="Web-{B5A05238-F9E7-CAE6-CB25-979101C8F149}" dt="2025-12-14T11:44:24.539" v="49"/>
          <ac:graphicFrameMkLst>
            <pc:docMk/>
            <pc:sldMk cId="4238621153" sldId="300"/>
            <ac:graphicFrameMk id="12" creationId="{E2FA9167-9382-F0B1-2893-B52AC57C2CF3}"/>
          </ac:graphicFrameMkLst>
        </pc:graphicFrameChg>
      </pc:sldChg>
    </pc:docChg>
  </pc:docChgLst>
  <pc:docChgLst>
    <pc:chgData name="Zhu,Julia (HP Medicine) BII-CN-S" userId="S::julia_2.zhu@boehringer-ingelheim.com::03b5dd03-9d84-43b3-85a3-94d8f7e7e050" providerId="AD" clId="Web-{3F37ADC1-D483-450E-F9A7-0F1043C356FE}"/>
    <pc:docChg chg="addSld delSld">
      <pc:chgData name="Zhu,Julia (HP Medicine) BII-CN-S" userId="S::julia_2.zhu@boehringer-ingelheim.com::03b5dd03-9d84-43b3-85a3-94d8f7e7e050" providerId="AD" clId="Web-{3F37ADC1-D483-450E-F9A7-0F1043C356FE}" dt="2025-12-09T15:38:16.388" v="2"/>
      <pc:docMkLst>
        <pc:docMk/>
      </pc:docMkLst>
      <pc:sldChg chg="add">
        <pc:chgData name="Zhu,Julia (HP Medicine) BII-CN-S" userId="S::julia_2.zhu@boehringer-ingelheim.com::03b5dd03-9d84-43b3-85a3-94d8f7e7e050" providerId="AD" clId="Web-{3F37ADC1-D483-450E-F9A7-0F1043C356FE}" dt="2025-12-09T15:35:50.771" v="0"/>
        <pc:sldMkLst>
          <pc:docMk/>
          <pc:sldMk cId="64939238" sldId="257"/>
        </pc:sldMkLst>
      </pc:sldChg>
      <pc:sldChg chg="add">
        <pc:chgData name="Zhu,Julia (HP Medicine) BII-CN-S" userId="S::julia_2.zhu@boehringer-ingelheim.com::03b5dd03-9d84-43b3-85a3-94d8f7e7e050" providerId="AD" clId="Web-{3F37ADC1-D483-450E-F9A7-0F1043C356FE}" dt="2025-12-09T15:37:39.809" v="1"/>
        <pc:sldMkLst>
          <pc:docMk/>
          <pc:sldMk cId="2432695583" sldId="260"/>
        </pc:sldMkLst>
      </pc:sldChg>
    </pc:docChg>
  </pc:docChgLst>
  <pc:docChgLst>
    <pc:chgData name="Zhan,Dr.,Jill (HP Medicine) BII-CN-S" userId="S::jill.zhan@boehringer-ingelheim.com::05da7a8a-ad46-4a0a-8d25-0803a4efd69d" providerId="AD" clId="Web-{0A7795EC-8E00-F4DC-5F9F-EF8A0E6CB191}"/>
    <pc:docChg chg="modSld">
      <pc:chgData name="Zhan,Dr.,Jill (HP Medicine) BII-CN-S" userId="S::jill.zhan@boehringer-ingelheim.com::05da7a8a-ad46-4a0a-8d25-0803a4efd69d" providerId="AD" clId="Web-{0A7795EC-8E00-F4DC-5F9F-EF8A0E6CB191}" dt="2025-12-15T01:48:32.606" v="181"/>
      <pc:docMkLst>
        <pc:docMk/>
      </pc:docMkLst>
      <pc:sldChg chg="modSp">
        <pc:chgData name="Zhan,Dr.,Jill (HP Medicine) BII-CN-S" userId="S::jill.zhan@boehringer-ingelheim.com::05da7a8a-ad46-4a0a-8d25-0803a4efd69d" providerId="AD" clId="Web-{0A7795EC-8E00-F4DC-5F9F-EF8A0E6CB191}" dt="2025-12-15T01:48:32.606" v="181"/>
        <pc:sldMkLst>
          <pc:docMk/>
          <pc:sldMk cId="4238621153" sldId="300"/>
        </pc:sldMkLst>
        <pc:graphicFrameChg chg="mod modGraphic">
          <ac:chgData name="Zhan,Dr.,Jill (HP Medicine) BII-CN-S" userId="S::jill.zhan@boehringer-ingelheim.com::05da7a8a-ad46-4a0a-8d25-0803a4efd69d" providerId="AD" clId="Web-{0A7795EC-8E00-F4DC-5F9F-EF8A0E6CB191}" dt="2025-12-15T01:48:32.606" v="181"/>
          <ac:graphicFrameMkLst>
            <pc:docMk/>
            <pc:sldMk cId="4238621153" sldId="300"/>
            <ac:graphicFrameMk id="12" creationId="{E2FA9167-9382-F0B1-2893-B52AC57C2CF3}"/>
          </ac:graphicFrameMkLst>
        </pc:graphicFrameChg>
      </pc:sldChg>
    </pc:docChg>
  </pc:docChgLst>
  <pc:docChgLst>
    <pc:chgData name="Bao,Leo (HP Medicine) BII-CN-S" userId="304d67f6-22b5-442d-b505-93f46686c546" providerId="ADAL" clId="{37A7E875-5594-46C3-AFCD-CED024D1C1B4}"/>
    <pc:docChg chg="undo custSel addSld delSld modSld sldOrd delMainMaster modMainMaster">
      <pc:chgData name="Bao,Leo (HP Medicine) BII-CN-S" userId="304d67f6-22b5-442d-b505-93f46686c546" providerId="ADAL" clId="{37A7E875-5594-46C3-AFCD-CED024D1C1B4}" dt="2026-01-08T09:19:10.445" v="4759" actId="478"/>
      <pc:docMkLst>
        <pc:docMk/>
      </pc:docMkLst>
      <pc:sldChg chg="modSp mod modClrScheme chgLayout">
        <pc:chgData name="Bao,Leo (HP Medicine) BII-CN-S" userId="304d67f6-22b5-442d-b505-93f46686c546" providerId="ADAL" clId="{37A7E875-5594-46C3-AFCD-CED024D1C1B4}" dt="2025-12-09T15:16:15.724" v="1831"/>
        <pc:sldMkLst>
          <pc:docMk/>
          <pc:sldMk cId="1936866162" sldId="268"/>
        </pc:sldMkLst>
        <pc:spChg chg="mod ord">
          <ac:chgData name="Bao,Leo (HP Medicine) BII-CN-S" userId="304d67f6-22b5-442d-b505-93f46686c546" providerId="ADAL" clId="{37A7E875-5594-46C3-AFCD-CED024D1C1B4}" dt="2025-12-09T15:16:15.724" v="1831"/>
          <ac:spMkLst>
            <pc:docMk/>
            <pc:sldMk cId="1936866162" sldId="268"/>
            <ac:spMk id="2" creationId="{65D57976-3801-38BB-CB50-8A4C000EA181}"/>
          </ac:spMkLst>
        </pc:spChg>
        <pc:spChg chg="mod ord">
          <ac:chgData name="Bao,Leo (HP Medicine) BII-CN-S" userId="304d67f6-22b5-442d-b505-93f46686c546" providerId="ADAL" clId="{37A7E875-5594-46C3-AFCD-CED024D1C1B4}" dt="2025-12-09T15:16:15.724" v="1831"/>
          <ac:spMkLst>
            <pc:docMk/>
            <pc:sldMk cId="1936866162" sldId="268"/>
            <ac:spMk id="4" creationId="{C8DC8C30-F391-F437-C6E5-03A43C64370D}"/>
          </ac:spMkLst>
        </pc:spChg>
        <pc:spChg chg="mod ord">
          <ac:chgData name="Bao,Leo (HP Medicine) BII-CN-S" userId="304d67f6-22b5-442d-b505-93f46686c546" providerId="ADAL" clId="{37A7E875-5594-46C3-AFCD-CED024D1C1B4}" dt="2025-12-09T15:16:15.724" v="1831"/>
          <ac:spMkLst>
            <pc:docMk/>
            <pc:sldMk cId="1936866162" sldId="268"/>
            <ac:spMk id="6" creationId="{26A3ACC1-8969-C35E-B87F-B6ACEA270C58}"/>
          </ac:spMkLst>
        </pc:spChg>
      </pc:sldChg>
      <pc:sldChg chg="modSp add del mod ord modShow">
        <pc:chgData name="Bao,Leo (HP Medicine) BII-CN-S" userId="304d67f6-22b5-442d-b505-93f46686c546" providerId="ADAL" clId="{37A7E875-5594-46C3-AFCD-CED024D1C1B4}" dt="2026-01-08T08:37:44.417" v="4700"/>
        <pc:sldMkLst>
          <pc:docMk/>
          <pc:sldMk cId="2537101739" sldId="296"/>
        </pc:sldMkLst>
        <pc:spChg chg="mod">
          <ac:chgData name="Bao,Leo (HP Medicine) BII-CN-S" userId="304d67f6-22b5-442d-b505-93f46686c546" providerId="ADAL" clId="{37A7E875-5594-46C3-AFCD-CED024D1C1B4}" dt="2025-12-13T13:30:24.606" v="4694" actId="20577"/>
          <ac:spMkLst>
            <pc:docMk/>
            <pc:sldMk cId="2537101739" sldId="296"/>
            <ac:spMk id="2" creationId="{3EEFFE66-1929-617E-62AF-1CD46CA521A5}"/>
          </ac:spMkLst>
        </pc:spChg>
        <pc:spChg chg="mod">
          <ac:chgData name="Bao,Leo (HP Medicine) BII-CN-S" userId="304d67f6-22b5-442d-b505-93f46686c546" providerId="ADAL" clId="{37A7E875-5594-46C3-AFCD-CED024D1C1B4}" dt="2025-12-09T15:16:05.562" v="1826"/>
          <ac:spMkLst>
            <pc:docMk/>
            <pc:sldMk cId="2537101739" sldId="296"/>
            <ac:spMk id="5" creationId="{2E56DBDB-3DF5-2B29-B9CE-2C453C0EEDBC}"/>
          </ac:spMkLst>
        </pc:spChg>
        <pc:spChg chg="mod">
          <ac:chgData name="Bao,Leo (HP Medicine) BII-CN-S" userId="304d67f6-22b5-442d-b505-93f46686c546" providerId="ADAL" clId="{37A7E875-5594-46C3-AFCD-CED024D1C1B4}" dt="2025-12-14T13:03:20.605" v="4696" actId="14100"/>
          <ac:spMkLst>
            <pc:docMk/>
            <pc:sldMk cId="2537101739" sldId="296"/>
            <ac:spMk id="12" creationId="{434F71EB-72DA-93A1-128D-D9E8966CDF09}"/>
          </ac:spMkLst>
        </pc:spChg>
        <pc:spChg chg="mod">
          <ac:chgData name="Bao,Leo (HP Medicine) BII-CN-S" userId="304d67f6-22b5-442d-b505-93f46686c546" providerId="ADAL" clId="{37A7E875-5594-46C3-AFCD-CED024D1C1B4}" dt="2025-12-13T11:31:45.199" v="4650" actId="20577"/>
          <ac:spMkLst>
            <pc:docMk/>
            <pc:sldMk cId="2537101739" sldId="296"/>
            <ac:spMk id="150" creationId="{614BF73D-BCC0-3ED9-DBD6-B6140126E8AF}"/>
          </ac:spMkLst>
        </pc:spChg>
      </pc:sldChg>
      <pc:sldChg chg="modSp mod modClrScheme chgLayout">
        <pc:chgData name="Bao,Leo (HP Medicine) BII-CN-S" userId="304d67f6-22b5-442d-b505-93f46686c546" providerId="ADAL" clId="{37A7E875-5594-46C3-AFCD-CED024D1C1B4}" dt="2025-12-09T15:16:15.724" v="1831"/>
        <pc:sldMkLst>
          <pc:docMk/>
          <pc:sldMk cId="1179137285" sldId="297"/>
        </pc:sldMkLst>
        <pc:spChg chg="mod ord">
          <ac:chgData name="Bao,Leo (HP Medicine) BII-CN-S" userId="304d67f6-22b5-442d-b505-93f46686c546" providerId="ADAL" clId="{37A7E875-5594-46C3-AFCD-CED024D1C1B4}" dt="2025-12-09T15:16:15.724" v="1831"/>
          <ac:spMkLst>
            <pc:docMk/>
            <pc:sldMk cId="1179137285" sldId="297"/>
            <ac:spMk id="6" creationId="{8735CA23-00BB-EE25-B902-1E206B7DBE34}"/>
          </ac:spMkLst>
        </pc:spChg>
        <pc:spChg chg="mod ord">
          <ac:chgData name="Bao,Leo (HP Medicine) BII-CN-S" userId="304d67f6-22b5-442d-b505-93f46686c546" providerId="ADAL" clId="{37A7E875-5594-46C3-AFCD-CED024D1C1B4}" dt="2025-12-09T15:16:15.724" v="1831"/>
          <ac:spMkLst>
            <pc:docMk/>
            <pc:sldMk cId="1179137285" sldId="297"/>
            <ac:spMk id="11" creationId="{1C9AAB3B-E669-0CA6-F97C-6CEFB3998DF8}"/>
          </ac:spMkLst>
        </pc:spChg>
      </pc:sldChg>
      <pc:sldChg chg="modSp mod modClrScheme chgLayout">
        <pc:chgData name="Bao,Leo (HP Medicine) BII-CN-S" userId="304d67f6-22b5-442d-b505-93f46686c546" providerId="ADAL" clId="{37A7E875-5594-46C3-AFCD-CED024D1C1B4}" dt="2025-12-09T15:16:15.724" v="1831"/>
        <pc:sldMkLst>
          <pc:docMk/>
          <pc:sldMk cId="2364549175" sldId="299"/>
        </pc:sldMkLst>
        <pc:spChg chg="mod ord">
          <ac:chgData name="Bao,Leo (HP Medicine) BII-CN-S" userId="304d67f6-22b5-442d-b505-93f46686c546" providerId="ADAL" clId="{37A7E875-5594-46C3-AFCD-CED024D1C1B4}" dt="2025-12-09T15:16:15.724" v="1831"/>
          <ac:spMkLst>
            <pc:docMk/>
            <pc:sldMk cId="2364549175" sldId="299"/>
            <ac:spMk id="6" creationId="{8735CA23-00BB-EE25-B902-1E206B7DBE34}"/>
          </ac:spMkLst>
        </pc:spChg>
        <pc:spChg chg="mod ord">
          <ac:chgData name="Bao,Leo (HP Medicine) BII-CN-S" userId="304d67f6-22b5-442d-b505-93f46686c546" providerId="ADAL" clId="{37A7E875-5594-46C3-AFCD-CED024D1C1B4}" dt="2025-12-09T15:16:15.724" v="1831"/>
          <ac:spMkLst>
            <pc:docMk/>
            <pc:sldMk cId="2364549175" sldId="299"/>
            <ac:spMk id="11" creationId="{1C9AAB3B-E669-0CA6-F97C-6CEFB3998DF8}"/>
          </ac:spMkLst>
        </pc:spChg>
      </pc:sldChg>
      <pc:sldChg chg="modSp mod modClrScheme chgLayout">
        <pc:chgData name="Bao,Leo (HP Medicine) BII-CN-S" userId="304d67f6-22b5-442d-b505-93f46686c546" providerId="ADAL" clId="{37A7E875-5594-46C3-AFCD-CED024D1C1B4}" dt="2025-12-13T09:18:45.725" v="4612"/>
        <pc:sldMkLst>
          <pc:docMk/>
          <pc:sldMk cId="4238621153" sldId="300"/>
        </pc:sldMkLst>
        <pc:spChg chg="mod ord">
          <ac:chgData name="Bao,Leo (HP Medicine) BII-CN-S" userId="304d67f6-22b5-442d-b505-93f46686c546" providerId="ADAL" clId="{37A7E875-5594-46C3-AFCD-CED024D1C1B4}" dt="2025-12-13T09:18:45.725" v="4612"/>
          <ac:spMkLst>
            <pc:docMk/>
            <pc:sldMk cId="4238621153" sldId="300"/>
            <ac:spMk id="4" creationId="{352382A7-FF57-AC32-3E92-1D72E3E0F498}"/>
          </ac:spMkLst>
        </pc:spChg>
        <pc:spChg chg="mod ord">
          <ac:chgData name="Bao,Leo (HP Medicine) BII-CN-S" userId="304d67f6-22b5-442d-b505-93f46686c546" providerId="ADAL" clId="{37A7E875-5594-46C3-AFCD-CED024D1C1B4}" dt="2025-12-13T09:18:45.725" v="4612"/>
          <ac:spMkLst>
            <pc:docMk/>
            <pc:sldMk cId="4238621153" sldId="300"/>
            <ac:spMk id="5" creationId="{0BFC14B6-66C9-5704-8D7B-621B1227831A}"/>
          </ac:spMkLst>
        </pc:spChg>
        <pc:spChg chg="mod ord">
          <ac:chgData name="Bao,Leo (HP Medicine) BII-CN-S" userId="304d67f6-22b5-442d-b505-93f46686c546" providerId="ADAL" clId="{37A7E875-5594-46C3-AFCD-CED024D1C1B4}" dt="2025-12-13T09:18:45.725" v="4612"/>
          <ac:spMkLst>
            <pc:docMk/>
            <pc:sldMk cId="4238621153" sldId="300"/>
            <ac:spMk id="6" creationId="{D39A045B-80C1-9BB7-07E5-7305FB4BDA87}"/>
          </ac:spMkLst>
        </pc:spChg>
        <pc:spChg chg="mod ord">
          <ac:chgData name="Bao,Leo (HP Medicine) BII-CN-S" userId="304d67f6-22b5-442d-b505-93f46686c546" providerId="ADAL" clId="{37A7E875-5594-46C3-AFCD-CED024D1C1B4}" dt="2025-12-13T09:18:45.725" v="4612"/>
          <ac:spMkLst>
            <pc:docMk/>
            <pc:sldMk cId="4238621153" sldId="300"/>
            <ac:spMk id="8" creationId="{363941C2-E59A-CD49-DDAD-2B84A6AE543C}"/>
          </ac:spMkLst>
        </pc:spChg>
        <pc:graphicFrameChg chg="mod ord modGraphic">
          <ac:chgData name="Bao,Leo (HP Medicine) BII-CN-S" userId="304d67f6-22b5-442d-b505-93f46686c546" providerId="ADAL" clId="{37A7E875-5594-46C3-AFCD-CED024D1C1B4}" dt="2025-12-13T09:18:45.725" v="4612"/>
          <ac:graphicFrameMkLst>
            <pc:docMk/>
            <pc:sldMk cId="4238621153" sldId="300"/>
            <ac:graphicFrameMk id="12" creationId="{E2FA9167-9382-F0B1-2893-B52AC57C2CF3}"/>
          </ac:graphicFrameMkLst>
        </pc:graphicFrameChg>
      </pc:sldChg>
      <pc:sldChg chg="modSp mod modClrScheme chgLayout">
        <pc:chgData name="Bao,Leo (HP Medicine) BII-CN-S" userId="304d67f6-22b5-442d-b505-93f46686c546" providerId="ADAL" clId="{37A7E875-5594-46C3-AFCD-CED024D1C1B4}" dt="2025-12-09T15:16:15.724" v="1831"/>
        <pc:sldMkLst>
          <pc:docMk/>
          <pc:sldMk cId="828165616" sldId="302"/>
        </pc:sldMkLst>
        <pc:spChg chg="mod ord">
          <ac:chgData name="Bao,Leo (HP Medicine) BII-CN-S" userId="304d67f6-22b5-442d-b505-93f46686c546" providerId="ADAL" clId="{37A7E875-5594-46C3-AFCD-CED024D1C1B4}" dt="2025-12-09T15:16:15.724" v="1831"/>
          <ac:spMkLst>
            <pc:docMk/>
            <pc:sldMk cId="828165616" sldId="302"/>
            <ac:spMk id="6" creationId="{8735CA23-00BB-EE25-B902-1E206B7DBE34}"/>
          </ac:spMkLst>
        </pc:spChg>
        <pc:spChg chg="mod ord">
          <ac:chgData name="Bao,Leo (HP Medicine) BII-CN-S" userId="304d67f6-22b5-442d-b505-93f46686c546" providerId="ADAL" clId="{37A7E875-5594-46C3-AFCD-CED024D1C1B4}" dt="2025-12-09T15:16:15.724" v="1831"/>
          <ac:spMkLst>
            <pc:docMk/>
            <pc:sldMk cId="828165616" sldId="302"/>
            <ac:spMk id="11" creationId="{1C9AAB3B-E669-0CA6-F97C-6CEFB3998DF8}"/>
          </ac:spMkLst>
        </pc:spChg>
      </pc:sldChg>
      <pc:sldChg chg="modSp mod modClrScheme chgLayout">
        <pc:chgData name="Bao,Leo (HP Medicine) BII-CN-S" userId="304d67f6-22b5-442d-b505-93f46686c546" providerId="ADAL" clId="{37A7E875-5594-46C3-AFCD-CED024D1C1B4}" dt="2025-12-13T09:18:45.725" v="4612"/>
        <pc:sldMkLst>
          <pc:docMk/>
          <pc:sldMk cId="600153764" sldId="2147480155"/>
        </pc:sldMkLst>
        <pc:spChg chg="mod ord">
          <ac:chgData name="Bao,Leo (HP Medicine) BII-CN-S" userId="304d67f6-22b5-442d-b505-93f46686c546" providerId="ADAL" clId="{37A7E875-5594-46C3-AFCD-CED024D1C1B4}" dt="2025-12-13T09:18:45.725" v="4612"/>
          <ac:spMkLst>
            <pc:docMk/>
            <pc:sldMk cId="600153764" sldId="2147480155"/>
            <ac:spMk id="4" creationId="{AC2D6077-5438-81E7-68C7-803EC3696B95}"/>
          </ac:spMkLst>
        </pc:spChg>
        <pc:spChg chg="mod ord">
          <ac:chgData name="Bao,Leo (HP Medicine) BII-CN-S" userId="304d67f6-22b5-442d-b505-93f46686c546" providerId="ADAL" clId="{37A7E875-5594-46C3-AFCD-CED024D1C1B4}" dt="2025-12-13T09:18:45.725" v="4612"/>
          <ac:spMkLst>
            <pc:docMk/>
            <pc:sldMk cId="600153764" sldId="2147480155"/>
            <ac:spMk id="8" creationId="{00000000-0000-0000-0000-000000000000}"/>
          </ac:spMkLst>
        </pc:spChg>
      </pc:sldChg>
      <pc:sldChg chg="modSp mod modClrScheme chgLayout">
        <pc:chgData name="Bao,Leo (HP Medicine) BII-CN-S" userId="304d67f6-22b5-442d-b505-93f46686c546" providerId="ADAL" clId="{37A7E875-5594-46C3-AFCD-CED024D1C1B4}" dt="2025-12-09T15:16:15.724" v="1831"/>
        <pc:sldMkLst>
          <pc:docMk/>
          <pc:sldMk cId="1056409439" sldId="2147483411"/>
        </pc:sldMkLst>
        <pc:spChg chg="mod ord">
          <ac:chgData name="Bao,Leo (HP Medicine) BII-CN-S" userId="304d67f6-22b5-442d-b505-93f46686c546" providerId="ADAL" clId="{37A7E875-5594-46C3-AFCD-CED024D1C1B4}" dt="2025-12-09T15:16:15.724" v="1831"/>
          <ac:spMkLst>
            <pc:docMk/>
            <pc:sldMk cId="1056409439" sldId="2147483411"/>
            <ac:spMk id="2" creationId="{B0CC5FB3-1C06-02FE-3BCD-3129603E20E5}"/>
          </ac:spMkLst>
        </pc:spChg>
        <pc:spChg chg="mod ord">
          <ac:chgData name="Bao,Leo (HP Medicine) BII-CN-S" userId="304d67f6-22b5-442d-b505-93f46686c546" providerId="ADAL" clId="{37A7E875-5594-46C3-AFCD-CED024D1C1B4}" dt="2025-12-09T15:16:15.724" v="1831"/>
          <ac:spMkLst>
            <pc:docMk/>
            <pc:sldMk cId="1056409439" sldId="2147483411"/>
            <ac:spMk id="3" creationId="{AEFD857E-910D-9125-3F3B-574A800C3860}"/>
          </ac:spMkLst>
        </pc:spChg>
        <pc:spChg chg="mod ord">
          <ac:chgData name="Bao,Leo (HP Medicine) BII-CN-S" userId="304d67f6-22b5-442d-b505-93f46686c546" providerId="ADAL" clId="{37A7E875-5594-46C3-AFCD-CED024D1C1B4}" dt="2025-12-09T15:16:15.724" v="1831"/>
          <ac:spMkLst>
            <pc:docMk/>
            <pc:sldMk cId="1056409439" sldId="2147483411"/>
            <ac:spMk id="4" creationId="{8F2527C9-F2AF-EEAF-65C0-0D278F3816C5}"/>
          </ac:spMkLst>
        </pc:spChg>
      </pc:sldChg>
      <pc:sldChg chg="addSp delSp modSp add del mod modNotesTx">
        <pc:chgData name="Bao,Leo (HP Medicine) BII-CN-S" userId="304d67f6-22b5-442d-b505-93f46686c546" providerId="ADAL" clId="{37A7E875-5594-46C3-AFCD-CED024D1C1B4}" dt="2026-01-08T09:19:10.445" v="4759" actId="478"/>
        <pc:sldMkLst>
          <pc:docMk/>
          <pc:sldMk cId="3947803113" sldId="2147483621"/>
        </pc:sldMkLst>
        <pc:spChg chg="mod">
          <ac:chgData name="Bao,Leo (HP Medicine) BII-CN-S" userId="304d67f6-22b5-442d-b505-93f46686c546" providerId="ADAL" clId="{37A7E875-5594-46C3-AFCD-CED024D1C1B4}" dt="2026-01-08T08:49:48.368" v="4701"/>
          <ac:spMkLst>
            <pc:docMk/>
            <pc:sldMk cId="3947803113" sldId="2147483621"/>
            <ac:spMk id="5" creationId="{90AA29C2-73D8-FB3E-CBBB-92FCB20AE2C6}"/>
          </ac:spMkLst>
        </pc:spChg>
        <pc:spChg chg="add del mod">
          <ac:chgData name="Bao,Leo (HP Medicine) BII-CN-S" userId="304d67f6-22b5-442d-b505-93f46686c546" providerId="ADAL" clId="{37A7E875-5594-46C3-AFCD-CED024D1C1B4}" dt="2026-01-08T09:19:10.445" v="4759" actId="478"/>
          <ac:spMkLst>
            <pc:docMk/>
            <pc:sldMk cId="3947803113" sldId="2147483621"/>
            <ac:spMk id="22" creationId="{ACE8C80C-21E9-ED63-6B3C-B40ACF34756E}"/>
          </ac:spMkLst>
        </pc:spChg>
        <pc:spChg chg="del">
          <ac:chgData name="Bao,Leo (HP Medicine) BII-CN-S" userId="304d67f6-22b5-442d-b505-93f46686c546" providerId="ADAL" clId="{37A7E875-5594-46C3-AFCD-CED024D1C1B4}" dt="2026-01-08T08:50:06.310" v="4705" actId="478"/>
          <ac:spMkLst>
            <pc:docMk/>
            <pc:sldMk cId="3947803113" sldId="2147483621"/>
            <ac:spMk id="23" creationId="{B7130A90-6691-A32F-FC33-0C941F9D38C4}"/>
          </ac:spMkLst>
        </pc:spChg>
        <pc:grpChg chg="mod">
          <ac:chgData name="Bao,Leo (HP Medicine) BII-CN-S" userId="304d67f6-22b5-442d-b505-93f46686c546" providerId="ADAL" clId="{37A7E875-5594-46C3-AFCD-CED024D1C1B4}" dt="2026-01-08T08:50:31.850" v="4706" actId="1076"/>
          <ac:grpSpMkLst>
            <pc:docMk/>
            <pc:sldMk cId="3947803113" sldId="2147483621"/>
            <ac:grpSpMk id="72" creationId="{1F7BAE07-6759-447E-E7AF-0FA38689DC72}"/>
          </ac:grpSpMkLst>
        </pc:grpChg>
      </pc:sldChg>
      <pc:sldChg chg="modSp add mod modNotesTx">
        <pc:chgData name="Bao,Leo (HP Medicine) BII-CN-S" userId="304d67f6-22b5-442d-b505-93f46686c546" providerId="ADAL" clId="{37A7E875-5594-46C3-AFCD-CED024D1C1B4}" dt="2025-12-15T03:26:47.035" v="4698"/>
        <pc:sldMkLst>
          <pc:docMk/>
          <pc:sldMk cId="143700353" sldId="2147483646"/>
        </pc:sldMkLst>
        <pc:spChg chg="mod">
          <ac:chgData name="Bao,Leo (HP Medicine) BII-CN-S" userId="304d67f6-22b5-442d-b505-93f46686c546" providerId="ADAL" clId="{37A7E875-5594-46C3-AFCD-CED024D1C1B4}" dt="2025-12-15T03:26:47.035" v="4698"/>
          <ac:spMkLst>
            <pc:docMk/>
            <pc:sldMk cId="143700353" sldId="2147483646"/>
            <ac:spMk id="8" creationId="{3348E609-3967-9AED-F403-4413231BCC3D}"/>
          </ac:spMkLst>
        </pc:spChg>
      </pc:sldChg>
      <pc:sldMasterChg chg="delSldLayout modSldLayout sldLayoutOrd">
        <pc:chgData name="Bao,Leo (HP Medicine) BII-CN-S" userId="304d67f6-22b5-442d-b505-93f46686c546" providerId="ADAL" clId="{37A7E875-5594-46C3-AFCD-CED024D1C1B4}" dt="2025-12-13T09:18:45.409" v="4611"/>
        <pc:sldMasterMkLst>
          <pc:docMk/>
          <pc:sldMasterMk cId="4087005753" sldId="2147483857"/>
        </pc:sldMasterMkLst>
        <pc:sldLayoutChg chg="modSp mod ord">
          <pc:chgData name="Bao,Leo (HP Medicine) BII-CN-S" userId="304d67f6-22b5-442d-b505-93f46686c546" providerId="ADAL" clId="{37A7E875-5594-46C3-AFCD-CED024D1C1B4}" dt="2025-12-13T09:18:45.251" v="4610"/>
          <pc:sldLayoutMkLst>
            <pc:docMk/>
            <pc:sldMasterMk cId="4087005753" sldId="2147483857"/>
            <pc:sldLayoutMk cId="2784402151" sldId="2147483664"/>
          </pc:sldLayoutMkLst>
          <pc:spChg chg="mod">
            <ac:chgData name="Bao,Leo (HP Medicine) BII-CN-S" userId="304d67f6-22b5-442d-b505-93f46686c546" providerId="ADAL" clId="{37A7E875-5594-46C3-AFCD-CED024D1C1B4}" dt="2025-12-13T09:18:45.251" v="4610"/>
            <ac:spMkLst>
              <pc:docMk/>
              <pc:sldMasterMk cId="4087005753" sldId="2147483857"/>
              <pc:sldLayoutMk cId="2784402151" sldId="2147483664"/>
              <ac:spMk id="2"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784402151" sldId="2147483664"/>
              <ac:spMk id="3"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784402151" sldId="2147483664"/>
              <ac:spMk id="4" creationId="{C5F7B9D5-A641-50BA-7FC3-561DC9FE3D6A}"/>
            </ac:spMkLst>
          </pc:spChg>
          <pc:spChg chg="mod">
            <ac:chgData name="Bao,Leo (HP Medicine) BII-CN-S" userId="304d67f6-22b5-442d-b505-93f46686c546" providerId="ADAL" clId="{37A7E875-5594-46C3-AFCD-CED024D1C1B4}" dt="2025-12-13T09:18:45.251" v="4610"/>
            <ac:spMkLst>
              <pc:docMk/>
              <pc:sldMasterMk cId="4087005753" sldId="2147483857"/>
              <pc:sldLayoutMk cId="2784402151" sldId="2147483664"/>
              <ac:spMk id="5" creationId="{D866CAA2-63E1-6F81-7EFF-FDAEDBEBDB8A}"/>
            </ac:spMkLst>
          </pc:spChg>
          <pc:spChg chg="mod">
            <ac:chgData name="Bao,Leo (HP Medicine) BII-CN-S" userId="304d67f6-22b5-442d-b505-93f46686c546" providerId="ADAL" clId="{37A7E875-5594-46C3-AFCD-CED024D1C1B4}" dt="2025-12-13T09:18:45.251" v="4610"/>
            <ac:spMkLst>
              <pc:docMk/>
              <pc:sldMasterMk cId="4087005753" sldId="2147483857"/>
              <pc:sldLayoutMk cId="2784402151" sldId="2147483664"/>
              <ac:spMk id="11" creationId="{E497B016-C9FA-B4F6-C161-98540A473741}"/>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640169715" sldId="2147483685"/>
          </pc:sldLayoutMkLst>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2" creationId="{0581CA52-FD82-1F55-27CD-D1C50118A4C0}"/>
            </ac:spMkLst>
          </pc:spChg>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3"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8"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12"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13" creationId="{4EA519C6-3621-AA78-3D48-CE2C8B305E30}"/>
            </ac:spMkLst>
          </pc:spChg>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14" creationId="{6EEB0A4C-9CB1-5FD3-5A85-95FE106E43BA}"/>
            </ac:spMkLst>
          </pc:spChg>
          <pc:spChg chg="mod">
            <ac:chgData name="Bao,Leo (HP Medicine) BII-CN-S" userId="304d67f6-22b5-442d-b505-93f46686c546" providerId="ADAL" clId="{37A7E875-5594-46C3-AFCD-CED024D1C1B4}" dt="2025-12-13T09:18:45.251" v="4610"/>
            <ac:spMkLst>
              <pc:docMk/>
              <pc:sldMasterMk cId="4087005753" sldId="2147483857"/>
              <pc:sldLayoutMk cId="640169715" sldId="2147483685"/>
              <ac:spMk id="15" creationId="{15D18496-5D1E-5F00-2ACA-70465B9A16F2}"/>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2726467011" sldId="2147483688"/>
          </pc:sldLayoutMkLst>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2" creationId="{BBE11ABF-3402-C443-27C0-39F802CCA058}"/>
            </ac:spMkLst>
          </pc:spChg>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3"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8"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9" creationId="{8AC3E855-6EF4-C6F2-D585-DB31C0712702}"/>
            </ac:spMkLst>
          </pc:spChg>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12"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13" creationId="{D88892A0-6C24-62CD-4CFC-704F04B95F1E}"/>
            </ac:spMkLst>
          </pc:spChg>
          <pc:spChg chg="mod">
            <ac:chgData name="Bao,Leo (HP Medicine) BII-CN-S" userId="304d67f6-22b5-442d-b505-93f46686c546" providerId="ADAL" clId="{37A7E875-5594-46C3-AFCD-CED024D1C1B4}" dt="2025-12-13T09:18:45.251" v="4610"/>
            <ac:spMkLst>
              <pc:docMk/>
              <pc:sldMasterMk cId="4087005753" sldId="2147483857"/>
              <pc:sldLayoutMk cId="2726467011" sldId="2147483688"/>
              <ac:spMk id="14" creationId="{6C936672-C494-FE8E-9599-B67DEB310856}"/>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56051774" sldId="2147483689"/>
          </pc:sldLayoutMkLst>
          <pc:spChg chg="mod">
            <ac:chgData name="Bao,Leo (HP Medicine) BII-CN-S" userId="304d67f6-22b5-442d-b505-93f46686c546" providerId="ADAL" clId="{37A7E875-5594-46C3-AFCD-CED024D1C1B4}" dt="2025-12-13T09:18:45.251" v="4610"/>
            <ac:spMkLst>
              <pc:docMk/>
              <pc:sldMasterMk cId="4087005753" sldId="2147483857"/>
              <pc:sldLayoutMk cId="56051774" sldId="2147483689"/>
              <ac:spMk id="2" creationId="{E48AB895-403D-2837-EFB7-B1EA2D95A83B}"/>
            </ac:spMkLst>
          </pc:spChg>
          <pc:spChg chg="mod">
            <ac:chgData name="Bao,Leo (HP Medicine) BII-CN-S" userId="304d67f6-22b5-442d-b505-93f46686c546" providerId="ADAL" clId="{37A7E875-5594-46C3-AFCD-CED024D1C1B4}" dt="2025-12-13T09:18:45.251" v="4610"/>
            <ac:spMkLst>
              <pc:docMk/>
              <pc:sldMasterMk cId="4087005753" sldId="2147483857"/>
              <pc:sldLayoutMk cId="56051774" sldId="2147483689"/>
              <ac:spMk id="7" creationId="{BB5806D4-1E90-A7C2-8212-91BE93E8EF72}"/>
            </ac:spMkLst>
          </pc:spChg>
          <pc:spChg chg="mod">
            <ac:chgData name="Bao,Leo (HP Medicine) BII-CN-S" userId="304d67f6-22b5-442d-b505-93f46686c546" providerId="ADAL" clId="{37A7E875-5594-46C3-AFCD-CED024D1C1B4}" dt="2025-12-13T09:18:45.251" v="4610"/>
            <ac:spMkLst>
              <pc:docMk/>
              <pc:sldMasterMk cId="4087005753" sldId="2147483857"/>
              <pc:sldLayoutMk cId="56051774" sldId="2147483689"/>
              <ac:spMk id="8"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56051774" sldId="2147483689"/>
              <ac:spMk id="16" creationId="{CDCE6BA9-456A-2E17-7285-6D2E904642A7}"/>
            </ac:spMkLst>
          </pc:spChg>
          <pc:spChg chg="mod">
            <ac:chgData name="Bao,Leo (HP Medicine) BII-CN-S" userId="304d67f6-22b5-442d-b505-93f46686c546" providerId="ADAL" clId="{37A7E875-5594-46C3-AFCD-CED024D1C1B4}" dt="2025-12-13T09:18:45.251" v="4610"/>
            <ac:spMkLst>
              <pc:docMk/>
              <pc:sldMasterMk cId="4087005753" sldId="2147483857"/>
              <pc:sldLayoutMk cId="56051774" sldId="2147483689"/>
              <ac:spMk id="19" creationId="{2706031C-1812-1C52-3140-EDDE3DB5703F}"/>
            </ac:spMkLst>
          </pc:spChg>
          <pc:spChg chg="mod">
            <ac:chgData name="Bao,Leo (HP Medicine) BII-CN-S" userId="304d67f6-22b5-442d-b505-93f46686c546" providerId="ADAL" clId="{37A7E875-5594-46C3-AFCD-CED024D1C1B4}" dt="2025-12-13T09:18:45.251" v="4610"/>
            <ac:spMkLst>
              <pc:docMk/>
              <pc:sldMasterMk cId="4087005753" sldId="2147483857"/>
              <pc:sldLayoutMk cId="56051774" sldId="2147483689"/>
              <ac:spMk id="20" creationId="{55540A76-A2F8-66BE-84B7-CD50E20A56F1}"/>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3866927611" sldId="2147483690"/>
          </pc:sldLayoutMkLst>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2" creationId="{CB4A65EB-A398-8280-6840-772AD43C343C}"/>
            </ac:spMkLst>
          </pc:spChg>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4" creationId="{6F9AA895-08EE-571D-61F7-0086C0A8BE7C}"/>
            </ac:spMkLst>
          </pc:spChg>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6" creationId="{1B5E6665-6076-758D-8F68-22FE102F4503}"/>
            </ac:spMkLst>
          </pc:spChg>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7" creationId="{BB5806D4-1E90-A7C2-8212-91BE93E8EF72}"/>
            </ac:spMkLst>
          </pc:spChg>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8"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13" creationId="{A667E39B-7540-9CEB-0374-944CA8579721}"/>
            </ac:spMkLst>
          </pc:spChg>
          <pc:spChg chg="mod">
            <ac:chgData name="Bao,Leo (HP Medicine) BII-CN-S" userId="304d67f6-22b5-442d-b505-93f46686c546" providerId="ADAL" clId="{37A7E875-5594-46C3-AFCD-CED024D1C1B4}" dt="2025-12-13T09:18:45.251" v="4610"/>
            <ac:spMkLst>
              <pc:docMk/>
              <pc:sldMasterMk cId="4087005753" sldId="2147483857"/>
              <pc:sldLayoutMk cId="3866927611" sldId="2147483690"/>
              <ac:spMk id="14" creationId="{8232BFC2-647B-B4B6-1EB1-6E9E32ED1994}"/>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3642023810" sldId="2147483691"/>
          </pc:sldLayoutMkLst>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2" creationId="{AA49972D-F9C7-9152-B19D-7D4EB031A5D2}"/>
            </ac:spMkLst>
          </pc:spChg>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3" creationId="{29E334AD-D29B-7211-26D3-B8B8A73BFA0B}"/>
            </ac:spMkLst>
          </pc:spChg>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4" creationId="{6F9AA895-08EE-571D-61F7-0086C0A8BE7C}"/>
            </ac:spMkLst>
          </pc:spChg>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7" creationId="{BB5806D4-1E90-A7C2-8212-91BE93E8EF72}"/>
            </ac:spMkLst>
          </pc:spChg>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8"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12" creationId="{4FBDAE19-EEFC-C0FF-2C91-7610E4715477}"/>
            </ac:spMkLst>
          </pc:spChg>
          <pc:spChg chg="mod">
            <ac:chgData name="Bao,Leo (HP Medicine) BII-CN-S" userId="304d67f6-22b5-442d-b505-93f46686c546" providerId="ADAL" clId="{37A7E875-5594-46C3-AFCD-CED024D1C1B4}" dt="2025-12-13T09:18:45.251" v="4610"/>
            <ac:spMkLst>
              <pc:docMk/>
              <pc:sldMasterMk cId="4087005753" sldId="2147483857"/>
              <pc:sldLayoutMk cId="3642023810" sldId="2147483691"/>
              <ac:spMk id="14" creationId="{2C16D604-692B-A946-0EC8-16D8E62D24EC}"/>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3689643029" sldId="2147483692"/>
          </pc:sldLayoutMkLst>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2" creationId="{65A201DE-2CBA-3A2F-BCAF-2D18E1438B20}"/>
            </ac:spMkLst>
          </pc:spChg>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3" creationId="{60A36999-AA89-78BB-997C-93DA7D5BAB15}"/>
            </ac:spMkLst>
          </pc:spChg>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4" creationId="{6F9AA895-08EE-571D-61F7-0086C0A8BE7C}"/>
            </ac:spMkLst>
          </pc:spChg>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7" creationId="{BB5806D4-1E90-A7C2-8212-91BE93E8EF72}"/>
            </ac:spMkLst>
          </pc:spChg>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8"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12" creationId="{7A533ABC-C52E-DA13-A669-D0BEA88A8E1A}"/>
            </ac:spMkLst>
          </pc:spChg>
          <pc:spChg chg="mod">
            <ac:chgData name="Bao,Leo (HP Medicine) BII-CN-S" userId="304d67f6-22b5-442d-b505-93f46686c546" providerId="ADAL" clId="{37A7E875-5594-46C3-AFCD-CED024D1C1B4}" dt="2025-12-13T09:18:45.251" v="4610"/>
            <ac:spMkLst>
              <pc:docMk/>
              <pc:sldMasterMk cId="4087005753" sldId="2147483857"/>
              <pc:sldLayoutMk cId="3689643029" sldId="2147483692"/>
              <ac:spMk id="14" creationId="{45F3464A-9797-B24C-824F-1ACC52EFDC22}"/>
            </ac:spMkLst>
          </pc:spChg>
        </pc:sldLayoutChg>
        <pc:sldLayoutChg chg="modSp mod ord">
          <pc:chgData name="Bao,Leo (HP Medicine) BII-CN-S" userId="304d67f6-22b5-442d-b505-93f46686c546" providerId="ADAL" clId="{37A7E875-5594-46C3-AFCD-CED024D1C1B4}" dt="2025-12-13T09:18:45.251" v="4610"/>
          <pc:sldLayoutMkLst>
            <pc:docMk/>
            <pc:sldMasterMk cId="4087005753" sldId="2147483857"/>
            <pc:sldLayoutMk cId="2956253650" sldId="2147483733"/>
          </pc:sldLayoutMkLst>
          <pc:spChg chg="mod">
            <ac:chgData name="Bao,Leo (HP Medicine) BII-CN-S" userId="304d67f6-22b5-442d-b505-93f46686c546" providerId="ADAL" clId="{37A7E875-5594-46C3-AFCD-CED024D1C1B4}" dt="2025-12-13T09:18:45.251" v="4610"/>
            <ac:spMkLst>
              <pc:docMk/>
              <pc:sldMasterMk cId="4087005753" sldId="2147483857"/>
              <pc:sldLayoutMk cId="2956253650" sldId="2147483733"/>
              <ac:spMk id="2"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956253650" sldId="2147483733"/>
              <ac:spMk id="3"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956253650" sldId="2147483733"/>
              <ac:spMk id="5" creationId="{00000000-0000-0000-0000-000000000000}"/>
            </ac:spMkLst>
          </pc:spChg>
          <pc:spChg chg="mod">
            <ac:chgData name="Bao,Leo (HP Medicine) BII-CN-S" userId="304d67f6-22b5-442d-b505-93f46686c546" providerId="ADAL" clId="{37A7E875-5594-46C3-AFCD-CED024D1C1B4}" dt="2025-12-13T09:18:45.251" v="4610"/>
            <ac:spMkLst>
              <pc:docMk/>
              <pc:sldMasterMk cId="4087005753" sldId="2147483857"/>
              <pc:sldLayoutMk cId="2956253650" sldId="2147483733"/>
              <ac:spMk id="6" creationId="{58D61E7A-4875-7711-5427-5F0C7A1521E5}"/>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1747661882" sldId="2147483907"/>
          </pc:sldLayoutMkLst>
          <pc:spChg chg="mod">
            <ac:chgData name="Bao,Leo (HP Medicine) BII-CN-S" userId="304d67f6-22b5-442d-b505-93f46686c546" providerId="ADAL" clId="{37A7E875-5594-46C3-AFCD-CED024D1C1B4}" dt="2025-12-09T15:16:15.475" v="1829"/>
            <ac:spMkLst>
              <pc:docMk/>
              <pc:sldMasterMk cId="4087005753" sldId="2147483857"/>
              <pc:sldLayoutMk cId="1747661882" sldId="2147483907"/>
              <ac:spMk id="2"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1747661882" sldId="2147483907"/>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1747661882" sldId="2147483907"/>
              <ac:spMk id="4" creationId="{C5F7B9D5-A641-50BA-7FC3-561DC9FE3D6A}"/>
            </ac:spMkLst>
          </pc:spChg>
          <pc:spChg chg="mod">
            <ac:chgData name="Bao,Leo (HP Medicine) BII-CN-S" userId="304d67f6-22b5-442d-b505-93f46686c546" providerId="ADAL" clId="{37A7E875-5594-46C3-AFCD-CED024D1C1B4}" dt="2025-12-09T15:16:15.475" v="1829"/>
            <ac:spMkLst>
              <pc:docMk/>
              <pc:sldMasterMk cId="4087005753" sldId="2147483857"/>
              <pc:sldLayoutMk cId="1747661882" sldId="2147483907"/>
              <ac:spMk id="5" creationId="{D866CAA2-63E1-6F81-7EFF-FDAEDBEBDB8A}"/>
            </ac:spMkLst>
          </pc:spChg>
          <pc:spChg chg="mod">
            <ac:chgData name="Bao,Leo (HP Medicine) BII-CN-S" userId="304d67f6-22b5-442d-b505-93f46686c546" providerId="ADAL" clId="{37A7E875-5594-46C3-AFCD-CED024D1C1B4}" dt="2025-12-09T15:16:15.475" v="1829"/>
            <ac:spMkLst>
              <pc:docMk/>
              <pc:sldMasterMk cId="4087005753" sldId="2147483857"/>
              <pc:sldLayoutMk cId="1747661882" sldId="2147483907"/>
              <ac:spMk id="11" creationId="{E497B016-C9FA-B4F6-C161-98540A473741}"/>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924522368" sldId="2147483909"/>
          </pc:sldLayoutMkLst>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5" creationId="{21F75BC8-F612-2B70-B801-672E4369F889}"/>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8" creationId="{7E31A785-5524-76BF-9060-B6AA5B0F30E7}"/>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13" creationId="{5442791C-C3FF-9B10-DCFF-2C95FAD1ACA5}"/>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14" creationId="{0EB776AE-0143-C85F-03FB-98448F3729D0}"/>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15" creationId="{4C4A6E80-CB53-4D72-1B7B-3500815C4B7B}"/>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26" creationId="{54A84130-BB18-0BA4-1EE9-823C0DB98D2B}"/>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27" creationId="{208F9C79-09A7-4EEA-9FFB-C9B3089CC82C}"/>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28" creationId="{07B81727-F8CD-3444-26FB-0954D4A41441}"/>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30" creationId="{176E8A7C-F934-3053-3346-B9C0DDCB28B0}"/>
            </ac:spMkLst>
          </pc:spChg>
          <pc:spChg chg="mod">
            <ac:chgData name="Bao,Leo (HP Medicine) BII-CN-S" userId="304d67f6-22b5-442d-b505-93f46686c546" providerId="ADAL" clId="{37A7E875-5594-46C3-AFCD-CED024D1C1B4}" dt="2025-12-09T15:16:15.475" v="1829"/>
            <ac:spMkLst>
              <pc:docMk/>
              <pc:sldMasterMk cId="4087005753" sldId="2147483857"/>
              <pc:sldLayoutMk cId="924522368" sldId="2147483909"/>
              <ac:spMk id="34" creationId="{6F35D68B-9EA2-1F5E-DBD3-B9F93C1D90B9}"/>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2044974500" sldId="2147483911"/>
          </pc:sldLayoutMkLst>
          <pc:spChg chg="mod">
            <ac:chgData name="Bao,Leo (HP Medicine) BII-CN-S" userId="304d67f6-22b5-442d-b505-93f46686c546" providerId="ADAL" clId="{37A7E875-5594-46C3-AFCD-CED024D1C1B4}" dt="2025-12-09T15:16:15.475" v="1829"/>
            <ac:spMkLst>
              <pc:docMk/>
              <pc:sldMasterMk cId="4087005753" sldId="2147483857"/>
              <pc:sldLayoutMk cId="2044974500" sldId="2147483911"/>
              <ac:spMk id="2"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044974500" sldId="2147483911"/>
              <ac:spMk id="7" creationId="{8EAAE6E7-1373-8040-C96B-B3A08A84CE2A}"/>
            </ac:spMkLst>
          </pc:spChg>
          <pc:spChg chg="mod">
            <ac:chgData name="Bao,Leo (HP Medicine) BII-CN-S" userId="304d67f6-22b5-442d-b505-93f46686c546" providerId="ADAL" clId="{37A7E875-5594-46C3-AFCD-CED024D1C1B4}" dt="2025-12-09T15:16:15.475" v="1829"/>
            <ac:spMkLst>
              <pc:docMk/>
              <pc:sldMasterMk cId="4087005753" sldId="2147483857"/>
              <pc:sldLayoutMk cId="2044974500" sldId="2147483911"/>
              <ac:spMk id="8" creationId="{C09303A1-9EA9-72D7-63F5-E6B6F685FAE0}"/>
            </ac:spMkLst>
          </pc:spChg>
          <pc:spChg chg="mod">
            <ac:chgData name="Bao,Leo (HP Medicine) BII-CN-S" userId="304d67f6-22b5-442d-b505-93f46686c546" providerId="ADAL" clId="{37A7E875-5594-46C3-AFCD-CED024D1C1B4}" dt="2025-12-09T15:16:15.475" v="1829"/>
            <ac:spMkLst>
              <pc:docMk/>
              <pc:sldMasterMk cId="4087005753" sldId="2147483857"/>
              <pc:sldLayoutMk cId="2044974500" sldId="2147483911"/>
              <ac:spMk id="9" creationId="{CB53F2D2-D116-44C8-A3EF-21A6F6DBA4E3}"/>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1235962295" sldId="2147483912"/>
          </pc:sldLayoutMkLst>
          <pc:spChg chg="mod">
            <ac:chgData name="Bao,Leo (HP Medicine) BII-CN-S" userId="304d67f6-22b5-442d-b505-93f46686c546" providerId="ADAL" clId="{37A7E875-5594-46C3-AFCD-CED024D1C1B4}" dt="2025-12-09T15:16:15.475" v="1829"/>
            <ac:spMkLst>
              <pc:docMk/>
              <pc:sldMasterMk cId="4087005753" sldId="2147483857"/>
              <pc:sldLayoutMk cId="1235962295" sldId="2147483912"/>
              <ac:spMk id="2"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1235962295" sldId="2147483912"/>
              <ac:spMk id="7" creationId="{8EAAE6E7-1373-8040-C96B-B3A08A84CE2A}"/>
            </ac:spMkLst>
          </pc:spChg>
          <pc:spChg chg="mod">
            <ac:chgData name="Bao,Leo (HP Medicine) BII-CN-S" userId="304d67f6-22b5-442d-b505-93f46686c546" providerId="ADAL" clId="{37A7E875-5594-46C3-AFCD-CED024D1C1B4}" dt="2025-12-09T15:16:15.475" v="1829"/>
            <ac:spMkLst>
              <pc:docMk/>
              <pc:sldMasterMk cId="4087005753" sldId="2147483857"/>
              <pc:sldLayoutMk cId="1235962295" sldId="2147483912"/>
              <ac:spMk id="8" creationId="{47C26184-1D1B-92B8-25CF-5F2442C1A0BD}"/>
            </ac:spMkLst>
          </pc:spChg>
          <pc:spChg chg="mod">
            <ac:chgData name="Bao,Leo (HP Medicine) BII-CN-S" userId="304d67f6-22b5-442d-b505-93f46686c546" providerId="ADAL" clId="{37A7E875-5594-46C3-AFCD-CED024D1C1B4}" dt="2025-12-09T15:16:15.475" v="1829"/>
            <ac:spMkLst>
              <pc:docMk/>
              <pc:sldMasterMk cId="4087005753" sldId="2147483857"/>
              <pc:sldLayoutMk cId="1235962295" sldId="2147483912"/>
              <ac:spMk id="9" creationId="{CB53F2D2-D116-44C8-A3EF-21A6F6DBA4E3}"/>
            </ac:spMkLst>
          </pc:spChg>
          <pc:spChg chg="mod">
            <ac:chgData name="Bao,Leo (HP Medicine) BII-CN-S" userId="304d67f6-22b5-442d-b505-93f46686c546" providerId="ADAL" clId="{37A7E875-5594-46C3-AFCD-CED024D1C1B4}" dt="2025-12-09T15:16:15.475" v="1829"/>
            <ac:spMkLst>
              <pc:docMk/>
              <pc:sldMasterMk cId="4087005753" sldId="2147483857"/>
              <pc:sldLayoutMk cId="1235962295" sldId="2147483912"/>
              <ac:spMk id="12" creationId="{0118AE22-AF85-0585-B755-09D18B404308}"/>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3547666371" sldId="2147483914"/>
          </pc:sldLayoutMkLst>
          <pc:spChg chg="mod">
            <ac:chgData name="Bao,Leo (HP Medicine) BII-CN-S" userId="304d67f6-22b5-442d-b505-93f46686c546" providerId="ADAL" clId="{37A7E875-5594-46C3-AFCD-CED024D1C1B4}" dt="2025-12-09T15:16:15.475" v="1829"/>
            <ac:spMkLst>
              <pc:docMk/>
              <pc:sldMasterMk cId="4087005753" sldId="2147483857"/>
              <pc:sldLayoutMk cId="3547666371" sldId="2147483914"/>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547666371" sldId="2147483914"/>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547666371" sldId="2147483914"/>
              <ac:spMk id="9" creationId="{DD2A017B-395B-34E7-2458-B410A50C8516}"/>
            </ac:spMkLst>
          </pc:spChg>
          <pc:spChg chg="mod">
            <ac:chgData name="Bao,Leo (HP Medicine) BII-CN-S" userId="304d67f6-22b5-442d-b505-93f46686c546" providerId="ADAL" clId="{37A7E875-5594-46C3-AFCD-CED024D1C1B4}" dt="2025-12-09T15:16:15.475" v="1829"/>
            <ac:spMkLst>
              <pc:docMk/>
              <pc:sldMasterMk cId="4087005753" sldId="2147483857"/>
              <pc:sldLayoutMk cId="3547666371" sldId="2147483914"/>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4087005753" sldId="2147483857"/>
              <pc:sldLayoutMk cId="3547666371" sldId="2147483914"/>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3480113321" sldId="2147483924"/>
          </pc:sldLayoutMkLst>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2" creationId="{0581CA52-FD82-1F55-27CD-D1C50118A4C0}"/>
            </ac:spMkLst>
          </pc:spChg>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12"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13" creationId="{4EA519C6-3621-AA78-3D48-CE2C8B305E30}"/>
            </ac:spMkLst>
          </pc:spChg>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14" creationId="{6EEB0A4C-9CB1-5FD3-5A85-95FE106E43BA}"/>
            </ac:spMkLst>
          </pc:spChg>
          <pc:spChg chg="mod">
            <ac:chgData name="Bao,Leo (HP Medicine) BII-CN-S" userId="304d67f6-22b5-442d-b505-93f46686c546" providerId="ADAL" clId="{37A7E875-5594-46C3-AFCD-CED024D1C1B4}" dt="2025-12-09T15:16:15.475" v="1829"/>
            <ac:spMkLst>
              <pc:docMk/>
              <pc:sldMasterMk cId="4087005753" sldId="2147483857"/>
              <pc:sldLayoutMk cId="3480113321" sldId="2147483924"/>
              <ac:spMk id="15" creationId="{15D18496-5D1E-5F00-2ACA-70465B9A16F2}"/>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2130335324" sldId="2147483925"/>
          </pc:sldLayoutMkLst>
          <pc:spChg chg="mod">
            <ac:chgData name="Bao,Leo (HP Medicine) BII-CN-S" userId="304d67f6-22b5-442d-b505-93f46686c546" providerId="ADAL" clId="{37A7E875-5594-46C3-AFCD-CED024D1C1B4}" dt="2025-12-09T15:16:15.475" v="1829"/>
            <ac:spMkLst>
              <pc:docMk/>
              <pc:sldMasterMk cId="4087005753" sldId="2147483857"/>
              <pc:sldLayoutMk cId="2130335324" sldId="2147483925"/>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130335324" sldId="2147483925"/>
              <ac:spMk id="7" creationId="{BB620B58-DC4D-ABB4-B16A-92C43E6933B4}"/>
            </ac:spMkLst>
          </pc:spChg>
          <pc:spChg chg="mod">
            <ac:chgData name="Bao,Leo (HP Medicine) BII-CN-S" userId="304d67f6-22b5-442d-b505-93f46686c546" providerId="ADAL" clId="{37A7E875-5594-46C3-AFCD-CED024D1C1B4}" dt="2025-12-09T15:16:15.475" v="1829"/>
            <ac:spMkLst>
              <pc:docMk/>
              <pc:sldMasterMk cId="4087005753" sldId="2147483857"/>
              <pc:sldLayoutMk cId="2130335324" sldId="2147483925"/>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130335324" sldId="2147483925"/>
              <ac:spMk id="9" creationId="{DD2A017B-395B-34E7-2458-B410A50C8516}"/>
            </ac:spMkLst>
          </pc:spChg>
          <pc:spChg chg="mod">
            <ac:chgData name="Bao,Leo (HP Medicine) BII-CN-S" userId="304d67f6-22b5-442d-b505-93f46686c546" providerId="ADAL" clId="{37A7E875-5594-46C3-AFCD-CED024D1C1B4}" dt="2025-12-09T15:16:15.475" v="1829"/>
            <ac:spMkLst>
              <pc:docMk/>
              <pc:sldMasterMk cId="4087005753" sldId="2147483857"/>
              <pc:sldLayoutMk cId="2130335324" sldId="2147483925"/>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4087005753" sldId="2147483857"/>
              <pc:sldLayoutMk cId="2130335324" sldId="2147483925"/>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2163726576" sldId="2147483926"/>
          </pc:sldLayoutMkLst>
          <pc:spChg chg="mod">
            <ac:chgData name="Bao,Leo (HP Medicine) BII-CN-S" userId="304d67f6-22b5-442d-b505-93f46686c546" providerId="ADAL" clId="{37A7E875-5594-46C3-AFCD-CED024D1C1B4}" dt="2025-12-09T15:16:15.475" v="1829"/>
            <ac:spMkLst>
              <pc:docMk/>
              <pc:sldMasterMk cId="4087005753" sldId="2147483857"/>
              <pc:sldLayoutMk cId="2163726576" sldId="2147483926"/>
              <ac:spMk id="2" creationId="{10AA6098-3F2F-0A65-3542-51CB8D539E51}"/>
            </ac:spMkLst>
          </pc:spChg>
          <pc:spChg chg="mod">
            <ac:chgData name="Bao,Leo (HP Medicine) BII-CN-S" userId="304d67f6-22b5-442d-b505-93f46686c546" providerId="ADAL" clId="{37A7E875-5594-46C3-AFCD-CED024D1C1B4}" dt="2025-12-09T15:16:15.475" v="1829"/>
            <ac:spMkLst>
              <pc:docMk/>
              <pc:sldMasterMk cId="4087005753" sldId="2147483857"/>
              <pc:sldLayoutMk cId="2163726576" sldId="2147483926"/>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163726576" sldId="2147483926"/>
              <ac:spMk id="7" creationId="{CB86A524-EBBF-8AA1-B452-E3F520BD9009}"/>
            </ac:spMkLst>
          </pc:spChg>
          <pc:spChg chg="mod">
            <ac:chgData name="Bao,Leo (HP Medicine) BII-CN-S" userId="304d67f6-22b5-442d-b505-93f46686c546" providerId="ADAL" clId="{37A7E875-5594-46C3-AFCD-CED024D1C1B4}" dt="2025-12-09T15:16:15.475" v="1829"/>
            <ac:spMkLst>
              <pc:docMk/>
              <pc:sldMasterMk cId="4087005753" sldId="2147483857"/>
              <pc:sldLayoutMk cId="2163726576" sldId="2147483926"/>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163726576" sldId="2147483926"/>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4087005753" sldId="2147483857"/>
              <pc:sldLayoutMk cId="2163726576" sldId="2147483926"/>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3667082857" sldId="2147483927"/>
          </pc:sldLayoutMkLst>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2" creationId="{BBE11ABF-3402-C443-27C0-39F802CCA058}"/>
            </ac:spMkLst>
          </pc:spChg>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9" creationId="{8AC3E855-6EF4-C6F2-D585-DB31C0712702}"/>
            </ac:spMkLst>
          </pc:spChg>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12"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13" creationId="{D88892A0-6C24-62CD-4CFC-704F04B95F1E}"/>
            </ac:spMkLst>
          </pc:spChg>
          <pc:spChg chg="mod">
            <ac:chgData name="Bao,Leo (HP Medicine) BII-CN-S" userId="304d67f6-22b5-442d-b505-93f46686c546" providerId="ADAL" clId="{37A7E875-5594-46C3-AFCD-CED024D1C1B4}" dt="2025-12-09T15:16:15.475" v="1829"/>
            <ac:spMkLst>
              <pc:docMk/>
              <pc:sldMasterMk cId="4087005753" sldId="2147483857"/>
              <pc:sldLayoutMk cId="3667082857" sldId="2147483927"/>
              <ac:spMk id="14" creationId="{6C936672-C494-FE8E-9599-B67DEB310856}"/>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1895146475" sldId="2147483928"/>
          </pc:sldLayoutMkLst>
          <pc:spChg chg="mod">
            <ac:chgData name="Bao,Leo (HP Medicine) BII-CN-S" userId="304d67f6-22b5-442d-b505-93f46686c546" providerId="ADAL" clId="{37A7E875-5594-46C3-AFCD-CED024D1C1B4}" dt="2025-12-09T15:16:15.475" v="1829"/>
            <ac:spMkLst>
              <pc:docMk/>
              <pc:sldMasterMk cId="4087005753" sldId="2147483857"/>
              <pc:sldLayoutMk cId="1895146475" sldId="2147483928"/>
              <ac:spMk id="2" creationId="{E48AB895-403D-2837-EFB7-B1EA2D95A83B}"/>
            </ac:spMkLst>
          </pc:spChg>
          <pc:spChg chg="mod">
            <ac:chgData name="Bao,Leo (HP Medicine) BII-CN-S" userId="304d67f6-22b5-442d-b505-93f46686c546" providerId="ADAL" clId="{37A7E875-5594-46C3-AFCD-CED024D1C1B4}" dt="2025-12-09T15:16:15.475" v="1829"/>
            <ac:spMkLst>
              <pc:docMk/>
              <pc:sldMasterMk cId="4087005753" sldId="2147483857"/>
              <pc:sldLayoutMk cId="1895146475" sldId="2147483928"/>
              <ac:spMk id="7" creationId="{BB5806D4-1E90-A7C2-8212-91BE93E8EF72}"/>
            </ac:spMkLst>
          </pc:spChg>
          <pc:spChg chg="mod">
            <ac:chgData name="Bao,Leo (HP Medicine) BII-CN-S" userId="304d67f6-22b5-442d-b505-93f46686c546" providerId="ADAL" clId="{37A7E875-5594-46C3-AFCD-CED024D1C1B4}" dt="2025-12-09T15:16:15.475" v="1829"/>
            <ac:spMkLst>
              <pc:docMk/>
              <pc:sldMasterMk cId="4087005753" sldId="2147483857"/>
              <pc:sldLayoutMk cId="1895146475" sldId="2147483928"/>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1895146475" sldId="2147483928"/>
              <ac:spMk id="16" creationId="{CDCE6BA9-456A-2E17-7285-6D2E904642A7}"/>
            </ac:spMkLst>
          </pc:spChg>
          <pc:spChg chg="mod">
            <ac:chgData name="Bao,Leo (HP Medicine) BII-CN-S" userId="304d67f6-22b5-442d-b505-93f46686c546" providerId="ADAL" clId="{37A7E875-5594-46C3-AFCD-CED024D1C1B4}" dt="2025-12-09T15:16:15.475" v="1829"/>
            <ac:spMkLst>
              <pc:docMk/>
              <pc:sldMasterMk cId="4087005753" sldId="2147483857"/>
              <pc:sldLayoutMk cId="1895146475" sldId="2147483928"/>
              <ac:spMk id="19" creationId="{2706031C-1812-1C52-3140-EDDE3DB5703F}"/>
            </ac:spMkLst>
          </pc:spChg>
          <pc:spChg chg="mod">
            <ac:chgData name="Bao,Leo (HP Medicine) BII-CN-S" userId="304d67f6-22b5-442d-b505-93f46686c546" providerId="ADAL" clId="{37A7E875-5594-46C3-AFCD-CED024D1C1B4}" dt="2025-12-09T15:16:15.475" v="1829"/>
            <ac:spMkLst>
              <pc:docMk/>
              <pc:sldMasterMk cId="4087005753" sldId="2147483857"/>
              <pc:sldLayoutMk cId="1895146475" sldId="2147483928"/>
              <ac:spMk id="20" creationId="{55540A76-A2F8-66BE-84B7-CD50E20A56F1}"/>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1999472053" sldId="2147483929"/>
          </pc:sldLayoutMkLst>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2" creationId="{CB4A65EB-A398-8280-6840-772AD43C343C}"/>
            </ac:spMkLst>
          </pc:spChg>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4" creationId="{6F9AA895-08EE-571D-61F7-0086C0A8BE7C}"/>
            </ac:spMkLst>
          </pc:spChg>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6" creationId="{1B5E6665-6076-758D-8F68-22FE102F4503}"/>
            </ac:spMkLst>
          </pc:spChg>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7" creationId="{BB5806D4-1E90-A7C2-8212-91BE93E8EF72}"/>
            </ac:spMkLst>
          </pc:spChg>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13" creationId="{A667E39B-7540-9CEB-0374-944CA8579721}"/>
            </ac:spMkLst>
          </pc:spChg>
          <pc:spChg chg="mod">
            <ac:chgData name="Bao,Leo (HP Medicine) BII-CN-S" userId="304d67f6-22b5-442d-b505-93f46686c546" providerId="ADAL" clId="{37A7E875-5594-46C3-AFCD-CED024D1C1B4}" dt="2025-12-09T15:16:15.475" v="1829"/>
            <ac:spMkLst>
              <pc:docMk/>
              <pc:sldMasterMk cId="4087005753" sldId="2147483857"/>
              <pc:sldLayoutMk cId="1999472053" sldId="2147483929"/>
              <ac:spMk id="14" creationId="{8232BFC2-647B-B4B6-1EB1-6E9E32ED1994}"/>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2536356891" sldId="2147483930"/>
          </pc:sldLayoutMkLst>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2" creationId="{AA49972D-F9C7-9152-B19D-7D4EB031A5D2}"/>
            </ac:spMkLst>
          </pc:spChg>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3" creationId="{29E334AD-D29B-7211-26D3-B8B8A73BFA0B}"/>
            </ac:spMkLst>
          </pc:spChg>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4" creationId="{6F9AA895-08EE-571D-61F7-0086C0A8BE7C}"/>
            </ac:spMkLst>
          </pc:spChg>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7" creationId="{BB5806D4-1E90-A7C2-8212-91BE93E8EF72}"/>
            </ac:spMkLst>
          </pc:spChg>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12" creationId="{4FBDAE19-EEFC-C0FF-2C91-7610E4715477}"/>
            </ac:spMkLst>
          </pc:spChg>
          <pc:spChg chg="mod">
            <ac:chgData name="Bao,Leo (HP Medicine) BII-CN-S" userId="304d67f6-22b5-442d-b505-93f46686c546" providerId="ADAL" clId="{37A7E875-5594-46C3-AFCD-CED024D1C1B4}" dt="2025-12-09T15:16:15.475" v="1829"/>
            <ac:spMkLst>
              <pc:docMk/>
              <pc:sldMasterMk cId="4087005753" sldId="2147483857"/>
              <pc:sldLayoutMk cId="2536356891" sldId="2147483930"/>
              <ac:spMk id="14" creationId="{2C16D604-692B-A946-0EC8-16D8E62D24EC}"/>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1822743285" sldId="2147483931"/>
          </pc:sldLayoutMkLst>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2" creationId="{65A201DE-2CBA-3A2F-BCAF-2D18E1438B20}"/>
            </ac:spMkLst>
          </pc:spChg>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3" creationId="{60A36999-AA89-78BB-997C-93DA7D5BAB15}"/>
            </ac:spMkLst>
          </pc:spChg>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4" creationId="{6F9AA895-08EE-571D-61F7-0086C0A8BE7C}"/>
            </ac:spMkLst>
          </pc:spChg>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7" creationId="{BB5806D4-1E90-A7C2-8212-91BE93E8EF72}"/>
            </ac:spMkLst>
          </pc:spChg>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12" creationId="{7A533ABC-C52E-DA13-A669-D0BEA88A8E1A}"/>
            </ac:spMkLst>
          </pc:spChg>
          <pc:spChg chg="mod">
            <ac:chgData name="Bao,Leo (HP Medicine) BII-CN-S" userId="304d67f6-22b5-442d-b505-93f46686c546" providerId="ADAL" clId="{37A7E875-5594-46C3-AFCD-CED024D1C1B4}" dt="2025-12-09T15:16:15.475" v="1829"/>
            <ac:spMkLst>
              <pc:docMk/>
              <pc:sldMasterMk cId="4087005753" sldId="2147483857"/>
              <pc:sldLayoutMk cId="1822743285" sldId="2147483931"/>
              <ac:spMk id="14" creationId="{45F3464A-9797-B24C-824F-1ACC52EFDC22}"/>
            </ac:spMkLst>
          </pc:spChg>
        </pc:sldLayoutChg>
        <pc:sldLayoutChg chg="modSp mod ord">
          <pc:chgData name="Bao,Leo (HP Medicine) BII-CN-S" userId="304d67f6-22b5-442d-b505-93f46686c546" providerId="ADAL" clId="{37A7E875-5594-46C3-AFCD-CED024D1C1B4}" dt="2025-12-09T15:16:15.475" v="1829"/>
          <pc:sldLayoutMkLst>
            <pc:docMk/>
            <pc:sldMasterMk cId="4087005753" sldId="2147483857"/>
            <pc:sldLayoutMk cId="2263361377" sldId="2147483934"/>
          </pc:sldLayoutMkLst>
          <pc:spChg chg="mod">
            <ac:chgData name="Bao,Leo (HP Medicine) BII-CN-S" userId="304d67f6-22b5-442d-b505-93f46686c546" providerId="ADAL" clId="{37A7E875-5594-46C3-AFCD-CED024D1C1B4}" dt="2025-12-09T15:16:15.475" v="1829"/>
            <ac:spMkLst>
              <pc:docMk/>
              <pc:sldMasterMk cId="4087005753" sldId="2147483857"/>
              <pc:sldLayoutMk cId="2263361377" sldId="2147483934"/>
              <ac:spMk id="5" creationId="{ED8B2C2E-F2A3-10EF-4F1B-48E4651D76B7}"/>
            </ac:spMkLst>
          </pc:spChg>
          <pc:spChg chg="mod">
            <ac:chgData name="Bao,Leo (HP Medicine) BII-CN-S" userId="304d67f6-22b5-442d-b505-93f46686c546" providerId="ADAL" clId="{37A7E875-5594-46C3-AFCD-CED024D1C1B4}" dt="2025-12-09T15:16:15.475" v="1829"/>
            <ac:spMkLst>
              <pc:docMk/>
              <pc:sldMasterMk cId="4087005753" sldId="2147483857"/>
              <pc:sldLayoutMk cId="2263361377" sldId="2147483934"/>
              <ac:spMk id="7" creationId="{9D23F8D4-2091-3342-FC66-194C19083D99}"/>
            </ac:spMkLst>
          </pc:spChg>
          <pc:spChg chg="mod">
            <ac:chgData name="Bao,Leo (HP Medicine) BII-CN-S" userId="304d67f6-22b5-442d-b505-93f46686c546" providerId="ADAL" clId="{37A7E875-5594-46C3-AFCD-CED024D1C1B4}" dt="2025-12-09T15:16:15.475" v="1829"/>
            <ac:spMkLst>
              <pc:docMk/>
              <pc:sldMasterMk cId="4087005753" sldId="2147483857"/>
              <pc:sldLayoutMk cId="2263361377" sldId="2147483934"/>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4087005753" sldId="2147483857"/>
              <pc:sldLayoutMk cId="2263361377" sldId="2147483934"/>
              <ac:spMk id="9" creationId="{41B27782-384F-041B-A991-2E9D5FCFE582}"/>
            </ac:spMkLst>
          </pc:spChg>
          <pc:spChg chg="mod">
            <ac:chgData name="Bao,Leo (HP Medicine) BII-CN-S" userId="304d67f6-22b5-442d-b505-93f46686c546" providerId="ADAL" clId="{37A7E875-5594-46C3-AFCD-CED024D1C1B4}" dt="2025-12-09T15:16:15.475" v="1829"/>
            <ac:spMkLst>
              <pc:docMk/>
              <pc:sldMasterMk cId="4087005753" sldId="2147483857"/>
              <pc:sldLayoutMk cId="2263361377" sldId="2147483934"/>
              <ac:spMk id="11" creationId="{63EFF41A-2249-B1BB-008D-C93DA85C3703}"/>
            </ac:spMkLst>
          </pc:spChg>
          <pc:spChg chg="mod">
            <ac:chgData name="Bao,Leo (HP Medicine) BII-CN-S" userId="304d67f6-22b5-442d-b505-93f46686c546" providerId="ADAL" clId="{37A7E875-5594-46C3-AFCD-CED024D1C1B4}" dt="2025-12-09T15:16:15.475" v="1829"/>
            <ac:spMkLst>
              <pc:docMk/>
              <pc:sldMasterMk cId="4087005753" sldId="2147483857"/>
              <pc:sldLayoutMk cId="2263361377" sldId="2147483934"/>
              <ac:spMk id="13" creationId="{DB5A7F3B-7D8D-EFD1-99CB-9BB681ACBDEE}"/>
            </ac:spMkLst>
          </pc:spChg>
        </pc:sldLayoutChg>
      </pc:sldMasterChg>
      <pc:sldMasterChg chg="modSldLayout sldLayoutOrd">
        <pc:chgData name="Bao,Leo (HP Medicine) BII-CN-S" userId="304d67f6-22b5-442d-b505-93f46686c546" providerId="ADAL" clId="{37A7E875-5594-46C3-AFCD-CED024D1C1B4}" dt="2025-12-09T15:16:15.475" v="1829"/>
        <pc:sldMasterMkLst>
          <pc:docMk/>
          <pc:sldMasterMk cId="2212581710" sldId="2147484242"/>
        </pc:sldMasterMkLst>
        <pc:sldLayoutChg chg="modSp mod ord">
          <pc:chgData name="Bao,Leo (HP Medicine) BII-CN-S" userId="304d67f6-22b5-442d-b505-93f46686c546" providerId="ADAL" clId="{37A7E875-5594-46C3-AFCD-CED024D1C1B4}" dt="2025-12-09T15:16:15.475" v="1829"/>
          <pc:sldLayoutMkLst>
            <pc:docMk/>
            <pc:sldMasterMk cId="2212581710" sldId="2147484242"/>
            <pc:sldLayoutMk cId="1823023843" sldId="2147483737"/>
          </pc:sldLayoutMkLst>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3" creationId="{A507323D-32FF-D21E-0B11-BE50DD3C09B2}"/>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5" creationId="{21F75BC8-F612-2B70-B801-672E4369F889}"/>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9" creationId="{7E03331E-BAE6-FE9A-0655-4888C3038D4F}"/>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13" creationId="{5442791C-C3FF-9B10-DCFF-2C95FAD1ACA5}"/>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14" creationId="{0EB776AE-0143-C85F-03FB-98448F3729D0}"/>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27" creationId="{208F9C79-09A7-4EEA-9FFB-C9B3089CC82C}"/>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28" creationId="{07B81727-F8CD-3444-26FB-0954D4A41441}"/>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30" creationId="{176E8A7C-F934-3053-3346-B9C0DDCB28B0}"/>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35" creationId="{C0AE24B1-32EB-BCA7-7B48-261B6399A0A5}"/>
            </ac:spMkLst>
          </pc:spChg>
          <pc:spChg chg="mod">
            <ac:chgData name="Bao,Leo (HP Medicine) BII-CN-S" userId="304d67f6-22b5-442d-b505-93f46686c546" providerId="ADAL" clId="{37A7E875-5594-46C3-AFCD-CED024D1C1B4}" dt="2025-12-09T15:16:15.475" v="1829"/>
            <ac:spMkLst>
              <pc:docMk/>
              <pc:sldMasterMk cId="2212581710" sldId="2147484242"/>
              <pc:sldLayoutMk cId="1823023843" sldId="2147483737"/>
              <ac:spMk id="36" creationId="{A942C4DD-370F-53DC-9980-04DA927CBB92}"/>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2495205584" sldId="2147483739"/>
          </pc:sldLayoutMkLst>
          <pc:spChg chg="mod">
            <ac:chgData name="Bao,Leo (HP Medicine) BII-CN-S" userId="304d67f6-22b5-442d-b505-93f46686c546" providerId="ADAL" clId="{37A7E875-5594-46C3-AFCD-CED024D1C1B4}" dt="2025-12-09T15:16:15.475" v="1829"/>
            <ac:spMkLst>
              <pc:docMk/>
              <pc:sldMasterMk cId="2212581710" sldId="2147484242"/>
              <pc:sldLayoutMk cId="2495205584" sldId="2147483739"/>
              <ac:spMk id="2"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495205584" sldId="2147483739"/>
              <ac:spMk id="7" creationId="{8EAAE6E7-1373-8040-C96B-B3A08A84CE2A}"/>
            </ac:spMkLst>
          </pc:spChg>
          <pc:spChg chg="mod">
            <ac:chgData name="Bao,Leo (HP Medicine) BII-CN-S" userId="304d67f6-22b5-442d-b505-93f46686c546" providerId="ADAL" clId="{37A7E875-5594-46C3-AFCD-CED024D1C1B4}" dt="2025-12-09T15:16:15.475" v="1829"/>
            <ac:spMkLst>
              <pc:docMk/>
              <pc:sldMasterMk cId="2212581710" sldId="2147484242"/>
              <pc:sldLayoutMk cId="2495205584" sldId="2147483739"/>
              <ac:spMk id="8" creationId="{C09303A1-9EA9-72D7-63F5-E6B6F685FAE0}"/>
            </ac:spMkLst>
          </pc:spChg>
          <pc:spChg chg="mod">
            <ac:chgData name="Bao,Leo (HP Medicine) BII-CN-S" userId="304d67f6-22b5-442d-b505-93f46686c546" providerId="ADAL" clId="{37A7E875-5594-46C3-AFCD-CED024D1C1B4}" dt="2025-12-09T15:16:15.475" v="1829"/>
            <ac:spMkLst>
              <pc:docMk/>
              <pc:sldMasterMk cId="2212581710" sldId="2147484242"/>
              <pc:sldLayoutMk cId="2495205584" sldId="2147483739"/>
              <ac:spMk id="9" creationId="{CB53F2D2-D116-44C8-A3EF-21A6F6DBA4E3}"/>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4256692826" sldId="2147483740"/>
          </pc:sldLayoutMkLst>
          <pc:spChg chg="mod">
            <ac:chgData name="Bao,Leo (HP Medicine) BII-CN-S" userId="304d67f6-22b5-442d-b505-93f46686c546" providerId="ADAL" clId="{37A7E875-5594-46C3-AFCD-CED024D1C1B4}" dt="2025-12-09T15:16:15.475" v="1829"/>
            <ac:spMkLst>
              <pc:docMk/>
              <pc:sldMasterMk cId="2212581710" sldId="2147484242"/>
              <pc:sldLayoutMk cId="4256692826" sldId="2147483740"/>
              <ac:spMk id="2"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4256692826" sldId="2147483740"/>
              <ac:spMk id="7" creationId="{8EAAE6E7-1373-8040-C96B-B3A08A84CE2A}"/>
            </ac:spMkLst>
          </pc:spChg>
          <pc:spChg chg="mod">
            <ac:chgData name="Bao,Leo (HP Medicine) BII-CN-S" userId="304d67f6-22b5-442d-b505-93f46686c546" providerId="ADAL" clId="{37A7E875-5594-46C3-AFCD-CED024D1C1B4}" dt="2025-12-09T15:16:15.475" v="1829"/>
            <ac:spMkLst>
              <pc:docMk/>
              <pc:sldMasterMk cId="2212581710" sldId="2147484242"/>
              <pc:sldLayoutMk cId="4256692826" sldId="2147483740"/>
              <ac:spMk id="8" creationId="{47C26184-1D1B-92B8-25CF-5F2442C1A0BD}"/>
            </ac:spMkLst>
          </pc:spChg>
          <pc:spChg chg="mod">
            <ac:chgData name="Bao,Leo (HP Medicine) BII-CN-S" userId="304d67f6-22b5-442d-b505-93f46686c546" providerId="ADAL" clId="{37A7E875-5594-46C3-AFCD-CED024D1C1B4}" dt="2025-12-09T15:16:15.475" v="1829"/>
            <ac:spMkLst>
              <pc:docMk/>
              <pc:sldMasterMk cId="2212581710" sldId="2147484242"/>
              <pc:sldLayoutMk cId="4256692826" sldId="2147483740"/>
              <ac:spMk id="9" creationId="{CB53F2D2-D116-44C8-A3EF-21A6F6DBA4E3}"/>
            </ac:spMkLst>
          </pc:spChg>
          <pc:spChg chg="mod">
            <ac:chgData name="Bao,Leo (HP Medicine) BII-CN-S" userId="304d67f6-22b5-442d-b505-93f46686c546" providerId="ADAL" clId="{37A7E875-5594-46C3-AFCD-CED024D1C1B4}" dt="2025-12-09T15:16:15.475" v="1829"/>
            <ac:spMkLst>
              <pc:docMk/>
              <pc:sldMasterMk cId="2212581710" sldId="2147484242"/>
              <pc:sldLayoutMk cId="4256692826" sldId="2147483740"/>
              <ac:spMk id="12" creationId="{0118AE22-AF85-0585-B755-09D18B404308}"/>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1880209230" sldId="2147483742"/>
          </pc:sldLayoutMkLst>
          <pc:spChg chg="mod">
            <ac:chgData name="Bao,Leo (HP Medicine) BII-CN-S" userId="304d67f6-22b5-442d-b505-93f46686c546" providerId="ADAL" clId="{37A7E875-5594-46C3-AFCD-CED024D1C1B4}" dt="2025-12-09T15:16:15.475" v="1829"/>
            <ac:spMkLst>
              <pc:docMk/>
              <pc:sldMasterMk cId="2212581710" sldId="2147484242"/>
              <pc:sldLayoutMk cId="1880209230" sldId="2147483742"/>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1880209230" sldId="2147483742"/>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1880209230" sldId="2147483742"/>
              <ac:spMk id="9" creationId="{DD2A017B-395B-34E7-2458-B410A50C8516}"/>
            </ac:spMkLst>
          </pc:spChg>
          <pc:spChg chg="mod">
            <ac:chgData name="Bao,Leo (HP Medicine) BII-CN-S" userId="304d67f6-22b5-442d-b505-93f46686c546" providerId="ADAL" clId="{37A7E875-5594-46C3-AFCD-CED024D1C1B4}" dt="2025-12-09T15:16:15.475" v="1829"/>
            <ac:spMkLst>
              <pc:docMk/>
              <pc:sldMasterMk cId="2212581710" sldId="2147484242"/>
              <pc:sldLayoutMk cId="1880209230" sldId="2147483742"/>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1880209230" sldId="2147483742"/>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1917579383" sldId="2147483744"/>
          </pc:sldLayoutMkLst>
          <pc:spChg chg="mod">
            <ac:chgData name="Bao,Leo (HP Medicine) BII-CN-S" userId="304d67f6-22b5-442d-b505-93f46686c546" providerId="ADAL" clId="{37A7E875-5594-46C3-AFCD-CED024D1C1B4}" dt="2025-12-09T15:16:15.475" v="1829"/>
            <ac:spMkLst>
              <pc:docMk/>
              <pc:sldMasterMk cId="2212581710" sldId="2147484242"/>
              <pc:sldLayoutMk cId="1917579383" sldId="2147483744"/>
              <ac:spMk id="2" creationId="{08582CA4-7CD5-7812-627E-FD2D9C55D890}"/>
            </ac:spMkLst>
          </pc:spChg>
          <pc:spChg chg="mod">
            <ac:chgData name="Bao,Leo (HP Medicine) BII-CN-S" userId="304d67f6-22b5-442d-b505-93f46686c546" providerId="ADAL" clId="{37A7E875-5594-46C3-AFCD-CED024D1C1B4}" dt="2025-12-09T15:16:15.475" v="1829"/>
            <ac:spMkLst>
              <pc:docMk/>
              <pc:sldMasterMk cId="2212581710" sldId="2147484242"/>
              <pc:sldLayoutMk cId="1917579383" sldId="2147483744"/>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1917579383" sldId="2147483744"/>
              <ac:spMk id="5" creationId="{86302274-F93B-1846-038E-F2D91EC79A58}"/>
            </ac:spMkLst>
          </pc:spChg>
          <pc:spChg chg="mod">
            <ac:chgData name="Bao,Leo (HP Medicine) BII-CN-S" userId="304d67f6-22b5-442d-b505-93f46686c546" providerId="ADAL" clId="{37A7E875-5594-46C3-AFCD-CED024D1C1B4}" dt="2025-12-09T15:16:15.475" v="1829"/>
            <ac:spMkLst>
              <pc:docMk/>
              <pc:sldMasterMk cId="2212581710" sldId="2147484242"/>
              <pc:sldLayoutMk cId="1917579383" sldId="2147483744"/>
              <ac:spMk id="7" creationId="{44FD59F4-1C7D-3239-B386-71AF16CE89A6}"/>
            </ac:spMkLst>
          </pc:spChg>
          <pc:spChg chg="mod">
            <ac:chgData name="Bao,Leo (HP Medicine) BII-CN-S" userId="304d67f6-22b5-442d-b505-93f46686c546" providerId="ADAL" clId="{37A7E875-5594-46C3-AFCD-CED024D1C1B4}" dt="2025-12-09T15:16:15.475" v="1829"/>
            <ac:spMkLst>
              <pc:docMk/>
              <pc:sldMasterMk cId="2212581710" sldId="2147484242"/>
              <pc:sldLayoutMk cId="1917579383" sldId="2147483744"/>
              <ac:spMk id="10" creationId="{72FCF5F4-CA3B-1BFB-C58A-7D430F5E452D}"/>
            </ac:spMkLst>
          </pc:spChg>
          <pc:spChg chg="mod">
            <ac:chgData name="Bao,Leo (HP Medicine) BII-CN-S" userId="304d67f6-22b5-442d-b505-93f46686c546" providerId="ADAL" clId="{37A7E875-5594-46C3-AFCD-CED024D1C1B4}" dt="2025-12-09T15:16:15.475" v="1829"/>
            <ac:spMkLst>
              <pc:docMk/>
              <pc:sldMasterMk cId="2212581710" sldId="2147484242"/>
              <pc:sldLayoutMk cId="1917579383" sldId="2147483744"/>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3647838826" sldId="2147483747"/>
          </pc:sldLayoutMkLst>
          <pc:spChg chg="mod">
            <ac:chgData name="Bao,Leo (HP Medicine) BII-CN-S" userId="304d67f6-22b5-442d-b505-93f46686c546" providerId="ADAL" clId="{37A7E875-5594-46C3-AFCD-CED024D1C1B4}" dt="2025-12-09T15:16:15.475" v="1829"/>
            <ac:spMkLst>
              <pc:docMk/>
              <pc:sldMasterMk cId="2212581710" sldId="2147484242"/>
              <pc:sldLayoutMk cId="3647838826" sldId="2147483747"/>
              <ac:spMk id="2" creationId="{BADB063E-26C4-805D-BAFD-D98A9ADF74B2}"/>
            </ac:spMkLst>
          </pc:spChg>
          <pc:spChg chg="mod">
            <ac:chgData name="Bao,Leo (HP Medicine) BII-CN-S" userId="304d67f6-22b5-442d-b505-93f46686c546" providerId="ADAL" clId="{37A7E875-5594-46C3-AFCD-CED024D1C1B4}" dt="2025-12-09T15:16:15.475" v="1829"/>
            <ac:spMkLst>
              <pc:docMk/>
              <pc:sldMasterMk cId="2212581710" sldId="2147484242"/>
              <pc:sldLayoutMk cId="3647838826" sldId="2147483747"/>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3647838826" sldId="2147483747"/>
              <ac:spMk id="5" creationId="{B969D033-1776-30E3-34FB-6D433A2B3D1E}"/>
            </ac:spMkLst>
          </pc:spChg>
          <pc:spChg chg="mod">
            <ac:chgData name="Bao,Leo (HP Medicine) BII-CN-S" userId="304d67f6-22b5-442d-b505-93f46686c546" providerId="ADAL" clId="{37A7E875-5594-46C3-AFCD-CED024D1C1B4}" dt="2025-12-09T15:16:15.475" v="1829"/>
            <ac:spMkLst>
              <pc:docMk/>
              <pc:sldMasterMk cId="2212581710" sldId="2147484242"/>
              <pc:sldLayoutMk cId="3647838826" sldId="2147483747"/>
              <ac:spMk id="7" creationId="{183299EF-0735-B377-A1A9-0068F4589F5F}"/>
            </ac:spMkLst>
          </pc:spChg>
          <pc:spChg chg="mod">
            <ac:chgData name="Bao,Leo (HP Medicine) BII-CN-S" userId="304d67f6-22b5-442d-b505-93f46686c546" providerId="ADAL" clId="{37A7E875-5594-46C3-AFCD-CED024D1C1B4}" dt="2025-12-09T15:16:15.475" v="1829"/>
            <ac:spMkLst>
              <pc:docMk/>
              <pc:sldMasterMk cId="2212581710" sldId="2147484242"/>
              <pc:sldLayoutMk cId="3647838826" sldId="2147483747"/>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3647838826" sldId="2147483747"/>
              <ac:spMk id="10" creationId="{94D61AF6-E14A-F199-9F75-3E049334E961}"/>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669779589" sldId="2147483748"/>
          </pc:sldLayoutMkLst>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2" creationId="{BADB063E-26C4-805D-BAFD-D98A9ADF74B2}"/>
            </ac:spMkLst>
          </pc:spChg>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4" creationId="{D1B68FCE-197A-6E5E-0E54-04837565753A}"/>
            </ac:spMkLst>
          </pc:spChg>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7" creationId="{8C2E740B-CD4F-8BDC-2C1B-D377B1F6FC20}"/>
            </ac:spMkLst>
          </pc:spChg>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669779589" sldId="2147483748"/>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701935177" sldId="2147483749"/>
          </pc:sldLayoutMkLst>
          <pc:spChg chg="mod">
            <ac:chgData name="Bao,Leo (HP Medicine) BII-CN-S" userId="304d67f6-22b5-442d-b505-93f46686c546" providerId="ADAL" clId="{37A7E875-5594-46C3-AFCD-CED024D1C1B4}" dt="2025-12-09T15:16:15.475" v="1829"/>
            <ac:spMkLst>
              <pc:docMk/>
              <pc:sldMasterMk cId="2212581710" sldId="2147484242"/>
              <pc:sldLayoutMk cId="701935177" sldId="2147483749"/>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701935177" sldId="2147483749"/>
              <ac:spMk id="6" creationId="{FB127ACA-7301-1D15-F27B-789EB417CEE5}"/>
            </ac:spMkLst>
          </pc:spChg>
          <pc:spChg chg="mod">
            <ac:chgData name="Bao,Leo (HP Medicine) BII-CN-S" userId="304d67f6-22b5-442d-b505-93f46686c546" providerId="ADAL" clId="{37A7E875-5594-46C3-AFCD-CED024D1C1B4}" dt="2025-12-09T15:16:15.475" v="1829"/>
            <ac:spMkLst>
              <pc:docMk/>
              <pc:sldMasterMk cId="2212581710" sldId="2147484242"/>
              <pc:sldLayoutMk cId="701935177" sldId="2147483749"/>
              <ac:spMk id="7" creationId="{75C3C559-0E44-2CF1-30DB-163A44A8E1A0}"/>
            </ac:spMkLst>
          </pc:spChg>
          <pc:spChg chg="mod">
            <ac:chgData name="Bao,Leo (HP Medicine) BII-CN-S" userId="304d67f6-22b5-442d-b505-93f46686c546" providerId="ADAL" clId="{37A7E875-5594-46C3-AFCD-CED024D1C1B4}" dt="2025-12-09T15:16:15.475" v="1829"/>
            <ac:spMkLst>
              <pc:docMk/>
              <pc:sldMasterMk cId="2212581710" sldId="2147484242"/>
              <pc:sldLayoutMk cId="701935177" sldId="2147483749"/>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701935177" sldId="2147483749"/>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701935177" sldId="2147483749"/>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1541089017" sldId="2147483750"/>
          </pc:sldLayoutMkLst>
          <pc:spChg chg="mod">
            <ac:chgData name="Bao,Leo (HP Medicine) BII-CN-S" userId="304d67f6-22b5-442d-b505-93f46686c546" providerId="ADAL" clId="{37A7E875-5594-46C3-AFCD-CED024D1C1B4}" dt="2025-12-09T15:16:15.475" v="1829"/>
            <ac:spMkLst>
              <pc:docMk/>
              <pc:sldMasterMk cId="2212581710" sldId="2147484242"/>
              <pc:sldLayoutMk cId="1541089017" sldId="2147483750"/>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1541089017" sldId="2147483750"/>
              <ac:spMk id="6" creationId="{07DFFAAB-7F67-7CCB-4278-3380D6198626}"/>
            </ac:spMkLst>
          </pc:spChg>
          <pc:spChg chg="mod">
            <ac:chgData name="Bao,Leo (HP Medicine) BII-CN-S" userId="304d67f6-22b5-442d-b505-93f46686c546" providerId="ADAL" clId="{37A7E875-5594-46C3-AFCD-CED024D1C1B4}" dt="2025-12-09T15:16:15.475" v="1829"/>
            <ac:spMkLst>
              <pc:docMk/>
              <pc:sldMasterMk cId="2212581710" sldId="2147484242"/>
              <pc:sldLayoutMk cId="1541089017" sldId="2147483750"/>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1541089017" sldId="2147483750"/>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1541089017" sldId="2147483750"/>
              <ac:spMk id="11" creationId="{F62110C8-BF5F-EA2C-EB2D-4E0C19640ECA}"/>
            </ac:spMkLst>
          </pc:spChg>
          <pc:spChg chg="mod">
            <ac:chgData name="Bao,Leo (HP Medicine) BII-CN-S" userId="304d67f6-22b5-442d-b505-93f46686c546" providerId="ADAL" clId="{37A7E875-5594-46C3-AFCD-CED024D1C1B4}" dt="2025-12-09T15:16:15.475" v="1829"/>
            <ac:spMkLst>
              <pc:docMk/>
              <pc:sldMasterMk cId="2212581710" sldId="2147484242"/>
              <pc:sldLayoutMk cId="1541089017" sldId="2147483750"/>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3628509680" sldId="2147483751"/>
          </pc:sldLayoutMkLst>
          <pc:spChg chg="mod">
            <ac:chgData name="Bao,Leo (HP Medicine) BII-CN-S" userId="304d67f6-22b5-442d-b505-93f46686c546" providerId="ADAL" clId="{37A7E875-5594-46C3-AFCD-CED024D1C1B4}" dt="2025-12-09T15:16:15.475" v="1829"/>
            <ac:spMkLst>
              <pc:docMk/>
              <pc:sldMasterMk cId="2212581710" sldId="2147484242"/>
              <pc:sldLayoutMk cId="3628509680" sldId="2147483751"/>
              <ac:spMk id="2" creationId="{8464A4AD-DF50-326A-C3CC-77A3E90EED6B}"/>
            </ac:spMkLst>
          </pc:spChg>
          <pc:spChg chg="mod">
            <ac:chgData name="Bao,Leo (HP Medicine) BII-CN-S" userId="304d67f6-22b5-442d-b505-93f46686c546" providerId="ADAL" clId="{37A7E875-5594-46C3-AFCD-CED024D1C1B4}" dt="2025-12-09T15:16:15.475" v="1829"/>
            <ac:spMkLst>
              <pc:docMk/>
              <pc:sldMasterMk cId="2212581710" sldId="2147484242"/>
              <pc:sldLayoutMk cId="3628509680" sldId="2147483751"/>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3628509680" sldId="2147483751"/>
              <ac:spMk id="7" creationId="{14CF255F-B2EC-2517-FAAE-EBA3F3EB53C3}"/>
            </ac:spMkLst>
          </pc:spChg>
          <pc:spChg chg="mod">
            <ac:chgData name="Bao,Leo (HP Medicine) BII-CN-S" userId="304d67f6-22b5-442d-b505-93f46686c546" providerId="ADAL" clId="{37A7E875-5594-46C3-AFCD-CED024D1C1B4}" dt="2025-12-09T15:16:15.475" v="1829"/>
            <ac:spMkLst>
              <pc:docMk/>
              <pc:sldMasterMk cId="2212581710" sldId="2147484242"/>
              <pc:sldLayoutMk cId="3628509680" sldId="2147483751"/>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3628509680" sldId="2147483751"/>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3628509680" sldId="2147483751"/>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2974176759" sldId="2147483752"/>
          </pc:sldLayoutMkLst>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2" creationId="{0581CA52-FD82-1F55-27CD-D1C50118A4C0}"/>
            </ac:spMkLst>
          </pc:spChg>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12"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13" creationId="{4EA519C6-3621-AA78-3D48-CE2C8B305E30}"/>
            </ac:spMkLst>
          </pc:spChg>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14" creationId="{6EEB0A4C-9CB1-5FD3-5A85-95FE106E43BA}"/>
            </ac:spMkLst>
          </pc:spChg>
          <pc:spChg chg="mod">
            <ac:chgData name="Bao,Leo (HP Medicine) BII-CN-S" userId="304d67f6-22b5-442d-b505-93f46686c546" providerId="ADAL" clId="{37A7E875-5594-46C3-AFCD-CED024D1C1B4}" dt="2025-12-09T15:16:15.475" v="1829"/>
            <ac:spMkLst>
              <pc:docMk/>
              <pc:sldMasterMk cId="2212581710" sldId="2147484242"/>
              <pc:sldLayoutMk cId="2974176759" sldId="2147483752"/>
              <ac:spMk id="15" creationId="{15D18496-5D1E-5F00-2ACA-70465B9A16F2}"/>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4002671612" sldId="2147483753"/>
          </pc:sldLayoutMkLst>
          <pc:spChg chg="mod">
            <ac:chgData name="Bao,Leo (HP Medicine) BII-CN-S" userId="304d67f6-22b5-442d-b505-93f46686c546" providerId="ADAL" clId="{37A7E875-5594-46C3-AFCD-CED024D1C1B4}" dt="2025-12-09T15:16:15.475" v="1829"/>
            <ac:spMkLst>
              <pc:docMk/>
              <pc:sldMasterMk cId="2212581710" sldId="2147484242"/>
              <pc:sldLayoutMk cId="4002671612" sldId="2147483753"/>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4002671612" sldId="2147483753"/>
              <ac:spMk id="7" creationId="{BB620B58-DC4D-ABB4-B16A-92C43E6933B4}"/>
            </ac:spMkLst>
          </pc:spChg>
          <pc:spChg chg="mod">
            <ac:chgData name="Bao,Leo (HP Medicine) BII-CN-S" userId="304d67f6-22b5-442d-b505-93f46686c546" providerId="ADAL" clId="{37A7E875-5594-46C3-AFCD-CED024D1C1B4}" dt="2025-12-09T15:16:15.475" v="1829"/>
            <ac:spMkLst>
              <pc:docMk/>
              <pc:sldMasterMk cId="2212581710" sldId="2147484242"/>
              <pc:sldLayoutMk cId="4002671612" sldId="2147483753"/>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4002671612" sldId="2147483753"/>
              <ac:spMk id="9" creationId="{DD2A017B-395B-34E7-2458-B410A50C8516}"/>
            </ac:spMkLst>
          </pc:spChg>
          <pc:spChg chg="mod">
            <ac:chgData name="Bao,Leo (HP Medicine) BII-CN-S" userId="304d67f6-22b5-442d-b505-93f46686c546" providerId="ADAL" clId="{37A7E875-5594-46C3-AFCD-CED024D1C1B4}" dt="2025-12-09T15:16:15.475" v="1829"/>
            <ac:spMkLst>
              <pc:docMk/>
              <pc:sldMasterMk cId="2212581710" sldId="2147484242"/>
              <pc:sldLayoutMk cId="4002671612" sldId="2147483753"/>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4002671612" sldId="2147483753"/>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2110394270" sldId="2147483754"/>
          </pc:sldLayoutMkLst>
          <pc:spChg chg="mod">
            <ac:chgData name="Bao,Leo (HP Medicine) BII-CN-S" userId="304d67f6-22b5-442d-b505-93f46686c546" providerId="ADAL" clId="{37A7E875-5594-46C3-AFCD-CED024D1C1B4}" dt="2025-12-09T15:16:15.475" v="1829"/>
            <ac:spMkLst>
              <pc:docMk/>
              <pc:sldMasterMk cId="2212581710" sldId="2147484242"/>
              <pc:sldLayoutMk cId="2110394270" sldId="2147483754"/>
              <ac:spMk id="2" creationId="{10AA6098-3F2F-0A65-3542-51CB8D539E51}"/>
            </ac:spMkLst>
          </pc:spChg>
          <pc:spChg chg="mod">
            <ac:chgData name="Bao,Leo (HP Medicine) BII-CN-S" userId="304d67f6-22b5-442d-b505-93f46686c546" providerId="ADAL" clId="{37A7E875-5594-46C3-AFCD-CED024D1C1B4}" dt="2025-12-09T15:16:15.475" v="1829"/>
            <ac:spMkLst>
              <pc:docMk/>
              <pc:sldMasterMk cId="2212581710" sldId="2147484242"/>
              <pc:sldLayoutMk cId="2110394270" sldId="2147483754"/>
              <ac:spMk id="3"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110394270" sldId="2147483754"/>
              <ac:spMk id="7" creationId="{CB86A524-EBBF-8AA1-B452-E3F520BD9009}"/>
            </ac:spMkLst>
          </pc:spChg>
          <pc:spChg chg="mod">
            <ac:chgData name="Bao,Leo (HP Medicine) BII-CN-S" userId="304d67f6-22b5-442d-b505-93f46686c546" providerId="ADAL" clId="{37A7E875-5594-46C3-AFCD-CED024D1C1B4}" dt="2025-12-09T15:16:15.475" v="1829"/>
            <ac:spMkLst>
              <pc:docMk/>
              <pc:sldMasterMk cId="2212581710" sldId="2147484242"/>
              <pc:sldLayoutMk cId="2110394270" sldId="2147483754"/>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110394270" sldId="2147483754"/>
              <ac:spMk id="10" creationId="{94D61AF6-E14A-F199-9F75-3E049334E961}"/>
            </ac:spMkLst>
          </pc:spChg>
          <pc:spChg chg="mod">
            <ac:chgData name="Bao,Leo (HP Medicine) BII-CN-S" userId="304d67f6-22b5-442d-b505-93f46686c546" providerId="ADAL" clId="{37A7E875-5594-46C3-AFCD-CED024D1C1B4}" dt="2025-12-09T15:16:15.475" v="1829"/>
            <ac:spMkLst>
              <pc:docMk/>
              <pc:sldMasterMk cId="2212581710" sldId="2147484242"/>
              <pc:sldLayoutMk cId="2110394270" sldId="2147483754"/>
              <ac:spMk id="12" creationId="{00000000-0000-0000-0000-000000000000}"/>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118136442" sldId="2147483761"/>
          </pc:sldLayoutMkLst>
          <pc:spChg chg="mod">
            <ac:chgData name="Bao,Leo (HP Medicine) BII-CN-S" userId="304d67f6-22b5-442d-b505-93f46686c546" providerId="ADAL" clId="{37A7E875-5594-46C3-AFCD-CED024D1C1B4}" dt="2025-12-09T15:16:15.475" v="1829"/>
            <ac:spMkLst>
              <pc:docMk/>
              <pc:sldMasterMk cId="2212581710" sldId="2147484242"/>
              <pc:sldLayoutMk cId="118136442" sldId="2147483761"/>
              <ac:spMk id="7" creationId="{65A0CC2C-1A22-ACCD-F954-31305506A0DB}"/>
            </ac:spMkLst>
          </pc:spChg>
          <pc:spChg chg="mod">
            <ac:chgData name="Bao,Leo (HP Medicine) BII-CN-S" userId="304d67f6-22b5-442d-b505-93f46686c546" providerId="ADAL" clId="{37A7E875-5594-46C3-AFCD-CED024D1C1B4}" dt="2025-12-09T15:16:15.475" v="1829"/>
            <ac:spMkLst>
              <pc:docMk/>
              <pc:sldMasterMk cId="2212581710" sldId="2147484242"/>
              <pc:sldLayoutMk cId="118136442" sldId="2147483761"/>
              <ac:spMk id="8" creationId="{E7CA049A-FBC2-2652-22F7-C91C418B0F2E}"/>
            </ac:spMkLst>
          </pc:spChg>
          <pc:spChg chg="mod">
            <ac:chgData name="Bao,Leo (HP Medicine) BII-CN-S" userId="304d67f6-22b5-442d-b505-93f46686c546" providerId="ADAL" clId="{37A7E875-5594-46C3-AFCD-CED024D1C1B4}" dt="2025-12-09T15:16:15.475" v="1829"/>
            <ac:spMkLst>
              <pc:docMk/>
              <pc:sldMasterMk cId="2212581710" sldId="2147484242"/>
              <pc:sldLayoutMk cId="118136442" sldId="2147483761"/>
              <ac:spMk id="9" creationId="{5B4F68A4-760E-D8DD-FB9B-EEEE9A86D218}"/>
            </ac:spMkLst>
          </pc:spChg>
        </pc:sldLayoutChg>
        <pc:sldLayoutChg chg="modSp mod ord">
          <pc:chgData name="Bao,Leo (HP Medicine) BII-CN-S" userId="304d67f6-22b5-442d-b505-93f46686c546" providerId="ADAL" clId="{37A7E875-5594-46C3-AFCD-CED024D1C1B4}" dt="2025-12-09T15:16:15.475" v="1829"/>
          <pc:sldLayoutMkLst>
            <pc:docMk/>
            <pc:sldMasterMk cId="2212581710" sldId="2147484242"/>
            <pc:sldLayoutMk cId="226047683" sldId="2147483762"/>
          </pc:sldLayoutMkLst>
          <pc:spChg chg="mod">
            <ac:chgData name="Bao,Leo (HP Medicine) BII-CN-S" userId="304d67f6-22b5-442d-b505-93f46686c546" providerId="ADAL" clId="{37A7E875-5594-46C3-AFCD-CED024D1C1B4}" dt="2025-12-09T15:16:15.475" v="1829"/>
            <ac:spMkLst>
              <pc:docMk/>
              <pc:sldMasterMk cId="2212581710" sldId="2147484242"/>
              <pc:sldLayoutMk cId="226047683" sldId="2147483762"/>
              <ac:spMk id="5" creationId="{ED8B2C2E-F2A3-10EF-4F1B-48E4651D76B7}"/>
            </ac:spMkLst>
          </pc:spChg>
          <pc:spChg chg="mod">
            <ac:chgData name="Bao,Leo (HP Medicine) BII-CN-S" userId="304d67f6-22b5-442d-b505-93f46686c546" providerId="ADAL" clId="{37A7E875-5594-46C3-AFCD-CED024D1C1B4}" dt="2025-12-09T15:16:15.475" v="1829"/>
            <ac:spMkLst>
              <pc:docMk/>
              <pc:sldMasterMk cId="2212581710" sldId="2147484242"/>
              <pc:sldLayoutMk cId="226047683" sldId="2147483762"/>
              <ac:spMk id="7" creationId="{9D23F8D4-2091-3342-FC66-194C19083D99}"/>
            </ac:spMkLst>
          </pc:spChg>
          <pc:spChg chg="mod">
            <ac:chgData name="Bao,Leo (HP Medicine) BII-CN-S" userId="304d67f6-22b5-442d-b505-93f46686c546" providerId="ADAL" clId="{37A7E875-5594-46C3-AFCD-CED024D1C1B4}" dt="2025-12-09T15:16:15.475" v="1829"/>
            <ac:spMkLst>
              <pc:docMk/>
              <pc:sldMasterMk cId="2212581710" sldId="2147484242"/>
              <pc:sldLayoutMk cId="226047683" sldId="2147483762"/>
              <ac:spMk id="8" creationId="{00000000-0000-0000-0000-000000000000}"/>
            </ac:spMkLst>
          </pc:spChg>
          <pc:spChg chg="mod">
            <ac:chgData name="Bao,Leo (HP Medicine) BII-CN-S" userId="304d67f6-22b5-442d-b505-93f46686c546" providerId="ADAL" clId="{37A7E875-5594-46C3-AFCD-CED024D1C1B4}" dt="2025-12-09T15:16:15.475" v="1829"/>
            <ac:spMkLst>
              <pc:docMk/>
              <pc:sldMasterMk cId="2212581710" sldId="2147484242"/>
              <pc:sldLayoutMk cId="226047683" sldId="2147483762"/>
              <ac:spMk id="9" creationId="{41B27782-384F-041B-A991-2E9D5FCFE582}"/>
            </ac:spMkLst>
          </pc:spChg>
          <pc:spChg chg="mod">
            <ac:chgData name="Bao,Leo (HP Medicine) BII-CN-S" userId="304d67f6-22b5-442d-b505-93f46686c546" providerId="ADAL" clId="{37A7E875-5594-46C3-AFCD-CED024D1C1B4}" dt="2025-12-09T15:16:15.475" v="1829"/>
            <ac:spMkLst>
              <pc:docMk/>
              <pc:sldMasterMk cId="2212581710" sldId="2147484242"/>
              <pc:sldLayoutMk cId="226047683" sldId="2147483762"/>
              <ac:spMk id="11" creationId="{63EFF41A-2249-B1BB-008D-C93DA85C3703}"/>
            </ac:spMkLst>
          </pc:spChg>
          <pc:spChg chg="mod">
            <ac:chgData name="Bao,Leo (HP Medicine) BII-CN-S" userId="304d67f6-22b5-442d-b505-93f46686c546" providerId="ADAL" clId="{37A7E875-5594-46C3-AFCD-CED024D1C1B4}" dt="2025-12-09T15:16:15.475" v="1829"/>
            <ac:spMkLst>
              <pc:docMk/>
              <pc:sldMasterMk cId="2212581710" sldId="2147484242"/>
              <pc:sldLayoutMk cId="226047683" sldId="2147483762"/>
              <ac:spMk id="13" creationId="{DB5A7F3B-7D8D-EFD1-99CB-9BB681ACBDEE}"/>
            </ac:spMkLst>
          </pc:spChg>
        </pc:sldLayoutChg>
      </pc:sldMasterChg>
    </pc:docChg>
  </pc:docChgLst>
  <pc:docChgLst>
    <pc:chgData name="Tan,Wenjing (HP Medicine) BII-CN-S" userId="c424e0fe-fde7-4df0-ae27-58d7452c23f9" providerId="ADAL" clId="{26170B8D-F3D1-4BD7-9418-967601496D95}"/>
    <pc:docChg chg="modSld">
      <pc:chgData name="Tan,Wenjing (HP Medicine) BII-CN-S" userId="c424e0fe-fde7-4df0-ae27-58d7452c23f9" providerId="ADAL" clId="{26170B8D-F3D1-4BD7-9418-967601496D95}" dt="2025-12-15T02:36:26.201" v="70" actId="20577"/>
      <pc:docMkLst>
        <pc:docMk/>
      </pc:docMkLst>
      <pc:sldChg chg="modSp mod">
        <pc:chgData name="Tan,Wenjing (HP Medicine) BII-CN-S" userId="c424e0fe-fde7-4df0-ae27-58d7452c23f9" providerId="ADAL" clId="{26170B8D-F3D1-4BD7-9418-967601496D95}" dt="2025-12-15T02:36:26.201" v="70" actId="20577"/>
        <pc:sldMkLst>
          <pc:docMk/>
          <pc:sldMk cId="4238621153" sldId="300"/>
        </pc:sldMkLst>
        <pc:graphicFrameChg chg="mod modGraphic">
          <ac:chgData name="Tan,Wenjing (HP Medicine) BII-CN-S" userId="c424e0fe-fde7-4df0-ae27-58d7452c23f9" providerId="ADAL" clId="{26170B8D-F3D1-4BD7-9418-967601496D95}" dt="2025-12-15T02:36:26.201" v="70" actId="20577"/>
          <ac:graphicFrameMkLst>
            <pc:docMk/>
            <pc:sldMk cId="4238621153" sldId="300"/>
            <ac:graphicFrameMk id="12" creationId="{E2FA9167-9382-F0B1-2893-B52AC57C2CF3}"/>
          </ac:graphicFrameMkLst>
        </pc:graphicFrameChg>
      </pc:sldChg>
    </pc:docChg>
  </pc:docChgLst>
  <pc:docChgLst>
    <pc:chgData name="Zhu,Yinan (HP Medicine) BII-CN-S" userId="84fd82bc-0f33-4231-bc26-e12433039e09" providerId="ADAL" clId="{D9872278-D07E-47C6-AB03-B13C7F6A9B89}"/>
    <pc:docChg chg="addSld delSld modSld">
      <pc:chgData name="Zhu,Yinan (HP Medicine) BII-CN-S" userId="84fd82bc-0f33-4231-bc26-e12433039e09" providerId="ADAL" clId="{D9872278-D07E-47C6-AB03-B13C7F6A9B89}" dt="2025-12-11T04:56:38.213" v="26" actId="14100"/>
      <pc:docMkLst>
        <pc:docMk/>
      </pc:docMkLst>
      <pc:sldChg chg="add">
        <pc:chgData name="Zhu,Yinan (HP Medicine) BII-CN-S" userId="84fd82bc-0f33-4231-bc26-e12433039e09" providerId="ADAL" clId="{D9872278-D07E-47C6-AB03-B13C7F6A9B89}" dt="2025-12-11T04:53:40.550" v="0"/>
        <pc:sldMkLst>
          <pc:docMk/>
          <pc:sldMk cId="473557417" sldId="258"/>
        </pc:sldMkLst>
      </pc:sldChg>
      <pc:sldChg chg="add">
        <pc:chgData name="Zhu,Yinan (HP Medicine) BII-CN-S" userId="84fd82bc-0f33-4231-bc26-e12433039e09" providerId="ADAL" clId="{D9872278-D07E-47C6-AB03-B13C7F6A9B89}" dt="2025-12-11T04:53:40.550" v="0"/>
        <pc:sldMkLst>
          <pc:docMk/>
          <pc:sldMk cId="3689286510" sldId="261"/>
        </pc:sldMkLst>
      </pc:sldChg>
      <pc:sldChg chg="add">
        <pc:chgData name="Zhu,Yinan (HP Medicine) BII-CN-S" userId="84fd82bc-0f33-4231-bc26-e12433039e09" providerId="ADAL" clId="{D9872278-D07E-47C6-AB03-B13C7F6A9B89}" dt="2025-12-11T04:53:40.550" v="0"/>
        <pc:sldMkLst>
          <pc:docMk/>
          <pc:sldMk cId="336816856" sldId="267"/>
        </pc:sldMkLst>
      </pc:sldChg>
      <pc:sldChg chg="modSp mod">
        <pc:chgData name="Zhu,Yinan (HP Medicine) BII-CN-S" userId="84fd82bc-0f33-4231-bc26-e12433039e09" providerId="ADAL" clId="{D9872278-D07E-47C6-AB03-B13C7F6A9B89}" dt="2025-12-11T04:55:09.333" v="9" actId="207"/>
        <pc:sldMkLst>
          <pc:docMk/>
          <pc:sldMk cId="1725608126" sldId="270"/>
        </pc:sldMkLst>
        <pc:spChg chg="mod">
          <ac:chgData name="Zhu,Yinan (HP Medicine) BII-CN-S" userId="84fd82bc-0f33-4231-bc26-e12433039e09" providerId="ADAL" clId="{D9872278-D07E-47C6-AB03-B13C7F6A9B89}" dt="2025-12-11T04:55:09.333" v="9" actId="207"/>
          <ac:spMkLst>
            <pc:docMk/>
            <pc:sldMk cId="1725608126" sldId="270"/>
            <ac:spMk id="6" creationId="{2808A246-3FB7-AF60-F618-3C5FB57D0ADF}"/>
          </ac:spMkLst>
        </pc:spChg>
      </pc:sldChg>
      <pc:sldChg chg="add">
        <pc:chgData name="Zhu,Yinan (HP Medicine) BII-CN-S" userId="84fd82bc-0f33-4231-bc26-e12433039e09" providerId="ADAL" clId="{D9872278-D07E-47C6-AB03-B13C7F6A9B89}" dt="2025-12-11T04:54:02.342" v="2"/>
        <pc:sldMkLst>
          <pc:docMk/>
          <pc:sldMk cId="3679301857" sldId="272"/>
        </pc:sldMkLst>
      </pc:sldChg>
      <pc:sldChg chg="add">
        <pc:chgData name="Zhu,Yinan (HP Medicine) BII-CN-S" userId="84fd82bc-0f33-4231-bc26-e12433039e09" providerId="ADAL" clId="{D9872278-D07E-47C6-AB03-B13C7F6A9B89}" dt="2025-12-11T04:53:40.550" v="0"/>
        <pc:sldMkLst>
          <pc:docMk/>
          <pc:sldMk cId="2732183933" sldId="274"/>
        </pc:sldMkLst>
      </pc:sldChg>
      <pc:sldChg chg="add">
        <pc:chgData name="Zhu,Yinan (HP Medicine) BII-CN-S" userId="84fd82bc-0f33-4231-bc26-e12433039e09" providerId="ADAL" clId="{D9872278-D07E-47C6-AB03-B13C7F6A9B89}" dt="2025-12-11T04:53:40.550" v="0"/>
        <pc:sldMkLst>
          <pc:docMk/>
          <pc:sldMk cId="591992191" sldId="276"/>
        </pc:sldMkLst>
      </pc:sldChg>
      <pc:sldChg chg="add">
        <pc:chgData name="Zhu,Yinan (HP Medicine) BII-CN-S" userId="84fd82bc-0f33-4231-bc26-e12433039e09" providerId="ADAL" clId="{D9872278-D07E-47C6-AB03-B13C7F6A9B89}" dt="2025-12-11T04:53:40.550" v="0"/>
        <pc:sldMkLst>
          <pc:docMk/>
          <pc:sldMk cId="3721776132" sldId="277"/>
        </pc:sldMkLst>
      </pc:sldChg>
      <pc:sldChg chg="add">
        <pc:chgData name="Zhu,Yinan (HP Medicine) BII-CN-S" userId="84fd82bc-0f33-4231-bc26-e12433039e09" providerId="ADAL" clId="{D9872278-D07E-47C6-AB03-B13C7F6A9B89}" dt="2025-12-11T04:53:40.550" v="0"/>
        <pc:sldMkLst>
          <pc:docMk/>
          <pc:sldMk cId="3715169226" sldId="278"/>
        </pc:sldMkLst>
      </pc:sldChg>
      <pc:sldChg chg="add">
        <pc:chgData name="Zhu,Yinan (HP Medicine) BII-CN-S" userId="84fd82bc-0f33-4231-bc26-e12433039e09" providerId="ADAL" clId="{D9872278-D07E-47C6-AB03-B13C7F6A9B89}" dt="2025-12-11T04:53:40.550" v="0"/>
        <pc:sldMkLst>
          <pc:docMk/>
          <pc:sldMk cId="2834654946" sldId="279"/>
        </pc:sldMkLst>
      </pc:sldChg>
      <pc:sldChg chg="add">
        <pc:chgData name="Zhu,Yinan (HP Medicine) BII-CN-S" userId="84fd82bc-0f33-4231-bc26-e12433039e09" providerId="ADAL" clId="{D9872278-D07E-47C6-AB03-B13C7F6A9B89}" dt="2025-12-11T04:53:40.550" v="0"/>
        <pc:sldMkLst>
          <pc:docMk/>
          <pc:sldMk cId="2375222512" sldId="280"/>
        </pc:sldMkLst>
      </pc:sldChg>
      <pc:sldChg chg="add">
        <pc:chgData name="Zhu,Yinan (HP Medicine) BII-CN-S" userId="84fd82bc-0f33-4231-bc26-e12433039e09" providerId="ADAL" clId="{D9872278-D07E-47C6-AB03-B13C7F6A9B89}" dt="2025-12-11T04:53:40.550" v="0"/>
        <pc:sldMkLst>
          <pc:docMk/>
          <pc:sldMk cId="521664837" sldId="281"/>
        </pc:sldMkLst>
      </pc:sldChg>
      <pc:sldChg chg="modSp add mod">
        <pc:chgData name="Zhu,Yinan (HP Medicine) BII-CN-S" userId="84fd82bc-0f33-4231-bc26-e12433039e09" providerId="ADAL" clId="{D9872278-D07E-47C6-AB03-B13C7F6A9B89}" dt="2025-12-11T04:55:55.097" v="22" actId="14100"/>
        <pc:sldMkLst>
          <pc:docMk/>
          <pc:sldMk cId="1265808756" sldId="286"/>
        </pc:sldMkLst>
        <pc:spChg chg="mod">
          <ac:chgData name="Zhu,Yinan (HP Medicine) BII-CN-S" userId="84fd82bc-0f33-4231-bc26-e12433039e09" providerId="ADAL" clId="{D9872278-D07E-47C6-AB03-B13C7F6A9B89}" dt="2025-12-11T04:55:38.072" v="18" actId="20577"/>
          <ac:spMkLst>
            <pc:docMk/>
            <pc:sldMk cId="1265808756" sldId="286"/>
            <ac:spMk id="2" creationId="{F6AB5405-4015-2941-021D-78700DCD1FD3}"/>
          </ac:spMkLst>
        </pc:spChg>
        <pc:spChg chg="mod">
          <ac:chgData name="Zhu,Yinan (HP Medicine) BII-CN-S" userId="84fd82bc-0f33-4231-bc26-e12433039e09" providerId="ADAL" clId="{D9872278-D07E-47C6-AB03-B13C7F6A9B89}" dt="2025-12-11T04:55:51.835" v="21" actId="14100"/>
          <ac:spMkLst>
            <pc:docMk/>
            <pc:sldMk cId="1265808756" sldId="286"/>
            <ac:spMk id="12" creationId="{027D7AB7-20F6-E2DF-8328-ABF7D062E888}"/>
          </ac:spMkLst>
        </pc:spChg>
        <pc:spChg chg="mod">
          <ac:chgData name="Zhu,Yinan (HP Medicine) BII-CN-S" userId="84fd82bc-0f33-4231-bc26-e12433039e09" providerId="ADAL" clId="{D9872278-D07E-47C6-AB03-B13C7F6A9B89}" dt="2025-12-11T04:55:55.097" v="22" actId="14100"/>
          <ac:spMkLst>
            <pc:docMk/>
            <pc:sldMk cId="1265808756" sldId="286"/>
            <ac:spMk id="15" creationId="{328ED791-3F17-8D6D-923B-4BE67F637A05}"/>
          </ac:spMkLst>
        </pc:spChg>
      </pc:sldChg>
      <pc:sldChg chg="modSp mod">
        <pc:chgData name="Zhu,Yinan (HP Medicine) BII-CN-S" userId="84fd82bc-0f33-4231-bc26-e12433039e09" providerId="ADAL" clId="{D9872278-D07E-47C6-AB03-B13C7F6A9B89}" dt="2025-12-11T04:56:38.213" v="26" actId="14100"/>
        <pc:sldMkLst>
          <pc:docMk/>
          <pc:sldMk cId="4000881813" sldId="2147483645"/>
        </pc:sldMkLst>
        <pc:spChg chg="mod">
          <ac:chgData name="Zhu,Yinan (HP Medicine) BII-CN-S" userId="84fd82bc-0f33-4231-bc26-e12433039e09" providerId="ADAL" clId="{D9872278-D07E-47C6-AB03-B13C7F6A9B89}" dt="2025-12-11T04:56:38.213" v="26" actId="14100"/>
          <ac:spMkLst>
            <pc:docMk/>
            <pc:sldMk cId="4000881813" sldId="2147483645"/>
            <ac:spMk id="237" creationId="{FF1BC18E-D37F-7F15-9BB1-037C3C8A3EDF}"/>
          </ac:spMkLst>
        </pc:spChg>
      </pc:sldChg>
    </pc:docChg>
  </pc:docChgLst>
  <pc:docChgLst>
    <pc:chgData name="Liang,Dr.,Hongzi (HP Medicine) BII-CN-S" userId="29bc0a18-5096-49d5-ae49-3e5745cfa117" providerId="ADAL" clId="{FF490D79-32D0-4F07-BA65-11331C421914}"/>
    <pc:docChg chg="undo custSel addSld delSld modSld sldOrd delMainMaster">
      <pc:chgData name="Liang,Dr.,Hongzi (HP Medicine) BII-CN-S" userId="29bc0a18-5096-49d5-ae49-3e5745cfa117" providerId="ADAL" clId="{FF490D79-32D0-4F07-BA65-11331C421914}" dt="2025-12-15T03:26:26.246" v="2801" actId="20577"/>
      <pc:docMkLst>
        <pc:docMk/>
      </pc:docMkLst>
      <pc:sldChg chg="add">
        <pc:chgData name="Liang,Dr.,Hongzi (HP Medicine) BII-CN-S" userId="29bc0a18-5096-49d5-ae49-3e5745cfa117" providerId="ADAL" clId="{FF490D79-32D0-4F07-BA65-11331C421914}" dt="2025-12-11T05:32:28.927" v="2681"/>
        <pc:sldMkLst>
          <pc:docMk/>
          <pc:sldMk cId="1975753870" sldId="256"/>
        </pc:sldMkLst>
      </pc:sldChg>
      <pc:sldChg chg="modSp mod">
        <pc:chgData name="Liang,Dr.,Hongzi (HP Medicine) BII-CN-S" userId="29bc0a18-5096-49d5-ae49-3e5745cfa117" providerId="ADAL" clId="{FF490D79-32D0-4F07-BA65-11331C421914}" dt="2025-12-15T02:50:26.985" v="2750" actId="14100"/>
        <pc:sldMkLst>
          <pc:docMk/>
          <pc:sldMk cId="1076370180" sldId="259"/>
        </pc:sldMkLst>
        <pc:spChg chg="mod">
          <ac:chgData name="Liang,Dr.,Hongzi (HP Medicine) BII-CN-S" userId="29bc0a18-5096-49d5-ae49-3e5745cfa117" providerId="ADAL" clId="{FF490D79-32D0-4F07-BA65-11331C421914}" dt="2025-12-15T02:50:26.985" v="2750" actId="14100"/>
          <ac:spMkLst>
            <pc:docMk/>
            <pc:sldMk cId="1076370180" sldId="259"/>
            <ac:spMk id="12" creationId="{35733CEB-AD8A-BE77-B456-30ED59D2C81F}"/>
          </ac:spMkLst>
        </pc:spChg>
      </pc:sldChg>
      <pc:sldChg chg="modSp mod">
        <pc:chgData name="Liang,Dr.,Hongzi (HP Medicine) BII-CN-S" userId="29bc0a18-5096-49d5-ae49-3e5745cfa117" providerId="ADAL" clId="{FF490D79-32D0-4F07-BA65-11331C421914}" dt="2025-12-10T06:51:06.438" v="377" actId="113"/>
        <pc:sldMkLst>
          <pc:docMk/>
          <pc:sldMk cId="838973232" sldId="262"/>
        </pc:sldMkLst>
        <pc:spChg chg="mod">
          <ac:chgData name="Liang,Dr.,Hongzi (HP Medicine) BII-CN-S" userId="29bc0a18-5096-49d5-ae49-3e5745cfa117" providerId="ADAL" clId="{FF490D79-32D0-4F07-BA65-11331C421914}" dt="2025-12-10T06:50:48.846" v="376" actId="20577"/>
          <ac:spMkLst>
            <pc:docMk/>
            <pc:sldMk cId="838973232" sldId="262"/>
            <ac:spMk id="56" creationId="{1FB3177B-1772-8F44-73C7-020DDE018F3F}"/>
          </ac:spMkLst>
        </pc:spChg>
        <pc:spChg chg="mod">
          <ac:chgData name="Liang,Dr.,Hongzi (HP Medicine) BII-CN-S" userId="29bc0a18-5096-49d5-ae49-3e5745cfa117" providerId="ADAL" clId="{FF490D79-32D0-4F07-BA65-11331C421914}" dt="2025-12-10T06:51:06.438" v="377" actId="113"/>
          <ac:spMkLst>
            <pc:docMk/>
            <pc:sldMk cId="838973232" sldId="262"/>
            <ac:spMk id="58" creationId="{709113CB-0DD2-41BE-895D-7E4951C3F0FA}"/>
          </ac:spMkLst>
        </pc:spChg>
      </pc:sldChg>
      <pc:sldChg chg="modSp mod">
        <pc:chgData name="Liang,Dr.,Hongzi (HP Medicine) BII-CN-S" userId="29bc0a18-5096-49d5-ae49-3e5745cfa117" providerId="ADAL" clId="{FF490D79-32D0-4F07-BA65-11331C421914}" dt="2025-12-15T03:22:31.077" v="2765" actId="20577"/>
        <pc:sldMkLst>
          <pc:docMk/>
          <pc:sldMk cId="3394761395" sldId="264"/>
        </pc:sldMkLst>
        <pc:spChg chg="mod">
          <ac:chgData name="Liang,Dr.,Hongzi (HP Medicine) BII-CN-S" userId="29bc0a18-5096-49d5-ae49-3e5745cfa117" providerId="ADAL" clId="{FF490D79-32D0-4F07-BA65-11331C421914}" dt="2025-12-15T03:22:31.077" v="2765" actId="20577"/>
          <ac:spMkLst>
            <pc:docMk/>
            <pc:sldMk cId="3394761395" sldId="264"/>
            <ac:spMk id="160" creationId="{BD8011F8-C3F1-8116-EC79-EDD50472BA21}"/>
          </ac:spMkLst>
        </pc:spChg>
      </pc:sldChg>
      <pc:sldChg chg="modSp mod">
        <pc:chgData name="Liang,Dr.,Hongzi (HP Medicine) BII-CN-S" userId="29bc0a18-5096-49d5-ae49-3e5745cfa117" providerId="ADAL" clId="{FF490D79-32D0-4F07-BA65-11331C421914}" dt="2025-12-10T07:02:35.379" v="602" actId="1076"/>
        <pc:sldMkLst>
          <pc:docMk/>
          <pc:sldMk cId="349384742" sldId="265"/>
        </pc:sldMkLst>
        <pc:spChg chg="mod">
          <ac:chgData name="Liang,Dr.,Hongzi (HP Medicine) BII-CN-S" userId="29bc0a18-5096-49d5-ae49-3e5745cfa117" providerId="ADAL" clId="{FF490D79-32D0-4F07-BA65-11331C421914}" dt="2025-12-10T07:02:35.379" v="602" actId="1076"/>
          <ac:spMkLst>
            <pc:docMk/>
            <pc:sldMk cId="349384742" sldId="265"/>
            <ac:spMk id="153" creationId="{9773809D-7E5D-9CF7-BE0A-7758E9DC35B7}"/>
          </ac:spMkLst>
        </pc:spChg>
      </pc:sldChg>
      <pc:sldChg chg="modSp mod">
        <pc:chgData name="Liang,Dr.,Hongzi (HP Medicine) BII-CN-S" userId="29bc0a18-5096-49d5-ae49-3e5745cfa117" providerId="ADAL" clId="{FF490D79-32D0-4F07-BA65-11331C421914}" dt="2025-12-10T07:09:44.795" v="888" actId="1076"/>
        <pc:sldMkLst>
          <pc:docMk/>
          <pc:sldMk cId="3179349769" sldId="266"/>
        </pc:sldMkLst>
        <pc:spChg chg="mod">
          <ac:chgData name="Liang,Dr.,Hongzi (HP Medicine) BII-CN-S" userId="29bc0a18-5096-49d5-ae49-3e5745cfa117" providerId="ADAL" clId="{FF490D79-32D0-4F07-BA65-11331C421914}" dt="2025-12-10T07:09:44.795" v="888" actId="1076"/>
          <ac:spMkLst>
            <pc:docMk/>
            <pc:sldMk cId="3179349769" sldId="266"/>
            <ac:spMk id="58" creationId="{01D38303-C1BD-0D19-4AC8-6D9F23BD5A3B}"/>
          </ac:spMkLst>
        </pc:spChg>
      </pc:sldChg>
      <pc:sldChg chg="addSp delSp modSp new mod modClrScheme chgLayout">
        <pc:chgData name="Liang,Dr.,Hongzi (HP Medicine) BII-CN-S" userId="29bc0a18-5096-49d5-ae49-3e5745cfa117" providerId="ADAL" clId="{FF490D79-32D0-4F07-BA65-11331C421914}" dt="2025-12-15T02:44:59.100" v="2730" actId="1036"/>
        <pc:sldMkLst>
          <pc:docMk/>
          <pc:sldMk cId="500335596" sldId="273"/>
        </pc:sldMkLst>
        <pc:picChg chg="add mod ord">
          <ac:chgData name="Liang,Dr.,Hongzi (HP Medicine) BII-CN-S" userId="29bc0a18-5096-49d5-ae49-3e5745cfa117" providerId="ADAL" clId="{FF490D79-32D0-4F07-BA65-11331C421914}" dt="2025-12-15T02:44:59.100" v="2730" actId="1036"/>
          <ac:picMkLst>
            <pc:docMk/>
            <pc:sldMk cId="500335596" sldId="273"/>
            <ac:picMk id="12" creationId="{DE876358-9BBE-AB5F-88AF-4D0C7455AAA5}"/>
          </ac:picMkLst>
        </pc:picChg>
      </pc:sldChg>
      <pc:sldChg chg="delSp modSp mod">
        <pc:chgData name="Liang,Dr.,Hongzi (HP Medicine) BII-CN-S" userId="29bc0a18-5096-49d5-ae49-3e5745cfa117" providerId="ADAL" clId="{FF490D79-32D0-4F07-BA65-11331C421914}" dt="2025-12-15T03:26:26.246" v="2801" actId="20577"/>
        <pc:sldMkLst>
          <pc:docMk/>
          <pc:sldMk cId="1234304414" sldId="275"/>
        </pc:sldMkLst>
        <pc:spChg chg="mod ord">
          <ac:chgData name="Liang,Dr.,Hongzi (HP Medicine) BII-CN-S" userId="29bc0a18-5096-49d5-ae49-3e5745cfa117" providerId="ADAL" clId="{FF490D79-32D0-4F07-BA65-11331C421914}" dt="2025-12-10T07:49:32.679" v="2300"/>
          <ac:spMkLst>
            <pc:docMk/>
            <pc:sldMk cId="1234304414" sldId="275"/>
            <ac:spMk id="2" creationId="{1EF59946-AF54-04F4-8194-77419DF08294}"/>
          </ac:spMkLst>
        </pc:spChg>
        <pc:spChg chg="mod">
          <ac:chgData name="Liang,Dr.,Hongzi (HP Medicine) BII-CN-S" userId="29bc0a18-5096-49d5-ae49-3e5745cfa117" providerId="ADAL" clId="{FF490D79-32D0-4F07-BA65-11331C421914}" dt="2025-12-10T07:49:32.663" v="2207"/>
          <ac:spMkLst>
            <pc:docMk/>
            <pc:sldMk cId="1234304414" sldId="275"/>
            <ac:spMk id="3" creationId="{D514F2DA-4F9A-C330-D24F-4AF4B2B9B86A}"/>
          </ac:spMkLst>
        </pc:spChg>
        <pc:spChg chg="mod ord">
          <ac:chgData name="Liang,Dr.,Hongzi (HP Medicine) BII-CN-S" userId="29bc0a18-5096-49d5-ae49-3e5745cfa117" providerId="ADAL" clId="{FF490D79-32D0-4F07-BA65-11331C421914}" dt="2025-12-10T07:49:32.663" v="2211"/>
          <ac:spMkLst>
            <pc:docMk/>
            <pc:sldMk cId="1234304414" sldId="275"/>
            <ac:spMk id="5" creationId="{EF81920F-F54D-A376-74D6-C66023463858}"/>
          </ac:spMkLst>
        </pc:spChg>
        <pc:spChg chg="mod">
          <ac:chgData name="Liang,Dr.,Hongzi (HP Medicine) BII-CN-S" userId="29bc0a18-5096-49d5-ae49-3e5745cfa117" providerId="ADAL" clId="{FF490D79-32D0-4F07-BA65-11331C421914}" dt="2025-12-10T07:51:26.157" v="2553" actId="1036"/>
          <ac:spMkLst>
            <pc:docMk/>
            <pc:sldMk cId="1234304414" sldId="275"/>
            <ac:spMk id="6" creationId="{CC6FE876-E3F9-704A-AC6B-83A657E609E1}"/>
          </ac:spMkLst>
        </pc:spChg>
        <pc:spChg chg="mod">
          <ac:chgData name="Liang,Dr.,Hongzi (HP Medicine) BII-CN-S" userId="29bc0a18-5096-49d5-ae49-3e5745cfa117" providerId="ADAL" clId="{FF490D79-32D0-4F07-BA65-11331C421914}" dt="2025-12-10T07:49:32.663" v="2249"/>
          <ac:spMkLst>
            <pc:docMk/>
            <pc:sldMk cId="1234304414" sldId="275"/>
            <ac:spMk id="7" creationId="{4003A41A-4FC9-03CB-E1C7-4E7C50C2394F}"/>
          </ac:spMkLst>
        </pc:spChg>
        <pc:spChg chg="mod">
          <ac:chgData name="Liang,Dr.,Hongzi (HP Medicine) BII-CN-S" userId="29bc0a18-5096-49d5-ae49-3e5745cfa117" providerId="ADAL" clId="{FF490D79-32D0-4F07-BA65-11331C421914}" dt="2025-12-10T07:49:32.679" v="2258"/>
          <ac:spMkLst>
            <pc:docMk/>
            <pc:sldMk cId="1234304414" sldId="275"/>
            <ac:spMk id="8" creationId="{332F3925-20EC-5ABF-5B73-5F02762D5287}"/>
          </ac:spMkLst>
        </pc:spChg>
        <pc:spChg chg="mod ord">
          <ac:chgData name="Liang,Dr.,Hongzi (HP Medicine) BII-CN-S" userId="29bc0a18-5096-49d5-ae49-3e5745cfa117" providerId="ADAL" clId="{FF490D79-32D0-4F07-BA65-11331C421914}" dt="2025-12-10T07:49:32.679" v="2260"/>
          <ac:spMkLst>
            <pc:docMk/>
            <pc:sldMk cId="1234304414" sldId="275"/>
            <ac:spMk id="9" creationId="{581FFF56-BC0B-1EE7-4130-80A473968099}"/>
          </ac:spMkLst>
        </pc:spChg>
        <pc:spChg chg="mod ord">
          <ac:chgData name="Liang,Dr.,Hongzi (HP Medicine) BII-CN-S" userId="29bc0a18-5096-49d5-ae49-3e5745cfa117" providerId="ADAL" clId="{FF490D79-32D0-4F07-BA65-11331C421914}" dt="2025-12-10T07:49:32.679" v="2262"/>
          <ac:spMkLst>
            <pc:docMk/>
            <pc:sldMk cId="1234304414" sldId="275"/>
            <ac:spMk id="10" creationId="{C51D9378-19A4-4DD3-6BDD-8F11A12775EB}"/>
          </ac:spMkLst>
        </pc:spChg>
        <pc:spChg chg="mod ord">
          <ac:chgData name="Liang,Dr.,Hongzi (HP Medicine) BII-CN-S" userId="29bc0a18-5096-49d5-ae49-3e5745cfa117" providerId="ADAL" clId="{FF490D79-32D0-4F07-BA65-11331C421914}" dt="2025-12-10T07:51:26.157" v="2553" actId="1036"/>
          <ac:spMkLst>
            <pc:docMk/>
            <pc:sldMk cId="1234304414" sldId="275"/>
            <ac:spMk id="12" creationId="{DE76DF7C-32F0-9ABD-4B80-1372A49691D1}"/>
          </ac:spMkLst>
        </pc:spChg>
        <pc:spChg chg="mod ord">
          <ac:chgData name="Liang,Dr.,Hongzi (HP Medicine) BII-CN-S" userId="29bc0a18-5096-49d5-ae49-3e5745cfa117" providerId="ADAL" clId="{FF490D79-32D0-4F07-BA65-11331C421914}" dt="2025-12-10T07:49:32.679" v="2266"/>
          <ac:spMkLst>
            <pc:docMk/>
            <pc:sldMk cId="1234304414" sldId="275"/>
            <ac:spMk id="14" creationId="{D8C4E83E-A9F5-9C9E-1037-0B89E42242F8}"/>
          </ac:spMkLst>
        </pc:spChg>
        <pc:spChg chg="mod">
          <ac:chgData name="Liang,Dr.,Hongzi (HP Medicine) BII-CN-S" userId="29bc0a18-5096-49d5-ae49-3e5745cfa117" providerId="ADAL" clId="{FF490D79-32D0-4F07-BA65-11331C421914}" dt="2025-12-10T07:49:32.663" v="2251"/>
          <ac:spMkLst>
            <pc:docMk/>
            <pc:sldMk cId="1234304414" sldId="275"/>
            <ac:spMk id="15" creationId="{E088BED8-BC69-88BE-E139-AC6E0A2EBAEA}"/>
          </ac:spMkLst>
        </pc:spChg>
        <pc:spChg chg="mod">
          <ac:chgData name="Liang,Dr.,Hongzi (HP Medicine) BII-CN-S" userId="29bc0a18-5096-49d5-ae49-3e5745cfa117" providerId="ADAL" clId="{FF490D79-32D0-4F07-BA65-11331C421914}" dt="2025-12-10T07:49:32.663" v="2206"/>
          <ac:spMkLst>
            <pc:docMk/>
            <pc:sldMk cId="1234304414" sldId="275"/>
            <ac:spMk id="16" creationId="{B44F2AC0-D6B1-7DB8-35FB-7C1705B164F2}"/>
          </ac:spMkLst>
        </pc:spChg>
        <pc:spChg chg="mod ord">
          <ac:chgData name="Liang,Dr.,Hongzi (HP Medicine) BII-CN-S" userId="29bc0a18-5096-49d5-ae49-3e5745cfa117" providerId="ADAL" clId="{FF490D79-32D0-4F07-BA65-11331C421914}" dt="2025-12-10T07:49:32.663" v="2226"/>
          <ac:spMkLst>
            <pc:docMk/>
            <pc:sldMk cId="1234304414" sldId="275"/>
            <ac:spMk id="17" creationId="{5BC3D90C-687E-065F-21EB-950FBA7EF164}"/>
          </ac:spMkLst>
        </pc:spChg>
        <pc:spChg chg="mod ord">
          <ac:chgData name="Liang,Dr.,Hongzi (HP Medicine) BII-CN-S" userId="29bc0a18-5096-49d5-ae49-3e5745cfa117" providerId="ADAL" clId="{FF490D79-32D0-4F07-BA65-11331C421914}" dt="2025-12-10T07:49:32.679" v="2255"/>
          <ac:spMkLst>
            <pc:docMk/>
            <pc:sldMk cId="1234304414" sldId="275"/>
            <ac:spMk id="18" creationId="{5BCB3FFE-942D-7EC3-E9D6-C91C62B9F0B1}"/>
          </ac:spMkLst>
        </pc:spChg>
        <pc:spChg chg="mod">
          <ac:chgData name="Liang,Dr.,Hongzi (HP Medicine) BII-CN-S" userId="29bc0a18-5096-49d5-ae49-3e5745cfa117" providerId="ADAL" clId="{FF490D79-32D0-4F07-BA65-11331C421914}" dt="2025-12-10T07:49:32.454" v="1932"/>
          <ac:spMkLst>
            <pc:docMk/>
            <pc:sldMk cId="1234304414" sldId="275"/>
            <ac:spMk id="21" creationId="{B7612A22-F3AC-E278-4BA5-B0B08EA97ABE}"/>
          </ac:spMkLst>
        </pc:spChg>
        <pc:spChg chg="mod">
          <ac:chgData name="Liang,Dr.,Hongzi (HP Medicine) BII-CN-S" userId="29bc0a18-5096-49d5-ae49-3e5745cfa117" providerId="ADAL" clId="{FF490D79-32D0-4F07-BA65-11331C421914}" dt="2025-12-10T07:49:32.459" v="1936"/>
          <ac:spMkLst>
            <pc:docMk/>
            <pc:sldMk cId="1234304414" sldId="275"/>
            <ac:spMk id="22" creationId="{B2C6DAF4-FC1F-3AEB-CE18-660B1973FFB0}"/>
          </ac:spMkLst>
        </pc:spChg>
        <pc:spChg chg="mod">
          <ac:chgData name="Liang,Dr.,Hongzi (HP Medicine) BII-CN-S" userId="29bc0a18-5096-49d5-ae49-3e5745cfa117" providerId="ADAL" clId="{FF490D79-32D0-4F07-BA65-11331C421914}" dt="2025-12-10T07:49:32.459" v="1938"/>
          <ac:spMkLst>
            <pc:docMk/>
            <pc:sldMk cId="1234304414" sldId="275"/>
            <ac:spMk id="23" creationId="{64555706-F923-F10C-3310-03F27208569B}"/>
          </ac:spMkLst>
        </pc:spChg>
        <pc:spChg chg="mod ord">
          <ac:chgData name="Liang,Dr.,Hongzi (HP Medicine) BII-CN-S" userId="29bc0a18-5096-49d5-ae49-3e5745cfa117" providerId="ADAL" clId="{FF490D79-32D0-4F07-BA65-11331C421914}" dt="2025-12-10T07:51:26.157" v="2553" actId="1036"/>
          <ac:spMkLst>
            <pc:docMk/>
            <pc:sldMk cId="1234304414" sldId="275"/>
            <ac:spMk id="24" creationId="{48A7D705-787A-A9B7-3891-181042B0B6D4}"/>
          </ac:spMkLst>
        </pc:spChg>
        <pc:spChg chg="mod ord">
          <ac:chgData name="Liang,Dr.,Hongzi (HP Medicine) BII-CN-S" userId="29bc0a18-5096-49d5-ae49-3e5745cfa117" providerId="ADAL" clId="{FF490D79-32D0-4F07-BA65-11331C421914}" dt="2025-12-10T07:49:32.679" v="2296"/>
          <ac:spMkLst>
            <pc:docMk/>
            <pc:sldMk cId="1234304414" sldId="275"/>
            <ac:spMk id="25" creationId="{2453A39F-016F-C0A0-A482-15474FD53A79}"/>
          </ac:spMkLst>
        </pc:spChg>
        <pc:spChg chg="mod ord">
          <ac:chgData name="Liang,Dr.,Hongzi (HP Medicine) BII-CN-S" userId="29bc0a18-5096-49d5-ae49-3e5745cfa117" providerId="ADAL" clId="{FF490D79-32D0-4F07-BA65-11331C421914}" dt="2025-12-10T07:51:26.157" v="2553" actId="1036"/>
          <ac:spMkLst>
            <pc:docMk/>
            <pc:sldMk cId="1234304414" sldId="275"/>
            <ac:spMk id="26" creationId="{FAAB5069-BC8E-E1C6-8D0A-FBA0AE3F7234}"/>
          </ac:spMkLst>
        </pc:spChg>
        <pc:spChg chg="mod ord">
          <ac:chgData name="Liang,Dr.,Hongzi (HP Medicine) BII-CN-S" userId="29bc0a18-5096-49d5-ae49-3e5745cfa117" providerId="ADAL" clId="{FF490D79-32D0-4F07-BA65-11331C421914}" dt="2025-12-10T07:49:32.679" v="2304"/>
          <ac:spMkLst>
            <pc:docMk/>
            <pc:sldMk cId="1234304414" sldId="275"/>
            <ac:spMk id="27" creationId="{CE3FE3D0-A963-6ECC-BA62-66BD3A1E3ABF}"/>
          </ac:spMkLst>
        </pc:spChg>
        <pc:spChg chg="mod ord">
          <ac:chgData name="Liang,Dr.,Hongzi (HP Medicine) BII-CN-S" userId="29bc0a18-5096-49d5-ae49-3e5745cfa117" providerId="ADAL" clId="{FF490D79-32D0-4F07-BA65-11331C421914}" dt="2025-12-10T07:49:32.679" v="2306"/>
          <ac:spMkLst>
            <pc:docMk/>
            <pc:sldMk cId="1234304414" sldId="275"/>
            <ac:spMk id="29" creationId="{924332CD-511F-CD5F-C8DA-F4DB37A7D969}"/>
          </ac:spMkLst>
        </pc:spChg>
        <pc:spChg chg="mod">
          <ac:chgData name="Liang,Dr.,Hongzi (HP Medicine) BII-CN-S" userId="29bc0a18-5096-49d5-ae49-3e5745cfa117" providerId="ADAL" clId="{FF490D79-32D0-4F07-BA65-11331C421914}" dt="2025-12-10T07:49:32.663" v="2252"/>
          <ac:spMkLst>
            <pc:docMk/>
            <pc:sldMk cId="1234304414" sldId="275"/>
            <ac:spMk id="31" creationId="{3000F122-153A-329F-7716-89D3B719DB75}"/>
          </ac:spMkLst>
        </pc:spChg>
        <pc:spChg chg="mod ord">
          <ac:chgData name="Liang,Dr.,Hongzi (HP Medicine) BII-CN-S" userId="29bc0a18-5096-49d5-ae49-3e5745cfa117" providerId="ADAL" clId="{FF490D79-32D0-4F07-BA65-11331C421914}" dt="2025-12-10T07:51:26.157" v="2553" actId="1036"/>
          <ac:spMkLst>
            <pc:docMk/>
            <pc:sldMk cId="1234304414" sldId="275"/>
            <ac:spMk id="36" creationId="{42244AD8-DFFB-7805-60DE-69F2A022227C}"/>
          </ac:spMkLst>
        </pc:spChg>
        <pc:spChg chg="mod ord">
          <ac:chgData name="Liang,Dr.,Hongzi (HP Medicine) BII-CN-S" userId="29bc0a18-5096-49d5-ae49-3e5745cfa117" providerId="ADAL" clId="{FF490D79-32D0-4F07-BA65-11331C421914}" dt="2025-12-10T07:51:26.157" v="2553" actId="1036"/>
          <ac:spMkLst>
            <pc:docMk/>
            <pc:sldMk cId="1234304414" sldId="275"/>
            <ac:spMk id="38" creationId="{2E49A081-7438-498B-5D3D-4CA3751B6371}"/>
          </ac:spMkLst>
        </pc:spChg>
        <pc:spChg chg="mod">
          <ac:chgData name="Liang,Dr.,Hongzi (HP Medicine) BII-CN-S" userId="29bc0a18-5096-49d5-ae49-3e5745cfa117" providerId="ADAL" clId="{FF490D79-32D0-4F07-BA65-11331C421914}" dt="2025-12-10T07:49:32.584" v="2114"/>
          <ac:spMkLst>
            <pc:docMk/>
            <pc:sldMk cId="1234304414" sldId="275"/>
            <ac:spMk id="39" creationId="{984DC334-9C88-9A26-BF34-48825BC380D4}"/>
          </ac:spMkLst>
        </pc:spChg>
        <pc:spChg chg="mod ord">
          <ac:chgData name="Liang,Dr.,Hongzi (HP Medicine) BII-CN-S" userId="29bc0a18-5096-49d5-ae49-3e5745cfa117" providerId="ADAL" clId="{FF490D79-32D0-4F07-BA65-11331C421914}" dt="2025-12-10T07:49:32.679" v="2270"/>
          <ac:spMkLst>
            <pc:docMk/>
            <pc:sldMk cId="1234304414" sldId="275"/>
            <ac:spMk id="44" creationId="{4B4D4C61-8917-9E3B-A160-AA02E0FD3738}"/>
          </ac:spMkLst>
        </pc:spChg>
        <pc:spChg chg="mod ord">
          <ac:chgData name="Liang,Dr.,Hongzi (HP Medicine) BII-CN-S" userId="29bc0a18-5096-49d5-ae49-3e5745cfa117" providerId="ADAL" clId="{FF490D79-32D0-4F07-BA65-11331C421914}" dt="2025-12-10T07:49:32.679" v="2272"/>
          <ac:spMkLst>
            <pc:docMk/>
            <pc:sldMk cId="1234304414" sldId="275"/>
            <ac:spMk id="45" creationId="{2E17150E-FD40-1C5B-DF55-EA727DE76195}"/>
          </ac:spMkLst>
        </pc:spChg>
        <pc:spChg chg="mod ord">
          <ac:chgData name="Liang,Dr.,Hongzi (HP Medicine) BII-CN-S" userId="29bc0a18-5096-49d5-ae49-3e5745cfa117" providerId="ADAL" clId="{FF490D79-32D0-4F07-BA65-11331C421914}" dt="2025-12-10T07:49:32.679" v="2274"/>
          <ac:spMkLst>
            <pc:docMk/>
            <pc:sldMk cId="1234304414" sldId="275"/>
            <ac:spMk id="47" creationId="{C5807932-20C5-B29C-E182-123B40F72006}"/>
          </ac:spMkLst>
        </pc:spChg>
        <pc:spChg chg="mod ord">
          <ac:chgData name="Liang,Dr.,Hongzi (HP Medicine) BII-CN-S" userId="29bc0a18-5096-49d5-ae49-3e5745cfa117" providerId="ADAL" clId="{FF490D79-32D0-4F07-BA65-11331C421914}" dt="2025-12-10T07:49:32.679" v="2276"/>
          <ac:spMkLst>
            <pc:docMk/>
            <pc:sldMk cId="1234304414" sldId="275"/>
            <ac:spMk id="49" creationId="{934A46E1-09A8-2021-B8BA-4AB0C6B70171}"/>
          </ac:spMkLst>
        </pc:spChg>
        <pc:spChg chg="mod ord">
          <ac:chgData name="Liang,Dr.,Hongzi (HP Medicine) BII-CN-S" userId="29bc0a18-5096-49d5-ae49-3e5745cfa117" providerId="ADAL" clId="{FF490D79-32D0-4F07-BA65-11331C421914}" dt="2025-12-10T07:49:32.679" v="2278"/>
          <ac:spMkLst>
            <pc:docMk/>
            <pc:sldMk cId="1234304414" sldId="275"/>
            <ac:spMk id="51" creationId="{08C91C69-663D-4570-2D9E-98D241D18765}"/>
          </ac:spMkLst>
        </pc:spChg>
        <pc:spChg chg="mod ord">
          <ac:chgData name="Liang,Dr.,Hongzi (HP Medicine) BII-CN-S" userId="29bc0a18-5096-49d5-ae49-3e5745cfa117" providerId="ADAL" clId="{FF490D79-32D0-4F07-BA65-11331C421914}" dt="2025-12-10T07:51:26.157" v="2553" actId="1036"/>
          <ac:spMkLst>
            <pc:docMk/>
            <pc:sldMk cId="1234304414" sldId="275"/>
            <ac:spMk id="52" creationId="{CBC80B6D-D8B2-7552-395A-3100DCCECA47}"/>
          </ac:spMkLst>
        </pc:spChg>
        <pc:spChg chg="mod ord">
          <ac:chgData name="Liang,Dr.,Hongzi (HP Medicine) BII-CN-S" userId="29bc0a18-5096-49d5-ae49-3e5745cfa117" providerId="ADAL" clId="{FF490D79-32D0-4F07-BA65-11331C421914}" dt="2025-12-10T07:49:32.679" v="2312"/>
          <ac:spMkLst>
            <pc:docMk/>
            <pc:sldMk cId="1234304414" sldId="275"/>
            <ac:spMk id="53" creationId="{1C2D159A-0E4A-336E-3964-0B239B9B0716}"/>
          </ac:spMkLst>
        </pc:spChg>
        <pc:spChg chg="mod">
          <ac:chgData name="Liang,Dr.,Hongzi (HP Medicine) BII-CN-S" userId="29bc0a18-5096-49d5-ae49-3e5745cfa117" providerId="ADAL" clId="{FF490D79-32D0-4F07-BA65-11331C421914}" dt="2025-12-10T07:49:32.663" v="2227"/>
          <ac:spMkLst>
            <pc:docMk/>
            <pc:sldMk cId="1234304414" sldId="275"/>
            <ac:spMk id="54" creationId="{3DDF0F61-48C8-51CA-BE6C-A9CD6061D179}"/>
          </ac:spMkLst>
        </pc:spChg>
        <pc:spChg chg="mod ord">
          <ac:chgData name="Liang,Dr.,Hongzi (HP Medicine) BII-CN-S" userId="29bc0a18-5096-49d5-ae49-3e5745cfa117" providerId="ADAL" clId="{FF490D79-32D0-4F07-BA65-11331C421914}" dt="2025-12-10T07:51:26.157" v="2553" actId="1036"/>
          <ac:spMkLst>
            <pc:docMk/>
            <pc:sldMk cId="1234304414" sldId="275"/>
            <ac:spMk id="55" creationId="{C95D4513-DF96-E328-68A0-1639501C9AE6}"/>
          </ac:spMkLst>
        </pc:spChg>
        <pc:spChg chg="mod">
          <ac:chgData name="Liang,Dr.,Hongzi (HP Medicine) BII-CN-S" userId="29bc0a18-5096-49d5-ae49-3e5745cfa117" providerId="ADAL" clId="{FF490D79-32D0-4F07-BA65-11331C421914}" dt="2025-12-10T07:49:32.568" v="2100"/>
          <ac:spMkLst>
            <pc:docMk/>
            <pc:sldMk cId="1234304414" sldId="275"/>
            <ac:spMk id="56" creationId="{9838F7F2-E3DD-0A06-7B4B-B518003784BF}"/>
          </ac:spMkLst>
        </pc:spChg>
        <pc:spChg chg="mod">
          <ac:chgData name="Liang,Dr.,Hongzi (HP Medicine) BII-CN-S" userId="29bc0a18-5096-49d5-ae49-3e5745cfa117" providerId="ADAL" clId="{FF490D79-32D0-4F07-BA65-11331C421914}" dt="2025-12-10T07:49:32.584" v="2104"/>
          <ac:spMkLst>
            <pc:docMk/>
            <pc:sldMk cId="1234304414" sldId="275"/>
            <ac:spMk id="57" creationId="{FEBD9A5A-9434-47ED-BE3E-420C8E42CCF9}"/>
          </ac:spMkLst>
        </pc:spChg>
        <pc:spChg chg="mod">
          <ac:chgData name="Liang,Dr.,Hongzi (HP Medicine) BII-CN-S" userId="29bc0a18-5096-49d5-ae49-3e5745cfa117" providerId="ADAL" clId="{FF490D79-32D0-4F07-BA65-11331C421914}" dt="2025-12-10T07:49:32.584" v="2106"/>
          <ac:spMkLst>
            <pc:docMk/>
            <pc:sldMk cId="1234304414" sldId="275"/>
            <ac:spMk id="58" creationId="{26ACAB1E-641D-CCBD-D10B-09EFF8D164F6}"/>
          </ac:spMkLst>
        </pc:spChg>
        <pc:spChg chg="mod ord">
          <ac:chgData name="Liang,Dr.,Hongzi (HP Medicine) BII-CN-S" userId="29bc0a18-5096-49d5-ae49-3e5745cfa117" providerId="ADAL" clId="{FF490D79-32D0-4F07-BA65-11331C421914}" dt="2025-12-10T07:51:26.157" v="2553" actId="1036"/>
          <ac:spMkLst>
            <pc:docMk/>
            <pc:sldMk cId="1234304414" sldId="275"/>
            <ac:spMk id="59" creationId="{A978D2DC-BD1C-D542-8975-2B6D717D4BAD}"/>
          </ac:spMkLst>
        </pc:spChg>
        <pc:spChg chg="mod ord">
          <ac:chgData name="Liang,Dr.,Hongzi (HP Medicine) BII-CN-S" userId="29bc0a18-5096-49d5-ae49-3e5745cfa117" providerId="ADAL" clId="{FF490D79-32D0-4F07-BA65-11331C421914}" dt="2025-12-10T07:49:32.679" v="2308"/>
          <ac:spMkLst>
            <pc:docMk/>
            <pc:sldMk cId="1234304414" sldId="275"/>
            <ac:spMk id="60" creationId="{21D27BCF-DD5E-1B53-72EA-8CBDD35B8C90}"/>
          </ac:spMkLst>
        </pc:spChg>
        <pc:spChg chg="mod">
          <ac:chgData name="Liang,Dr.,Hongzi (HP Medicine) BII-CN-S" userId="29bc0a18-5096-49d5-ae49-3e5745cfa117" providerId="ADAL" clId="{FF490D79-32D0-4F07-BA65-11331C421914}" dt="2025-12-10T07:49:32.663" v="2253"/>
          <ac:spMkLst>
            <pc:docMk/>
            <pc:sldMk cId="1234304414" sldId="275"/>
            <ac:spMk id="61" creationId="{44C0EAA9-EEB5-9D5B-FA76-F3BD73163764}"/>
          </ac:spMkLst>
        </pc:spChg>
        <pc:spChg chg="mod ord">
          <ac:chgData name="Liang,Dr.,Hongzi (HP Medicine) BII-CN-S" userId="29bc0a18-5096-49d5-ae49-3e5745cfa117" providerId="ADAL" clId="{FF490D79-32D0-4F07-BA65-11331C421914}" dt="2025-12-10T07:49:40.258" v="2372" actId="1076"/>
          <ac:spMkLst>
            <pc:docMk/>
            <pc:sldMk cId="1234304414" sldId="275"/>
            <ac:spMk id="66" creationId="{B0C7CB1E-D2E6-9C2F-FF99-15988B95A94D}"/>
          </ac:spMkLst>
        </pc:spChg>
        <pc:spChg chg="mod">
          <ac:chgData name="Liang,Dr.,Hongzi (HP Medicine) BII-CN-S" userId="29bc0a18-5096-49d5-ae49-3e5745cfa117" providerId="ADAL" clId="{FF490D79-32D0-4F07-BA65-11331C421914}" dt="2025-12-10T07:51:26.157" v="2553" actId="1036"/>
          <ac:spMkLst>
            <pc:docMk/>
            <pc:sldMk cId="1234304414" sldId="275"/>
            <ac:spMk id="71" creationId="{A01609F9-23C8-5C6F-8DB6-98C9FFF5179A}"/>
          </ac:spMkLst>
        </pc:spChg>
        <pc:spChg chg="mod ord">
          <ac:chgData name="Liang,Dr.,Hongzi (HP Medicine) BII-CN-S" userId="29bc0a18-5096-49d5-ae49-3e5745cfa117" providerId="ADAL" clId="{FF490D79-32D0-4F07-BA65-11331C421914}" dt="2025-12-10T07:49:32.679" v="2280"/>
          <ac:spMkLst>
            <pc:docMk/>
            <pc:sldMk cId="1234304414" sldId="275"/>
            <ac:spMk id="72" creationId="{D90FB1D0-820E-AA46-F552-7B7EA8A48857}"/>
          </ac:spMkLst>
        </pc:spChg>
        <pc:spChg chg="mod ord">
          <ac:chgData name="Liang,Dr.,Hongzi (HP Medicine) BII-CN-S" userId="29bc0a18-5096-49d5-ae49-3e5745cfa117" providerId="ADAL" clId="{FF490D79-32D0-4F07-BA65-11331C421914}" dt="2025-12-10T07:49:32.679" v="2282"/>
          <ac:spMkLst>
            <pc:docMk/>
            <pc:sldMk cId="1234304414" sldId="275"/>
            <ac:spMk id="73" creationId="{F310D7A9-EDC4-4B48-B4F1-BBA068EEDE11}"/>
          </ac:spMkLst>
        </pc:spChg>
        <pc:spChg chg="mod">
          <ac:chgData name="Liang,Dr.,Hongzi (HP Medicine) BII-CN-S" userId="29bc0a18-5096-49d5-ae49-3e5745cfa117" providerId="ADAL" clId="{FF490D79-32D0-4F07-BA65-11331C421914}" dt="2025-12-10T07:49:32.663" v="2246"/>
          <ac:spMkLst>
            <pc:docMk/>
            <pc:sldMk cId="1234304414" sldId="275"/>
            <ac:spMk id="74" creationId="{A7375A1C-E74C-34C2-BA8F-FB159E1DCD0C}"/>
          </ac:spMkLst>
        </pc:spChg>
        <pc:spChg chg="mod">
          <ac:chgData name="Liang,Dr.,Hongzi (HP Medicine) BII-CN-S" userId="29bc0a18-5096-49d5-ae49-3e5745cfa117" providerId="ADAL" clId="{FF490D79-32D0-4F07-BA65-11331C421914}" dt="2025-12-10T07:49:32.616" v="2145"/>
          <ac:spMkLst>
            <pc:docMk/>
            <pc:sldMk cId="1234304414" sldId="275"/>
            <ac:spMk id="75" creationId="{DC115AB6-D38F-6224-443C-C0E898847F73}"/>
          </ac:spMkLst>
        </pc:spChg>
        <pc:spChg chg="mod ord">
          <ac:chgData name="Liang,Dr.,Hongzi (HP Medicine) BII-CN-S" userId="29bc0a18-5096-49d5-ae49-3e5745cfa117" providerId="ADAL" clId="{FF490D79-32D0-4F07-BA65-11331C421914}" dt="2025-12-10T07:49:32.679" v="2284"/>
          <ac:spMkLst>
            <pc:docMk/>
            <pc:sldMk cId="1234304414" sldId="275"/>
            <ac:spMk id="80" creationId="{8287201E-DDA5-917D-79D0-C66E839C0893}"/>
          </ac:spMkLst>
        </pc:spChg>
        <pc:spChg chg="mod ord">
          <ac:chgData name="Liang,Dr.,Hongzi (HP Medicine) BII-CN-S" userId="29bc0a18-5096-49d5-ae49-3e5745cfa117" providerId="ADAL" clId="{FF490D79-32D0-4F07-BA65-11331C421914}" dt="2025-12-10T07:49:32.679" v="2286"/>
          <ac:spMkLst>
            <pc:docMk/>
            <pc:sldMk cId="1234304414" sldId="275"/>
            <ac:spMk id="81" creationId="{80492D6B-137A-8F2F-B73B-73A68F334D08}"/>
          </ac:spMkLst>
        </pc:spChg>
        <pc:spChg chg="mod ord">
          <ac:chgData name="Liang,Dr.,Hongzi (HP Medicine) BII-CN-S" userId="29bc0a18-5096-49d5-ae49-3e5745cfa117" providerId="ADAL" clId="{FF490D79-32D0-4F07-BA65-11331C421914}" dt="2025-12-10T07:49:32.679" v="2314"/>
          <ac:spMkLst>
            <pc:docMk/>
            <pc:sldMk cId="1234304414" sldId="275"/>
            <ac:spMk id="89" creationId="{5258F11D-4658-8E69-0DDC-9B3D7F633BC3}"/>
          </ac:spMkLst>
        </pc:spChg>
        <pc:spChg chg="mod">
          <ac:chgData name="Liang,Dr.,Hongzi (HP Medicine) BII-CN-S" userId="29bc0a18-5096-49d5-ae49-3e5745cfa117" providerId="ADAL" clId="{FF490D79-32D0-4F07-BA65-11331C421914}" dt="2025-12-10T07:49:32.663" v="2247"/>
          <ac:spMkLst>
            <pc:docMk/>
            <pc:sldMk cId="1234304414" sldId="275"/>
            <ac:spMk id="91" creationId="{02DA31EA-48AA-A423-4B4C-B6F28B51AE95}"/>
          </ac:spMkLst>
        </pc:spChg>
        <pc:spChg chg="mod">
          <ac:chgData name="Liang,Dr.,Hongzi (HP Medicine) BII-CN-S" userId="29bc0a18-5096-49d5-ae49-3e5745cfa117" providerId="ADAL" clId="{FF490D79-32D0-4F07-BA65-11331C421914}" dt="2025-12-10T07:49:32.537" v="2038"/>
          <ac:spMkLst>
            <pc:docMk/>
            <pc:sldMk cId="1234304414" sldId="275"/>
            <ac:spMk id="92" creationId="{9E41B794-3655-19B0-2BFE-B235CF6FE1E7}"/>
          </ac:spMkLst>
        </pc:spChg>
        <pc:spChg chg="mod ord">
          <ac:chgData name="Liang,Dr.,Hongzi (HP Medicine) BII-CN-S" userId="29bc0a18-5096-49d5-ae49-3e5745cfa117" providerId="ADAL" clId="{FF490D79-32D0-4F07-BA65-11331C421914}" dt="2025-12-10T07:49:32.679" v="2288"/>
          <ac:spMkLst>
            <pc:docMk/>
            <pc:sldMk cId="1234304414" sldId="275"/>
            <ac:spMk id="97" creationId="{6A2A97E6-8B2E-2233-2317-1F5198A3E9CA}"/>
          </ac:spMkLst>
        </pc:spChg>
        <pc:spChg chg="mod ord">
          <ac:chgData name="Liang,Dr.,Hongzi (HP Medicine) BII-CN-S" userId="29bc0a18-5096-49d5-ae49-3e5745cfa117" providerId="ADAL" clId="{FF490D79-32D0-4F07-BA65-11331C421914}" dt="2025-12-10T07:49:32.679" v="2290"/>
          <ac:spMkLst>
            <pc:docMk/>
            <pc:sldMk cId="1234304414" sldId="275"/>
            <ac:spMk id="98" creationId="{DD512BDF-198C-638E-8F48-2F116F391588}"/>
          </ac:spMkLst>
        </pc:spChg>
        <pc:spChg chg="mod ord">
          <ac:chgData name="Liang,Dr.,Hongzi (HP Medicine) BII-CN-S" userId="29bc0a18-5096-49d5-ae49-3e5745cfa117" providerId="ADAL" clId="{FF490D79-32D0-4F07-BA65-11331C421914}" dt="2025-12-10T07:49:32.742" v="2363"/>
          <ac:spMkLst>
            <pc:docMk/>
            <pc:sldMk cId="1234304414" sldId="275"/>
            <ac:spMk id="99" creationId="{13C7E905-BC0F-7982-CD9D-DB6126CC3106}"/>
          </ac:spMkLst>
        </pc:spChg>
        <pc:spChg chg="mod ord">
          <ac:chgData name="Liang,Dr.,Hongzi (HP Medicine) BII-CN-S" userId="29bc0a18-5096-49d5-ae49-3e5745cfa117" providerId="ADAL" clId="{FF490D79-32D0-4F07-BA65-11331C421914}" dt="2025-12-10T07:49:32.679" v="2316"/>
          <ac:spMkLst>
            <pc:docMk/>
            <pc:sldMk cId="1234304414" sldId="275"/>
            <ac:spMk id="101" creationId="{CA686015-9E87-F349-1267-EA380844CA8E}"/>
          </ac:spMkLst>
        </pc:spChg>
        <pc:spChg chg="mod ord">
          <ac:chgData name="Liang,Dr.,Hongzi (HP Medicine) BII-CN-S" userId="29bc0a18-5096-49d5-ae49-3e5745cfa117" providerId="ADAL" clId="{FF490D79-32D0-4F07-BA65-11331C421914}" dt="2025-12-10T07:51:12.306" v="2542" actId="1076"/>
          <ac:spMkLst>
            <pc:docMk/>
            <pc:sldMk cId="1234304414" sldId="275"/>
            <ac:spMk id="103" creationId="{76222991-ECCD-FFF1-4DCC-001F4EA54E01}"/>
          </ac:spMkLst>
        </pc:spChg>
        <pc:spChg chg="mod ord">
          <ac:chgData name="Liang,Dr.,Hongzi (HP Medicine) BII-CN-S" userId="29bc0a18-5096-49d5-ae49-3e5745cfa117" providerId="ADAL" clId="{FF490D79-32D0-4F07-BA65-11331C421914}" dt="2025-12-15T03:26:26.246" v="2801" actId="20577"/>
          <ac:spMkLst>
            <pc:docMk/>
            <pc:sldMk cId="1234304414" sldId="275"/>
            <ac:spMk id="107" creationId="{E3A0D31C-65DE-F96E-7CA7-7A4FABC4B6DE}"/>
          </ac:spMkLst>
        </pc:spChg>
        <pc:spChg chg="mod">
          <ac:chgData name="Liang,Dr.,Hongzi (HP Medicine) BII-CN-S" userId="29bc0a18-5096-49d5-ae49-3e5745cfa117" providerId="ADAL" clId="{FF490D79-32D0-4F07-BA65-11331C421914}" dt="2025-12-10T07:49:32.663" v="2248"/>
          <ac:spMkLst>
            <pc:docMk/>
            <pc:sldMk cId="1234304414" sldId="275"/>
            <ac:spMk id="115" creationId="{1634AC13-B542-6386-80A1-9AC9D7C7A040}"/>
          </ac:spMkLst>
        </pc:spChg>
        <pc:spChg chg="mod">
          <ac:chgData name="Liang,Dr.,Hongzi (HP Medicine) BII-CN-S" userId="29bc0a18-5096-49d5-ae49-3e5745cfa117" providerId="ADAL" clId="{FF490D79-32D0-4F07-BA65-11331C421914}" dt="2025-12-10T07:49:32.634" v="2178"/>
          <ac:spMkLst>
            <pc:docMk/>
            <pc:sldMk cId="1234304414" sldId="275"/>
            <ac:spMk id="116" creationId="{DB26C8E0-76D7-F184-DBB1-D5FF39B8AACE}"/>
          </ac:spMkLst>
        </pc:spChg>
        <pc:spChg chg="mod ord">
          <ac:chgData name="Liang,Dr.,Hongzi (HP Medicine) BII-CN-S" userId="29bc0a18-5096-49d5-ae49-3e5745cfa117" providerId="ADAL" clId="{FF490D79-32D0-4F07-BA65-11331C421914}" dt="2025-12-10T07:49:32.679" v="2292"/>
          <ac:spMkLst>
            <pc:docMk/>
            <pc:sldMk cId="1234304414" sldId="275"/>
            <ac:spMk id="121" creationId="{E9AD582D-3AF3-8396-D27A-65520D44A394}"/>
          </ac:spMkLst>
        </pc:spChg>
        <pc:spChg chg="mod ord">
          <ac:chgData name="Liang,Dr.,Hongzi (HP Medicine) BII-CN-S" userId="29bc0a18-5096-49d5-ae49-3e5745cfa117" providerId="ADAL" clId="{FF490D79-32D0-4F07-BA65-11331C421914}" dt="2025-12-10T07:49:32.679" v="2294"/>
          <ac:spMkLst>
            <pc:docMk/>
            <pc:sldMk cId="1234304414" sldId="275"/>
            <ac:spMk id="123" creationId="{FA979767-86A5-EC68-D82C-FC3EEC14048F}"/>
          </ac:spMkLst>
        </pc:spChg>
        <pc:cxnChg chg="mod ord">
          <ac:chgData name="Liang,Dr.,Hongzi (HP Medicine) BII-CN-S" userId="29bc0a18-5096-49d5-ae49-3e5745cfa117" providerId="ADAL" clId="{FF490D79-32D0-4F07-BA65-11331C421914}" dt="2025-12-10T07:49:32.679" v="2318"/>
          <ac:cxnSpMkLst>
            <pc:docMk/>
            <pc:sldMk cId="1234304414" sldId="275"/>
            <ac:cxnSpMk id="11" creationId="{13B0CEAE-AE8D-8D0B-11F2-0F21EE583B9D}"/>
          </ac:cxnSpMkLst>
        </pc:cxnChg>
        <pc:cxnChg chg="mod ord">
          <ac:chgData name="Liang,Dr.,Hongzi (HP Medicine) BII-CN-S" userId="29bc0a18-5096-49d5-ae49-3e5745cfa117" providerId="ADAL" clId="{FF490D79-32D0-4F07-BA65-11331C421914}" dt="2025-12-10T07:49:32.679" v="2320"/>
          <ac:cxnSpMkLst>
            <pc:docMk/>
            <pc:sldMk cId="1234304414" sldId="275"/>
            <ac:cxnSpMk id="13" creationId="{CC8367B7-4993-970E-CA7B-037CA9F95E02}"/>
          </ac:cxnSpMkLst>
        </pc:cxnChg>
        <pc:cxnChg chg="mod ord">
          <ac:chgData name="Liang,Dr.,Hongzi (HP Medicine) BII-CN-S" userId="29bc0a18-5096-49d5-ae49-3e5745cfa117" providerId="ADAL" clId="{FF490D79-32D0-4F07-BA65-11331C421914}" dt="2025-12-10T07:49:32.663" v="2229"/>
          <ac:cxnSpMkLst>
            <pc:docMk/>
            <pc:sldMk cId="1234304414" sldId="275"/>
            <ac:cxnSpMk id="19" creationId="{0042B8FE-82B4-B915-8BB7-1AB369A34569}"/>
          </ac:cxnSpMkLst>
        </pc:cxnChg>
        <pc:cxnChg chg="mod ord">
          <ac:chgData name="Liang,Dr.,Hongzi (HP Medicine) BII-CN-S" userId="29bc0a18-5096-49d5-ae49-3e5745cfa117" providerId="ADAL" clId="{FF490D79-32D0-4F07-BA65-11331C421914}" dt="2025-12-10T07:49:32.663" v="2231"/>
          <ac:cxnSpMkLst>
            <pc:docMk/>
            <pc:sldMk cId="1234304414" sldId="275"/>
            <ac:cxnSpMk id="20" creationId="{A4B10052-1113-B576-B277-47A2BF6993D2}"/>
          </ac:cxnSpMkLst>
        </pc:cxnChg>
        <pc:cxnChg chg="mod ord">
          <ac:chgData name="Liang,Dr.,Hongzi (HP Medicine) BII-CN-S" userId="29bc0a18-5096-49d5-ae49-3e5745cfa117" providerId="ADAL" clId="{FF490D79-32D0-4F07-BA65-11331C421914}" dt="2025-12-10T07:49:32.679" v="2330"/>
          <ac:cxnSpMkLst>
            <pc:docMk/>
            <pc:sldMk cId="1234304414" sldId="275"/>
            <ac:cxnSpMk id="28" creationId="{D3FBA76F-BB29-6B9E-11C7-9979BC7CA347}"/>
          </ac:cxnSpMkLst>
        </pc:cxnChg>
        <pc:cxnChg chg="mod ord">
          <ac:chgData name="Liang,Dr.,Hongzi (HP Medicine) BII-CN-S" userId="29bc0a18-5096-49d5-ae49-3e5745cfa117" providerId="ADAL" clId="{FF490D79-32D0-4F07-BA65-11331C421914}" dt="2025-12-10T07:49:32.679" v="2332"/>
          <ac:cxnSpMkLst>
            <pc:docMk/>
            <pc:sldMk cId="1234304414" sldId="275"/>
            <ac:cxnSpMk id="30" creationId="{18856956-8A90-6877-B04F-717E2584D2C1}"/>
          </ac:cxnSpMkLst>
        </pc:cxnChg>
        <pc:cxnChg chg="mod ord">
          <ac:chgData name="Liang,Dr.,Hongzi (HP Medicine) BII-CN-S" userId="29bc0a18-5096-49d5-ae49-3e5745cfa117" providerId="ADAL" clId="{FF490D79-32D0-4F07-BA65-11331C421914}" dt="2025-12-10T07:49:32.679" v="2322"/>
          <ac:cxnSpMkLst>
            <pc:docMk/>
            <pc:sldMk cId="1234304414" sldId="275"/>
            <ac:cxnSpMk id="35" creationId="{4EF34CFC-2F33-C4F5-0D4E-4CFD67EEC402}"/>
          </ac:cxnSpMkLst>
        </pc:cxnChg>
        <pc:cxnChg chg="mod ord">
          <ac:chgData name="Liang,Dr.,Hongzi (HP Medicine) BII-CN-S" userId="29bc0a18-5096-49d5-ae49-3e5745cfa117" providerId="ADAL" clId="{FF490D79-32D0-4F07-BA65-11331C421914}" dt="2025-12-10T07:49:32.663" v="2233"/>
          <ac:cxnSpMkLst>
            <pc:docMk/>
            <pc:sldMk cId="1234304414" sldId="275"/>
            <ac:cxnSpMk id="37" creationId="{107B47F0-5E3D-7EB4-6BCB-45E70D9BC010}"/>
          </ac:cxnSpMkLst>
        </pc:cxnChg>
        <pc:cxnChg chg="mod ord">
          <ac:chgData name="Liang,Dr.,Hongzi (HP Medicine) BII-CN-S" userId="29bc0a18-5096-49d5-ae49-3e5745cfa117" providerId="ADAL" clId="{FF490D79-32D0-4F07-BA65-11331C421914}" dt="2025-12-10T07:49:32.679" v="2324"/>
          <ac:cxnSpMkLst>
            <pc:docMk/>
            <pc:sldMk cId="1234304414" sldId="275"/>
            <ac:cxnSpMk id="46" creationId="{1494293E-41B5-C87F-01E1-EDDAF5049166}"/>
          </ac:cxnSpMkLst>
        </pc:cxnChg>
        <pc:cxnChg chg="mod ord">
          <ac:chgData name="Liang,Dr.,Hongzi (HP Medicine) BII-CN-S" userId="29bc0a18-5096-49d5-ae49-3e5745cfa117" providerId="ADAL" clId="{FF490D79-32D0-4F07-BA65-11331C421914}" dt="2025-12-10T07:49:32.679" v="2326"/>
          <ac:cxnSpMkLst>
            <pc:docMk/>
            <pc:sldMk cId="1234304414" sldId="275"/>
            <ac:cxnSpMk id="48" creationId="{35AA4DB0-EF00-DD6A-766E-3DF5BA41037A}"/>
          </ac:cxnSpMkLst>
        </pc:cxnChg>
        <pc:cxnChg chg="mod ord">
          <ac:chgData name="Liang,Dr.,Hongzi (HP Medicine) BII-CN-S" userId="29bc0a18-5096-49d5-ae49-3e5745cfa117" providerId="ADAL" clId="{FF490D79-32D0-4F07-BA65-11331C421914}" dt="2025-12-10T07:49:32.679" v="2328"/>
          <ac:cxnSpMkLst>
            <pc:docMk/>
            <pc:sldMk cId="1234304414" sldId="275"/>
            <ac:cxnSpMk id="50" creationId="{47F0B755-5D86-1717-A3AE-71C6E9A6EB9B}"/>
          </ac:cxnSpMkLst>
        </pc:cxnChg>
        <pc:cxnChg chg="mod ord">
          <ac:chgData name="Liang,Dr.,Hongzi (HP Medicine) BII-CN-S" userId="29bc0a18-5096-49d5-ae49-3e5745cfa117" providerId="ADAL" clId="{FF490D79-32D0-4F07-BA65-11331C421914}" dt="2025-12-10T07:49:32.663" v="2235"/>
          <ac:cxnSpMkLst>
            <pc:docMk/>
            <pc:sldMk cId="1234304414" sldId="275"/>
            <ac:cxnSpMk id="63" creationId="{62B72354-425F-202D-F387-8732A4B7EFF1}"/>
          </ac:cxnSpMkLst>
        </pc:cxnChg>
        <pc:cxnChg chg="mod ord">
          <ac:chgData name="Liang,Dr.,Hongzi (HP Medicine) BII-CN-S" userId="29bc0a18-5096-49d5-ae49-3e5745cfa117" providerId="ADAL" clId="{FF490D79-32D0-4F07-BA65-11331C421914}" dt="2025-12-10T07:49:32.663" v="2237"/>
          <ac:cxnSpMkLst>
            <pc:docMk/>
            <pc:sldMk cId="1234304414" sldId="275"/>
            <ac:cxnSpMk id="64" creationId="{F7F6A768-D8F6-5931-3189-A54587CCE96A}"/>
          </ac:cxnSpMkLst>
        </pc:cxnChg>
        <pc:cxnChg chg="mod ord">
          <ac:chgData name="Liang,Dr.,Hongzi (HP Medicine) BII-CN-S" userId="29bc0a18-5096-49d5-ae49-3e5745cfa117" providerId="ADAL" clId="{FF490D79-32D0-4F07-BA65-11331C421914}" dt="2025-12-10T07:49:32.663" v="2239"/>
          <ac:cxnSpMkLst>
            <pc:docMk/>
            <pc:sldMk cId="1234304414" sldId="275"/>
            <ac:cxnSpMk id="65" creationId="{3F0B113B-86A7-DDCA-10EA-47AC78CC50C2}"/>
          </ac:cxnSpMkLst>
        </pc:cxnChg>
        <pc:cxnChg chg="mod ord">
          <ac:chgData name="Liang,Dr.,Hongzi (HP Medicine) BII-CN-S" userId="29bc0a18-5096-49d5-ae49-3e5745cfa117" providerId="ADAL" clId="{FF490D79-32D0-4F07-BA65-11331C421914}" dt="2025-12-10T07:49:32.663" v="2241"/>
          <ac:cxnSpMkLst>
            <pc:docMk/>
            <pc:sldMk cId="1234304414" sldId="275"/>
            <ac:cxnSpMk id="87" creationId="{CE2D3C83-927A-A5BB-06D1-78FBF81562B6}"/>
          </ac:cxnSpMkLst>
        </pc:cxnChg>
        <pc:cxnChg chg="mod ord">
          <ac:chgData name="Liang,Dr.,Hongzi (HP Medicine) BII-CN-S" userId="29bc0a18-5096-49d5-ae49-3e5745cfa117" providerId="ADAL" clId="{FF490D79-32D0-4F07-BA65-11331C421914}" dt="2025-12-10T07:49:32.663" v="2243"/>
          <ac:cxnSpMkLst>
            <pc:docMk/>
            <pc:sldMk cId="1234304414" sldId="275"/>
            <ac:cxnSpMk id="88" creationId="{D880AEDD-F93E-C443-9B1A-C0067D154278}"/>
          </ac:cxnSpMkLst>
        </pc:cxnChg>
        <pc:cxnChg chg="mod ord">
          <ac:chgData name="Liang,Dr.,Hongzi (HP Medicine) BII-CN-S" userId="29bc0a18-5096-49d5-ae49-3e5745cfa117" providerId="ADAL" clId="{FF490D79-32D0-4F07-BA65-11331C421914}" dt="2025-12-10T07:49:32.742" v="2365"/>
          <ac:cxnSpMkLst>
            <pc:docMk/>
            <pc:sldMk cId="1234304414" sldId="275"/>
            <ac:cxnSpMk id="100" creationId="{10B5F5E2-DFAB-99B9-7F53-D061D34DA977}"/>
          </ac:cxnSpMkLst>
        </pc:cxnChg>
      </pc:sldChg>
      <pc:sldChg chg="add">
        <pc:chgData name="Liang,Dr.,Hongzi (HP Medicine) BII-CN-S" userId="29bc0a18-5096-49d5-ae49-3e5745cfa117" providerId="ADAL" clId="{FF490D79-32D0-4F07-BA65-11331C421914}" dt="2025-12-10T06:35:13.109" v="20"/>
        <pc:sldMkLst>
          <pc:docMk/>
          <pc:sldMk cId="3427102339" sldId="307"/>
        </pc:sldMkLst>
      </pc:sldChg>
      <pc:sldChg chg="modSp mod ord">
        <pc:chgData name="Liang,Dr.,Hongzi (HP Medicine) BII-CN-S" userId="29bc0a18-5096-49d5-ae49-3e5745cfa117" providerId="ADAL" clId="{FF490D79-32D0-4F07-BA65-11331C421914}" dt="2025-12-15T02:55:35.399" v="2752"/>
        <pc:sldMkLst>
          <pc:docMk/>
          <pc:sldMk cId="3380180432" sldId="9849"/>
        </pc:sldMkLst>
      </pc:sldChg>
      <pc:sldChg chg="addSp delSp modSp add mod">
        <pc:chgData name="Liang,Dr.,Hongzi (HP Medicine) BII-CN-S" userId="29bc0a18-5096-49d5-ae49-3e5745cfa117" providerId="ADAL" clId="{FF490D79-32D0-4F07-BA65-11331C421914}" dt="2025-12-15T02:50:08.993" v="2744" actId="1076"/>
        <pc:sldMkLst>
          <pc:docMk/>
          <pc:sldMk cId="4272302824" sldId="2147483604"/>
        </pc:sldMkLst>
        <pc:spChg chg="add mod">
          <ac:chgData name="Liang,Dr.,Hongzi (HP Medicine) BII-CN-S" userId="29bc0a18-5096-49d5-ae49-3e5745cfa117" providerId="ADAL" clId="{FF490D79-32D0-4F07-BA65-11331C421914}" dt="2025-12-15T02:50:08.993" v="2744" actId="1076"/>
          <ac:spMkLst>
            <pc:docMk/>
            <pc:sldMk cId="4272302824" sldId="2147483604"/>
            <ac:spMk id="2" creationId="{D8F51EC5-4DCC-EBEF-79CC-2273BE1D041E}"/>
          </ac:spMkLst>
        </pc:spChg>
        <pc:spChg chg="add mod">
          <ac:chgData name="Liang,Dr.,Hongzi (HP Medicine) BII-CN-S" userId="29bc0a18-5096-49d5-ae49-3e5745cfa117" providerId="ADAL" clId="{FF490D79-32D0-4F07-BA65-11331C421914}" dt="2025-12-15T02:47:01.427" v="2736" actId="2085"/>
          <ac:spMkLst>
            <pc:docMk/>
            <pc:sldMk cId="4272302824" sldId="2147483604"/>
            <ac:spMk id="6" creationId="{D0948070-C925-34D6-8849-9FA0B7504EA8}"/>
          </ac:spMkLst>
        </pc:spChg>
        <pc:spChg chg="add mod">
          <ac:chgData name="Liang,Dr.,Hongzi (HP Medicine) BII-CN-S" userId="29bc0a18-5096-49d5-ae49-3e5745cfa117" providerId="ADAL" clId="{FF490D79-32D0-4F07-BA65-11331C421914}" dt="2025-12-15T02:47:16.038" v="2738" actId="1076"/>
          <ac:spMkLst>
            <pc:docMk/>
            <pc:sldMk cId="4272302824" sldId="2147483604"/>
            <ac:spMk id="7" creationId="{85FAA443-96CA-98A4-5444-4B944AC39F67}"/>
          </ac:spMkLst>
        </pc:spChg>
      </pc:sldChg>
    </pc:docChg>
  </pc:docChgLst>
  <pc:docChgLst>
    <pc:chgData name="Zhu,Julia (HP Medicine) BII-CN-S" userId="03b5dd03-9d84-43b3-85a3-94d8f7e7e050" providerId="ADAL" clId="{CC4420AD-58F3-42E3-B10F-530B999EE787}"/>
    <pc:docChg chg="modSld">
      <pc:chgData name="Zhu,Julia (HP Medicine) BII-CN-S" userId="03b5dd03-9d84-43b3-85a3-94d8f7e7e050" providerId="ADAL" clId="{CC4420AD-58F3-42E3-B10F-530B999EE787}" dt="2025-12-14T14:01:12.106" v="38" actId="6549"/>
      <pc:docMkLst>
        <pc:docMk/>
      </pc:docMkLst>
      <pc:sldChg chg="modSp mod">
        <pc:chgData name="Zhu,Julia (HP Medicine) BII-CN-S" userId="03b5dd03-9d84-43b3-85a3-94d8f7e7e050" providerId="ADAL" clId="{CC4420AD-58F3-42E3-B10F-530B999EE787}" dt="2025-12-14T14:01:12.106" v="38" actId="6549"/>
        <pc:sldMkLst>
          <pc:docMk/>
          <pc:sldMk cId="64939238" sldId="257"/>
        </pc:sldMkLst>
        <pc:graphicFrameChg chg="mod modGraphic">
          <ac:chgData name="Zhu,Julia (HP Medicine) BII-CN-S" userId="03b5dd03-9d84-43b3-85a3-94d8f7e7e050" providerId="ADAL" clId="{CC4420AD-58F3-42E3-B10F-530B999EE787}" dt="2025-12-14T14:01:12.106" v="38" actId="6549"/>
          <ac:graphicFrameMkLst>
            <pc:docMk/>
            <pc:sldMk cId="64939238" sldId="257"/>
            <ac:graphicFrameMk id="15" creationId="{B16C4F7B-FFC9-8C91-F3C2-0272A3D6E47F}"/>
          </ac:graphicFrameMkLst>
        </pc:graphicFrameChg>
      </pc:sldChg>
    </pc:docChg>
  </pc:docChgLst>
  <pc:docChgLst>
    <pc:chgData name="Zhou,Yu (HP Medicine) BII-CN-S" userId="S::yu_3.zhou@boehringer-ingelheim.com::0b687189-3e4a-4fd5-8016-1eb07ea27cfb" providerId="AD" clId="Web-{A46A0D96-34F6-7293-DA67-69DA219ED0E1}"/>
    <pc:docChg chg="addSld modSld addMainMaster delMainMaster modMainMaster">
      <pc:chgData name="Zhou,Yu (HP Medicine) BII-CN-S" userId="S::yu_3.zhou@boehringer-ingelheim.com::0b687189-3e4a-4fd5-8016-1eb07ea27cfb" providerId="AD" clId="Web-{A46A0D96-34F6-7293-DA67-69DA219ED0E1}" dt="2025-12-12T09:58:37.769" v="28"/>
      <pc:docMkLst>
        <pc:docMk/>
      </pc:docMkLst>
      <pc:sldChg chg="modSp add mod modClrScheme chgLayout">
        <pc:chgData name="Zhou,Yu (HP Medicine) BII-CN-S" userId="S::yu_3.zhou@boehringer-ingelheim.com::0b687189-3e4a-4fd5-8016-1eb07ea27cfb" providerId="AD" clId="Web-{A46A0D96-34F6-7293-DA67-69DA219ED0E1}" dt="2025-12-12T09:54:41.671" v="4"/>
        <pc:sldMkLst>
          <pc:docMk/>
          <pc:sldMk cId="4238621153" sldId="300"/>
        </pc:sldMkLst>
        <pc:spChg chg="mod ord">
          <ac:chgData name="Zhou,Yu (HP Medicine) BII-CN-S" userId="S::yu_3.zhou@boehringer-ingelheim.com::0b687189-3e4a-4fd5-8016-1eb07ea27cfb" providerId="AD" clId="Web-{A46A0D96-34F6-7293-DA67-69DA219ED0E1}" dt="2025-12-12T09:54:41.671" v="4"/>
          <ac:spMkLst>
            <pc:docMk/>
            <pc:sldMk cId="4238621153" sldId="300"/>
            <ac:spMk id="4" creationId="{352382A7-FF57-AC32-3E92-1D72E3E0F498}"/>
          </ac:spMkLst>
        </pc:spChg>
        <pc:spChg chg="mod ord">
          <ac:chgData name="Zhou,Yu (HP Medicine) BII-CN-S" userId="S::yu_3.zhou@boehringer-ingelheim.com::0b687189-3e4a-4fd5-8016-1eb07ea27cfb" providerId="AD" clId="Web-{A46A0D96-34F6-7293-DA67-69DA219ED0E1}" dt="2025-12-12T09:54:41.671" v="4"/>
          <ac:spMkLst>
            <pc:docMk/>
            <pc:sldMk cId="4238621153" sldId="300"/>
            <ac:spMk id="5" creationId="{0BFC14B6-66C9-5704-8D7B-621B1227831A}"/>
          </ac:spMkLst>
        </pc:spChg>
        <pc:spChg chg="mod ord">
          <ac:chgData name="Zhou,Yu (HP Medicine) BII-CN-S" userId="S::yu_3.zhou@boehringer-ingelheim.com::0b687189-3e4a-4fd5-8016-1eb07ea27cfb" providerId="AD" clId="Web-{A46A0D96-34F6-7293-DA67-69DA219ED0E1}" dt="2025-12-12T09:54:41.671" v="4"/>
          <ac:spMkLst>
            <pc:docMk/>
            <pc:sldMk cId="4238621153" sldId="300"/>
            <ac:spMk id="6" creationId="{D39A045B-80C1-9BB7-07E5-7305FB4BDA87}"/>
          </ac:spMkLst>
        </pc:spChg>
        <pc:spChg chg="mod ord">
          <ac:chgData name="Zhou,Yu (HP Medicine) BII-CN-S" userId="S::yu_3.zhou@boehringer-ingelheim.com::0b687189-3e4a-4fd5-8016-1eb07ea27cfb" providerId="AD" clId="Web-{A46A0D96-34F6-7293-DA67-69DA219ED0E1}" dt="2025-12-12T09:54:41.671" v="4"/>
          <ac:spMkLst>
            <pc:docMk/>
            <pc:sldMk cId="4238621153" sldId="300"/>
            <ac:spMk id="8" creationId="{363941C2-E59A-CD49-DDAD-2B84A6AE543C}"/>
          </ac:spMkLst>
        </pc:spChg>
        <pc:graphicFrameChg chg="mod ord modGraphic">
          <ac:chgData name="Zhou,Yu (HP Medicine) BII-CN-S" userId="S::yu_3.zhou@boehringer-ingelheim.com::0b687189-3e4a-4fd5-8016-1eb07ea27cfb" providerId="AD" clId="Web-{A46A0D96-34F6-7293-DA67-69DA219ED0E1}" dt="2025-12-12T09:54:41.671" v="4"/>
          <ac:graphicFrameMkLst>
            <pc:docMk/>
            <pc:sldMk cId="4238621153" sldId="300"/>
            <ac:graphicFrameMk id="12" creationId="{E2FA9167-9382-F0B1-2893-B52AC57C2CF3}"/>
          </ac:graphicFrameMkLst>
        </pc:graphicFrameChg>
      </pc:sldChg>
      <pc:sldChg chg="modSp add">
        <pc:chgData name="Zhou,Yu (HP Medicine) BII-CN-S" userId="S::yu_3.zhou@boehringer-ingelheim.com::0b687189-3e4a-4fd5-8016-1eb07ea27cfb" providerId="AD" clId="Web-{A46A0D96-34F6-7293-DA67-69DA219ED0E1}" dt="2025-12-12T09:58:37.769" v="28"/>
        <pc:sldMkLst>
          <pc:docMk/>
          <pc:sldMk cId="600153764" sldId="2147480155"/>
        </pc:sldMkLst>
        <pc:graphicFrameChg chg="mod modGraphic">
          <ac:chgData name="Zhou,Yu (HP Medicine) BII-CN-S" userId="S::yu_3.zhou@boehringer-ingelheim.com::0b687189-3e4a-4fd5-8016-1eb07ea27cfb" providerId="AD" clId="Web-{A46A0D96-34F6-7293-DA67-69DA219ED0E1}" dt="2025-12-12T09:58:37.769" v="28"/>
          <ac:graphicFrameMkLst>
            <pc:docMk/>
            <pc:sldMk cId="600153764" sldId="2147480155"/>
            <ac:graphicFrameMk id="5" creationId="{D3DAFFB9-4E9F-9EB6-1273-2E3A376D9211}"/>
          </ac:graphicFrameMkLst>
        </pc:graphicFrameChg>
      </pc:sldChg>
      <pc:sldMasterChg chg="replId modSldLayout">
        <pc:chgData name="Zhou,Yu (HP Medicine) BII-CN-S" userId="S::yu_3.zhou@boehringer-ingelheim.com::0b687189-3e4a-4fd5-8016-1eb07ea27cfb" providerId="AD" clId="Web-{A46A0D96-34F6-7293-DA67-69DA219ED0E1}" dt="2025-12-12T09:54:37.296" v="0"/>
        <pc:sldMasterMkLst>
          <pc:docMk/>
          <pc:sldMasterMk cId="2212581710" sldId="2147484242"/>
        </pc:sldMasterMkLst>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457512947" sldId="2147484247"/>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4259958962" sldId="2147484248"/>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1618203822" sldId="2147484249"/>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83000008" sldId="2147484250"/>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239642849" sldId="2147484251"/>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069193835" sldId="2147484252"/>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3388264398" sldId="2147484253"/>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693764388" sldId="2147484254"/>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4012692822" sldId="2147484256"/>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87703967" sldId="2147484258"/>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414061951" sldId="2147484259"/>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327353862" sldId="2147484260"/>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1740785132" sldId="2147484261"/>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995246037" sldId="2147484262"/>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43502093" sldId="2147484263"/>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1494933957" sldId="2147484264"/>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3832816044" sldId="2147484265"/>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809848678" sldId="2147484266"/>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3158610983" sldId="2147484267"/>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1448112326" sldId="2147484268"/>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120560460" sldId="2147484269"/>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16753238" sldId="2147484270"/>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825525858" sldId="2147484271"/>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476430492" sldId="2147484272"/>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662756095" sldId="2147484273"/>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3287317322" sldId="2147484274"/>
          </pc:sldLayoutMkLst>
        </pc:sldLayoutChg>
        <pc:sldLayoutChg chg="replId">
          <pc:chgData name="Zhou,Yu (HP Medicine) BII-CN-S" userId="S::yu_3.zhou@boehringer-ingelheim.com::0b687189-3e4a-4fd5-8016-1eb07ea27cfb" providerId="AD" clId="Web-{A46A0D96-34F6-7293-DA67-69DA219ED0E1}" dt="2025-12-12T09:54:37.296" v="0"/>
          <pc:sldLayoutMkLst>
            <pc:docMk/>
            <pc:sldMasterMk cId="2212581710" sldId="2147484242"/>
            <pc:sldLayoutMk cId="2350558821" sldId="2147484276"/>
          </pc:sldLayoutMkLst>
        </pc:sldLayoutChg>
      </pc:sldMasterChg>
    </pc:docChg>
  </pc:docChgLst>
  <pc:docChgLst>
    <pc:chgData name="Zheng,Dr.,Lian (HP Medicine) BII-CN-S" userId="767e6303-f142-4891-9997-ed32fd588418" providerId="ADAL" clId="{D57DB265-9494-42DA-BD17-A3E74FACD507}"/>
    <pc:docChg chg="custSel addSld delSld modSld sldOrd">
      <pc:chgData name="Zheng,Dr.,Lian (HP Medicine) BII-CN-S" userId="767e6303-f142-4891-9997-ed32fd588418" providerId="ADAL" clId="{D57DB265-9494-42DA-BD17-A3E74FACD507}" dt="2025-12-15T04:21:57.645" v="1079" actId="20577"/>
      <pc:docMkLst>
        <pc:docMk/>
      </pc:docMkLst>
      <pc:sldChg chg="addSp modSp add mod">
        <pc:chgData name="Zheng,Dr.,Lian (HP Medicine) BII-CN-S" userId="767e6303-f142-4891-9997-ed32fd588418" providerId="ADAL" clId="{D57DB265-9494-42DA-BD17-A3E74FACD507}" dt="2025-12-15T03:16:39.421" v="1074" actId="1076"/>
        <pc:sldMkLst>
          <pc:docMk/>
          <pc:sldMk cId="465860651" sldId="282"/>
        </pc:sldMkLst>
        <pc:picChg chg="add mod">
          <ac:chgData name="Zheng,Dr.,Lian (HP Medicine) BII-CN-S" userId="767e6303-f142-4891-9997-ed32fd588418" providerId="ADAL" clId="{D57DB265-9494-42DA-BD17-A3E74FACD507}" dt="2025-12-15T03:16:39.421" v="1074" actId="1076"/>
          <ac:picMkLst>
            <pc:docMk/>
            <pc:sldMk cId="465860651" sldId="282"/>
            <ac:picMk id="3" creationId="{39CACC4B-8047-4E5F-493D-3E3071AC5A20}"/>
          </ac:picMkLst>
        </pc:picChg>
      </pc:sldChg>
      <pc:sldChg chg="add">
        <pc:chgData name="Zheng,Dr.,Lian (HP Medicine) BII-CN-S" userId="767e6303-f142-4891-9997-ed32fd588418" providerId="ADAL" clId="{D57DB265-9494-42DA-BD17-A3E74FACD507}" dt="2025-12-12T02:54:48.584" v="192"/>
        <pc:sldMkLst>
          <pc:docMk/>
          <pc:sldMk cId="405981680" sldId="283"/>
        </pc:sldMkLst>
      </pc:sldChg>
      <pc:sldChg chg="add">
        <pc:chgData name="Zheng,Dr.,Lian (HP Medicine) BII-CN-S" userId="767e6303-f142-4891-9997-ed32fd588418" providerId="ADAL" clId="{D57DB265-9494-42DA-BD17-A3E74FACD507}" dt="2025-12-12T02:54:48.584" v="192"/>
        <pc:sldMkLst>
          <pc:docMk/>
          <pc:sldMk cId="3855921118" sldId="284"/>
        </pc:sldMkLst>
      </pc:sldChg>
      <pc:sldChg chg="addSp delSp modSp new mod modClrScheme chgLayout">
        <pc:chgData name="Zheng,Dr.,Lian (HP Medicine) BII-CN-S" userId="767e6303-f142-4891-9997-ed32fd588418" providerId="ADAL" clId="{D57DB265-9494-42DA-BD17-A3E74FACD507}" dt="2025-12-15T03:15:49.266" v="1070" actId="20577"/>
        <pc:sldMkLst>
          <pc:docMk/>
          <pc:sldMk cId="3944586938" sldId="285"/>
        </pc:sldMkLst>
        <pc:spChg chg="mod">
          <ac:chgData name="Zheng,Dr.,Lian (HP Medicine) BII-CN-S" userId="767e6303-f142-4891-9997-ed32fd588418" providerId="ADAL" clId="{D57DB265-9494-42DA-BD17-A3E74FACD507}" dt="2025-12-15T03:03:17.010" v="869" actId="26606"/>
          <ac:spMkLst>
            <pc:docMk/>
            <pc:sldMk cId="3944586938" sldId="285"/>
            <ac:spMk id="2" creationId="{CCC783B9-E433-CD15-8148-8B1F9857ACDC}"/>
          </ac:spMkLst>
        </pc:spChg>
        <pc:spChg chg="mod">
          <ac:chgData name="Zheng,Dr.,Lian (HP Medicine) BII-CN-S" userId="767e6303-f142-4891-9997-ed32fd588418" providerId="ADAL" clId="{D57DB265-9494-42DA-BD17-A3E74FACD507}" dt="2025-12-15T03:15:49.266" v="1070" actId="20577"/>
          <ac:spMkLst>
            <pc:docMk/>
            <pc:sldMk cId="3944586938" sldId="285"/>
            <ac:spMk id="3" creationId="{9F013350-3FA1-310E-F7DB-E6323AA69249}"/>
          </ac:spMkLst>
        </pc:spChg>
        <pc:spChg chg="mod ord">
          <ac:chgData name="Zheng,Dr.,Lian (HP Medicine) BII-CN-S" userId="767e6303-f142-4891-9997-ed32fd588418" providerId="ADAL" clId="{D57DB265-9494-42DA-BD17-A3E74FACD507}" dt="2025-12-15T03:03:17.010" v="869" actId="26606"/>
          <ac:spMkLst>
            <pc:docMk/>
            <pc:sldMk cId="3944586938" sldId="285"/>
            <ac:spMk id="5" creationId="{5F55A759-0452-4EED-A470-310EA3546062}"/>
          </ac:spMkLst>
        </pc:spChg>
        <pc:spChg chg="mod ord">
          <ac:chgData name="Zheng,Dr.,Lian (HP Medicine) BII-CN-S" userId="767e6303-f142-4891-9997-ed32fd588418" providerId="ADAL" clId="{D57DB265-9494-42DA-BD17-A3E74FACD507}" dt="2025-12-15T03:03:17.010" v="869" actId="26606"/>
          <ac:spMkLst>
            <pc:docMk/>
            <pc:sldMk cId="3944586938" sldId="285"/>
            <ac:spMk id="6" creationId="{D9AD151D-7FF0-A5CD-33AE-917864994B19}"/>
          </ac:spMkLst>
        </pc:spChg>
        <pc:spChg chg="add mod">
          <ac:chgData name="Zheng,Dr.,Lian (HP Medicine) BII-CN-S" userId="767e6303-f142-4891-9997-ed32fd588418" providerId="ADAL" clId="{D57DB265-9494-42DA-BD17-A3E74FACD507}" dt="2025-12-15T03:03:17.010" v="869" actId="26606"/>
          <ac:spMkLst>
            <pc:docMk/>
            <pc:sldMk cId="3944586938" sldId="285"/>
            <ac:spMk id="12" creationId="{D3D4178B-2261-FA04-31A1-20282C3DD499}"/>
          </ac:spMkLst>
        </pc:spChg>
        <pc:picChg chg="add mod">
          <ac:chgData name="Zheng,Dr.,Lian (HP Medicine) BII-CN-S" userId="767e6303-f142-4891-9997-ed32fd588418" providerId="ADAL" clId="{D57DB265-9494-42DA-BD17-A3E74FACD507}" dt="2025-12-15T03:03:17.010" v="869" actId="26606"/>
          <ac:picMkLst>
            <pc:docMk/>
            <pc:sldMk cId="3944586938" sldId="285"/>
            <ac:picMk id="7" creationId="{C40FD1A1-E048-0D20-105C-450C4E10EDEA}"/>
          </ac:picMkLst>
        </pc:picChg>
      </pc:sldChg>
      <pc:sldChg chg="modSp add del mod">
        <pc:chgData name="Zheng,Dr.,Lian (HP Medicine) BII-CN-S" userId="767e6303-f142-4891-9997-ed32fd588418" providerId="ADAL" clId="{D57DB265-9494-42DA-BD17-A3E74FACD507}" dt="2025-12-15T02:26:26.351" v="225" actId="14100"/>
        <pc:sldMkLst>
          <pc:docMk/>
          <pc:sldMk cId="1179137285" sldId="297"/>
        </pc:sldMkLst>
        <pc:spChg chg="mod">
          <ac:chgData name="Zheng,Dr.,Lian (HP Medicine) BII-CN-S" userId="767e6303-f142-4891-9997-ed32fd588418" providerId="ADAL" clId="{D57DB265-9494-42DA-BD17-A3E74FACD507}" dt="2025-12-15T02:26:26.351" v="225" actId="14100"/>
          <ac:spMkLst>
            <pc:docMk/>
            <pc:sldMk cId="1179137285" sldId="297"/>
            <ac:spMk id="23" creationId="{FB04D855-0DD1-0CCF-D43C-597E8FFBF400}"/>
          </ac:spMkLst>
        </pc:spChg>
      </pc:sldChg>
      <pc:sldChg chg="modSp add del mod">
        <pc:chgData name="Zheng,Dr.,Lian (HP Medicine) BII-CN-S" userId="767e6303-f142-4891-9997-ed32fd588418" providerId="ADAL" clId="{D57DB265-9494-42DA-BD17-A3E74FACD507}" dt="2025-12-12T02:54:48.584" v="192"/>
        <pc:sldMkLst>
          <pc:docMk/>
          <pc:sldMk cId="2364549175" sldId="299"/>
        </pc:sldMkLst>
      </pc:sldChg>
      <pc:sldChg chg="modSp add del mod">
        <pc:chgData name="Zheng,Dr.,Lian (HP Medicine) BII-CN-S" userId="767e6303-f142-4891-9997-ed32fd588418" providerId="ADAL" clId="{D57DB265-9494-42DA-BD17-A3E74FACD507}" dt="2025-12-12T02:54:48.584" v="192"/>
        <pc:sldMkLst>
          <pc:docMk/>
          <pc:sldMk cId="828165616" sldId="302"/>
        </pc:sldMkLst>
      </pc:sldChg>
      <pc:sldChg chg="addSp modSp add mod">
        <pc:chgData name="Zheng,Dr.,Lian (HP Medicine) BII-CN-S" userId="767e6303-f142-4891-9997-ed32fd588418" providerId="ADAL" clId="{D57DB265-9494-42DA-BD17-A3E74FACD507}" dt="2025-12-15T03:16:30.625" v="1072" actId="1076"/>
        <pc:sldMkLst>
          <pc:docMk/>
          <pc:sldMk cId="3983665049" sldId="2147481625"/>
        </pc:sldMkLst>
        <pc:picChg chg="add mod">
          <ac:chgData name="Zheng,Dr.,Lian (HP Medicine) BII-CN-S" userId="767e6303-f142-4891-9997-ed32fd588418" providerId="ADAL" clId="{D57DB265-9494-42DA-BD17-A3E74FACD507}" dt="2025-12-15T03:16:30.625" v="1072" actId="1076"/>
          <ac:picMkLst>
            <pc:docMk/>
            <pc:sldMk cId="3983665049" sldId="2147481625"/>
            <ac:picMk id="5" creationId="{E9B2CD66-5D00-3374-EB8F-873BA914F293}"/>
          </ac:picMkLst>
        </pc:picChg>
      </pc:sldChg>
      <pc:sldChg chg="addSp modSp add mod">
        <pc:chgData name="Zheng,Dr.,Lian (HP Medicine) BII-CN-S" userId="767e6303-f142-4891-9997-ed32fd588418" providerId="ADAL" clId="{D57DB265-9494-42DA-BD17-A3E74FACD507}" dt="2025-12-15T03:16:53.089" v="1076" actId="1076"/>
        <pc:sldMkLst>
          <pc:docMk/>
          <pc:sldMk cId="1629863781" sldId="2147481626"/>
        </pc:sldMkLst>
        <pc:picChg chg="add mod">
          <ac:chgData name="Zheng,Dr.,Lian (HP Medicine) BII-CN-S" userId="767e6303-f142-4891-9997-ed32fd588418" providerId="ADAL" clId="{D57DB265-9494-42DA-BD17-A3E74FACD507}" dt="2025-12-15T03:16:53.089" v="1076" actId="1076"/>
          <ac:picMkLst>
            <pc:docMk/>
            <pc:sldMk cId="1629863781" sldId="2147481626"/>
            <ac:picMk id="8" creationId="{5E270D3B-F0A8-4C81-9B18-107C9AC747C3}"/>
          </ac:picMkLst>
        </pc:picChg>
      </pc:sldChg>
      <pc:sldChg chg="addSp modSp add mod">
        <pc:chgData name="Zheng,Dr.,Lian (HP Medicine) BII-CN-S" userId="767e6303-f142-4891-9997-ed32fd588418" providerId="ADAL" clId="{D57DB265-9494-42DA-BD17-A3E74FACD507}" dt="2025-12-15T03:16:58.491" v="1078" actId="1076"/>
        <pc:sldMkLst>
          <pc:docMk/>
          <pc:sldMk cId="333535112" sldId="2147481628"/>
        </pc:sldMkLst>
        <pc:picChg chg="add mod">
          <ac:chgData name="Zheng,Dr.,Lian (HP Medicine) BII-CN-S" userId="767e6303-f142-4891-9997-ed32fd588418" providerId="ADAL" clId="{D57DB265-9494-42DA-BD17-A3E74FACD507}" dt="2025-12-15T03:16:58.491" v="1078" actId="1076"/>
          <ac:picMkLst>
            <pc:docMk/>
            <pc:sldMk cId="333535112" sldId="2147481628"/>
            <ac:picMk id="4" creationId="{D9F8A1F1-F4A3-A600-6AA1-3B2F4B5AF754}"/>
          </ac:picMkLst>
        </pc:picChg>
      </pc:sldChg>
      <pc:sldChg chg="addSp delSp modSp new mod">
        <pc:chgData name="Zheng,Dr.,Lian (HP Medicine) BII-CN-S" userId="767e6303-f142-4891-9997-ed32fd588418" providerId="ADAL" clId="{D57DB265-9494-42DA-BD17-A3E74FACD507}" dt="2025-12-15T04:21:57.645" v="1079" actId="20577"/>
        <pc:sldMkLst>
          <pc:docMk/>
          <pc:sldMk cId="1233875931" sldId="2147483647"/>
        </pc:sldMkLst>
        <pc:spChg chg="mod">
          <ac:chgData name="Zheng,Dr.,Lian (HP Medicine) BII-CN-S" userId="767e6303-f142-4891-9997-ed32fd588418" providerId="ADAL" clId="{D57DB265-9494-42DA-BD17-A3E74FACD507}" dt="2025-12-15T03:02:47.921" v="868" actId="20577"/>
          <ac:spMkLst>
            <pc:docMk/>
            <pc:sldMk cId="1233875931" sldId="2147483647"/>
            <ac:spMk id="2" creationId="{261DE1AF-0B8C-8197-E21D-9EFB88F43E02}"/>
          </ac:spMkLst>
        </pc:spChg>
        <pc:spChg chg="mod">
          <ac:chgData name="Zheng,Dr.,Lian (HP Medicine) BII-CN-S" userId="767e6303-f142-4891-9997-ed32fd588418" providerId="ADAL" clId="{D57DB265-9494-42DA-BD17-A3E74FACD507}" dt="2025-12-15T03:01:14.672" v="855" actId="14100"/>
          <ac:spMkLst>
            <pc:docMk/>
            <pc:sldMk cId="1233875931" sldId="2147483647"/>
            <ac:spMk id="3" creationId="{E50C72A5-4B3F-166C-E1ED-8844C610B38C}"/>
          </ac:spMkLst>
        </pc:spChg>
        <pc:spChg chg="add mod">
          <ac:chgData name="Zheng,Dr.,Lian (HP Medicine) BII-CN-S" userId="767e6303-f142-4891-9997-ed32fd588418" providerId="ADAL" clId="{D57DB265-9494-42DA-BD17-A3E74FACD507}" dt="2025-12-15T03:01:25.756" v="858" actId="1036"/>
          <ac:spMkLst>
            <pc:docMk/>
            <pc:sldMk cId="1233875931" sldId="2147483647"/>
            <ac:spMk id="9" creationId="{6F31A0E4-4DD1-738B-8DAC-D67ABD400097}"/>
          </ac:spMkLst>
        </pc:spChg>
        <pc:spChg chg="add mod">
          <ac:chgData name="Zheng,Dr.,Lian (HP Medicine) BII-CN-S" userId="767e6303-f142-4891-9997-ed32fd588418" providerId="ADAL" clId="{D57DB265-9494-42DA-BD17-A3E74FACD507}" dt="2025-12-15T04:21:57.645" v="1079" actId="20577"/>
          <ac:spMkLst>
            <pc:docMk/>
            <pc:sldMk cId="1233875931" sldId="2147483647"/>
            <ac:spMk id="10" creationId="{FEAB3F1D-A3B2-A74A-FF22-976ECF150FD1}"/>
          </ac:spMkLst>
        </pc:spChg>
        <pc:spChg chg="add mod">
          <ac:chgData name="Zheng,Dr.,Lian (HP Medicine) BII-CN-S" userId="767e6303-f142-4891-9997-ed32fd588418" providerId="ADAL" clId="{D57DB265-9494-42DA-BD17-A3E74FACD507}" dt="2025-12-15T02:46:07.995" v="494" actId="1076"/>
          <ac:spMkLst>
            <pc:docMk/>
            <pc:sldMk cId="1233875931" sldId="2147483647"/>
            <ac:spMk id="11" creationId="{D6C1F566-129A-5084-B9E9-144BB3B58B7C}"/>
          </ac:spMkLst>
        </pc:spChg>
        <pc:spChg chg="add mod">
          <ac:chgData name="Zheng,Dr.,Lian (HP Medicine) BII-CN-S" userId="767e6303-f142-4891-9997-ed32fd588418" providerId="ADAL" clId="{D57DB265-9494-42DA-BD17-A3E74FACD507}" dt="2025-12-15T02:50:08.723" v="551" actId="404"/>
          <ac:spMkLst>
            <pc:docMk/>
            <pc:sldMk cId="1233875931" sldId="2147483647"/>
            <ac:spMk id="19" creationId="{538806F3-B43E-7075-74FA-4C9060C331B1}"/>
          </ac:spMkLst>
        </pc:spChg>
        <pc:graphicFrameChg chg="add mod modGraphic">
          <ac:chgData name="Zheng,Dr.,Lian (HP Medicine) BII-CN-S" userId="767e6303-f142-4891-9997-ed32fd588418" providerId="ADAL" clId="{D57DB265-9494-42DA-BD17-A3E74FACD507}" dt="2025-12-15T03:01:25.756" v="858" actId="1036"/>
          <ac:graphicFrameMkLst>
            <pc:docMk/>
            <pc:sldMk cId="1233875931" sldId="2147483647"/>
            <ac:graphicFrameMk id="8" creationId="{0073C0DE-E451-BF63-10B6-FFD39578CE47}"/>
          </ac:graphicFrameMkLst>
        </pc:graphicFrameChg>
        <pc:graphicFrameChg chg="add mod modGraphic">
          <ac:chgData name="Zheng,Dr.,Lian (HP Medicine) BII-CN-S" userId="767e6303-f142-4891-9997-ed32fd588418" providerId="ADAL" clId="{D57DB265-9494-42DA-BD17-A3E74FACD507}" dt="2025-12-15T03:01:21.407" v="856" actId="1076"/>
          <ac:graphicFrameMkLst>
            <pc:docMk/>
            <pc:sldMk cId="1233875931" sldId="2147483647"/>
            <ac:graphicFrameMk id="16" creationId="{4224AF46-75E4-CD39-CDF6-D75E8F764A8C}"/>
          </ac:graphicFrameMkLst>
        </pc:graphicFrameChg>
        <pc:picChg chg="add mod">
          <ac:chgData name="Zheng,Dr.,Lian (HP Medicine) BII-CN-S" userId="767e6303-f142-4891-9997-ed32fd588418" providerId="ADAL" clId="{D57DB265-9494-42DA-BD17-A3E74FACD507}" dt="2025-12-15T02:55:22.518" v="850" actId="1076"/>
          <ac:picMkLst>
            <pc:docMk/>
            <pc:sldMk cId="1233875931" sldId="2147483647"/>
            <ac:picMk id="20" creationId="{98E38096-B32C-DCC9-0B70-0B378CA76512}"/>
          </ac:picMkLst>
        </pc:picChg>
        <pc:cxnChg chg="add mod">
          <ac:chgData name="Zheng,Dr.,Lian (HP Medicine) BII-CN-S" userId="767e6303-f142-4891-9997-ed32fd588418" providerId="ADAL" clId="{D57DB265-9494-42DA-BD17-A3E74FACD507}" dt="2025-12-15T02:46:04.357" v="493" actId="1582"/>
          <ac:cxnSpMkLst>
            <pc:docMk/>
            <pc:sldMk cId="1233875931" sldId="2147483647"/>
            <ac:cxnSpMk id="13" creationId="{6223892C-89B8-0C89-C6D9-F8B7FEB52E40}"/>
          </ac:cxnSpMkLst>
        </pc:cxnChg>
        <pc:cxnChg chg="add mod">
          <ac:chgData name="Zheng,Dr.,Lian (HP Medicine) BII-CN-S" userId="767e6303-f142-4891-9997-ed32fd588418" providerId="ADAL" clId="{D57DB265-9494-42DA-BD17-A3E74FACD507}" dt="2025-12-15T02:47:19.467" v="525" actId="1076"/>
          <ac:cxnSpMkLst>
            <pc:docMk/>
            <pc:sldMk cId="1233875931" sldId="2147483647"/>
            <ac:cxnSpMk id="14" creationId="{8409AE84-2BC0-AA7F-923B-123117BF6375}"/>
          </ac:cxnSpMkLst>
        </pc:cxnChg>
      </pc:sldChg>
      <pc:sldMasterChg chg="delSldLayout">
        <pc:chgData name="Zheng,Dr.,Lian (HP Medicine) BII-CN-S" userId="767e6303-f142-4891-9997-ed32fd588418" providerId="ADAL" clId="{D57DB265-9494-42DA-BD17-A3E74FACD507}" dt="2025-12-12T02:54:25.363" v="190" actId="47"/>
        <pc:sldMasterMkLst>
          <pc:docMk/>
          <pc:sldMasterMk cId="4087005753" sldId="2147483857"/>
        </pc:sldMasterMkLst>
      </pc:sldMasterChg>
    </pc:docChg>
  </pc:docChgLst>
  <pc:docChgLst>
    <pc:chgData name="Zhu,Julia (HP Medicine) BII-CN-S" userId="S::julia_2.zhu@boehringer-ingelheim.com::03b5dd03-9d84-43b3-85a3-94d8f7e7e050" providerId="AD" clId="Web-{2A34FC0A-C90E-3E0D-DF21-29445A318A4A}"/>
    <pc:docChg chg="modSld">
      <pc:chgData name="Zhu,Julia (HP Medicine) BII-CN-S" userId="S::julia_2.zhu@boehringer-ingelheim.com::03b5dd03-9d84-43b3-85a3-94d8f7e7e050" providerId="AD" clId="Web-{2A34FC0A-C90E-3E0D-DF21-29445A318A4A}" dt="2025-12-14T13:55:21.559" v="147"/>
      <pc:docMkLst>
        <pc:docMk/>
      </pc:docMkLst>
      <pc:sldChg chg="modSp">
        <pc:chgData name="Zhu,Julia (HP Medicine) BII-CN-S" userId="S::julia_2.zhu@boehringer-ingelheim.com::03b5dd03-9d84-43b3-85a3-94d8f7e7e050" providerId="AD" clId="Web-{2A34FC0A-C90E-3E0D-DF21-29445A318A4A}" dt="2025-12-14T13:55:21.559" v="147"/>
        <pc:sldMkLst>
          <pc:docMk/>
          <pc:sldMk cId="64939238" sldId="257"/>
        </pc:sldMkLst>
        <pc:graphicFrameChg chg="mod modGraphic">
          <ac:chgData name="Zhu,Julia (HP Medicine) BII-CN-S" userId="S::julia_2.zhu@boehringer-ingelheim.com::03b5dd03-9d84-43b3-85a3-94d8f7e7e050" providerId="AD" clId="Web-{2A34FC0A-C90E-3E0D-DF21-29445A318A4A}" dt="2025-12-14T13:55:21.559" v="147"/>
          <ac:graphicFrameMkLst>
            <pc:docMk/>
            <pc:sldMk cId="64939238" sldId="257"/>
            <ac:graphicFrameMk id="15" creationId="{B16C4F7B-FFC9-8C91-F3C2-0272A3D6E47F}"/>
          </ac:graphicFrameMkLst>
        </pc:graphicFrameChg>
      </pc:sldChg>
    </pc:docChg>
  </pc:docChgLst>
  <pc:docChgLst>
    <pc:chgData name="Zhu,Yinan (HP Medicine) BII-CN-S" userId="S::yinan.zhu@boehringer-ingelheim.com::84fd82bc-0f33-4231-bc26-e12433039e09" providerId="AD" clId="Web-{44045499-B7E0-4B4B-AD0E-0F0FD02E43C4}"/>
    <pc:docChg chg="modSld">
      <pc:chgData name="Zhu,Yinan (HP Medicine) BII-CN-S" userId="S::yinan.zhu@boehringer-ingelheim.com::84fd82bc-0f33-4231-bc26-e12433039e09" providerId="AD" clId="Web-{44045499-B7E0-4B4B-AD0E-0F0FD02E43C4}" dt="2025-12-12T00:55:08.439" v="0" actId="14100"/>
      <pc:docMkLst>
        <pc:docMk/>
      </pc:docMkLst>
      <pc:sldChg chg="modSp">
        <pc:chgData name="Zhu,Yinan (HP Medicine) BII-CN-S" userId="S::yinan.zhu@boehringer-ingelheim.com::84fd82bc-0f33-4231-bc26-e12433039e09" providerId="AD" clId="Web-{44045499-B7E0-4B4B-AD0E-0F0FD02E43C4}" dt="2025-12-12T00:55:08.439" v="0" actId="14100"/>
        <pc:sldMkLst>
          <pc:docMk/>
          <pc:sldMk cId="4000881813" sldId="2147483645"/>
        </pc:sldMkLst>
        <pc:spChg chg="mod">
          <ac:chgData name="Zhu,Yinan (HP Medicine) BII-CN-S" userId="S::yinan.zhu@boehringer-ingelheim.com::84fd82bc-0f33-4231-bc26-e12433039e09" providerId="AD" clId="Web-{44045499-B7E0-4B4B-AD0E-0F0FD02E43C4}" dt="2025-12-12T00:55:08.439" v="0" actId="14100"/>
          <ac:spMkLst>
            <pc:docMk/>
            <pc:sldMk cId="4000881813" sldId="2147483645"/>
            <ac:spMk id="237" creationId="{FF1BC18E-D37F-7F15-9BB1-037C3C8A3EDF}"/>
          </ac:spMkLst>
        </pc:spChg>
      </pc:sldChg>
    </pc:docChg>
  </pc:docChgLst>
  <pc:docChgLst>
    <pc:chgData name="Zhu,Yinan (HP Medicine) BII-CN-S" userId="84fd82bc-0f33-4231-bc26-e12433039e09" providerId="ADAL" clId="{C0F1F096-A3CB-470C-8A4A-19EBE9BE3829}"/>
    <pc:docChg chg="addSld delSld modSld">
      <pc:chgData name="Zhu,Yinan (HP Medicine) BII-CN-S" userId="84fd82bc-0f33-4231-bc26-e12433039e09" providerId="ADAL" clId="{C0F1F096-A3CB-470C-8A4A-19EBE9BE3829}" dt="2025-12-15T05:25:12.699" v="8" actId="1076"/>
      <pc:docMkLst>
        <pc:docMk/>
      </pc:docMkLst>
      <pc:sldChg chg="modSp mod">
        <pc:chgData name="Zhu,Yinan (HP Medicine) BII-CN-S" userId="84fd82bc-0f33-4231-bc26-e12433039e09" providerId="ADAL" clId="{C0F1F096-A3CB-470C-8A4A-19EBE9BE3829}" dt="2025-12-15T01:33:16.945" v="3" actId="14100"/>
        <pc:sldMkLst>
          <pc:docMk/>
          <pc:sldMk cId="473557417" sldId="258"/>
        </pc:sldMkLst>
        <pc:spChg chg="mod">
          <ac:chgData name="Zhu,Yinan (HP Medicine) BII-CN-S" userId="84fd82bc-0f33-4231-bc26-e12433039e09" providerId="ADAL" clId="{C0F1F096-A3CB-470C-8A4A-19EBE9BE3829}" dt="2025-12-15T01:33:16.945" v="3" actId="14100"/>
          <ac:spMkLst>
            <pc:docMk/>
            <pc:sldMk cId="473557417" sldId="258"/>
            <ac:spMk id="16" creationId="{6C0A9BF4-4055-DBA3-B961-1CC5316CD780}"/>
          </ac:spMkLst>
        </pc:spChg>
        <pc:spChg chg="mod">
          <ac:chgData name="Zhu,Yinan (HP Medicine) BII-CN-S" userId="84fd82bc-0f33-4231-bc26-e12433039e09" providerId="ADAL" clId="{C0F1F096-A3CB-470C-8A4A-19EBE9BE3829}" dt="2025-12-15T01:33:14.147" v="2" actId="14100"/>
          <ac:spMkLst>
            <pc:docMk/>
            <pc:sldMk cId="473557417" sldId="258"/>
            <ac:spMk id="17" creationId="{3E8F549D-CE23-3EA5-CE54-984DC07CEDA5}"/>
          </ac:spMkLst>
        </pc:spChg>
        <pc:spChg chg="mod">
          <ac:chgData name="Zhu,Yinan (HP Medicine) BII-CN-S" userId="84fd82bc-0f33-4231-bc26-e12433039e09" providerId="ADAL" clId="{C0F1F096-A3CB-470C-8A4A-19EBE9BE3829}" dt="2025-12-15T01:33:06.809" v="0" actId="14100"/>
          <ac:spMkLst>
            <pc:docMk/>
            <pc:sldMk cId="473557417" sldId="258"/>
            <ac:spMk id="18" creationId="{F9D380F5-6B9B-0591-C944-58CAFCCEB254}"/>
          </ac:spMkLst>
        </pc:spChg>
      </pc:sldChg>
      <pc:sldChg chg="add mod modShow">
        <pc:chgData name="Zhu,Yinan (HP Medicine) BII-CN-S" userId="84fd82bc-0f33-4231-bc26-e12433039e09" providerId="ADAL" clId="{C0F1F096-A3CB-470C-8A4A-19EBE9BE3829}" dt="2025-12-15T03:17:32.480" v="7" actId="729"/>
        <pc:sldMkLst>
          <pc:docMk/>
          <pc:sldMk cId="2352320816" sldId="269"/>
        </pc:sldMkLst>
      </pc:sldChg>
      <pc:sldChg chg="modSp mod">
        <pc:chgData name="Zhu,Yinan (HP Medicine) BII-CN-S" userId="84fd82bc-0f33-4231-bc26-e12433039e09" providerId="ADAL" clId="{C0F1F096-A3CB-470C-8A4A-19EBE9BE3829}" dt="2025-12-15T05:25:12.699" v="8" actId="1076"/>
        <pc:sldMkLst>
          <pc:docMk/>
          <pc:sldMk cId="1725608126" sldId="270"/>
        </pc:sldMkLst>
        <pc:cxnChg chg="mod">
          <ac:chgData name="Zhu,Yinan (HP Medicine) BII-CN-S" userId="84fd82bc-0f33-4231-bc26-e12433039e09" providerId="ADAL" clId="{C0F1F096-A3CB-470C-8A4A-19EBE9BE3829}" dt="2025-12-15T05:25:12.699" v="8" actId="1076"/>
          <ac:cxnSpMkLst>
            <pc:docMk/>
            <pc:sldMk cId="1725608126" sldId="270"/>
            <ac:cxnSpMk id="13" creationId="{128E2590-2564-D2BF-6A90-A6276F9FA419}"/>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24037;&#20316;&#34920;%20&#22312;%2020251212%20TA-CEC%20main%20deck_to%20be%20updated.ppt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24037;&#20316;&#34920;%20&#22312;%2020251212%20TA-CEC%20main%20deck_to%20be%20updated.ppt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24037;&#20316;&#34920;%20&#22312;%2020251212%20TA-CEC%20main%20deck_to%20be%20updated.pptx%202"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24037;&#20316;&#34920;%20&#22312;%2020251009%20TA-CEC%20main%20deck.ppt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24037;&#20316;&#34920;%20&#22312;%2020251212%20TA-CEC%20main%20deck_to%20be%20updated.pptx%203"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24037;&#20316;&#34920;%20&#22312;%2020251212%20TA-CEC%20main%20deck_to%20be%20updated.pptx%202"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24037;&#20316;&#34920;%20&#22312;%2020251212%20TA-CEC%20main%20deck_to%20be%20updated.ppt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24037;&#20316;&#34920;%20&#22312;%2020251114%20TA-CEC%20main%20deck_to%20be%20updated.ppt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quintiles-my.sharepoint.com/personal/sherry_ao_quintiles_com/Documents/BI/BI%201378-0020/08%20China/IM/slides/SA%20projection.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quintiles-my.sharepoint.com/personal/sherry_ao_quintiles_com/Documents/BI/BI%201378-0018/china%20specific/1378-0018_Recruitment%20Projections%2010July25.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quintiles-my.sharepoint.com/personal/sherry_ao_quintiles_com/Documents/BI/BI%201378-0018/china%20specific/1378-0018_Recruitment%20Projections%2010July25.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2.%20Tracker\3.%20recruitment\recrutiment%20curve.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a:t>
            </a:r>
            <a:r>
              <a:rPr lang="en-US" b="1">
                <a:solidFill>
                  <a:srgbClr val="7030A0"/>
                </a:solidFill>
              </a:rPr>
              <a:t>(Global</a:t>
            </a:r>
            <a:r>
              <a:rPr lang="en-US" b="1" baseline="0">
                <a:solidFill>
                  <a:srgbClr val="7030A0"/>
                </a:solidFill>
              </a:rPr>
              <a:t>)</a:t>
            </a:r>
            <a:r>
              <a:rPr lang="en-US" b="1">
                <a:solidFill>
                  <a:srgbClr val="7030A0"/>
                </a:solidFill>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20251212 TA-CEC main deck_to be updated.pptx]Sheet1'!$A$5</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updated.pptx]Sheet1'!$B$4:$AG$4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updated.pptx]Sheet1'!$B$5:$AG$5</c:f>
              <c:numCache>
                <c:formatCode>General</c:formatCode>
                <c:ptCount val="32"/>
                <c:pt idx="0">
                  <c:v>0</c:v>
                </c:pt>
                <c:pt idx="1">
                  <c:v>1</c:v>
                </c:pt>
                <c:pt idx="2">
                  <c:v>1</c:v>
                </c:pt>
                <c:pt idx="3">
                  <c:v>1</c:v>
                </c:pt>
                <c:pt idx="4">
                  <c:v>3</c:v>
                </c:pt>
                <c:pt idx="5">
                  <c:v>8</c:v>
                </c:pt>
                <c:pt idx="6">
                  <c:v>18</c:v>
                </c:pt>
                <c:pt idx="7">
                  <c:v>35</c:v>
                </c:pt>
                <c:pt idx="8">
                  <c:v>52</c:v>
                </c:pt>
                <c:pt idx="9">
                  <c:v>78</c:v>
                </c:pt>
                <c:pt idx="10">
                  <c:v>108</c:v>
                </c:pt>
                <c:pt idx="11">
                  <c:v>143</c:v>
                </c:pt>
                <c:pt idx="12">
                  <c:v>194</c:v>
                </c:pt>
                <c:pt idx="13">
                  <c:v>226</c:v>
                </c:pt>
              </c:numCache>
            </c:numRef>
          </c:val>
          <c:smooth val="0"/>
          <c:extLst>
            <c:ext xmlns:c16="http://schemas.microsoft.com/office/drawing/2014/chart" uri="{C3380CC4-5D6E-409C-BE32-E72D297353CC}">
              <c16:uniqueId val="{00000000-B51D-4517-94B2-78CD174C2302}"/>
            </c:ext>
          </c:extLst>
        </c:ser>
        <c:ser>
          <c:idx val="1"/>
          <c:order val="1"/>
          <c:tx>
            <c:strRef>
              <c:f>'[工作表 在 20251212 TA-CEC main deck_to be updated.pptx]Sheet1'!$A$6</c:f>
              <c:strCache>
                <c:ptCount val="1"/>
                <c:pt idx="0">
                  <c:v>Patients Enrolled/Randomized (Planned)</c:v>
                </c:pt>
              </c:strCache>
            </c:strRef>
          </c:tx>
          <c:spPr>
            <a:ln w="25400" cap="rnd">
              <a:solidFill>
                <a:srgbClr val="FF0000"/>
              </a:solidFill>
              <a:prstDash val="sysDot"/>
              <a:round/>
            </a:ln>
            <a:effectLst/>
          </c:spPr>
          <c:marker>
            <c:symbol val="none"/>
          </c:marker>
          <c:cat>
            <c:numRef>
              <c:f>'[工作表 在 20251212 TA-CEC main deck_to be updated.pptx]Sheet1'!$B$4:$AG$4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updated.pptx]Sheet1'!$B$6:$AG$6</c:f>
              <c:numCache>
                <c:formatCode>General</c:formatCode>
                <c:ptCount val="32"/>
                <c:pt idx="0">
                  <c:v>0</c:v>
                </c:pt>
                <c:pt idx="1">
                  <c:v>1</c:v>
                </c:pt>
                <c:pt idx="2">
                  <c:v>1</c:v>
                </c:pt>
                <c:pt idx="3">
                  <c:v>1</c:v>
                </c:pt>
                <c:pt idx="4">
                  <c:v>3</c:v>
                </c:pt>
                <c:pt idx="5">
                  <c:v>7</c:v>
                </c:pt>
                <c:pt idx="6">
                  <c:v>17</c:v>
                </c:pt>
                <c:pt idx="7">
                  <c:v>31</c:v>
                </c:pt>
                <c:pt idx="8">
                  <c:v>50</c:v>
                </c:pt>
                <c:pt idx="9">
                  <c:v>77</c:v>
                </c:pt>
                <c:pt idx="10">
                  <c:v>106</c:v>
                </c:pt>
                <c:pt idx="11">
                  <c:v>135</c:v>
                </c:pt>
                <c:pt idx="12">
                  <c:v>180</c:v>
                </c:pt>
                <c:pt idx="13">
                  <c:v>232</c:v>
                </c:pt>
                <c:pt idx="14">
                  <c:v>290</c:v>
                </c:pt>
                <c:pt idx="15">
                  <c:v>347</c:v>
                </c:pt>
                <c:pt idx="16">
                  <c:v>401</c:v>
                </c:pt>
                <c:pt idx="17">
                  <c:v>463</c:v>
                </c:pt>
                <c:pt idx="18">
                  <c:v>520</c:v>
                </c:pt>
                <c:pt idx="19">
                  <c:v>580</c:v>
                </c:pt>
                <c:pt idx="20">
                  <c:v>639</c:v>
                </c:pt>
                <c:pt idx="21">
                  <c:v>700</c:v>
                </c:pt>
                <c:pt idx="22">
                  <c:v>811</c:v>
                </c:pt>
                <c:pt idx="23">
                  <c:v>925</c:v>
                </c:pt>
                <c:pt idx="24">
                  <c:v>1041</c:v>
                </c:pt>
                <c:pt idx="25">
                  <c:v>1152</c:v>
                </c:pt>
                <c:pt idx="26">
                  <c:v>1267</c:v>
                </c:pt>
                <c:pt idx="27">
                  <c:v>1382</c:v>
                </c:pt>
                <c:pt idx="28">
                  <c:v>1488</c:v>
                </c:pt>
                <c:pt idx="29">
                  <c:v>1603</c:v>
                </c:pt>
                <c:pt idx="30">
                  <c:v>1712</c:v>
                </c:pt>
                <c:pt idx="31">
                  <c:v>1800</c:v>
                </c:pt>
              </c:numCache>
            </c:numRef>
          </c:val>
          <c:smooth val="0"/>
          <c:extLst>
            <c:ext xmlns:c16="http://schemas.microsoft.com/office/drawing/2014/chart" uri="{C3380CC4-5D6E-409C-BE32-E72D297353CC}">
              <c16:uniqueId val="{00000001-B51D-4517-94B2-78CD174C2302}"/>
            </c:ext>
          </c:extLst>
        </c:ser>
        <c:ser>
          <c:idx val="2"/>
          <c:order val="2"/>
          <c:tx>
            <c:strRef>
              <c:f>'[工作表 在 20251212 TA-CEC main deck_to be updated.pptx]Sheet1'!$A$9</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updated.pptx]Sheet1'!$B$4:$AG$4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updated.pptx]Sheet1'!$B$9:$AG$9</c:f>
              <c:numCache>
                <c:formatCode>General</c:formatCode>
                <c:ptCount val="32"/>
                <c:pt idx="0">
                  <c:v>33</c:v>
                </c:pt>
                <c:pt idx="1">
                  <c:v>42</c:v>
                </c:pt>
                <c:pt idx="2">
                  <c:v>55</c:v>
                </c:pt>
                <c:pt idx="3">
                  <c:v>129</c:v>
                </c:pt>
                <c:pt idx="4">
                  <c:v>266</c:v>
                </c:pt>
                <c:pt idx="5">
                  <c:v>534</c:v>
                </c:pt>
                <c:pt idx="6">
                  <c:v>808</c:v>
                </c:pt>
                <c:pt idx="7">
                  <c:v>1145</c:v>
                </c:pt>
                <c:pt idx="8">
                  <c:v>1550</c:v>
                </c:pt>
                <c:pt idx="9">
                  <c:v>1986</c:v>
                </c:pt>
                <c:pt idx="10">
                  <c:v>2402</c:v>
                </c:pt>
                <c:pt idx="11">
                  <c:v>2800</c:v>
                </c:pt>
                <c:pt idx="12">
                  <c:v>3209</c:v>
                </c:pt>
                <c:pt idx="13">
                  <c:v>3629</c:v>
                </c:pt>
              </c:numCache>
            </c:numRef>
          </c:val>
          <c:smooth val="0"/>
          <c:extLst>
            <c:ext xmlns:c16="http://schemas.microsoft.com/office/drawing/2014/chart" uri="{C3380CC4-5D6E-409C-BE32-E72D297353CC}">
              <c16:uniqueId val="{00000002-B51D-4517-94B2-78CD174C2302}"/>
            </c:ext>
          </c:extLst>
        </c:ser>
        <c:ser>
          <c:idx val="3"/>
          <c:order val="3"/>
          <c:tx>
            <c:strRef>
              <c:f>'[工作表 在 20251212 TA-CEC main deck_to be updated.pptx]Sheet1'!$A$10</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updated.pptx]Sheet1'!$B$4:$AG$4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updated.pptx]Sheet1'!$B$10:$AG$10</c:f>
              <c:numCache>
                <c:formatCode>General</c:formatCode>
                <c:ptCount val="32"/>
                <c:pt idx="0">
                  <c:v>26</c:v>
                </c:pt>
                <c:pt idx="1">
                  <c:v>41</c:v>
                </c:pt>
                <c:pt idx="2">
                  <c:v>55</c:v>
                </c:pt>
                <c:pt idx="3">
                  <c:v>97</c:v>
                </c:pt>
                <c:pt idx="4">
                  <c:v>246</c:v>
                </c:pt>
                <c:pt idx="5">
                  <c:v>482</c:v>
                </c:pt>
                <c:pt idx="6">
                  <c:v>779</c:v>
                </c:pt>
                <c:pt idx="7">
                  <c:v>1110</c:v>
                </c:pt>
                <c:pt idx="8">
                  <c:v>1491</c:v>
                </c:pt>
                <c:pt idx="9">
                  <c:v>1977</c:v>
                </c:pt>
                <c:pt idx="10">
                  <c:v>2417</c:v>
                </c:pt>
                <c:pt idx="11">
                  <c:v>3028</c:v>
                </c:pt>
                <c:pt idx="12">
                  <c:v>3271</c:v>
                </c:pt>
                <c:pt idx="13">
                  <c:v>3530</c:v>
                </c:pt>
                <c:pt idx="14">
                  <c:v>3788</c:v>
                </c:pt>
                <c:pt idx="15">
                  <c:v>4076</c:v>
                </c:pt>
                <c:pt idx="16">
                  <c:v>4302</c:v>
                </c:pt>
                <c:pt idx="17">
                  <c:v>4584</c:v>
                </c:pt>
                <c:pt idx="18">
                  <c:v>4853</c:v>
                </c:pt>
                <c:pt idx="19">
                  <c:v>5180</c:v>
                </c:pt>
                <c:pt idx="20">
                  <c:v>5666</c:v>
                </c:pt>
                <c:pt idx="21">
                  <c:v>6191</c:v>
                </c:pt>
                <c:pt idx="22">
                  <c:v>6696</c:v>
                </c:pt>
                <c:pt idx="23">
                  <c:v>7235</c:v>
                </c:pt>
                <c:pt idx="24">
                  <c:v>7752</c:v>
                </c:pt>
                <c:pt idx="25">
                  <c:v>8255</c:v>
                </c:pt>
                <c:pt idx="26">
                  <c:v>8795</c:v>
                </c:pt>
                <c:pt idx="27">
                  <c:v>9314</c:v>
                </c:pt>
                <c:pt idx="28">
                  <c:v>9762</c:v>
                </c:pt>
                <c:pt idx="29">
                  <c:v>10135</c:v>
                </c:pt>
                <c:pt idx="30">
                  <c:v>10165</c:v>
                </c:pt>
                <c:pt idx="31">
                  <c:v>10165</c:v>
                </c:pt>
              </c:numCache>
            </c:numRef>
          </c:val>
          <c:smooth val="0"/>
          <c:extLst>
            <c:ext xmlns:c16="http://schemas.microsoft.com/office/drawing/2014/chart" uri="{C3380CC4-5D6E-409C-BE32-E72D297353CC}">
              <c16:uniqueId val="{00000003-B51D-4517-94B2-78CD174C2302}"/>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r>
              <a:rPr lang="en-US" b="1">
                <a:solidFill>
                  <a:srgbClr val="7030A0"/>
                </a:solidFill>
              </a:rPr>
              <a:t>(C</a:t>
            </a:r>
            <a:r>
              <a:rPr lang="en-US" altLang="zh-CN" b="1">
                <a:solidFill>
                  <a:srgbClr val="7030A0"/>
                </a:solidFill>
              </a:rPr>
              <a:t>hina mainland)</a:t>
            </a:r>
            <a:r>
              <a:rPr lang="en-US" b="1">
                <a:solidFill>
                  <a:srgbClr val="7030A0"/>
                </a:solidFill>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20251212 TA-CEC main deck_to be updated.pptx]China'!$A$8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updated.pptx]China'!$B$4:$AE$4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20251212 TA-CEC main deck_to be updated.pptx]China'!$B$8:$AE$8</c:f>
              <c:numCache>
                <c:formatCode>General</c:formatCode>
                <c:ptCount val="30"/>
                <c:pt idx="0">
                  <c:v>0</c:v>
                </c:pt>
                <c:pt idx="1">
                  <c:v>0</c:v>
                </c:pt>
                <c:pt idx="2">
                  <c:v>0</c:v>
                </c:pt>
                <c:pt idx="3">
                  <c:v>0</c:v>
                </c:pt>
                <c:pt idx="4">
                  <c:v>0</c:v>
                </c:pt>
                <c:pt idx="5">
                  <c:v>0</c:v>
                </c:pt>
                <c:pt idx="6">
                  <c:v>0</c:v>
                </c:pt>
                <c:pt idx="7">
                  <c:v>1</c:v>
                </c:pt>
                <c:pt idx="8">
                  <c:v>2</c:v>
                </c:pt>
                <c:pt idx="9">
                  <c:v>3</c:v>
                </c:pt>
                <c:pt idx="10">
                  <c:v>4</c:v>
                </c:pt>
                <c:pt idx="11">
                  <c:v>8</c:v>
                </c:pt>
              </c:numCache>
            </c:numRef>
          </c:val>
          <c:smooth val="0"/>
          <c:extLst>
            <c:ext xmlns:c16="http://schemas.microsoft.com/office/drawing/2014/chart" uri="{C3380CC4-5D6E-409C-BE32-E72D297353CC}">
              <c16:uniqueId val="{00000000-EE89-43AB-8535-66A9239E24E1}"/>
            </c:ext>
          </c:extLst>
        </c:ser>
        <c:ser>
          <c:idx val="1"/>
          <c:order val="1"/>
          <c:tx>
            <c:strRef>
              <c:f>'[工作表 在 20251212 TA-CEC main deck_to be updated.pptx]China'!$A$7</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updated.pptx]China'!$B$4:$AE$4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20251212 TA-CEC main deck_to be updated.pptx]China'!$B$7:$AE$7</c:f>
              <c:numCache>
                <c:formatCode>General</c:formatCode>
                <c:ptCount val="30"/>
                <c:pt idx="0">
                  <c:v>0</c:v>
                </c:pt>
                <c:pt idx="1">
                  <c:v>0</c:v>
                </c:pt>
                <c:pt idx="2">
                  <c:v>0</c:v>
                </c:pt>
                <c:pt idx="3">
                  <c:v>0</c:v>
                </c:pt>
                <c:pt idx="4">
                  <c:v>0</c:v>
                </c:pt>
                <c:pt idx="5">
                  <c:v>0</c:v>
                </c:pt>
                <c:pt idx="6">
                  <c:v>0</c:v>
                </c:pt>
                <c:pt idx="7">
                  <c:v>1</c:v>
                </c:pt>
                <c:pt idx="8">
                  <c:v>2</c:v>
                </c:pt>
                <c:pt idx="9">
                  <c:v>4</c:v>
                </c:pt>
                <c:pt idx="10">
                  <c:v>11</c:v>
                </c:pt>
                <c:pt idx="11">
                  <c:v>17</c:v>
                </c:pt>
                <c:pt idx="12">
                  <c:v>24</c:v>
                </c:pt>
                <c:pt idx="13">
                  <c:v>30</c:v>
                </c:pt>
                <c:pt idx="14">
                  <c:v>36</c:v>
                </c:pt>
                <c:pt idx="15">
                  <c:v>43</c:v>
                </c:pt>
                <c:pt idx="16">
                  <c:v>50</c:v>
                </c:pt>
                <c:pt idx="17">
                  <c:v>57</c:v>
                </c:pt>
                <c:pt idx="18">
                  <c:v>64</c:v>
                </c:pt>
                <c:pt idx="19">
                  <c:v>70</c:v>
                </c:pt>
                <c:pt idx="20">
                  <c:v>79</c:v>
                </c:pt>
                <c:pt idx="21">
                  <c:v>89</c:v>
                </c:pt>
                <c:pt idx="22">
                  <c:v>98</c:v>
                </c:pt>
                <c:pt idx="23">
                  <c:v>107</c:v>
                </c:pt>
                <c:pt idx="24">
                  <c:v>117</c:v>
                </c:pt>
                <c:pt idx="25">
                  <c:v>126</c:v>
                </c:pt>
                <c:pt idx="26">
                  <c:v>134</c:v>
                </c:pt>
                <c:pt idx="27">
                  <c:v>144</c:v>
                </c:pt>
                <c:pt idx="28">
                  <c:v>153</c:v>
                </c:pt>
                <c:pt idx="29">
                  <c:v>159</c:v>
                </c:pt>
              </c:numCache>
            </c:numRef>
          </c:val>
          <c:smooth val="0"/>
          <c:extLst>
            <c:ext xmlns:c16="http://schemas.microsoft.com/office/drawing/2014/chart" uri="{C3380CC4-5D6E-409C-BE32-E72D297353CC}">
              <c16:uniqueId val="{00000001-EE89-43AB-8535-66A9239E24E1}"/>
            </c:ext>
          </c:extLst>
        </c:ser>
        <c:ser>
          <c:idx val="2"/>
          <c:order val="2"/>
          <c:tx>
            <c:strRef>
              <c:f>'[工作表 在 20251212 TA-CEC main deck_to be updated.pptx]China'!$A$6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updated.pptx]China'!$B$4:$AE$4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20251212 TA-CEC main deck_to be updated.pptx]China'!$B$6:$AE$6</c:f>
              <c:numCache>
                <c:formatCode>General</c:formatCode>
                <c:ptCount val="30"/>
                <c:pt idx="0">
                  <c:v>0</c:v>
                </c:pt>
                <c:pt idx="1">
                  <c:v>1</c:v>
                </c:pt>
                <c:pt idx="2">
                  <c:v>1</c:v>
                </c:pt>
                <c:pt idx="3">
                  <c:v>3</c:v>
                </c:pt>
                <c:pt idx="4">
                  <c:v>12</c:v>
                </c:pt>
                <c:pt idx="5">
                  <c:v>19</c:v>
                </c:pt>
                <c:pt idx="6">
                  <c:v>37</c:v>
                </c:pt>
                <c:pt idx="7">
                  <c:v>61</c:v>
                </c:pt>
                <c:pt idx="8">
                  <c:v>83</c:v>
                </c:pt>
                <c:pt idx="9">
                  <c:v>109</c:v>
                </c:pt>
                <c:pt idx="10">
                  <c:v>141</c:v>
                </c:pt>
                <c:pt idx="11">
                  <c:v>168</c:v>
                </c:pt>
              </c:numCache>
            </c:numRef>
          </c:val>
          <c:smooth val="0"/>
          <c:extLst>
            <c:ext xmlns:c16="http://schemas.microsoft.com/office/drawing/2014/chart" uri="{C3380CC4-5D6E-409C-BE32-E72D297353CC}">
              <c16:uniqueId val="{00000002-EE89-43AB-8535-66A9239E24E1}"/>
            </c:ext>
          </c:extLst>
        </c:ser>
        <c:ser>
          <c:idx val="3"/>
          <c:order val="3"/>
          <c:tx>
            <c:strRef>
              <c:f>'[工作表 在 20251212 TA-CEC main deck_to be updated.pptx]China'!$A$5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updated.pptx]China'!$B$4:$AE$4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20251212 TA-CEC main deck_to be updated.pptx]China'!$B$5:$AE$5</c:f>
              <c:numCache>
                <c:formatCode>General</c:formatCode>
                <c:ptCount val="30"/>
                <c:pt idx="0">
                  <c:v>0</c:v>
                </c:pt>
                <c:pt idx="1">
                  <c:v>0</c:v>
                </c:pt>
                <c:pt idx="2">
                  <c:v>1</c:v>
                </c:pt>
                <c:pt idx="3">
                  <c:v>3</c:v>
                </c:pt>
                <c:pt idx="4">
                  <c:v>9</c:v>
                </c:pt>
                <c:pt idx="5">
                  <c:v>17</c:v>
                </c:pt>
                <c:pt idx="6">
                  <c:v>33</c:v>
                </c:pt>
                <c:pt idx="7">
                  <c:v>60</c:v>
                </c:pt>
                <c:pt idx="8">
                  <c:v>81</c:v>
                </c:pt>
                <c:pt idx="9">
                  <c:v>186</c:v>
                </c:pt>
                <c:pt idx="10">
                  <c:v>226</c:v>
                </c:pt>
                <c:pt idx="11">
                  <c:v>273</c:v>
                </c:pt>
                <c:pt idx="12">
                  <c:v>319</c:v>
                </c:pt>
                <c:pt idx="13">
                  <c:v>366</c:v>
                </c:pt>
                <c:pt idx="14">
                  <c:v>405</c:v>
                </c:pt>
                <c:pt idx="15">
                  <c:v>452</c:v>
                </c:pt>
                <c:pt idx="16">
                  <c:v>492</c:v>
                </c:pt>
                <c:pt idx="17">
                  <c:v>538</c:v>
                </c:pt>
                <c:pt idx="18">
                  <c:v>598</c:v>
                </c:pt>
                <c:pt idx="19">
                  <c:v>658</c:v>
                </c:pt>
                <c:pt idx="20">
                  <c:v>717</c:v>
                </c:pt>
                <c:pt idx="21">
                  <c:v>784</c:v>
                </c:pt>
                <c:pt idx="22">
                  <c:v>843</c:v>
                </c:pt>
                <c:pt idx="23">
                  <c:v>903</c:v>
                </c:pt>
                <c:pt idx="24">
                  <c:v>969</c:v>
                </c:pt>
                <c:pt idx="25">
                  <c:v>1029</c:v>
                </c:pt>
                <c:pt idx="26">
                  <c:v>1089</c:v>
                </c:pt>
                <c:pt idx="27">
                  <c:v>1136</c:v>
                </c:pt>
                <c:pt idx="28">
                  <c:v>1136</c:v>
                </c:pt>
                <c:pt idx="29">
                  <c:v>1136</c:v>
                </c:pt>
              </c:numCache>
            </c:numRef>
          </c:val>
          <c:smooth val="0"/>
          <c:extLst>
            <c:ext xmlns:c16="http://schemas.microsoft.com/office/drawing/2014/chart" uri="{C3380CC4-5D6E-409C-BE32-E72D297353CC}">
              <c16:uniqueId val="{00000003-EE89-43AB-8535-66A9239E24E1}"/>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r>
              <a:rPr lang="en-US" b="1">
                <a:solidFill>
                  <a:srgbClr val="7030A0"/>
                </a:solidFill>
              </a:rPr>
              <a:t>(Taiwan)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20251212 TA-CEC main deck_to be updated.pptx 2]Taiwan'!$A$8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2]Taiwan'!$B$4:$AG$4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 2]Taiwan'!$B$8:$AG$8</c:f>
              <c:numCache>
                <c:formatCode>General</c:formatCode>
                <c:ptCount val="32"/>
                <c:pt idx="0">
                  <c:v>0</c:v>
                </c:pt>
                <c:pt idx="1">
                  <c:v>0</c:v>
                </c:pt>
                <c:pt idx="2">
                  <c:v>0</c:v>
                </c:pt>
                <c:pt idx="3">
                  <c:v>0</c:v>
                </c:pt>
                <c:pt idx="4">
                  <c:v>0</c:v>
                </c:pt>
                <c:pt idx="5">
                  <c:v>0</c:v>
                </c:pt>
                <c:pt idx="6">
                  <c:v>0</c:v>
                </c:pt>
                <c:pt idx="7">
                  <c:v>0</c:v>
                </c:pt>
                <c:pt idx="8">
                  <c:v>0</c:v>
                </c:pt>
                <c:pt idx="9">
                  <c:v>0</c:v>
                </c:pt>
                <c:pt idx="10">
                  <c:v>0</c:v>
                </c:pt>
                <c:pt idx="11">
                  <c:v>1</c:v>
                </c:pt>
                <c:pt idx="12">
                  <c:v>1</c:v>
                </c:pt>
                <c:pt idx="13">
                  <c:v>1</c:v>
                </c:pt>
                <c:pt idx="14">
                  <c:v>1</c:v>
                </c:pt>
              </c:numCache>
            </c:numRef>
          </c:val>
          <c:smooth val="0"/>
          <c:extLst>
            <c:ext xmlns:c16="http://schemas.microsoft.com/office/drawing/2014/chart" uri="{C3380CC4-5D6E-409C-BE32-E72D297353CC}">
              <c16:uniqueId val="{00000000-6BC7-42E6-91C5-553D6D6333E3}"/>
            </c:ext>
          </c:extLst>
        </c:ser>
        <c:ser>
          <c:idx val="1"/>
          <c:order val="1"/>
          <c:tx>
            <c:strRef>
              <c:f>'[工作表 在 20251212 TA-CEC main deck_to be updated.pptx 2]Taiwan'!$A$7</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2]Taiwan'!$B$4:$AG$4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 2]Taiwan'!$B$7:$AG$7</c:f>
              <c:numCache>
                <c:formatCode>General</c:formatCode>
                <c:ptCount val="32"/>
                <c:pt idx="0">
                  <c:v>0</c:v>
                </c:pt>
                <c:pt idx="1">
                  <c:v>0</c:v>
                </c:pt>
                <c:pt idx="2">
                  <c:v>0</c:v>
                </c:pt>
                <c:pt idx="3">
                  <c:v>0</c:v>
                </c:pt>
                <c:pt idx="4">
                  <c:v>0</c:v>
                </c:pt>
                <c:pt idx="5">
                  <c:v>0</c:v>
                </c:pt>
                <c:pt idx="6">
                  <c:v>0</c:v>
                </c:pt>
                <c:pt idx="7">
                  <c:v>0</c:v>
                </c:pt>
                <c:pt idx="8">
                  <c:v>0</c:v>
                </c:pt>
                <c:pt idx="9">
                  <c:v>0</c:v>
                </c:pt>
                <c:pt idx="10">
                  <c:v>0</c:v>
                </c:pt>
                <c:pt idx="11">
                  <c:v>1</c:v>
                </c:pt>
                <c:pt idx="12">
                  <c:v>2</c:v>
                </c:pt>
                <c:pt idx="13">
                  <c:v>2</c:v>
                </c:pt>
                <c:pt idx="14">
                  <c:v>3</c:v>
                </c:pt>
                <c:pt idx="15">
                  <c:v>4</c:v>
                </c:pt>
                <c:pt idx="16">
                  <c:v>5</c:v>
                </c:pt>
                <c:pt idx="17">
                  <c:v>5</c:v>
                </c:pt>
                <c:pt idx="18">
                  <c:v>6</c:v>
                </c:pt>
                <c:pt idx="19">
                  <c:v>7</c:v>
                </c:pt>
                <c:pt idx="20">
                  <c:v>8</c:v>
                </c:pt>
                <c:pt idx="21">
                  <c:v>9</c:v>
                </c:pt>
                <c:pt idx="22">
                  <c:v>12</c:v>
                </c:pt>
                <c:pt idx="23">
                  <c:v>15</c:v>
                </c:pt>
                <c:pt idx="24">
                  <c:v>18</c:v>
                </c:pt>
                <c:pt idx="25">
                  <c:v>22</c:v>
                </c:pt>
                <c:pt idx="26">
                  <c:v>25</c:v>
                </c:pt>
                <c:pt idx="27">
                  <c:v>29</c:v>
                </c:pt>
                <c:pt idx="28">
                  <c:v>32</c:v>
                </c:pt>
                <c:pt idx="29">
                  <c:v>35</c:v>
                </c:pt>
                <c:pt idx="30">
                  <c:v>38</c:v>
                </c:pt>
                <c:pt idx="31">
                  <c:v>41</c:v>
                </c:pt>
              </c:numCache>
            </c:numRef>
          </c:val>
          <c:smooth val="0"/>
          <c:extLst>
            <c:ext xmlns:c16="http://schemas.microsoft.com/office/drawing/2014/chart" uri="{C3380CC4-5D6E-409C-BE32-E72D297353CC}">
              <c16:uniqueId val="{00000001-6BC7-42E6-91C5-553D6D6333E3}"/>
            </c:ext>
          </c:extLst>
        </c:ser>
        <c:ser>
          <c:idx val="2"/>
          <c:order val="2"/>
          <c:tx>
            <c:strRef>
              <c:f>'[工作表 在 20251212 TA-CEC main deck_to be updated.pptx 2]Taiwan'!$A$6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2]Taiwan'!$B$4:$AG$4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 2]Taiwan'!$B$6:$AG$6</c:f>
              <c:numCache>
                <c:formatCode>General</c:formatCode>
                <c:ptCount val="32"/>
                <c:pt idx="0">
                  <c:v>0</c:v>
                </c:pt>
                <c:pt idx="1">
                  <c:v>0</c:v>
                </c:pt>
                <c:pt idx="2">
                  <c:v>0</c:v>
                </c:pt>
                <c:pt idx="3">
                  <c:v>0</c:v>
                </c:pt>
                <c:pt idx="4">
                  <c:v>0</c:v>
                </c:pt>
                <c:pt idx="5">
                  <c:v>0</c:v>
                </c:pt>
                <c:pt idx="6">
                  <c:v>1</c:v>
                </c:pt>
                <c:pt idx="7">
                  <c:v>3</c:v>
                </c:pt>
                <c:pt idx="8">
                  <c:v>8</c:v>
                </c:pt>
                <c:pt idx="9">
                  <c:v>13</c:v>
                </c:pt>
                <c:pt idx="10">
                  <c:v>20</c:v>
                </c:pt>
                <c:pt idx="11">
                  <c:v>34</c:v>
                </c:pt>
                <c:pt idx="12">
                  <c:v>40</c:v>
                </c:pt>
                <c:pt idx="13">
                  <c:v>40</c:v>
                </c:pt>
                <c:pt idx="14">
                  <c:v>50</c:v>
                </c:pt>
              </c:numCache>
            </c:numRef>
          </c:val>
          <c:smooth val="0"/>
          <c:extLst>
            <c:ext xmlns:c16="http://schemas.microsoft.com/office/drawing/2014/chart" uri="{C3380CC4-5D6E-409C-BE32-E72D297353CC}">
              <c16:uniqueId val="{00000002-6BC7-42E6-91C5-553D6D6333E3}"/>
            </c:ext>
          </c:extLst>
        </c:ser>
        <c:ser>
          <c:idx val="3"/>
          <c:order val="3"/>
          <c:tx>
            <c:strRef>
              <c:f>'[工作表 在 20251212 TA-CEC main deck_to be updated.pptx 2]Taiwan'!$A$5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2]Taiwan'!$B$4:$AG$4</c:f>
              <c:numCache>
                <c:formatCode>yyyy\-mm;@</c:formatCode>
                <c:ptCount val="3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numCache>
            </c:numRef>
          </c:cat>
          <c:val>
            <c:numRef>
              <c:f>'[工作表 在 20251212 TA-CEC main deck_to be updated.pptx 2]Taiwan'!$B$5:$AG$5</c:f>
              <c:numCache>
                <c:formatCode>General</c:formatCode>
                <c:ptCount val="32"/>
                <c:pt idx="0">
                  <c:v>0</c:v>
                </c:pt>
                <c:pt idx="1">
                  <c:v>0</c:v>
                </c:pt>
                <c:pt idx="2">
                  <c:v>0</c:v>
                </c:pt>
                <c:pt idx="3">
                  <c:v>0</c:v>
                </c:pt>
                <c:pt idx="4">
                  <c:v>0</c:v>
                </c:pt>
                <c:pt idx="5">
                  <c:v>0</c:v>
                </c:pt>
                <c:pt idx="6">
                  <c:v>1</c:v>
                </c:pt>
                <c:pt idx="7">
                  <c:v>3</c:v>
                </c:pt>
                <c:pt idx="8">
                  <c:v>7</c:v>
                </c:pt>
                <c:pt idx="9">
                  <c:v>13</c:v>
                </c:pt>
                <c:pt idx="10">
                  <c:v>20</c:v>
                </c:pt>
                <c:pt idx="11">
                  <c:v>39</c:v>
                </c:pt>
                <c:pt idx="12">
                  <c:v>46</c:v>
                </c:pt>
                <c:pt idx="13">
                  <c:v>52</c:v>
                </c:pt>
                <c:pt idx="14">
                  <c:v>52</c:v>
                </c:pt>
                <c:pt idx="15">
                  <c:v>59</c:v>
                </c:pt>
                <c:pt idx="16">
                  <c:v>66</c:v>
                </c:pt>
                <c:pt idx="17">
                  <c:v>72</c:v>
                </c:pt>
                <c:pt idx="18">
                  <c:v>72</c:v>
                </c:pt>
                <c:pt idx="19">
                  <c:v>92</c:v>
                </c:pt>
                <c:pt idx="20">
                  <c:v>112</c:v>
                </c:pt>
                <c:pt idx="21">
                  <c:v>139</c:v>
                </c:pt>
                <c:pt idx="22">
                  <c:v>159</c:v>
                </c:pt>
                <c:pt idx="23">
                  <c:v>185</c:v>
                </c:pt>
                <c:pt idx="24">
                  <c:v>205</c:v>
                </c:pt>
                <c:pt idx="25">
                  <c:v>225</c:v>
                </c:pt>
                <c:pt idx="26">
                  <c:v>252</c:v>
                </c:pt>
                <c:pt idx="27">
                  <c:v>272</c:v>
                </c:pt>
                <c:pt idx="28">
                  <c:v>293</c:v>
                </c:pt>
                <c:pt idx="29">
                  <c:v>293</c:v>
                </c:pt>
                <c:pt idx="30">
                  <c:v>293</c:v>
                </c:pt>
                <c:pt idx="31">
                  <c:v>293</c:v>
                </c:pt>
              </c:numCache>
            </c:numRef>
          </c:val>
          <c:smooth val="0"/>
          <c:extLst>
            <c:ext xmlns:c16="http://schemas.microsoft.com/office/drawing/2014/chart" uri="{C3380CC4-5D6E-409C-BE32-E72D297353CC}">
              <c16:uniqueId val="{00000003-6BC7-42E6-91C5-553D6D6333E3}"/>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r>
              <a:rPr lang="en-US" b="1">
                <a:solidFill>
                  <a:srgbClr val="5D4495"/>
                </a:solidFill>
              </a:rPr>
              <a:t>(Hong Kong)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6343418114877126E-2"/>
          <c:y val="0.11129538929310122"/>
          <c:w val="0.94242980356845307"/>
          <c:h val="0.71936125226371028"/>
        </c:manualLayout>
      </c:layout>
      <c:lineChart>
        <c:grouping val="standard"/>
        <c:varyColors val="0"/>
        <c:ser>
          <c:idx val="0"/>
          <c:order val="0"/>
          <c:tx>
            <c:strRef>
              <c:f>'[工作表 在 20251009 TA-CEC main deck.pptx]Hong Kong'!$A$8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20251009 TA-CEC main deck.pptx]Hong Kong'!$B$4:$AE$4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20251009 TA-CEC main deck.pptx]Hong Kong'!$B$8:$AE$8</c:f>
              <c:numCache>
                <c:formatCode>General</c:formatCode>
                <c:ptCount val="30"/>
                <c:pt idx="0">
                  <c:v>0</c:v>
                </c:pt>
                <c:pt idx="1">
                  <c:v>0</c:v>
                </c:pt>
                <c:pt idx="2">
                  <c:v>0</c:v>
                </c:pt>
                <c:pt idx="3">
                  <c:v>0</c:v>
                </c:pt>
                <c:pt idx="4">
                  <c:v>0</c:v>
                </c:pt>
                <c:pt idx="5">
                  <c:v>0</c:v>
                </c:pt>
                <c:pt idx="6">
                  <c:v>1</c:v>
                </c:pt>
                <c:pt idx="7">
                  <c:v>1</c:v>
                </c:pt>
                <c:pt idx="8">
                  <c:v>1</c:v>
                </c:pt>
                <c:pt idx="9">
                  <c:v>1</c:v>
                </c:pt>
                <c:pt idx="10">
                  <c:v>1</c:v>
                </c:pt>
                <c:pt idx="11">
                  <c:v>1</c:v>
                </c:pt>
              </c:numCache>
            </c:numRef>
          </c:val>
          <c:smooth val="0"/>
          <c:extLst>
            <c:ext xmlns:c16="http://schemas.microsoft.com/office/drawing/2014/chart" uri="{C3380CC4-5D6E-409C-BE32-E72D297353CC}">
              <c16:uniqueId val="{00000000-4611-4CE8-AB0F-B21909C44000}"/>
            </c:ext>
          </c:extLst>
        </c:ser>
        <c:ser>
          <c:idx val="1"/>
          <c:order val="1"/>
          <c:tx>
            <c:strRef>
              <c:f>'[工作表 在 20251009 TA-CEC main deck.pptx]Hong Kong'!$A$7</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20251009 TA-CEC main deck.pptx]Hong Kong'!$B$4:$AE$4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20251009 TA-CEC main deck.pptx]Hong Kong'!$B$7:$AE$7</c:f>
              <c:numCache>
                <c:formatCode>General</c:formatCode>
                <c:ptCount val="30"/>
                <c:pt idx="0">
                  <c:v>0</c:v>
                </c:pt>
                <c:pt idx="1">
                  <c:v>0</c:v>
                </c:pt>
                <c:pt idx="2">
                  <c:v>0</c:v>
                </c:pt>
                <c:pt idx="3">
                  <c:v>0</c:v>
                </c:pt>
                <c:pt idx="4" formatCode="#,##0">
                  <c:v>0</c:v>
                </c:pt>
                <c:pt idx="5" formatCode="#,##0">
                  <c:v>0</c:v>
                </c:pt>
                <c:pt idx="6" formatCode="#,##0">
                  <c:v>1</c:v>
                </c:pt>
                <c:pt idx="7" formatCode="#,##0">
                  <c:v>1</c:v>
                </c:pt>
                <c:pt idx="8" formatCode="#,##0">
                  <c:v>1</c:v>
                </c:pt>
                <c:pt idx="9" formatCode="#,##0">
                  <c:v>1</c:v>
                </c:pt>
                <c:pt idx="10" formatCode="#,##0">
                  <c:v>1</c:v>
                </c:pt>
                <c:pt idx="11" formatCode="#,##0">
                  <c:v>2</c:v>
                </c:pt>
                <c:pt idx="12" formatCode="#,##0">
                  <c:v>2</c:v>
                </c:pt>
                <c:pt idx="13" formatCode="#,##0">
                  <c:v>2</c:v>
                </c:pt>
                <c:pt idx="14" formatCode="#,##0">
                  <c:v>3</c:v>
                </c:pt>
                <c:pt idx="15" formatCode="#,##0">
                  <c:v>3</c:v>
                </c:pt>
                <c:pt idx="16" formatCode="#,##0">
                  <c:v>4</c:v>
                </c:pt>
                <c:pt idx="17" formatCode="#,##0">
                  <c:v>4</c:v>
                </c:pt>
                <c:pt idx="18" formatCode="#,##0">
                  <c:v>4</c:v>
                </c:pt>
                <c:pt idx="19" formatCode="#,##0">
                  <c:v>5</c:v>
                </c:pt>
                <c:pt idx="20" formatCode="#,##0">
                  <c:v>6</c:v>
                </c:pt>
                <c:pt idx="21" formatCode="#,##0">
                  <c:v>8</c:v>
                </c:pt>
                <c:pt idx="22" formatCode="#,##0">
                  <c:v>10</c:v>
                </c:pt>
                <c:pt idx="23" formatCode="#,##0">
                  <c:v>11</c:v>
                </c:pt>
                <c:pt idx="24" formatCode="#,##0">
                  <c:v>13</c:v>
                </c:pt>
                <c:pt idx="25" formatCode="#,##0">
                  <c:v>15</c:v>
                </c:pt>
                <c:pt idx="26" formatCode="#,##0">
                  <c:v>16</c:v>
                </c:pt>
                <c:pt idx="27" formatCode="#,##0">
                  <c:v>18</c:v>
                </c:pt>
                <c:pt idx="28" formatCode="#,##0">
                  <c:v>20</c:v>
                </c:pt>
                <c:pt idx="29" formatCode="#,##0">
                  <c:v>21</c:v>
                </c:pt>
              </c:numCache>
            </c:numRef>
          </c:val>
          <c:smooth val="0"/>
          <c:extLst>
            <c:ext xmlns:c16="http://schemas.microsoft.com/office/drawing/2014/chart" uri="{C3380CC4-5D6E-409C-BE32-E72D297353CC}">
              <c16:uniqueId val="{00000001-4611-4CE8-AB0F-B21909C44000}"/>
            </c:ext>
          </c:extLst>
        </c:ser>
        <c:ser>
          <c:idx val="2"/>
          <c:order val="2"/>
          <c:tx>
            <c:strRef>
              <c:f>'[工作表 在 20251009 TA-CEC main deck.pptx]Hong Kong'!$A$6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20251009 TA-CEC main deck.pptx]Hong Kong'!$B$4:$AE$4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20251009 TA-CEC main deck.pptx]Hong Kong'!$B$6:$AE$6</c:f>
              <c:numCache>
                <c:formatCode>General</c:formatCode>
                <c:ptCount val="30"/>
                <c:pt idx="0">
                  <c:v>0</c:v>
                </c:pt>
                <c:pt idx="1">
                  <c:v>0</c:v>
                </c:pt>
                <c:pt idx="2">
                  <c:v>0</c:v>
                </c:pt>
                <c:pt idx="3">
                  <c:v>0</c:v>
                </c:pt>
                <c:pt idx="4">
                  <c:v>0</c:v>
                </c:pt>
                <c:pt idx="5">
                  <c:v>2</c:v>
                </c:pt>
                <c:pt idx="6">
                  <c:v>4</c:v>
                </c:pt>
                <c:pt idx="7">
                  <c:v>4</c:v>
                </c:pt>
                <c:pt idx="8">
                  <c:v>5</c:v>
                </c:pt>
                <c:pt idx="9">
                  <c:v>5</c:v>
                </c:pt>
                <c:pt idx="10">
                  <c:v>6</c:v>
                </c:pt>
                <c:pt idx="11">
                  <c:v>9</c:v>
                </c:pt>
              </c:numCache>
            </c:numRef>
          </c:val>
          <c:smooth val="0"/>
          <c:extLst>
            <c:ext xmlns:c16="http://schemas.microsoft.com/office/drawing/2014/chart" uri="{C3380CC4-5D6E-409C-BE32-E72D297353CC}">
              <c16:uniqueId val="{00000002-4611-4CE8-AB0F-B21909C44000}"/>
            </c:ext>
          </c:extLst>
        </c:ser>
        <c:ser>
          <c:idx val="3"/>
          <c:order val="3"/>
          <c:tx>
            <c:strRef>
              <c:f>'[工作表 在 20251009 TA-CEC main deck.pptx]Hong Kong'!$A$5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20251009 TA-CEC main deck.pptx]Hong Kong'!$B$4:$AE$4</c:f>
              <c:numCache>
                <c:formatCode>yyyy\-mm;@</c:formatCode>
                <c:ptCount val="30"/>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numCache>
            </c:numRef>
          </c:cat>
          <c:val>
            <c:numRef>
              <c:f>'[工作表 在 20251009 TA-CEC main deck.pptx]Hong Kong'!$B$5:$AE$5</c:f>
              <c:numCache>
                <c:formatCode>General</c:formatCode>
                <c:ptCount val="30"/>
                <c:pt idx="0">
                  <c:v>0</c:v>
                </c:pt>
                <c:pt idx="1">
                  <c:v>0</c:v>
                </c:pt>
                <c:pt idx="2">
                  <c:v>0</c:v>
                </c:pt>
                <c:pt idx="3" formatCode="#,##0">
                  <c:v>0</c:v>
                </c:pt>
                <c:pt idx="4" formatCode="#,##0">
                  <c:v>0</c:v>
                </c:pt>
                <c:pt idx="5" formatCode="#,##0">
                  <c:v>2</c:v>
                </c:pt>
                <c:pt idx="6" formatCode="#,##0">
                  <c:v>4</c:v>
                </c:pt>
                <c:pt idx="7" formatCode="#,##0">
                  <c:v>4</c:v>
                </c:pt>
                <c:pt idx="8" formatCode="#,##0">
                  <c:v>5</c:v>
                </c:pt>
                <c:pt idx="9" formatCode="#,##0">
                  <c:v>5</c:v>
                </c:pt>
                <c:pt idx="10" formatCode="#,##0">
                  <c:v>12</c:v>
                </c:pt>
                <c:pt idx="11" formatCode="#,##0">
                  <c:v>12</c:v>
                </c:pt>
                <c:pt idx="12" formatCode="#,##0">
                  <c:v>12</c:v>
                </c:pt>
                <c:pt idx="13" formatCode="#,##0">
                  <c:v>19</c:v>
                </c:pt>
                <c:pt idx="14" formatCode="#,##0">
                  <c:v>19</c:v>
                </c:pt>
                <c:pt idx="15" formatCode="#,##0">
                  <c:v>26</c:v>
                </c:pt>
                <c:pt idx="16" formatCode="#,##0">
                  <c:v>26</c:v>
                </c:pt>
                <c:pt idx="17" formatCode="#,##0">
                  <c:v>26</c:v>
                </c:pt>
                <c:pt idx="18" formatCode="#,##0">
                  <c:v>33</c:v>
                </c:pt>
                <c:pt idx="19" formatCode="#,##0">
                  <c:v>48</c:v>
                </c:pt>
                <c:pt idx="20" formatCode="#,##0">
                  <c:v>55</c:v>
                </c:pt>
                <c:pt idx="21" formatCode="#,##0">
                  <c:v>70</c:v>
                </c:pt>
                <c:pt idx="22" formatCode="#,##0">
                  <c:v>84</c:v>
                </c:pt>
                <c:pt idx="23" formatCode="#,##0">
                  <c:v>91</c:v>
                </c:pt>
                <c:pt idx="24" formatCode="#,##0">
                  <c:v>106</c:v>
                </c:pt>
                <c:pt idx="25" formatCode="#,##0">
                  <c:v>120</c:v>
                </c:pt>
                <c:pt idx="26" formatCode="#,##0">
                  <c:v>128</c:v>
                </c:pt>
                <c:pt idx="27" formatCode="#,##0">
                  <c:v>142</c:v>
                </c:pt>
                <c:pt idx="28" formatCode="#,##0">
                  <c:v>150</c:v>
                </c:pt>
                <c:pt idx="29" formatCode="#,##0">
                  <c:v>150</c:v>
                </c:pt>
              </c:numCache>
            </c:numRef>
          </c:val>
          <c:smooth val="0"/>
          <c:extLst>
            <c:ext xmlns:c16="http://schemas.microsoft.com/office/drawing/2014/chart" uri="{C3380CC4-5D6E-409C-BE32-E72D297353CC}">
              <c16:uniqueId val="{00000003-4611-4CE8-AB0F-B21909C44000}"/>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r>
              <a:rPr lang="en-US" b="1">
                <a:solidFill>
                  <a:srgbClr val="7030A0"/>
                </a:solidFill>
              </a:rPr>
              <a:t>(Global)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20251212 TA-CEC main deck_to be updated.pptx 3]Global'!$A$8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3]Global'!$B$4:$AQ$4</c:f>
              <c:numCache>
                <c:formatCode>yyyy\-mm;@</c:formatCode>
                <c:ptCount val="4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pt idx="36">
                  <c:v>46661</c:v>
                </c:pt>
                <c:pt idx="37">
                  <c:v>46692</c:v>
                </c:pt>
                <c:pt idx="38">
                  <c:v>46722</c:v>
                </c:pt>
                <c:pt idx="39">
                  <c:v>46753</c:v>
                </c:pt>
                <c:pt idx="40">
                  <c:v>46784</c:v>
                </c:pt>
                <c:pt idx="41">
                  <c:v>46813</c:v>
                </c:pt>
              </c:numCache>
            </c:numRef>
          </c:cat>
          <c:val>
            <c:numRef>
              <c:f>'[工作表 在 20251212 TA-CEC main deck_to be updated.pptx 3]Global'!$B$8:$AQ$8</c:f>
              <c:numCache>
                <c:formatCode>General</c:formatCode>
                <c:ptCount val="42"/>
                <c:pt idx="0">
                  <c:v>0</c:v>
                </c:pt>
                <c:pt idx="1">
                  <c:v>0</c:v>
                </c:pt>
                <c:pt idx="2">
                  <c:v>0</c:v>
                </c:pt>
                <c:pt idx="3">
                  <c:v>0</c:v>
                </c:pt>
                <c:pt idx="4">
                  <c:v>0</c:v>
                </c:pt>
                <c:pt idx="5">
                  <c:v>1</c:v>
                </c:pt>
                <c:pt idx="6">
                  <c:v>10</c:v>
                </c:pt>
                <c:pt idx="7">
                  <c:v>25</c:v>
                </c:pt>
                <c:pt idx="8">
                  <c:v>57</c:v>
                </c:pt>
                <c:pt idx="9">
                  <c:v>106</c:v>
                </c:pt>
                <c:pt idx="10">
                  <c:v>148</c:v>
                </c:pt>
                <c:pt idx="11">
                  <c:v>215</c:v>
                </c:pt>
                <c:pt idx="12">
                  <c:v>281</c:v>
                </c:pt>
                <c:pt idx="13">
                  <c:v>322</c:v>
                </c:pt>
              </c:numCache>
            </c:numRef>
          </c:val>
          <c:smooth val="0"/>
          <c:extLst>
            <c:ext xmlns:c16="http://schemas.microsoft.com/office/drawing/2014/chart" uri="{C3380CC4-5D6E-409C-BE32-E72D297353CC}">
              <c16:uniqueId val="{00000000-FB85-4272-BDCF-E36FB0AC338A}"/>
            </c:ext>
          </c:extLst>
        </c:ser>
        <c:ser>
          <c:idx val="1"/>
          <c:order val="1"/>
          <c:tx>
            <c:strRef>
              <c:f>'[工作表 在 20251212 TA-CEC main deck_to be updated.pptx 3]Global'!$A$7</c:f>
              <c:strCache>
                <c:ptCount val="1"/>
                <c:pt idx="0">
                  <c:v>Patients Enrolled/Randomized (Planned)</c:v>
                </c:pt>
              </c:strCache>
            </c:strRef>
          </c:tx>
          <c:spPr>
            <a:ln w="25400" cap="rnd">
              <a:solidFill>
                <a:srgbClr val="FF0000"/>
              </a:solidFill>
              <a:prstDash val="sysDot"/>
              <a:round/>
            </a:ln>
            <a:effectLst/>
          </c:spPr>
          <c:marker>
            <c:symbol val="none"/>
          </c:marker>
          <c:cat>
            <c:numRef>
              <c:f>'[工作表 在 20251212 TA-CEC main deck_to be updated.pptx 3]Global'!$B$4:$AQ$4</c:f>
              <c:numCache>
                <c:formatCode>yyyy\-mm;@</c:formatCode>
                <c:ptCount val="4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pt idx="36">
                  <c:v>46661</c:v>
                </c:pt>
                <c:pt idx="37">
                  <c:v>46692</c:v>
                </c:pt>
                <c:pt idx="38">
                  <c:v>46722</c:v>
                </c:pt>
                <c:pt idx="39">
                  <c:v>46753</c:v>
                </c:pt>
                <c:pt idx="40">
                  <c:v>46784</c:v>
                </c:pt>
                <c:pt idx="41">
                  <c:v>46813</c:v>
                </c:pt>
              </c:numCache>
            </c:numRef>
          </c:cat>
          <c:val>
            <c:numRef>
              <c:f>'[工作表 在 20251212 TA-CEC main deck_to be updated.pptx 3]Global'!$B$7:$AQ$7</c:f>
              <c:numCache>
                <c:formatCode>#,##0</c:formatCode>
                <c:ptCount val="42"/>
                <c:pt idx="0">
                  <c:v>0</c:v>
                </c:pt>
                <c:pt idx="1">
                  <c:v>0</c:v>
                </c:pt>
                <c:pt idx="2">
                  <c:v>0</c:v>
                </c:pt>
                <c:pt idx="3">
                  <c:v>0</c:v>
                </c:pt>
                <c:pt idx="4">
                  <c:v>1</c:v>
                </c:pt>
                <c:pt idx="5">
                  <c:v>2</c:v>
                </c:pt>
                <c:pt idx="6">
                  <c:v>6</c:v>
                </c:pt>
                <c:pt idx="7">
                  <c:v>14</c:v>
                </c:pt>
                <c:pt idx="8">
                  <c:v>26</c:v>
                </c:pt>
                <c:pt idx="9">
                  <c:v>43</c:v>
                </c:pt>
                <c:pt idx="10">
                  <c:v>71</c:v>
                </c:pt>
                <c:pt idx="11">
                  <c:v>112</c:v>
                </c:pt>
                <c:pt idx="12">
                  <c:v>156</c:v>
                </c:pt>
                <c:pt idx="13">
                  <c:v>206</c:v>
                </c:pt>
                <c:pt idx="14">
                  <c:v>259</c:v>
                </c:pt>
                <c:pt idx="15">
                  <c:v>310</c:v>
                </c:pt>
                <c:pt idx="16">
                  <c:v>364</c:v>
                </c:pt>
                <c:pt idx="17">
                  <c:v>424</c:v>
                </c:pt>
                <c:pt idx="18">
                  <c:v>478</c:v>
                </c:pt>
                <c:pt idx="19">
                  <c:v>541</c:v>
                </c:pt>
                <c:pt idx="20">
                  <c:v>605</c:v>
                </c:pt>
                <c:pt idx="21">
                  <c:v>660</c:v>
                </c:pt>
                <c:pt idx="22">
                  <c:v>723</c:v>
                </c:pt>
                <c:pt idx="23">
                  <c:v>787</c:v>
                </c:pt>
                <c:pt idx="24">
                  <c:v>848</c:v>
                </c:pt>
                <c:pt idx="25">
                  <c:v>903</c:v>
                </c:pt>
                <c:pt idx="26">
                  <c:v>968</c:v>
                </c:pt>
                <c:pt idx="27">
                  <c:v>1036</c:v>
                </c:pt>
                <c:pt idx="28">
                  <c:v>1090</c:v>
                </c:pt>
                <c:pt idx="29">
                  <c:v>1155</c:v>
                </c:pt>
                <c:pt idx="30">
                  <c:v>1212</c:v>
                </c:pt>
                <c:pt idx="31">
                  <c:v>1282</c:v>
                </c:pt>
                <c:pt idx="32">
                  <c:v>1340</c:v>
                </c:pt>
                <c:pt idx="33">
                  <c:v>1402</c:v>
                </c:pt>
                <c:pt idx="34">
                  <c:v>1463</c:v>
                </c:pt>
                <c:pt idx="35">
                  <c:v>1525</c:v>
                </c:pt>
                <c:pt idx="36">
                  <c:v>1587</c:v>
                </c:pt>
                <c:pt idx="37">
                  <c:v>1590</c:v>
                </c:pt>
                <c:pt idx="38">
                  <c:v>1638</c:v>
                </c:pt>
                <c:pt idx="39">
                  <c:v>1691</c:v>
                </c:pt>
                <c:pt idx="40">
                  <c:v>1740</c:v>
                </c:pt>
                <c:pt idx="41">
                  <c:v>1793</c:v>
                </c:pt>
              </c:numCache>
            </c:numRef>
          </c:val>
          <c:smooth val="0"/>
          <c:extLst>
            <c:ext xmlns:c16="http://schemas.microsoft.com/office/drawing/2014/chart" uri="{C3380CC4-5D6E-409C-BE32-E72D297353CC}">
              <c16:uniqueId val="{00000001-FB85-4272-BDCF-E36FB0AC338A}"/>
            </c:ext>
          </c:extLst>
        </c:ser>
        <c:ser>
          <c:idx val="2"/>
          <c:order val="2"/>
          <c:tx>
            <c:strRef>
              <c:f>'[工作表 在 20251212 TA-CEC main deck_to be updated.pptx 3]Global'!$A$6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3]Global'!$B$4:$AQ$4</c:f>
              <c:numCache>
                <c:formatCode>yyyy\-mm;@</c:formatCode>
                <c:ptCount val="4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pt idx="36">
                  <c:v>46661</c:v>
                </c:pt>
                <c:pt idx="37">
                  <c:v>46692</c:v>
                </c:pt>
                <c:pt idx="38">
                  <c:v>46722</c:v>
                </c:pt>
                <c:pt idx="39">
                  <c:v>46753</c:v>
                </c:pt>
                <c:pt idx="40">
                  <c:v>46784</c:v>
                </c:pt>
                <c:pt idx="41">
                  <c:v>46813</c:v>
                </c:pt>
              </c:numCache>
            </c:numRef>
          </c:cat>
          <c:val>
            <c:numRef>
              <c:f>'[工作表 在 20251212 TA-CEC main deck_to be updated.pptx 3]Global'!$B$6:$AQ$6</c:f>
              <c:numCache>
                <c:formatCode>General</c:formatCode>
                <c:ptCount val="42"/>
                <c:pt idx="0">
                  <c:v>0</c:v>
                </c:pt>
                <c:pt idx="1">
                  <c:v>1</c:v>
                </c:pt>
                <c:pt idx="2">
                  <c:v>2</c:v>
                </c:pt>
                <c:pt idx="3">
                  <c:v>5</c:v>
                </c:pt>
                <c:pt idx="4">
                  <c:v>21</c:v>
                </c:pt>
                <c:pt idx="5">
                  <c:v>52</c:v>
                </c:pt>
                <c:pt idx="6">
                  <c:v>128</c:v>
                </c:pt>
                <c:pt idx="7">
                  <c:v>265</c:v>
                </c:pt>
                <c:pt idx="8">
                  <c:v>447</c:v>
                </c:pt>
                <c:pt idx="9">
                  <c:v>591</c:v>
                </c:pt>
                <c:pt idx="10">
                  <c:v>740</c:v>
                </c:pt>
                <c:pt idx="11">
                  <c:v>899</c:v>
                </c:pt>
                <c:pt idx="12">
                  <c:v>1077</c:v>
                </c:pt>
                <c:pt idx="13">
                  <c:v>1252</c:v>
                </c:pt>
              </c:numCache>
            </c:numRef>
          </c:val>
          <c:smooth val="0"/>
          <c:extLst>
            <c:ext xmlns:c16="http://schemas.microsoft.com/office/drawing/2014/chart" uri="{C3380CC4-5D6E-409C-BE32-E72D297353CC}">
              <c16:uniqueId val="{00000002-FB85-4272-BDCF-E36FB0AC338A}"/>
            </c:ext>
          </c:extLst>
        </c:ser>
        <c:ser>
          <c:idx val="3"/>
          <c:order val="3"/>
          <c:tx>
            <c:strRef>
              <c:f>'[工作表 在 20251212 TA-CEC main deck_to be updated.pptx 3]Global'!$A$5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3]Global'!$B$4:$AQ$4</c:f>
              <c:numCache>
                <c:formatCode>yyyy\-mm;@</c:formatCode>
                <c:ptCount val="4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pt idx="36">
                  <c:v>46661</c:v>
                </c:pt>
                <c:pt idx="37">
                  <c:v>46692</c:v>
                </c:pt>
                <c:pt idx="38">
                  <c:v>46722</c:v>
                </c:pt>
                <c:pt idx="39">
                  <c:v>46753</c:v>
                </c:pt>
                <c:pt idx="40">
                  <c:v>46784</c:v>
                </c:pt>
                <c:pt idx="41">
                  <c:v>46813</c:v>
                </c:pt>
              </c:numCache>
            </c:numRef>
          </c:cat>
          <c:val>
            <c:numRef>
              <c:f>'[工作表 在 20251212 TA-CEC main deck_to be updated.pptx 3]Global'!$B$5:$AQ$5</c:f>
              <c:numCache>
                <c:formatCode>General</c:formatCode>
                <c:ptCount val="42"/>
                <c:pt idx="0">
                  <c:v>0</c:v>
                </c:pt>
                <c:pt idx="1">
                  <c:v>0</c:v>
                </c:pt>
                <c:pt idx="2">
                  <c:v>0</c:v>
                </c:pt>
                <c:pt idx="3">
                  <c:v>4</c:v>
                </c:pt>
                <c:pt idx="4">
                  <c:v>12</c:v>
                </c:pt>
                <c:pt idx="5">
                  <c:v>26</c:v>
                </c:pt>
                <c:pt idx="6">
                  <c:v>48</c:v>
                </c:pt>
                <c:pt idx="7">
                  <c:v>82</c:v>
                </c:pt>
                <c:pt idx="8">
                  <c:v>132</c:v>
                </c:pt>
                <c:pt idx="9">
                  <c:v>208</c:v>
                </c:pt>
                <c:pt idx="10">
                  <c:v>294</c:v>
                </c:pt>
                <c:pt idx="11">
                  <c:v>398</c:v>
                </c:pt>
                <c:pt idx="12">
                  <c:v>496</c:v>
                </c:pt>
                <c:pt idx="13">
                  <c:v>598</c:v>
                </c:pt>
                <c:pt idx="14">
                  <c:v>714</c:v>
                </c:pt>
                <c:pt idx="15">
                  <c:v>830</c:v>
                </c:pt>
                <c:pt idx="16">
                  <c:v>940</c:v>
                </c:pt>
                <c:pt idx="17">
                  <c:v>1066</c:v>
                </c:pt>
                <c:pt idx="18">
                  <c:v>1184</c:v>
                </c:pt>
                <c:pt idx="19">
                  <c:v>1298</c:v>
                </c:pt>
                <c:pt idx="20">
                  <c:v>1428</c:v>
                </c:pt>
                <c:pt idx="21">
                  <c:v>1556</c:v>
                </c:pt>
                <c:pt idx="22">
                  <c:v>1676</c:v>
                </c:pt>
                <c:pt idx="23">
                  <c:v>1794</c:v>
                </c:pt>
                <c:pt idx="24">
                  <c:v>1916</c:v>
                </c:pt>
                <c:pt idx="25">
                  <c:v>2050</c:v>
                </c:pt>
                <c:pt idx="26">
                  <c:v>2174</c:v>
                </c:pt>
                <c:pt idx="27">
                  <c:v>2294</c:v>
                </c:pt>
                <c:pt idx="28">
                  <c:v>2406</c:v>
                </c:pt>
                <c:pt idx="29">
                  <c:v>2540</c:v>
                </c:pt>
                <c:pt idx="30">
                  <c:v>2652</c:v>
                </c:pt>
                <c:pt idx="31">
                  <c:v>2782</c:v>
                </c:pt>
                <c:pt idx="32">
                  <c:v>2906</c:v>
                </c:pt>
                <c:pt idx="33">
                  <c:v>3030</c:v>
                </c:pt>
                <c:pt idx="34">
                  <c:v>3156</c:v>
                </c:pt>
                <c:pt idx="35">
                  <c:v>3180</c:v>
                </c:pt>
                <c:pt idx="36">
                  <c:v>3180</c:v>
                </c:pt>
                <c:pt idx="37">
                  <c:v>3180</c:v>
                </c:pt>
                <c:pt idx="38">
                  <c:v>3180</c:v>
                </c:pt>
                <c:pt idx="39">
                  <c:v>3180</c:v>
                </c:pt>
                <c:pt idx="40">
                  <c:v>3180</c:v>
                </c:pt>
                <c:pt idx="41">
                  <c:v>3180</c:v>
                </c:pt>
              </c:numCache>
            </c:numRef>
          </c:val>
          <c:smooth val="0"/>
          <c:extLst>
            <c:ext xmlns:c16="http://schemas.microsoft.com/office/drawing/2014/chart" uri="{C3380CC4-5D6E-409C-BE32-E72D297353CC}">
              <c16:uniqueId val="{00000003-FB85-4272-BDCF-E36FB0AC338A}"/>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prstClr val="black">
                    <a:lumMod val="65000"/>
                    <a:lumOff val="35000"/>
                  </a:prstClr>
                </a:solidFill>
              </a:rPr>
              <a:t>Patient Enrollment Status </a:t>
            </a:r>
            <a:r>
              <a:rPr lang="en-US" sz="1400" b="1" i="0" u="none" strike="noStrike" kern="1200" spc="0" baseline="0">
                <a:solidFill>
                  <a:srgbClr val="7030A0"/>
                </a:solidFill>
              </a:rPr>
              <a:t>(China mainland)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1595240380354448E-2"/>
          <c:y val="9.8984441218332928E-2"/>
          <c:w val="0.94236685091701933"/>
          <c:h val="0.76540663220610938"/>
        </c:manualLayout>
      </c:layout>
      <c:lineChart>
        <c:grouping val="standard"/>
        <c:varyColors val="0"/>
        <c:ser>
          <c:idx val="0"/>
          <c:order val="0"/>
          <c:tx>
            <c:strRef>
              <c:f>'[工作表 在 20251212 TA-CEC main deck_to be updated.pptx 2]China'!$A$8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2]China'!$C$4:$AL$4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 2]China'!$C$8:$AL$8</c:f>
              <c:numCache>
                <c:formatCode>General</c:formatCode>
                <c:ptCount val="36"/>
                <c:pt idx="0">
                  <c:v>0</c:v>
                </c:pt>
                <c:pt idx="1">
                  <c:v>0</c:v>
                </c:pt>
                <c:pt idx="2">
                  <c:v>0</c:v>
                </c:pt>
                <c:pt idx="3">
                  <c:v>0</c:v>
                </c:pt>
                <c:pt idx="4">
                  <c:v>0</c:v>
                </c:pt>
                <c:pt idx="5">
                  <c:v>3</c:v>
                </c:pt>
                <c:pt idx="6">
                  <c:v>5</c:v>
                </c:pt>
                <c:pt idx="7">
                  <c:v>10</c:v>
                </c:pt>
                <c:pt idx="8">
                  <c:v>13</c:v>
                </c:pt>
                <c:pt idx="9">
                  <c:v>18</c:v>
                </c:pt>
                <c:pt idx="10">
                  <c:v>19</c:v>
                </c:pt>
                <c:pt idx="11">
                  <c:v>21</c:v>
                </c:pt>
              </c:numCache>
            </c:numRef>
          </c:val>
          <c:smooth val="0"/>
          <c:extLst>
            <c:ext xmlns:c16="http://schemas.microsoft.com/office/drawing/2014/chart" uri="{C3380CC4-5D6E-409C-BE32-E72D297353CC}">
              <c16:uniqueId val="{00000000-2E26-4D80-94E2-AECFD0A6809E}"/>
            </c:ext>
          </c:extLst>
        </c:ser>
        <c:ser>
          <c:idx val="1"/>
          <c:order val="1"/>
          <c:tx>
            <c:strRef>
              <c:f>'[工作表 在 20251212 TA-CEC main deck_to be updated.pptx 2]China'!$A$7</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2]China'!$C$4:$AL$4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 2]China'!$C$7:$AL$7</c:f>
              <c:numCache>
                <c:formatCode>General</c:formatCode>
                <c:ptCount val="36"/>
                <c:pt idx="0">
                  <c:v>0</c:v>
                </c:pt>
                <c:pt idx="1">
                  <c:v>0</c:v>
                </c:pt>
                <c:pt idx="2">
                  <c:v>0</c:v>
                </c:pt>
                <c:pt idx="3">
                  <c:v>0</c:v>
                </c:pt>
                <c:pt idx="4">
                  <c:v>0</c:v>
                </c:pt>
                <c:pt idx="5">
                  <c:v>3</c:v>
                </c:pt>
                <c:pt idx="6">
                  <c:v>5</c:v>
                </c:pt>
                <c:pt idx="7">
                  <c:v>10</c:v>
                </c:pt>
                <c:pt idx="8">
                  <c:v>13</c:v>
                </c:pt>
                <c:pt idx="9">
                  <c:v>18</c:v>
                </c:pt>
                <c:pt idx="10">
                  <c:v>19</c:v>
                </c:pt>
                <c:pt idx="11">
                  <c:v>21</c:v>
                </c:pt>
                <c:pt idx="12">
                  <c:v>26</c:v>
                </c:pt>
                <c:pt idx="13">
                  <c:v>30</c:v>
                </c:pt>
                <c:pt idx="14">
                  <c:v>35</c:v>
                </c:pt>
                <c:pt idx="15">
                  <c:v>39</c:v>
                </c:pt>
                <c:pt idx="16">
                  <c:v>44</c:v>
                </c:pt>
                <c:pt idx="17">
                  <c:v>48</c:v>
                </c:pt>
                <c:pt idx="18">
                  <c:v>53</c:v>
                </c:pt>
                <c:pt idx="19">
                  <c:v>58</c:v>
                </c:pt>
                <c:pt idx="20">
                  <c:v>62</c:v>
                </c:pt>
                <c:pt idx="21">
                  <c:v>67</c:v>
                </c:pt>
                <c:pt idx="22">
                  <c:v>71</c:v>
                </c:pt>
                <c:pt idx="23">
                  <c:v>76</c:v>
                </c:pt>
                <c:pt idx="24">
                  <c:v>80</c:v>
                </c:pt>
                <c:pt idx="25">
                  <c:v>85</c:v>
                </c:pt>
                <c:pt idx="26">
                  <c:v>89</c:v>
                </c:pt>
                <c:pt idx="27">
                  <c:v>94</c:v>
                </c:pt>
                <c:pt idx="28">
                  <c:v>99</c:v>
                </c:pt>
                <c:pt idx="29">
                  <c:v>103</c:v>
                </c:pt>
                <c:pt idx="30">
                  <c:v>108</c:v>
                </c:pt>
                <c:pt idx="31">
                  <c:v>112</c:v>
                </c:pt>
                <c:pt idx="32">
                  <c:v>117</c:v>
                </c:pt>
                <c:pt idx="33">
                  <c:v>121</c:v>
                </c:pt>
                <c:pt idx="34">
                  <c:v>126</c:v>
                </c:pt>
                <c:pt idx="35">
                  <c:v>131</c:v>
                </c:pt>
              </c:numCache>
            </c:numRef>
          </c:val>
          <c:smooth val="0"/>
          <c:extLst>
            <c:ext xmlns:c16="http://schemas.microsoft.com/office/drawing/2014/chart" uri="{C3380CC4-5D6E-409C-BE32-E72D297353CC}">
              <c16:uniqueId val="{00000001-2E26-4D80-94E2-AECFD0A6809E}"/>
            </c:ext>
          </c:extLst>
        </c:ser>
        <c:ser>
          <c:idx val="2"/>
          <c:order val="2"/>
          <c:tx>
            <c:strRef>
              <c:f>'[工作表 在 20251212 TA-CEC main deck_to be updated.pptx 2]China'!$A$6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2]China'!$C$4:$AL$4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 2]China'!$C$6:$AL$6</c:f>
              <c:numCache>
                <c:formatCode>General</c:formatCode>
                <c:ptCount val="36"/>
                <c:pt idx="0">
                  <c:v>0</c:v>
                </c:pt>
                <c:pt idx="1">
                  <c:v>0</c:v>
                </c:pt>
                <c:pt idx="2">
                  <c:v>0</c:v>
                </c:pt>
                <c:pt idx="3">
                  <c:v>1</c:v>
                </c:pt>
                <c:pt idx="4">
                  <c:v>7</c:v>
                </c:pt>
                <c:pt idx="5">
                  <c:v>11</c:v>
                </c:pt>
                <c:pt idx="6">
                  <c:v>23</c:v>
                </c:pt>
                <c:pt idx="7">
                  <c:v>32</c:v>
                </c:pt>
                <c:pt idx="8">
                  <c:v>36</c:v>
                </c:pt>
                <c:pt idx="9">
                  <c:v>40</c:v>
                </c:pt>
                <c:pt idx="10">
                  <c:v>50</c:v>
                </c:pt>
                <c:pt idx="11">
                  <c:v>60</c:v>
                </c:pt>
              </c:numCache>
            </c:numRef>
          </c:val>
          <c:smooth val="0"/>
          <c:extLst>
            <c:ext xmlns:c16="http://schemas.microsoft.com/office/drawing/2014/chart" uri="{C3380CC4-5D6E-409C-BE32-E72D297353CC}">
              <c16:uniqueId val="{00000002-2E26-4D80-94E2-AECFD0A6809E}"/>
            </c:ext>
          </c:extLst>
        </c:ser>
        <c:ser>
          <c:idx val="3"/>
          <c:order val="3"/>
          <c:tx>
            <c:strRef>
              <c:f>'[工作表 在 20251212 TA-CEC main deck_to be updated.pptx 2]China'!$A$5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 2]China'!$C$4:$AL$4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 2]China'!$C$5:$AL$5</c:f>
              <c:numCache>
                <c:formatCode>General</c:formatCode>
                <c:ptCount val="36"/>
                <c:pt idx="0">
                  <c:v>0</c:v>
                </c:pt>
                <c:pt idx="1">
                  <c:v>0</c:v>
                </c:pt>
                <c:pt idx="2">
                  <c:v>0</c:v>
                </c:pt>
                <c:pt idx="3">
                  <c:v>1</c:v>
                </c:pt>
                <c:pt idx="4">
                  <c:v>7</c:v>
                </c:pt>
                <c:pt idx="5">
                  <c:v>11</c:v>
                </c:pt>
                <c:pt idx="6">
                  <c:v>24</c:v>
                </c:pt>
                <c:pt idx="7">
                  <c:v>33</c:v>
                </c:pt>
                <c:pt idx="8">
                  <c:v>37</c:v>
                </c:pt>
                <c:pt idx="9">
                  <c:v>41</c:v>
                </c:pt>
                <c:pt idx="10">
                  <c:v>51</c:v>
                </c:pt>
                <c:pt idx="11">
                  <c:v>61</c:v>
                </c:pt>
                <c:pt idx="12">
                  <c:v>70</c:v>
                </c:pt>
                <c:pt idx="13">
                  <c:v>79</c:v>
                </c:pt>
                <c:pt idx="14">
                  <c:v>90</c:v>
                </c:pt>
                <c:pt idx="15">
                  <c:v>101</c:v>
                </c:pt>
                <c:pt idx="16">
                  <c:v>111</c:v>
                </c:pt>
                <c:pt idx="17">
                  <c:v>121</c:v>
                </c:pt>
                <c:pt idx="18">
                  <c:v>131</c:v>
                </c:pt>
                <c:pt idx="19">
                  <c:v>141</c:v>
                </c:pt>
                <c:pt idx="20">
                  <c:v>151</c:v>
                </c:pt>
                <c:pt idx="21">
                  <c:v>161</c:v>
                </c:pt>
                <c:pt idx="22">
                  <c:v>171</c:v>
                </c:pt>
                <c:pt idx="23">
                  <c:v>180</c:v>
                </c:pt>
                <c:pt idx="24">
                  <c:v>190</c:v>
                </c:pt>
                <c:pt idx="25">
                  <c:v>200</c:v>
                </c:pt>
                <c:pt idx="26">
                  <c:v>207</c:v>
                </c:pt>
                <c:pt idx="27">
                  <c:v>215</c:v>
                </c:pt>
                <c:pt idx="28">
                  <c:v>225</c:v>
                </c:pt>
                <c:pt idx="29">
                  <c:v>235</c:v>
                </c:pt>
                <c:pt idx="30">
                  <c:v>243</c:v>
                </c:pt>
                <c:pt idx="31">
                  <c:v>253</c:v>
                </c:pt>
                <c:pt idx="32">
                  <c:v>261</c:v>
                </c:pt>
                <c:pt idx="33">
                  <c:v>271</c:v>
                </c:pt>
                <c:pt idx="34">
                  <c:v>273</c:v>
                </c:pt>
                <c:pt idx="35">
                  <c:v>273</c:v>
                </c:pt>
              </c:numCache>
            </c:numRef>
          </c:val>
          <c:smooth val="0"/>
          <c:extLst>
            <c:ext xmlns:c16="http://schemas.microsoft.com/office/drawing/2014/chart" uri="{C3380CC4-5D6E-409C-BE32-E72D297353CC}">
              <c16:uniqueId val="{00000003-2E26-4D80-94E2-AECFD0A6809E}"/>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r>
              <a:rPr lang="en-US" b="1">
                <a:solidFill>
                  <a:srgbClr val="7030A0"/>
                </a:solidFill>
              </a:rPr>
              <a:t>(Taiwan)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5656874441196697E-2"/>
          <c:y val="9.0668460537283752E-2"/>
          <c:w val="0.94236685091701933"/>
          <c:h val="0.76540663220610938"/>
        </c:manualLayout>
      </c:layout>
      <c:lineChart>
        <c:grouping val="standard"/>
        <c:varyColors val="0"/>
        <c:ser>
          <c:idx val="0"/>
          <c:order val="0"/>
          <c:tx>
            <c:strRef>
              <c:f>'[工作表 在 20251212 TA-CEC main deck_to be updated.pptx]Taiwan'!$A$8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updated.pptx]Taiwan'!$D$4:$AM$4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updated.pptx]Taiwan'!$D$8:$AM$8</c:f>
              <c:numCache>
                <c:formatCode>General</c:formatCode>
                <c:ptCount val="36"/>
                <c:pt idx="0">
                  <c:v>0</c:v>
                </c:pt>
                <c:pt idx="1">
                  <c:v>0</c:v>
                </c:pt>
                <c:pt idx="2">
                  <c:v>0</c:v>
                </c:pt>
                <c:pt idx="3">
                  <c:v>0</c:v>
                </c:pt>
                <c:pt idx="4">
                  <c:v>0</c:v>
                </c:pt>
                <c:pt idx="5">
                  <c:v>0</c:v>
                </c:pt>
                <c:pt idx="6">
                  <c:v>0</c:v>
                </c:pt>
                <c:pt idx="7">
                  <c:v>0</c:v>
                </c:pt>
                <c:pt idx="8">
                  <c:v>0</c:v>
                </c:pt>
                <c:pt idx="9">
                  <c:v>0</c:v>
                </c:pt>
                <c:pt idx="10">
                  <c:v>2</c:v>
                </c:pt>
                <c:pt idx="11">
                  <c:v>2</c:v>
                </c:pt>
              </c:numCache>
            </c:numRef>
          </c:val>
          <c:smooth val="0"/>
          <c:extLst>
            <c:ext xmlns:c16="http://schemas.microsoft.com/office/drawing/2014/chart" uri="{C3380CC4-5D6E-409C-BE32-E72D297353CC}">
              <c16:uniqueId val="{00000000-CE94-4A45-BEBB-3B27DD33209B}"/>
            </c:ext>
          </c:extLst>
        </c:ser>
        <c:ser>
          <c:idx val="1"/>
          <c:order val="1"/>
          <c:tx>
            <c:strRef>
              <c:f>'[工作表 在 20251212 TA-CEC main deck_to be updated.pptx]Taiwan'!$A$7</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updated.pptx]Taiwan'!$D$4:$AM$4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updated.pptx]Taiwan'!$D$7:$AM$7</c:f>
              <c:numCache>
                <c:formatCode>General</c:formatCode>
                <c:ptCount val="36"/>
                <c:pt idx="0">
                  <c:v>0</c:v>
                </c:pt>
                <c:pt idx="1">
                  <c:v>0</c:v>
                </c:pt>
                <c:pt idx="2">
                  <c:v>0</c:v>
                </c:pt>
                <c:pt idx="3">
                  <c:v>0</c:v>
                </c:pt>
                <c:pt idx="4">
                  <c:v>0</c:v>
                </c:pt>
                <c:pt idx="5">
                  <c:v>0</c:v>
                </c:pt>
                <c:pt idx="6">
                  <c:v>0</c:v>
                </c:pt>
                <c:pt idx="7">
                  <c:v>0</c:v>
                </c:pt>
                <c:pt idx="8">
                  <c:v>0</c:v>
                </c:pt>
                <c:pt idx="9">
                  <c:v>0</c:v>
                </c:pt>
                <c:pt idx="10">
                  <c:v>2</c:v>
                </c:pt>
                <c:pt idx="11">
                  <c:v>4</c:v>
                </c:pt>
                <c:pt idx="12">
                  <c:v>5</c:v>
                </c:pt>
                <c:pt idx="13">
                  <c:v>6</c:v>
                </c:pt>
                <c:pt idx="14">
                  <c:v>7</c:v>
                </c:pt>
                <c:pt idx="15">
                  <c:v>8</c:v>
                </c:pt>
                <c:pt idx="16">
                  <c:v>10</c:v>
                </c:pt>
                <c:pt idx="17">
                  <c:v>11</c:v>
                </c:pt>
                <c:pt idx="18">
                  <c:v>12</c:v>
                </c:pt>
                <c:pt idx="19">
                  <c:v>13</c:v>
                </c:pt>
                <c:pt idx="20">
                  <c:v>14</c:v>
                </c:pt>
                <c:pt idx="21">
                  <c:v>16</c:v>
                </c:pt>
                <c:pt idx="22">
                  <c:v>17</c:v>
                </c:pt>
                <c:pt idx="23">
                  <c:v>18</c:v>
                </c:pt>
                <c:pt idx="24">
                  <c:v>19</c:v>
                </c:pt>
                <c:pt idx="25">
                  <c:v>20</c:v>
                </c:pt>
                <c:pt idx="26">
                  <c:v>22</c:v>
                </c:pt>
                <c:pt idx="27">
                  <c:v>23</c:v>
                </c:pt>
                <c:pt idx="28">
                  <c:v>24</c:v>
                </c:pt>
                <c:pt idx="29">
                  <c:v>25</c:v>
                </c:pt>
                <c:pt idx="30">
                  <c:v>26</c:v>
                </c:pt>
                <c:pt idx="31">
                  <c:v>28</c:v>
                </c:pt>
                <c:pt idx="32">
                  <c:v>29</c:v>
                </c:pt>
                <c:pt idx="33">
                  <c:v>30</c:v>
                </c:pt>
                <c:pt idx="34">
                  <c:v>31</c:v>
                </c:pt>
                <c:pt idx="35">
                  <c:v>33</c:v>
                </c:pt>
              </c:numCache>
            </c:numRef>
          </c:val>
          <c:smooth val="0"/>
          <c:extLst>
            <c:ext xmlns:c16="http://schemas.microsoft.com/office/drawing/2014/chart" uri="{C3380CC4-5D6E-409C-BE32-E72D297353CC}">
              <c16:uniqueId val="{00000001-CE94-4A45-BEBB-3B27DD33209B}"/>
            </c:ext>
          </c:extLst>
        </c:ser>
        <c:ser>
          <c:idx val="2"/>
          <c:order val="2"/>
          <c:tx>
            <c:strRef>
              <c:f>'[工作表 在 20251212 TA-CEC main deck_to be updated.pptx]Taiwan'!$A$6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updated.pptx]Taiwan'!$D$4:$AM$4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updated.pptx]Taiwan'!$D$6:$AM$6</c:f>
              <c:numCache>
                <c:formatCode>General</c:formatCode>
                <c:ptCount val="36"/>
                <c:pt idx="0">
                  <c:v>0</c:v>
                </c:pt>
                <c:pt idx="1">
                  <c:v>0</c:v>
                </c:pt>
                <c:pt idx="2">
                  <c:v>0</c:v>
                </c:pt>
                <c:pt idx="3">
                  <c:v>0</c:v>
                </c:pt>
                <c:pt idx="4">
                  <c:v>0</c:v>
                </c:pt>
                <c:pt idx="5">
                  <c:v>0</c:v>
                </c:pt>
                <c:pt idx="6">
                  <c:v>1</c:v>
                </c:pt>
                <c:pt idx="7">
                  <c:v>4</c:v>
                </c:pt>
                <c:pt idx="8">
                  <c:v>9</c:v>
                </c:pt>
                <c:pt idx="9">
                  <c:v>10</c:v>
                </c:pt>
                <c:pt idx="10">
                  <c:v>14</c:v>
                </c:pt>
                <c:pt idx="11">
                  <c:v>17</c:v>
                </c:pt>
              </c:numCache>
            </c:numRef>
          </c:val>
          <c:smooth val="0"/>
          <c:extLst>
            <c:ext xmlns:c16="http://schemas.microsoft.com/office/drawing/2014/chart" uri="{C3380CC4-5D6E-409C-BE32-E72D297353CC}">
              <c16:uniqueId val="{00000002-CE94-4A45-BEBB-3B27DD33209B}"/>
            </c:ext>
          </c:extLst>
        </c:ser>
        <c:ser>
          <c:idx val="3"/>
          <c:order val="3"/>
          <c:tx>
            <c:strRef>
              <c:f>'[工作表 在 20251212 TA-CEC main deck_to be updated.pptx]Taiwan'!$A$5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20251212 TA-CEC main deck_to be updated.pptx]Taiwan'!$D$4:$AM$4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20251212 TA-CEC main deck_to be updated.pptx]Taiwan'!$D$5:$AM$5</c:f>
              <c:numCache>
                <c:formatCode>General</c:formatCode>
                <c:ptCount val="36"/>
                <c:pt idx="0">
                  <c:v>0</c:v>
                </c:pt>
                <c:pt idx="1">
                  <c:v>0</c:v>
                </c:pt>
                <c:pt idx="2">
                  <c:v>0</c:v>
                </c:pt>
                <c:pt idx="3">
                  <c:v>0</c:v>
                </c:pt>
                <c:pt idx="4">
                  <c:v>0</c:v>
                </c:pt>
                <c:pt idx="5">
                  <c:v>0</c:v>
                </c:pt>
                <c:pt idx="6">
                  <c:v>0</c:v>
                </c:pt>
                <c:pt idx="7">
                  <c:v>1</c:v>
                </c:pt>
                <c:pt idx="8">
                  <c:v>4</c:v>
                </c:pt>
                <c:pt idx="9">
                  <c:v>6</c:v>
                </c:pt>
                <c:pt idx="10">
                  <c:v>10</c:v>
                </c:pt>
                <c:pt idx="11">
                  <c:v>12</c:v>
                </c:pt>
                <c:pt idx="12">
                  <c:v>14</c:v>
                </c:pt>
                <c:pt idx="13">
                  <c:v>16</c:v>
                </c:pt>
                <c:pt idx="14">
                  <c:v>18</c:v>
                </c:pt>
                <c:pt idx="15">
                  <c:v>22</c:v>
                </c:pt>
                <c:pt idx="16">
                  <c:v>24</c:v>
                </c:pt>
                <c:pt idx="17">
                  <c:v>26</c:v>
                </c:pt>
                <c:pt idx="18">
                  <c:v>28</c:v>
                </c:pt>
                <c:pt idx="19">
                  <c:v>30</c:v>
                </c:pt>
                <c:pt idx="20">
                  <c:v>34</c:v>
                </c:pt>
                <c:pt idx="21">
                  <c:v>36</c:v>
                </c:pt>
                <c:pt idx="22">
                  <c:v>38</c:v>
                </c:pt>
                <c:pt idx="23">
                  <c:v>40</c:v>
                </c:pt>
                <c:pt idx="24">
                  <c:v>42</c:v>
                </c:pt>
                <c:pt idx="25">
                  <c:v>46</c:v>
                </c:pt>
                <c:pt idx="26">
                  <c:v>48</c:v>
                </c:pt>
                <c:pt idx="27">
                  <c:v>50</c:v>
                </c:pt>
                <c:pt idx="28">
                  <c:v>52</c:v>
                </c:pt>
                <c:pt idx="29">
                  <c:v>53</c:v>
                </c:pt>
                <c:pt idx="30">
                  <c:v>58</c:v>
                </c:pt>
                <c:pt idx="31">
                  <c:v>60</c:v>
                </c:pt>
                <c:pt idx="32">
                  <c:v>62</c:v>
                </c:pt>
                <c:pt idx="33">
                  <c:v>64</c:v>
                </c:pt>
                <c:pt idx="34">
                  <c:v>66</c:v>
                </c:pt>
                <c:pt idx="35">
                  <c:v>66</c:v>
                </c:pt>
              </c:numCache>
            </c:numRef>
          </c:val>
          <c:smooth val="0"/>
          <c:extLst>
            <c:ext xmlns:c16="http://schemas.microsoft.com/office/drawing/2014/chart" uri="{C3380CC4-5D6E-409C-BE32-E72D297353CC}">
              <c16:uniqueId val="{00000003-CE94-4A45-BEBB-3B27DD33209B}"/>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r>
              <a:rPr lang="en-US" b="1">
                <a:solidFill>
                  <a:srgbClr val="5D4495"/>
                </a:solidFill>
              </a:rPr>
              <a:t>(Hong</a:t>
            </a:r>
            <a:r>
              <a:rPr lang="en-US" b="1" baseline="0">
                <a:solidFill>
                  <a:srgbClr val="5D4495"/>
                </a:solidFill>
              </a:rPr>
              <a:t> Kong)</a:t>
            </a:r>
            <a:r>
              <a:rPr lang="en-US" b="1">
                <a:solidFill>
                  <a:srgbClr val="5D4495"/>
                </a:solidFill>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1595240380354448E-2"/>
          <c:y val="9.8984441218332928E-2"/>
          <c:w val="0.94236685091701933"/>
          <c:h val="0.76540663220610938"/>
        </c:manualLayout>
      </c:layout>
      <c:lineChart>
        <c:grouping val="standard"/>
        <c:varyColors val="0"/>
        <c:ser>
          <c:idx val="0"/>
          <c:order val="0"/>
          <c:tx>
            <c:strRef>
              <c:f>'[工作表 在 20251114 TA-CEC main deck_to be updated.pptx]Hong Kong'!$A$8</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20251114 TA-CEC main deck_to be updated.pptx]Hong Kong'!$C$4:$AL$4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20251114 TA-CEC main deck_to be updated.pptx]Hong Kong'!$C$8:$AL$8</c:f>
              <c:numCache>
                <c:formatCode>General</c:formatCode>
                <c:ptCount val="36"/>
                <c:pt idx="0">
                  <c:v>0</c:v>
                </c:pt>
                <c:pt idx="1">
                  <c:v>0</c:v>
                </c:pt>
                <c:pt idx="2">
                  <c:v>0</c:v>
                </c:pt>
                <c:pt idx="3">
                  <c:v>0</c:v>
                </c:pt>
                <c:pt idx="4">
                  <c:v>0</c:v>
                </c:pt>
                <c:pt idx="5">
                  <c:v>0</c:v>
                </c:pt>
                <c:pt idx="6">
                  <c:v>0</c:v>
                </c:pt>
                <c:pt idx="7">
                  <c:v>0</c:v>
                </c:pt>
                <c:pt idx="8">
                  <c:v>0</c:v>
                </c:pt>
                <c:pt idx="9">
                  <c:v>3</c:v>
                </c:pt>
                <c:pt idx="10">
                  <c:v>4</c:v>
                </c:pt>
                <c:pt idx="11">
                  <c:v>4</c:v>
                </c:pt>
              </c:numCache>
            </c:numRef>
          </c:val>
          <c:smooth val="0"/>
          <c:extLst>
            <c:ext xmlns:c16="http://schemas.microsoft.com/office/drawing/2014/chart" uri="{C3380CC4-5D6E-409C-BE32-E72D297353CC}">
              <c16:uniqueId val="{00000000-6753-40BE-8B31-7BD170283FB8}"/>
            </c:ext>
          </c:extLst>
        </c:ser>
        <c:ser>
          <c:idx val="1"/>
          <c:order val="1"/>
          <c:tx>
            <c:strRef>
              <c:f>'[工作表 在 20251114 TA-CEC main deck_to be updated.pptx]Hong Kong'!$A$7</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20251114 TA-CEC main deck_to be updated.pptx]Hong Kong'!$C$4:$AL$4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20251114 TA-CEC main deck_to be updated.pptx]Hong Kong'!$C$7:$AL$7</c:f>
              <c:numCache>
                <c:formatCode>General</c:formatCode>
                <c:ptCount val="36"/>
                <c:pt idx="0">
                  <c:v>0</c:v>
                </c:pt>
                <c:pt idx="1">
                  <c:v>0</c:v>
                </c:pt>
                <c:pt idx="2">
                  <c:v>0</c:v>
                </c:pt>
                <c:pt idx="3">
                  <c:v>0</c:v>
                </c:pt>
                <c:pt idx="4">
                  <c:v>0</c:v>
                </c:pt>
                <c:pt idx="5">
                  <c:v>0</c:v>
                </c:pt>
                <c:pt idx="6">
                  <c:v>0</c:v>
                </c:pt>
                <c:pt idx="7">
                  <c:v>0</c:v>
                </c:pt>
                <c:pt idx="8">
                  <c:v>0</c:v>
                </c:pt>
                <c:pt idx="9">
                  <c:v>1</c:v>
                </c:pt>
                <c:pt idx="10">
                  <c:v>2</c:v>
                </c:pt>
                <c:pt idx="11">
                  <c:v>3</c:v>
                </c:pt>
                <c:pt idx="12">
                  <c:v>3</c:v>
                </c:pt>
                <c:pt idx="13">
                  <c:v>4</c:v>
                </c:pt>
                <c:pt idx="14">
                  <c:v>4</c:v>
                </c:pt>
                <c:pt idx="15">
                  <c:v>4</c:v>
                </c:pt>
                <c:pt idx="16">
                  <c:v>5</c:v>
                </c:pt>
                <c:pt idx="17">
                  <c:v>6</c:v>
                </c:pt>
                <c:pt idx="18">
                  <c:v>6</c:v>
                </c:pt>
                <c:pt idx="19">
                  <c:v>6</c:v>
                </c:pt>
                <c:pt idx="20">
                  <c:v>7</c:v>
                </c:pt>
                <c:pt idx="21">
                  <c:v>8</c:v>
                </c:pt>
                <c:pt idx="22">
                  <c:v>9</c:v>
                </c:pt>
                <c:pt idx="23">
                  <c:v>9</c:v>
                </c:pt>
                <c:pt idx="24">
                  <c:v>9</c:v>
                </c:pt>
                <c:pt idx="25">
                  <c:v>10</c:v>
                </c:pt>
                <c:pt idx="26">
                  <c:v>10</c:v>
                </c:pt>
                <c:pt idx="27">
                  <c:v>11</c:v>
                </c:pt>
                <c:pt idx="28">
                  <c:v>12</c:v>
                </c:pt>
                <c:pt idx="29">
                  <c:v>13</c:v>
                </c:pt>
                <c:pt idx="30">
                  <c:v>13</c:v>
                </c:pt>
                <c:pt idx="31">
                  <c:v>13</c:v>
                </c:pt>
                <c:pt idx="32">
                  <c:v>14</c:v>
                </c:pt>
                <c:pt idx="33">
                  <c:v>15</c:v>
                </c:pt>
                <c:pt idx="34">
                  <c:v>16</c:v>
                </c:pt>
                <c:pt idx="35">
                  <c:v>17</c:v>
                </c:pt>
              </c:numCache>
            </c:numRef>
          </c:val>
          <c:smooth val="0"/>
          <c:extLst>
            <c:ext xmlns:c16="http://schemas.microsoft.com/office/drawing/2014/chart" uri="{C3380CC4-5D6E-409C-BE32-E72D297353CC}">
              <c16:uniqueId val="{00000001-6753-40BE-8B31-7BD170283FB8}"/>
            </c:ext>
          </c:extLst>
        </c:ser>
        <c:ser>
          <c:idx val="2"/>
          <c:order val="2"/>
          <c:tx>
            <c:strRef>
              <c:f>'[工作表 在 20251114 TA-CEC main deck_to be updated.pptx]Hong Kong'!$A$6</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20251114 TA-CEC main deck_to be updated.pptx]Hong Kong'!$C$4:$AL$4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20251114 TA-CEC main deck_to be updated.pptx]Hong Kong'!$C$6:$AL$6</c:f>
              <c:numCache>
                <c:formatCode>General</c:formatCode>
                <c:ptCount val="36"/>
                <c:pt idx="0">
                  <c:v>0</c:v>
                </c:pt>
                <c:pt idx="1">
                  <c:v>0</c:v>
                </c:pt>
                <c:pt idx="2">
                  <c:v>0</c:v>
                </c:pt>
                <c:pt idx="3">
                  <c:v>0</c:v>
                </c:pt>
                <c:pt idx="4">
                  <c:v>0</c:v>
                </c:pt>
                <c:pt idx="5">
                  <c:v>0</c:v>
                </c:pt>
                <c:pt idx="6">
                  <c:v>1</c:v>
                </c:pt>
                <c:pt idx="7">
                  <c:v>4</c:v>
                </c:pt>
                <c:pt idx="8">
                  <c:v>4</c:v>
                </c:pt>
                <c:pt idx="9">
                  <c:v>6</c:v>
                </c:pt>
                <c:pt idx="10">
                  <c:v>7</c:v>
                </c:pt>
                <c:pt idx="11">
                  <c:v>7</c:v>
                </c:pt>
              </c:numCache>
            </c:numRef>
          </c:val>
          <c:smooth val="0"/>
          <c:extLst>
            <c:ext xmlns:c16="http://schemas.microsoft.com/office/drawing/2014/chart" uri="{C3380CC4-5D6E-409C-BE32-E72D297353CC}">
              <c16:uniqueId val="{00000002-6753-40BE-8B31-7BD170283FB8}"/>
            </c:ext>
          </c:extLst>
        </c:ser>
        <c:ser>
          <c:idx val="3"/>
          <c:order val="3"/>
          <c:tx>
            <c:strRef>
              <c:f>'[工作表 在 20251114 TA-CEC main deck_to be updated.pptx]Hong Kong'!$A$5</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20251114 TA-CEC main deck_to be updated.pptx]Hong Kong'!$C$4:$AL$4</c:f>
              <c:numCache>
                <c:formatCode>yyyy\-mm;@</c:formatCode>
                <c:ptCount val="36"/>
                <c:pt idx="0">
                  <c:v>45627</c:v>
                </c:pt>
                <c:pt idx="1">
                  <c:v>45658</c:v>
                </c:pt>
                <c:pt idx="2">
                  <c:v>45689</c:v>
                </c:pt>
                <c:pt idx="3">
                  <c:v>45717</c:v>
                </c:pt>
                <c:pt idx="4">
                  <c:v>45748</c:v>
                </c:pt>
                <c:pt idx="5">
                  <c:v>45778</c:v>
                </c:pt>
                <c:pt idx="6">
                  <c:v>45809</c:v>
                </c:pt>
                <c:pt idx="7">
                  <c:v>45839</c:v>
                </c:pt>
                <c:pt idx="8">
                  <c:v>45870</c:v>
                </c:pt>
                <c:pt idx="9">
                  <c:v>45901</c:v>
                </c:pt>
                <c:pt idx="10">
                  <c:v>45931</c:v>
                </c:pt>
                <c:pt idx="11">
                  <c:v>45962</c:v>
                </c:pt>
                <c:pt idx="12">
                  <c:v>45992</c:v>
                </c:pt>
                <c:pt idx="13">
                  <c:v>46023</c:v>
                </c:pt>
                <c:pt idx="14">
                  <c:v>46054</c:v>
                </c:pt>
                <c:pt idx="15">
                  <c:v>46082</c:v>
                </c:pt>
                <c:pt idx="16">
                  <c:v>46113</c:v>
                </c:pt>
                <c:pt idx="17">
                  <c:v>46143</c:v>
                </c:pt>
                <c:pt idx="18">
                  <c:v>46174</c:v>
                </c:pt>
                <c:pt idx="19">
                  <c:v>46204</c:v>
                </c:pt>
                <c:pt idx="20">
                  <c:v>46235</c:v>
                </c:pt>
                <c:pt idx="21">
                  <c:v>46266</c:v>
                </c:pt>
                <c:pt idx="22">
                  <c:v>46296</c:v>
                </c:pt>
                <c:pt idx="23">
                  <c:v>46327</c:v>
                </c:pt>
                <c:pt idx="24">
                  <c:v>46357</c:v>
                </c:pt>
                <c:pt idx="25">
                  <c:v>46388</c:v>
                </c:pt>
                <c:pt idx="26">
                  <c:v>46419</c:v>
                </c:pt>
                <c:pt idx="27">
                  <c:v>46447</c:v>
                </c:pt>
                <c:pt idx="28">
                  <c:v>46478</c:v>
                </c:pt>
                <c:pt idx="29">
                  <c:v>46508</c:v>
                </c:pt>
                <c:pt idx="30">
                  <c:v>46539</c:v>
                </c:pt>
                <c:pt idx="31">
                  <c:v>46569</c:v>
                </c:pt>
                <c:pt idx="32">
                  <c:v>46600</c:v>
                </c:pt>
                <c:pt idx="33">
                  <c:v>46631</c:v>
                </c:pt>
                <c:pt idx="34">
                  <c:v>46661</c:v>
                </c:pt>
                <c:pt idx="35">
                  <c:v>46692</c:v>
                </c:pt>
              </c:numCache>
            </c:numRef>
          </c:cat>
          <c:val>
            <c:numRef>
              <c:f>'[工作表 在 20251114 TA-CEC main deck_to be updated.pptx]Hong Kong'!$C$5:$AL$5</c:f>
              <c:numCache>
                <c:formatCode>General</c:formatCode>
                <c:ptCount val="36"/>
                <c:pt idx="0">
                  <c:v>0</c:v>
                </c:pt>
                <c:pt idx="1">
                  <c:v>0</c:v>
                </c:pt>
                <c:pt idx="2">
                  <c:v>0</c:v>
                </c:pt>
                <c:pt idx="3">
                  <c:v>0</c:v>
                </c:pt>
                <c:pt idx="4">
                  <c:v>0</c:v>
                </c:pt>
                <c:pt idx="5">
                  <c:v>0</c:v>
                </c:pt>
                <c:pt idx="6">
                  <c:v>0</c:v>
                </c:pt>
                <c:pt idx="7">
                  <c:v>2</c:v>
                </c:pt>
                <c:pt idx="8">
                  <c:v>4</c:v>
                </c:pt>
                <c:pt idx="9">
                  <c:v>5</c:v>
                </c:pt>
                <c:pt idx="10">
                  <c:v>7</c:v>
                </c:pt>
                <c:pt idx="11">
                  <c:v>7</c:v>
                </c:pt>
                <c:pt idx="12">
                  <c:v>7</c:v>
                </c:pt>
                <c:pt idx="13">
                  <c:v>9</c:v>
                </c:pt>
                <c:pt idx="14">
                  <c:v>10</c:v>
                </c:pt>
                <c:pt idx="15">
                  <c:v>12</c:v>
                </c:pt>
                <c:pt idx="16">
                  <c:v>14</c:v>
                </c:pt>
                <c:pt idx="17">
                  <c:v>16</c:v>
                </c:pt>
                <c:pt idx="18">
                  <c:v>18</c:v>
                </c:pt>
                <c:pt idx="19">
                  <c:v>20</c:v>
                </c:pt>
                <c:pt idx="20">
                  <c:v>22</c:v>
                </c:pt>
                <c:pt idx="21">
                  <c:v>24</c:v>
                </c:pt>
                <c:pt idx="22">
                  <c:v>26</c:v>
                </c:pt>
                <c:pt idx="23">
                  <c:v>28</c:v>
                </c:pt>
                <c:pt idx="24">
                  <c:v>28</c:v>
                </c:pt>
                <c:pt idx="25">
                  <c:v>30</c:v>
                </c:pt>
                <c:pt idx="26">
                  <c:v>30</c:v>
                </c:pt>
                <c:pt idx="27">
                  <c:v>32</c:v>
                </c:pt>
                <c:pt idx="28">
                  <c:v>34</c:v>
                </c:pt>
                <c:pt idx="29">
                  <c:v>36</c:v>
                </c:pt>
                <c:pt idx="30">
                  <c:v>38</c:v>
                </c:pt>
                <c:pt idx="31">
                  <c:v>40</c:v>
                </c:pt>
                <c:pt idx="32">
                  <c:v>42</c:v>
                </c:pt>
                <c:pt idx="33">
                  <c:v>44</c:v>
                </c:pt>
                <c:pt idx="34">
                  <c:v>44</c:v>
                </c:pt>
                <c:pt idx="35">
                  <c:v>44</c:v>
                </c:pt>
              </c:numCache>
            </c:numRef>
          </c:val>
          <c:smooth val="0"/>
          <c:extLst>
            <c:ext xmlns:c16="http://schemas.microsoft.com/office/drawing/2014/chart" uri="{C3380CC4-5D6E-409C-BE32-E72D297353CC}">
              <c16:uniqueId val="{00000003-6753-40BE-8B31-7BD170283FB8}"/>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yyyy\-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Randomization: Actual vs. Projection</a:t>
            </a:r>
          </a:p>
        </c:rich>
      </c:tx>
      <c:layout>
        <c:manualLayout>
          <c:xMode val="edge"/>
          <c:yMode val="edge"/>
          <c:x val="0.29843494364265477"/>
          <c:y val="3.454231433506044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strRef>
              <c:f>'recruitment projection'!$A$4</c:f>
              <c:strCache>
                <c:ptCount val="1"/>
                <c:pt idx="0">
                  <c:v>projection</c:v>
                </c:pt>
              </c:strCache>
            </c:strRef>
          </c:tx>
          <c:spPr>
            <a:solidFill>
              <a:schemeClr val="accent2"/>
            </a:solidFill>
            <a:ln>
              <a:noFill/>
            </a:ln>
            <a:effectLst/>
          </c:spPr>
          <c:invertIfNegative val="0"/>
          <c:cat>
            <c:strRef>
              <c:f>'recruitment projection'!$B$2:$T$2</c:f>
              <c:strCache>
                <c:ptCount val="19"/>
                <c:pt idx="0">
                  <c:v>Dec-24</c:v>
                </c:pt>
                <c:pt idx="1">
                  <c:v>Jan-2025</c:v>
                </c:pt>
                <c:pt idx="2">
                  <c:v>Feb-2025</c:v>
                </c:pt>
                <c:pt idx="3">
                  <c:v>Mar-2025</c:v>
                </c:pt>
                <c:pt idx="4">
                  <c:v>Apr-2025</c:v>
                </c:pt>
                <c:pt idx="5">
                  <c:v>May-2025</c:v>
                </c:pt>
                <c:pt idx="6">
                  <c:v>Jun-2025</c:v>
                </c:pt>
                <c:pt idx="7">
                  <c:v>Jul-2025</c:v>
                </c:pt>
                <c:pt idx="8">
                  <c:v>Aug-2025</c:v>
                </c:pt>
                <c:pt idx="9">
                  <c:v>Sep-2025</c:v>
                </c:pt>
                <c:pt idx="10">
                  <c:v>Oct-2025</c:v>
                </c:pt>
                <c:pt idx="11">
                  <c:v>Nov-2025</c:v>
                </c:pt>
                <c:pt idx="12">
                  <c:v>Dec-2025</c:v>
                </c:pt>
                <c:pt idx="13">
                  <c:v>Jan-2026</c:v>
                </c:pt>
                <c:pt idx="14">
                  <c:v>Feb-2026</c:v>
                </c:pt>
                <c:pt idx="15">
                  <c:v>Mar-2026</c:v>
                </c:pt>
                <c:pt idx="16">
                  <c:v>Apr-2026</c:v>
                </c:pt>
                <c:pt idx="17">
                  <c:v>May-2026</c:v>
                </c:pt>
                <c:pt idx="18">
                  <c:v>Jun-26</c:v>
                </c:pt>
              </c:strCache>
            </c:strRef>
          </c:cat>
          <c:val>
            <c:numRef>
              <c:f>'recruitment projection'!$B$4:$T$4</c:f>
              <c:numCache>
                <c:formatCode>General</c:formatCode>
                <c:ptCount val="19"/>
                <c:pt idx="0">
                  <c:v>0</c:v>
                </c:pt>
                <c:pt idx="1">
                  <c:v>4</c:v>
                </c:pt>
                <c:pt idx="2">
                  <c:v>13</c:v>
                </c:pt>
                <c:pt idx="3">
                  <c:v>30</c:v>
                </c:pt>
                <c:pt idx="4">
                  <c:v>49</c:v>
                </c:pt>
                <c:pt idx="5">
                  <c:v>70</c:v>
                </c:pt>
                <c:pt idx="6">
                  <c:v>90</c:v>
                </c:pt>
                <c:pt idx="7">
                  <c:v>112</c:v>
                </c:pt>
                <c:pt idx="8">
                  <c:v>134</c:v>
                </c:pt>
                <c:pt idx="9">
                  <c:v>155</c:v>
                </c:pt>
                <c:pt idx="10">
                  <c:v>176</c:v>
                </c:pt>
                <c:pt idx="11">
                  <c:v>197</c:v>
                </c:pt>
                <c:pt idx="12">
                  <c:v>219</c:v>
                </c:pt>
                <c:pt idx="13">
                  <c:v>241</c:v>
                </c:pt>
                <c:pt idx="14">
                  <c:v>260</c:v>
                </c:pt>
                <c:pt idx="15">
                  <c:v>282</c:v>
                </c:pt>
                <c:pt idx="16">
                  <c:v>303</c:v>
                </c:pt>
                <c:pt idx="17">
                  <c:v>325</c:v>
                </c:pt>
                <c:pt idx="18">
                  <c:v>341</c:v>
                </c:pt>
              </c:numCache>
            </c:numRef>
          </c:val>
          <c:extLst>
            <c:ext xmlns:c16="http://schemas.microsoft.com/office/drawing/2014/chart" uri="{C3380CC4-5D6E-409C-BE32-E72D297353CC}">
              <c16:uniqueId val="{00000000-DB55-4142-8EF0-BBB8441B3FC8}"/>
            </c:ext>
          </c:extLst>
        </c:ser>
        <c:ser>
          <c:idx val="2"/>
          <c:order val="1"/>
          <c:tx>
            <c:strRef>
              <c:f>'recruitment projection'!$A$5</c:f>
              <c:strCache>
                <c:ptCount val="1"/>
                <c:pt idx="0">
                  <c:v>Actual</c:v>
                </c:pt>
              </c:strCache>
            </c:strRef>
          </c:tx>
          <c:spPr>
            <a:solidFill>
              <a:schemeClr val="accent3"/>
            </a:solidFill>
            <a:ln>
              <a:noFill/>
            </a:ln>
            <a:effectLst/>
          </c:spPr>
          <c:invertIfNegative val="0"/>
          <c:cat>
            <c:strRef>
              <c:f>'recruitment projection'!$B$2:$T$2</c:f>
              <c:strCache>
                <c:ptCount val="19"/>
                <c:pt idx="0">
                  <c:v>Dec-24</c:v>
                </c:pt>
                <c:pt idx="1">
                  <c:v>Jan-2025</c:v>
                </c:pt>
                <c:pt idx="2">
                  <c:v>Feb-2025</c:v>
                </c:pt>
                <c:pt idx="3">
                  <c:v>Mar-2025</c:v>
                </c:pt>
                <c:pt idx="4">
                  <c:v>Apr-2025</c:v>
                </c:pt>
                <c:pt idx="5">
                  <c:v>May-2025</c:v>
                </c:pt>
                <c:pt idx="6">
                  <c:v>Jun-2025</c:v>
                </c:pt>
                <c:pt idx="7">
                  <c:v>Jul-2025</c:v>
                </c:pt>
                <c:pt idx="8">
                  <c:v>Aug-2025</c:v>
                </c:pt>
                <c:pt idx="9">
                  <c:v>Sep-2025</c:v>
                </c:pt>
                <c:pt idx="10">
                  <c:v>Oct-2025</c:v>
                </c:pt>
                <c:pt idx="11">
                  <c:v>Nov-2025</c:v>
                </c:pt>
                <c:pt idx="12">
                  <c:v>Dec-2025</c:v>
                </c:pt>
                <c:pt idx="13">
                  <c:v>Jan-2026</c:v>
                </c:pt>
                <c:pt idx="14">
                  <c:v>Feb-2026</c:v>
                </c:pt>
                <c:pt idx="15">
                  <c:v>Mar-2026</c:v>
                </c:pt>
                <c:pt idx="16">
                  <c:v>Apr-2026</c:v>
                </c:pt>
                <c:pt idx="17">
                  <c:v>May-2026</c:v>
                </c:pt>
                <c:pt idx="18">
                  <c:v>Jun-26</c:v>
                </c:pt>
              </c:strCache>
            </c:strRef>
          </c:cat>
          <c:val>
            <c:numRef>
              <c:f>'recruitment projection'!$B$5:$T$5</c:f>
              <c:numCache>
                <c:formatCode>General</c:formatCode>
                <c:ptCount val="19"/>
                <c:pt idx="0">
                  <c:v>1</c:v>
                </c:pt>
                <c:pt idx="1">
                  <c:v>11</c:v>
                </c:pt>
                <c:pt idx="2">
                  <c:v>28</c:v>
                </c:pt>
                <c:pt idx="3">
                  <c:v>72</c:v>
                </c:pt>
                <c:pt idx="4">
                  <c:v>118</c:v>
                </c:pt>
                <c:pt idx="5">
                  <c:v>153</c:v>
                </c:pt>
                <c:pt idx="6">
                  <c:v>191</c:v>
                </c:pt>
                <c:pt idx="7">
                  <c:v>229</c:v>
                </c:pt>
                <c:pt idx="8">
                  <c:v>254</c:v>
                </c:pt>
                <c:pt idx="9">
                  <c:v>284</c:v>
                </c:pt>
                <c:pt idx="10">
                  <c:v>304</c:v>
                </c:pt>
                <c:pt idx="11">
                  <c:v>339</c:v>
                </c:pt>
              </c:numCache>
            </c:numRef>
          </c:val>
          <c:extLst>
            <c:ext xmlns:c16="http://schemas.microsoft.com/office/drawing/2014/chart" uri="{C3380CC4-5D6E-409C-BE32-E72D297353CC}">
              <c16:uniqueId val="{00000001-DB55-4142-8EF0-BBB8441B3FC8}"/>
            </c:ext>
          </c:extLst>
        </c:ser>
        <c:ser>
          <c:idx val="3"/>
          <c:order val="2"/>
          <c:tx>
            <c:strRef>
              <c:f>'recruitment projection'!$A$6</c:f>
              <c:strCache>
                <c:ptCount val="1"/>
                <c:pt idx="0">
                  <c:v>actual by month</c:v>
                </c:pt>
              </c:strCache>
            </c:strRef>
          </c:tx>
          <c:spPr>
            <a:solidFill>
              <a:schemeClr val="accent4"/>
            </a:solidFill>
            <a:ln>
              <a:noFill/>
            </a:ln>
            <a:effectLst/>
          </c:spPr>
          <c:invertIfNegative val="0"/>
          <c:cat>
            <c:strRef>
              <c:f>'recruitment projection'!$B$2:$T$2</c:f>
              <c:strCache>
                <c:ptCount val="19"/>
                <c:pt idx="0">
                  <c:v>Dec-24</c:v>
                </c:pt>
                <c:pt idx="1">
                  <c:v>Jan-2025</c:v>
                </c:pt>
                <c:pt idx="2">
                  <c:v>Feb-2025</c:v>
                </c:pt>
                <c:pt idx="3">
                  <c:v>Mar-2025</c:v>
                </c:pt>
                <c:pt idx="4">
                  <c:v>Apr-2025</c:v>
                </c:pt>
                <c:pt idx="5">
                  <c:v>May-2025</c:v>
                </c:pt>
                <c:pt idx="6">
                  <c:v>Jun-2025</c:v>
                </c:pt>
                <c:pt idx="7">
                  <c:v>Jul-2025</c:v>
                </c:pt>
                <c:pt idx="8">
                  <c:v>Aug-2025</c:v>
                </c:pt>
                <c:pt idx="9">
                  <c:v>Sep-2025</c:v>
                </c:pt>
                <c:pt idx="10">
                  <c:v>Oct-2025</c:v>
                </c:pt>
                <c:pt idx="11">
                  <c:v>Nov-2025</c:v>
                </c:pt>
                <c:pt idx="12">
                  <c:v>Dec-2025</c:v>
                </c:pt>
                <c:pt idx="13">
                  <c:v>Jan-2026</c:v>
                </c:pt>
                <c:pt idx="14">
                  <c:v>Feb-2026</c:v>
                </c:pt>
                <c:pt idx="15">
                  <c:v>Mar-2026</c:v>
                </c:pt>
                <c:pt idx="16">
                  <c:v>Apr-2026</c:v>
                </c:pt>
                <c:pt idx="17">
                  <c:v>May-2026</c:v>
                </c:pt>
                <c:pt idx="18">
                  <c:v>Jun-26</c:v>
                </c:pt>
              </c:strCache>
            </c:strRef>
          </c:cat>
          <c:val>
            <c:numRef>
              <c:f>'recruitment projection'!$B$6:$T$6</c:f>
              <c:numCache>
                <c:formatCode>General</c:formatCode>
                <c:ptCount val="19"/>
                <c:pt idx="0">
                  <c:v>1</c:v>
                </c:pt>
                <c:pt idx="1">
                  <c:v>10</c:v>
                </c:pt>
                <c:pt idx="2">
                  <c:v>17</c:v>
                </c:pt>
                <c:pt idx="3">
                  <c:v>44</c:v>
                </c:pt>
                <c:pt idx="4">
                  <c:v>46</c:v>
                </c:pt>
                <c:pt idx="5">
                  <c:v>35</c:v>
                </c:pt>
                <c:pt idx="6">
                  <c:v>38</c:v>
                </c:pt>
                <c:pt idx="7">
                  <c:v>38</c:v>
                </c:pt>
                <c:pt idx="8">
                  <c:v>25</c:v>
                </c:pt>
                <c:pt idx="9">
                  <c:v>30</c:v>
                </c:pt>
                <c:pt idx="10">
                  <c:v>20</c:v>
                </c:pt>
                <c:pt idx="11">
                  <c:v>35</c:v>
                </c:pt>
              </c:numCache>
            </c:numRef>
          </c:val>
          <c:extLst>
            <c:ext xmlns:c16="http://schemas.microsoft.com/office/drawing/2014/chart" uri="{C3380CC4-5D6E-409C-BE32-E72D297353CC}">
              <c16:uniqueId val="{00000002-DB55-4142-8EF0-BBB8441B3FC8}"/>
            </c:ext>
          </c:extLst>
        </c:ser>
        <c:dLbls>
          <c:showLegendKey val="0"/>
          <c:showVal val="0"/>
          <c:showCatName val="0"/>
          <c:showSerName val="0"/>
          <c:showPercent val="0"/>
          <c:showBubbleSize val="0"/>
        </c:dLbls>
        <c:gapWidth val="219"/>
        <c:axId val="562160672"/>
        <c:axId val="562159592"/>
      </c:barChart>
      <c:catAx>
        <c:axId val="562160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159592"/>
        <c:crosses val="autoZero"/>
        <c:auto val="1"/>
        <c:lblAlgn val="ctr"/>
        <c:lblOffset val="100"/>
        <c:noMultiLvlLbl val="0"/>
      </c:catAx>
      <c:valAx>
        <c:axId val="5621595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160672"/>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01200743946742"/>
          <c:y val="1.8470009105922346E-2"/>
          <c:w val="0.80553673921407254"/>
          <c:h val="0.76613190003979703"/>
        </c:manualLayout>
      </c:layout>
      <c:lineChart>
        <c:grouping val="standard"/>
        <c:varyColors val="0"/>
        <c:ser>
          <c:idx val="0"/>
          <c:order val="0"/>
          <c:tx>
            <c:strRef>
              <c:f>'Rand by month'!$A$2</c:f>
              <c:strCache>
                <c:ptCount val="1"/>
                <c:pt idx="0">
                  <c:v>Projections</c:v>
                </c:pt>
              </c:strCache>
            </c:strRef>
          </c:tx>
          <c:spPr>
            <a:ln w="28575" cap="rnd">
              <a:solidFill>
                <a:schemeClr val="accent1"/>
              </a:solidFill>
              <a:round/>
            </a:ln>
            <a:effectLst/>
          </c:spPr>
          <c:marker>
            <c:symbol val="none"/>
          </c:marker>
          <c:cat>
            <c:strRef>
              <c:f>'Rand by month'!$B$1:$Z$1</c:f>
              <c:strCache>
                <c:ptCount val="25"/>
                <c:pt idx="0">
                  <c:v>Jun-2024</c:v>
                </c:pt>
                <c:pt idx="1">
                  <c:v>Jul-2024</c:v>
                </c:pt>
                <c:pt idx="2">
                  <c:v>Aug-2024</c:v>
                </c:pt>
                <c:pt idx="3">
                  <c:v>Sep-2024</c:v>
                </c:pt>
                <c:pt idx="4">
                  <c:v>Oct-2024</c:v>
                </c:pt>
                <c:pt idx="5">
                  <c:v>Nov-2024</c:v>
                </c:pt>
                <c:pt idx="6">
                  <c:v>Dec-2024</c:v>
                </c:pt>
                <c:pt idx="7">
                  <c:v>Jan-2025</c:v>
                </c:pt>
                <c:pt idx="8">
                  <c:v>Feb-2025</c:v>
                </c:pt>
                <c:pt idx="9">
                  <c:v>Mar-2025</c:v>
                </c:pt>
                <c:pt idx="10">
                  <c:v>Apr-2025</c:v>
                </c:pt>
                <c:pt idx="11">
                  <c:v>May-2025</c:v>
                </c:pt>
                <c:pt idx="12">
                  <c:v>Jun-2025</c:v>
                </c:pt>
                <c:pt idx="13">
                  <c:v>Jul-2025</c:v>
                </c:pt>
                <c:pt idx="14">
                  <c:v>Aug-2025</c:v>
                </c:pt>
                <c:pt idx="15">
                  <c:v>Sep-2025</c:v>
                </c:pt>
                <c:pt idx="16">
                  <c:v>Oct-2025</c:v>
                </c:pt>
                <c:pt idx="17">
                  <c:v>Nov-2025</c:v>
                </c:pt>
                <c:pt idx="18">
                  <c:v>Dec-2025</c:v>
                </c:pt>
                <c:pt idx="19">
                  <c:v>Jan-2026</c:v>
                </c:pt>
                <c:pt idx="20">
                  <c:v>Feb-2026</c:v>
                </c:pt>
                <c:pt idx="21">
                  <c:v>Mar-2026</c:v>
                </c:pt>
                <c:pt idx="22">
                  <c:v>Apr-2026</c:v>
                </c:pt>
                <c:pt idx="23">
                  <c:v>May-2026</c:v>
                </c:pt>
                <c:pt idx="24">
                  <c:v>Jun-2026</c:v>
                </c:pt>
              </c:strCache>
            </c:strRef>
          </c:cat>
          <c:val>
            <c:numRef>
              <c:f>'Rand by month'!$B$2:$Z$2</c:f>
              <c:numCache>
                <c:formatCode>General</c:formatCode>
                <c:ptCount val="25"/>
                <c:pt idx="0">
                  <c:v>1</c:v>
                </c:pt>
                <c:pt idx="1">
                  <c:v>2</c:v>
                </c:pt>
                <c:pt idx="2">
                  <c:v>15</c:v>
                </c:pt>
                <c:pt idx="3">
                  <c:v>35</c:v>
                </c:pt>
                <c:pt idx="4">
                  <c:v>69</c:v>
                </c:pt>
                <c:pt idx="5">
                  <c:v>131</c:v>
                </c:pt>
                <c:pt idx="6">
                  <c:v>252</c:v>
                </c:pt>
                <c:pt idx="7">
                  <c:v>430</c:v>
                </c:pt>
                <c:pt idx="8">
                  <c:v>639</c:v>
                </c:pt>
                <c:pt idx="9">
                  <c:v>908</c:v>
                </c:pt>
                <c:pt idx="10">
                  <c:v>1202</c:v>
                </c:pt>
                <c:pt idx="11">
                  <c:v>1533</c:v>
                </c:pt>
                <c:pt idx="12">
                  <c:v>1778</c:v>
                </c:pt>
                <c:pt idx="13">
                  <c:v>2121</c:v>
                </c:pt>
                <c:pt idx="14">
                  <c:v>2478</c:v>
                </c:pt>
                <c:pt idx="15">
                  <c:v>2831</c:v>
                </c:pt>
                <c:pt idx="16">
                  <c:v>3198</c:v>
                </c:pt>
                <c:pt idx="17">
                  <c:v>3559</c:v>
                </c:pt>
                <c:pt idx="18">
                  <c:v>3928</c:v>
                </c:pt>
                <c:pt idx="19">
                  <c:v>4296</c:v>
                </c:pt>
                <c:pt idx="20">
                  <c:v>4636</c:v>
                </c:pt>
                <c:pt idx="21">
                  <c:v>5004</c:v>
                </c:pt>
                <c:pt idx="22">
                  <c:v>5364</c:v>
                </c:pt>
                <c:pt idx="23">
                  <c:v>5731</c:v>
                </c:pt>
                <c:pt idx="24">
                  <c:v>6000</c:v>
                </c:pt>
              </c:numCache>
            </c:numRef>
          </c:val>
          <c:smooth val="0"/>
          <c:extLst>
            <c:ext xmlns:c16="http://schemas.microsoft.com/office/drawing/2014/chart" uri="{C3380CC4-5D6E-409C-BE32-E72D297353CC}">
              <c16:uniqueId val="{00000000-D400-4DD0-B794-B01707165800}"/>
            </c:ext>
          </c:extLst>
        </c:ser>
        <c:ser>
          <c:idx val="1"/>
          <c:order val="1"/>
          <c:tx>
            <c:strRef>
              <c:f>'Rand by month'!$A$3</c:f>
              <c:strCache>
                <c:ptCount val="1"/>
                <c:pt idx="0">
                  <c:v>Actuals</c:v>
                </c:pt>
              </c:strCache>
            </c:strRef>
          </c:tx>
          <c:spPr>
            <a:ln w="28575" cap="rnd">
              <a:solidFill>
                <a:schemeClr val="accent2"/>
              </a:solidFill>
              <a:round/>
            </a:ln>
            <a:effectLst/>
          </c:spPr>
          <c:marker>
            <c:symbol val="none"/>
          </c:marker>
          <c:cat>
            <c:strRef>
              <c:f>'Rand by month'!$B$1:$Z$1</c:f>
              <c:strCache>
                <c:ptCount val="25"/>
                <c:pt idx="0">
                  <c:v>Jun-2024</c:v>
                </c:pt>
                <c:pt idx="1">
                  <c:v>Jul-2024</c:v>
                </c:pt>
                <c:pt idx="2">
                  <c:v>Aug-2024</c:v>
                </c:pt>
                <c:pt idx="3">
                  <c:v>Sep-2024</c:v>
                </c:pt>
                <c:pt idx="4">
                  <c:v>Oct-2024</c:v>
                </c:pt>
                <c:pt idx="5">
                  <c:v>Nov-2024</c:v>
                </c:pt>
                <c:pt idx="6">
                  <c:v>Dec-2024</c:v>
                </c:pt>
                <c:pt idx="7">
                  <c:v>Jan-2025</c:v>
                </c:pt>
                <c:pt idx="8">
                  <c:v>Feb-2025</c:v>
                </c:pt>
                <c:pt idx="9">
                  <c:v>Mar-2025</c:v>
                </c:pt>
                <c:pt idx="10">
                  <c:v>Apr-2025</c:v>
                </c:pt>
                <c:pt idx="11">
                  <c:v>May-2025</c:v>
                </c:pt>
                <c:pt idx="12">
                  <c:v>Jun-2025</c:v>
                </c:pt>
                <c:pt idx="13">
                  <c:v>Jul-2025</c:v>
                </c:pt>
                <c:pt idx="14">
                  <c:v>Aug-2025</c:v>
                </c:pt>
                <c:pt idx="15">
                  <c:v>Sep-2025</c:v>
                </c:pt>
                <c:pt idx="16">
                  <c:v>Oct-2025</c:v>
                </c:pt>
                <c:pt idx="17">
                  <c:v>Nov-2025</c:v>
                </c:pt>
                <c:pt idx="18">
                  <c:v>Dec-2025</c:v>
                </c:pt>
                <c:pt idx="19">
                  <c:v>Jan-2026</c:v>
                </c:pt>
                <c:pt idx="20">
                  <c:v>Feb-2026</c:v>
                </c:pt>
                <c:pt idx="21">
                  <c:v>Mar-2026</c:v>
                </c:pt>
                <c:pt idx="22">
                  <c:v>Apr-2026</c:v>
                </c:pt>
                <c:pt idx="23">
                  <c:v>May-2026</c:v>
                </c:pt>
                <c:pt idx="24">
                  <c:v>Jun-2026</c:v>
                </c:pt>
              </c:strCache>
            </c:strRef>
          </c:cat>
          <c:val>
            <c:numRef>
              <c:f>'Rand by month'!$B$3:$Z$3</c:f>
              <c:numCache>
                <c:formatCode>General</c:formatCode>
                <c:ptCount val="25"/>
                <c:pt idx="0">
                  <c:v>0</c:v>
                </c:pt>
                <c:pt idx="1">
                  <c:v>5</c:v>
                </c:pt>
                <c:pt idx="2">
                  <c:v>32</c:v>
                </c:pt>
                <c:pt idx="3">
                  <c:v>63</c:v>
                </c:pt>
                <c:pt idx="4">
                  <c:v>110</c:v>
                </c:pt>
                <c:pt idx="5">
                  <c:v>186</c:v>
                </c:pt>
                <c:pt idx="6">
                  <c:v>335</c:v>
                </c:pt>
                <c:pt idx="7">
                  <c:v>482</c:v>
                </c:pt>
                <c:pt idx="8">
                  <c:v>717</c:v>
                </c:pt>
                <c:pt idx="9">
                  <c:v>1029</c:v>
                </c:pt>
                <c:pt idx="10">
                  <c:v>1334</c:v>
                </c:pt>
                <c:pt idx="11">
                  <c:v>1636</c:v>
                </c:pt>
                <c:pt idx="12">
                  <c:v>1974</c:v>
                </c:pt>
                <c:pt idx="13">
                  <c:v>2277</c:v>
                </c:pt>
                <c:pt idx="14">
                  <c:v>2616</c:v>
                </c:pt>
                <c:pt idx="15">
                  <c:v>2925</c:v>
                </c:pt>
                <c:pt idx="16">
                  <c:v>3279</c:v>
                </c:pt>
                <c:pt idx="17">
                  <c:v>3607</c:v>
                </c:pt>
              </c:numCache>
            </c:numRef>
          </c:val>
          <c:smooth val="0"/>
          <c:extLst>
            <c:ext xmlns:c16="http://schemas.microsoft.com/office/drawing/2014/chart" uri="{C3380CC4-5D6E-409C-BE32-E72D297353CC}">
              <c16:uniqueId val="{00000001-D400-4DD0-B794-B01707165800}"/>
            </c:ext>
          </c:extLst>
        </c:ser>
        <c:dLbls>
          <c:showLegendKey val="0"/>
          <c:showVal val="0"/>
          <c:showCatName val="0"/>
          <c:showSerName val="0"/>
          <c:showPercent val="0"/>
          <c:showBubbleSize val="0"/>
        </c:dLbls>
        <c:smooth val="0"/>
        <c:axId val="906465768"/>
        <c:axId val="906466128"/>
      </c:lineChart>
      <c:catAx>
        <c:axId val="906465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v-LV"/>
          </a:p>
        </c:txPr>
        <c:crossAx val="906466128"/>
        <c:crosses val="autoZero"/>
        <c:auto val="1"/>
        <c:lblAlgn val="ctr"/>
        <c:lblOffset val="100"/>
        <c:noMultiLvlLbl val="0"/>
      </c:catAx>
      <c:valAx>
        <c:axId val="906466128"/>
        <c:scaling>
          <c:orientation val="minMax"/>
          <c:max val="650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v-LV"/>
          </a:p>
        </c:txPr>
        <c:crossAx val="90646576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lv-LV"/>
          </a:p>
        </c:txPr>
      </c:dTable>
      <c:spPr>
        <a:noFill/>
        <a:ln>
          <a:noFill/>
        </a:ln>
        <a:effectLst/>
      </c:spPr>
    </c:plotArea>
    <c:plotVisOnly val="1"/>
    <c:dispBlanksAs val="gap"/>
    <c:showDLblsOverMax val="0"/>
  </c:chart>
  <c:spPr>
    <a:noFill/>
    <a:ln>
      <a:noFill/>
    </a:ln>
    <a:effectLst/>
  </c:spPr>
  <c:txPr>
    <a:bodyPr/>
    <a:lstStyle/>
    <a:p>
      <a:pPr>
        <a:defRPr/>
      </a:pPr>
      <a:endParaRPr lang="lv-LV"/>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'recruitment projection'!$A$47</c:f>
              <c:strCache>
                <c:ptCount val="1"/>
                <c:pt idx="0">
                  <c:v>China Subjects Enrolled Targeted</c:v>
                </c:pt>
              </c:strCache>
            </c:strRef>
          </c:tx>
          <c:spPr>
            <a:solidFill>
              <a:schemeClr val="accent1"/>
            </a:solidFill>
            <a:ln>
              <a:noFill/>
            </a:ln>
            <a:effectLst/>
          </c:spPr>
          <c:invertIfNegative val="0"/>
          <c:cat>
            <c:strRef>
              <c:f>'recruitment projection'!$B$46:$AG$46</c:f>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f>'recruitment projection'!$B$47:$AG$47</c:f>
              <c:numCache>
                <c:formatCode>General</c:formatCode>
                <c:ptCount val="32"/>
                <c:pt idx="0">
                  <c:v>0</c:v>
                </c:pt>
                <c:pt idx="1">
                  <c:v>0</c:v>
                </c:pt>
                <c:pt idx="2">
                  <c:v>0</c:v>
                </c:pt>
                <c:pt idx="3">
                  <c:v>0</c:v>
                </c:pt>
                <c:pt idx="4">
                  <c:v>0</c:v>
                </c:pt>
                <c:pt idx="5">
                  <c:v>1</c:v>
                </c:pt>
                <c:pt idx="6">
                  <c:v>7</c:v>
                </c:pt>
                <c:pt idx="7">
                  <c:v>17</c:v>
                </c:pt>
                <c:pt idx="8">
                  <c:v>29</c:v>
                </c:pt>
                <c:pt idx="9">
                  <c:v>44</c:v>
                </c:pt>
                <c:pt idx="10">
                  <c:v>59</c:v>
                </c:pt>
                <c:pt idx="11">
                  <c:v>75</c:v>
                </c:pt>
                <c:pt idx="12">
                  <c:v>90</c:v>
                </c:pt>
                <c:pt idx="13">
                  <c:v>106</c:v>
                </c:pt>
                <c:pt idx="14">
                  <c:v>122</c:v>
                </c:pt>
                <c:pt idx="15">
                  <c:v>137</c:v>
                </c:pt>
                <c:pt idx="16">
                  <c:v>153</c:v>
                </c:pt>
                <c:pt idx="17">
                  <c:v>168</c:v>
                </c:pt>
                <c:pt idx="18">
                  <c:v>183</c:v>
                </c:pt>
                <c:pt idx="19">
                  <c:v>199</c:v>
                </c:pt>
                <c:pt idx="20">
                  <c:v>213</c:v>
                </c:pt>
                <c:pt idx="21">
                  <c:v>229</c:v>
                </c:pt>
                <c:pt idx="22">
                  <c:v>244</c:v>
                </c:pt>
                <c:pt idx="23">
                  <c:v>260</c:v>
                </c:pt>
                <c:pt idx="24">
                  <c:v>275</c:v>
                </c:pt>
                <c:pt idx="25">
                  <c:v>291</c:v>
                </c:pt>
                <c:pt idx="26">
                  <c:v>306</c:v>
                </c:pt>
                <c:pt idx="27">
                  <c:v>321</c:v>
                </c:pt>
                <c:pt idx="28">
                  <c:v>337</c:v>
                </c:pt>
                <c:pt idx="29">
                  <c:v>352</c:v>
                </c:pt>
                <c:pt idx="30">
                  <c:v>368</c:v>
                </c:pt>
                <c:pt idx="31">
                  <c:v>373</c:v>
                </c:pt>
              </c:numCache>
            </c:numRef>
          </c:val>
          <c:extLst>
            <c:ext xmlns:c16="http://schemas.microsoft.com/office/drawing/2014/chart" uri="{C3380CC4-5D6E-409C-BE32-E72D297353CC}">
              <c16:uniqueId val="{00000000-8A47-4A25-9767-56C8D1AE8629}"/>
            </c:ext>
          </c:extLst>
        </c:ser>
        <c:ser>
          <c:idx val="1"/>
          <c:order val="1"/>
          <c:tx>
            <c:strRef>
              <c:f>'recruitment projection'!$A$48</c:f>
              <c:strCache>
                <c:ptCount val="1"/>
                <c:pt idx="0">
                  <c:v>China  Subjects Enrolled Actual</c:v>
                </c:pt>
              </c:strCache>
            </c:strRef>
          </c:tx>
          <c:spPr>
            <a:solidFill>
              <a:schemeClr val="accent2"/>
            </a:solidFill>
            <a:ln>
              <a:noFill/>
            </a:ln>
            <a:effectLst/>
          </c:spPr>
          <c:invertIfNegative val="0"/>
          <c:cat>
            <c:strRef>
              <c:f>'recruitment projection'!$B$46:$AG$46</c:f>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f>'recruitment projection'!$B$48:$AG$48</c:f>
              <c:numCache>
                <c:formatCode>General</c:formatCode>
                <c:ptCount val="32"/>
                <c:pt idx="0">
                  <c:v>0</c:v>
                </c:pt>
                <c:pt idx="1">
                  <c:v>0</c:v>
                </c:pt>
                <c:pt idx="2">
                  <c:v>0</c:v>
                </c:pt>
                <c:pt idx="3">
                  <c:v>0</c:v>
                </c:pt>
                <c:pt idx="4">
                  <c:v>1</c:v>
                </c:pt>
                <c:pt idx="5">
                  <c:v>11</c:v>
                </c:pt>
              </c:numCache>
            </c:numRef>
          </c:val>
          <c:extLst>
            <c:ext xmlns:c16="http://schemas.microsoft.com/office/drawing/2014/chart" uri="{C3380CC4-5D6E-409C-BE32-E72D297353CC}">
              <c16:uniqueId val="{00000001-8A47-4A25-9767-56C8D1AE8629}"/>
            </c:ext>
          </c:extLst>
        </c:ser>
        <c:dLbls>
          <c:showLegendKey val="0"/>
          <c:showVal val="0"/>
          <c:showCatName val="0"/>
          <c:showSerName val="0"/>
          <c:showPercent val="0"/>
          <c:showBubbleSize val="0"/>
        </c:dLbls>
        <c:gapWidth val="219"/>
        <c:overlap val="-27"/>
        <c:axId val="970877568"/>
        <c:axId val="970876128"/>
        <c:extLst>
          <c:ext xmlns:c15="http://schemas.microsoft.com/office/drawing/2012/chart" uri="{02D57815-91ED-43cb-92C2-25804820EDAC}">
            <c15:filteredBarSeries>
              <c15:ser>
                <c:idx val="2"/>
                <c:order val="2"/>
                <c:tx>
                  <c:strRef>
                    <c:extLst>
                      <c:ext uri="{02D57815-91ED-43cb-92C2-25804820EDAC}">
                        <c15:formulaRef>
                          <c15:sqref>'recruitment projection'!$A$49</c15:sqref>
                        </c15:formulaRef>
                      </c:ext>
                    </c:extLst>
                    <c:strCache>
                      <c:ptCount val="1"/>
                      <c:pt idx="0">
                        <c:v>monthly enroll projection</c:v>
                      </c:pt>
                    </c:strCache>
                  </c:strRef>
                </c:tx>
                <c:spPr>
                  <a:solidFill>
                    <a:schemeClr val="accent3"/>
                  </a:solidFill>
                  <a:ln>
                    <a:noFill/>
                  </a:ln>
                  <a:effectLst/>
                </c:spPr>
                <c:invertIfNegative val="0"/>
                <c:cat>
                  <c:strRef>
                    <c:extLst>
                      <c:ext uri="{02D57815-91ED-43cb-92C2-25804820EDAC}">
                        <c15:formulaRef>
                          <c15:sqref>'recruitment projection'!$B$46:$AG$46</c15:sqref>
                        </c15:formulaRef>
                      </c:ext>
                    </c:extLst>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extLst>
                      <c:ext uri="{02D57815-91ED-43cb-92C2-25804820EDAC}">
                        <c15:formulaRef>
                          <c15:sqref>'recruitment projection'!$B$49:$AG$49</c15:sqref>
                        </c15:formulaRef>
                      </c:ext>
                    </c:extLst>
                    <c:numCache>
                      <c:formatCode>General</c:formatCode>
                      <c:ptCount val="32"/>
                      <c:pt idx="4">
                        <c:v>0</c:v>
                      </c:pt>
                      <c:pt idx="5">
                        <c:v>1</c:v>
                      </c:pt>
                      <c:pt idx="6">
                        <c:v>6</c:v>
                      </c:pt>
                      <c:pt idx="7">
                        <c:v>10</c:v>
                      </c:pt>
                    </c:numCache>
                  </c:numRef>
                </c:val>
                <c:extLst>
                  <c:ext xmlns:c16="http://schemas.microsoft.com/office/drawing/2014/chart" uri="{C3380CC4-5D6E-409C-BE32-E72D297353CC}">
                    <c16:uniqueId val="{00000002-8A47-4A25-9767-56C8D1AE8629}"/>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'recruitment projection'!$A$50</c15:sqref>
                        </c15:formulaRef>
                      </c:ext>
                    </c:extLst>
                    <c:strCache>
                      <c:ptCount val="1"/>
                      <c:pt idx="0">
                        <c:v>monthly enroll actual</c:v>
                      </c:pt>
                    </c:strCache>
                  </c:strRef>
                </c:tx>
                <c:spPr>
                  <a:solidFill>
                    <a:schemeClr val="accent4"/>
                  </a:solidFill>
                  <a:ln>
                    <a:noFill/>
                  </a:ln>
                  <a:effectLst/>
                </c:spPr>
                <c:invertIfNegative val="0"/>
                <c:cat>
                  <c:strRef>
                    <c:extLst xmlns:c15="http://schemas.microsoft.com/office/drawing/2012/chart">
                      <c:ext xmlns:c15="http://schemas.microsoft.com/office/drawing/2012/chart" uri="{02D57815-91ED-43cb-92C2-25804820EDAC}">
                        <c15:formulaRef>
                          <c15:sqref>'recruitment projection'!$B$46:$AG$46</c15:sqref>
                        </c15:formulaRef>
                      </c:ext>
                    </c:extLst>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extLst xmlns:c15="http://schemas.microsoft.com/office/drawing/2012/chart">
                      <c:ext xmlns:c15="http://schemas.microsoft.com/office/drawing/2012/chart" uri="{02D57815-91ED-43cb-92C2-25804820EDAC}">
                        <c15:formulaRef>
                          <c15:sqref>'recruitment projection'!$B$50:$AG$50</c15:sqref>
                        </c15:formulaRef>
                      </c:ext>
                    </c:extLst>
                    <c:numCache>
                      <c:formatCode>General</c:formatCode>
                      <c:ptCount val="32"/>
                      <c:pt idx="4">
                        <c:v>1</c:v>
                      </c:pt>
                      <c:pt idx="5">
                        <c:v>10</c:v>
                      </c:pt>
                    </c:numCache>
                  </c:numRef>
                </c:val>
                <c:extLst xmlns:c15="http://schemas.microsoft.com/office/drawing/2012/chart">
                  <c:ext xmlns:c16="http://schemas.microsoft.com/office/drawing/2014/chart" uri="{C3380CC4-5D6E-409C-BE32-E72D297353CC}">
                    <c16:uniqueId val="{00000003-8A47-4A25-9767-56C8D1AE8629}"/>
                  </c:ext>
                </c:extLst>
              </c15:ser>
            </c15:filteredBarSeries>
          </c:ext>
        </c:extLst>
      </c:barChart>
      <c:catAx>
        <c:axId val="970877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0876128"/>
        <c:crosses val="autoZero"/>
        <c:auto val="1"/>
        <c:lblAlgn val="ctr"/>
        <c:lblOffset val="100"/>
        <c:noMultiLvlLbl val="0"/>
      </c:catAx>
      <c:valAx>
        <c:axId val="9708761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087756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2"/>
          <c:order val="2"/>
          <c:tx>
            <c:strRef>
              <c:f>'recruitment projection'!$A$5</c:f>
              <c:strCache>
                <c:ptCount val="1"/>
                <c:pt idx="0">
                  <c:v>global projection randomization</c:v>
                </c:pt>
              </c:strCache>
            </c:strRef>
          </c:tx>
          <c:spPr>
            <a:ln w="28575" cap="rnd">
              <a:solidFill>
                <a:schemeClr val="accent3"/>
              </a:solidFill>
              <a:round/>
            </a:ln>
            <a:effectLst/>
          </c:spPr>
          <c:marker>
            <c:symbol val="none"/>
          </c:marker>
          <c:dLbls>
            <c:dLbl>
              <c:idx val="5"/>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117-4105-ADAA-85EE2F921F6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'recruitment projection'!$B$2:$AG$2</c:f>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f>'recruitment projection'!$B$5:$AG$5</c:f>
              <c:numCache>
                <c:formatCode>General</c:formatCode>
                <c:ptCount val="32"/>
                <c:pt idx="0">
                  <c:v>1</c:v>
                </c:pt>
                <c:pt idx="1">
                  <c:v>8</c:v>
                </c:pt>
                <c:pt idx="2">
                  <c:v>17</c:v>
                </c:pt>
                <c:pt idx="3">
                  <c:v>32</c:v>
                </c:pt>
                <c:pt idx="4">
                  <c:v>63</c:v>
                </c:pt>
                <c:pt idx="5">
                  <c:v>117</c:v>
                </c:pt>
                <c:pt idx="6">
                  <c:v>205</c:v>
                </c:pt>
                <c:pt idx="7">
                  <c:v>313</c:v>
                </c:pt>
                <c:pt idx="8">
                  <c:v>431</c:v>
                </c:pt>
                <c:pt idx="9">
                  <c:v>581</c:v>
                </c:pt>
                <c:pt idx="10">
                  <c:v>748</c:v>
                </c:pt>
                <c:pt idx="11">
                  <c:v>925</c:v>
                </c:pt>
                <c:pt idx="12">
                  <c:v>1091</c:v>
                </c:pt>
                <c:pt idx="13">
                  <c:v>1268</c:v>
                </c:pt>
                <c:pt idx="14">
                  <c:v>1441</c:v>
                </c:pt>
                <c:pt idx="15">
                  <c:v>1609</c:v>
                </c:pt>
                <c:pt idx="16">
                  <c:v>1785</c:v>
                </c:pt>
                <c:pt idx="17">
                  <c:v>1955</c:v>
                </c:pt>
                <c:pt idx="18">
                  <c:v>2128</c:v>
                </c:pt>
                <c:pt idx="19">
                  <c:v>2303</c:v>
                </c:pt>
                <c:pt idx="20">
                  <c:v>2462</c:v>
                </c:pt>
                <c:pt idx="21">
                  <c:v>2636</c:v>
                </c:pt>
                <c:pt idx="22">
                  <c:v>2808</c:v>
                </c:pt>
                <c:pt idx="23">
                  <c:v>2985</c:v>
                </c:pt>
                <c:pt idx="24">
                  <c:v>3149</c:v>
                </c:pt>
                <c:pt idx="25">
                  <c:v>3323</c:v>
                </c:pt>
                <c:pt idx="26">
                  <c:v>3501</c:v>
                </c:pt>
                <c:pt idx="27">
                  <c:v>3670</c:v>
                </c:pt>
                <c:pt idx="28">
                  <c:v>3846</c:v>
                </c:pt>
                <c:pt idx="29">
                  <c:v>4016</c:v>
                </c:pt>
                <c:pt idx="30">
                  <c:v>4192</c:v>
                </c:pt>
                <c:pt idx="31">
                  <c:v>4200</c:v>
                </c:pt>
              </c:numCache>
            </c:numRef>
          </c:val>
          <c:smooth val="0"/>
          <c:extLst>
            <c:ext xmlns:c16="http://schemas.microsoft.com/office/drawing/2014/chart" uri="{C3380CC4-5D6E-409C-BE32-E72D297353CC}">
              <c16:uniqueId val="{00000001-B117-4105-ADAA-85EE2F921F67}"/>
            </c:ext>
          </c:extLst>
        </c:ser>
        <c:ser>
          <c:idx val="3"/>
          <c:order val="3"/>
          <c:tx>
            <c:strRef>
              <c:f>'recruitment projection'!$A$6</c:f>
              <c:strCache>
                <c:ptCount val="1"/>
                <c:pt idx="0">
                  <c:v>global actual randomization</c:v>
                </c:pt>
              </c:strCache>
            </c:strRef>
          </c:tx>
          <c:spPr>
            <a:ln w="28575" cap="rnd">
              <a:solidFill>
                <a:schemeClr val="accent4"/>
              </a:solidFill>
              <a:round/>
            </a:ln>
            <a:effectLst/>
          </c:spPr>
          <c:marker>
            <c:symbol val="none"/>
          </c:marker>
          <c:dLbls>
            <c:dLbl>
              <c:idx val="5"/>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117-4105-ADAA-85EE2F921F6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'recruitment projection'!$B$2:$AG$2</c:f>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f>'recruitment projection'!$B$6:$AG$6</c:f>
              <c:numCache>
                <c:formatCode>General</c:formatCode>
                <c:ptCount val="32"/>
                <c:pt idx="0">
                  <c:v>1</c:v>
                </c:pt>
                <c:pt idx="1">
                  <c:v>9</c:v>
                </c:pt>
                <c:pt idx="2">
                  <c:v>17</c:v>
                </c:pt>
                <c:pt idx="3">
                  <c:v>67</c:v>
                </c:pt>
                <c:pt idx="4">
                  <c:v>158</c:v>
                </c:pt>
                <c:pt idx="5">
                  <c:v>268</c:v>
                </c:pt>
              </c:numCache>
            </c:numRef>
          </c:val>
          <c:smooth val="0"/>
          <c:extLst>
            <c:ext xmlns:c16="http://schemas.microsoft.com/office/drawing/2014/chart" uri="{C3380CC4-5D6E-409C-BE32-E72D297353CC}">
              <c16:uniqueId val="{00000003-B117-4105-ADAA-85EE2F921F67}"/>
            </c:ext>
          </c:extLst>
        </c:ser>
        <c:dLbls>
          <c:showLegendKey val="0"/>
          <c:showVal val="0"/>
          <c:showCatName val="0"/>
          <c:showSerName val="0"/>
          <c:showPercent val="0"/>
          <c:showBubbleSize val="0"/>
        </c:dLbls>
        <c:smooth val="0"/>
        <c:axId val="1104243280"/>
        <c:axId val="1104242560"/>
        <c:extLst>
          <c:ext xmlns:c15="http://schemas.microsoft.com/office/drawing/2012/chart" uri="{02D57815-91ED-43cb-92C2-25804820EDAC}">
            <c15:filteredLineSeries>
              <c15:ser>
                <c:idx val="0"/>
                <c:order val="0"/>
                <c:tx>
                  <c:strRef>
                    <c:extLst>
                      <c:ext uri="{02D57815-91ED-43cb-92C2-25804820EDAC}">
                        <c15:formulaRef>
                          <c15:sqref>'recruitment projection'!$A$3</c15:sqref>
                        </c15:formulaRef>
                      </c:ext>
                    </c:extLst>
                    <c:strCache>
                      <c:ptCount val="1"/>
                      <c:pt idx="0">
                        <c:v>China</c:v>
                      </c:pt>
                    </c:strCache>
                  </c:strRef>
                </c:tx>
                <c:spPr>
                  <a:ln w="28575" cap="rnd">
                    <a:solidFill>
                      <a:schemeClr val="accent1"/>
                    </a:solidFill>
                    <a:round/>
                  </a:ln>
                  <a:effectLst/>
                </c:spPr>
                <c:marker>
                  <c:symbol val="none"/>
                </c:marker>
                <c:cat>
                  <c:strRef>
                    <c:extLst>
                      <c:ext uri="{02D57815-91ED-43cb-92C2-25804820EDAC}">
                        <c15:formulaRef>
                          <c15:sqref>'recruitment projection'!$B$2:$AG$2</c15:sqref>
                        </c15:formulaRef>
                      </c:ext>
                    </c:extLst>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extLst>
                      <c:ext uri="{02D57815-91ED-43cb-92C2-25804820EDAC}">
                        <c15:formulaRef>
                          <c15:sqref>'recruitment projection'!$B$3:$AG$3</c15:sqref>
                        </c15:formulaRef>
                      </c:ext>
                    </c:extLst>
                    <c:numCache>
                      <c:formatCode>General</c:formatCode>
                      <c:ptCount val="32"/>
                      <c:pt idx="0">
                        <c:v>0</c:v>
                      </c:pt>
                      <c:pt idx="1">
                        <c:v>0</c:v>
                      </c:pt>
                      <c:pt idx="2">
                        <c:v>0</c:v>
                      </c:pt>
                      <c:pt idx="3">
                        <c:v>0</c:v>
                      </c:pt>
                      <c:pt idx="4">
                        <c:v>0</c:v>
                      </c:pt>
                      <c:pt idx="5">
                        <c:v>1</c:v>
                      </c:pt>
                      <c:pt idx="6">
                        <c:v>7</c:v>
                      </c:pt>
                      <c:pt idx="7">
                        <c:v>17</c:v>
                      </c:pt>
                      <c:pt idx="8">
                        <c:v>29</c:v>
                      </c:pt>
                      <c:pt idx="9">
                        <c:v>44</c:v>
                      </c:pt>
                      <c:pt idx="10">
                        <c:v>59</c:v>
                      </c:pt>
                      <c:pt idx="11">
                        <c:v>75</c:v>
                      </c:pt>
                      <c:pt idx="12">
                        <c:v>90</c:v>
                      </c:pt>
                      <c:pt idx="13">
                        <c:v>106</c:v>
                      </c:pt>
                      <c:pt idx="14">
                        <c:v>122</c:v>
                      </c:pt>
                      <c:pt idx="15">
                        <c:v>137</c:v>
                      </c:pt>
                      <c:pt idx="16">
                        <c:v>153</c:v>
                      </c:pt>
                      <c:pt idx="17">
                        <c:v>168</c:v>
                      </c:pt>
                      <c:pt idx="18">
                        <c:v>183</c:v>
                      </c:pt>
                      <c:pt idx="19">
                        <c:v>199</c:v>
                      </c:pt>
                      <c:pt idx="20">
                        <c:v>213</c:v>
                      </c:pt>
                      <c:pt idx="21">
                        <c:v>229</c:v>
                      </c:pt>
                      <c:pt idx="22">
                        <c:v>244</c:v>
                      </c:pt>
                      <c:pt idx="23">
                        <c:v>260</c:v>
                      </c:pt>
                      <c:pt idx="24">
                        <c:v>275</c:v>
                      </c:pt>
                      <c:pt idx="25">
                        <c:v>291</c:v>
                      </c:pt>
                      <c:pt idx="26">
                        <c:v>306</c:v>
                      </c:pt>
                      <c:pt idx="27">
                        <c:v>321</c:v>
                      </c:pt>
                      <c:pt idx="28">
                        <c:v>337</c:v>
                      </c:pt>
                      <c:pt idx="29">
                        <c:v>352</c:v>
                      </c:pt>
                      <c:pt idx="30">
                        <c:v>368</c:v>
                      </c:pt>
                      <c:pt idx="31">
                        <c:v>373</c:v>
                      </c:pt>
                    </c:numCache>
                  </c:numRef>
                </c:val>
                <c:smooth val="0"/>
                <c:extLst>
                  <c:ext xmlns:c16="http://schemas.microsoft.com/office/drawing/2014/chart" uri="{C3380CC4-5D6E-409C-BE32-E72D297353CC}">
                    <c16:uniqueId val="{00000004-B117-4105-ADAA-85EE2F921F67}"/>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'recruitment projection'!$A$4</c15:sqref>
                        </c15:formulaRef>
                      </c:ext>
                    </c:extLst>
                    <c:strCache>
                      <c:ptCount val="1"/>
                      <c:pt idx="0">
                        <c:v>ROW</c:v>
                      </c:pt>
                    </c:strCache>
                  </c:strRef>
                </c:tx>
                <c:spPr>
                  <a:ln w="28575" cap="rnd">
                    <a:solidFill>
                      <a:schemeClr val="accent2"/>
                    </a:solidFill>
                    <a:round/>
                  </a:ln>
                  <a:effectLst/>
                </c:spPr>
                <c:marker>
                  <c:symbol val="none"/>
                </c:marker>
                <c:cat>
                  <c:strRef>
                    <c:extLst xmlns:c15="http://schemas.microsoft.com/office/drawing/2012/chart">
                      <c:ext xmlns:c15="http://schemas.microsoft.com/office/drawing/2012/chart" uri="{02D57815-91ED-43cb-92C2-25804820EDAC}">
                        <c15:formulaRef>
                          <c15:sqref>'recruitment projection'!$B$2:$AG$2</c15:sqref>
                        </c15:formulaRef>
                      </c:ext>
                    </c:extLst>
                    <c:strCache>
                      <c:ptCount val="32"/>
                      <c:pt idx="0">
                        <c:v>Jun-2025</c:v>
                      </c:pt>
                      <c:pt idx="1">
                        <c:v>Jul-2025</c:v>
                      </c:pt>
                      <c:pt idx="2">
                        <c:v>Aug-2025</c:v>
                      </c:pt>
                      <c:pt idx="3">
                        <c:v>Sep-2025</c:v>
                      </c:pt>
                      <c:pt idx="4">
                        <c:v>Oct-2025</c:v>
                      </c:pt>
                      <c:pt idx="5">
                        <c:v>Nov-2025</c:v>
                      </c:pt>
                      <c:pt idx="6">
                        <c:v>Dec-2025</c:v>
                      </c:pt>
                      <c:pt idx="7">
                        <c:v>Jan-2026</c:v>
                      </c:pt>
                      <c:pt idx="8">
                        <c:v>Feb-2026</c:v>
                      </c:pt>
                      <c:pt idx="9">
                        <c:v>Mar-2026</c:v>
                      </c:pt>
                      <c:pt idx="10">
                        <c:v>Apr-2026</c:v>
                      </c:pt>
                      <c:pt idx="11">
                        <c:v>May-2026</c:v>
                      </c:pt>
                      <c:pt idx="12">
                        <c:v>Jun-2026</c:v>
                      </c:pt>
                      <c:pt idx="13">
                        <c:v>Jul-2026</c:v>
                      </c:pt>
                      <c:pt idx="14">
                        <c:v>Aug-2026</c:v>
                      </c:pt>
                      <c:pt idx="15">
                        <c:v>Sep-2026</c:v>
                      </c:pt>
                      <c:pt idx="16">
                        <c:v>Oct-2026</c:v>
                      </c:pt>
                      <c:pt idx="17">
                        <c:v>Nov-2026</c:v>
                      </c:pt>
                      <c:pt idx="18">
                        <c:v>Dec-2026</c:v>
                      </c:pt>
                      <c:pt idx="19">
                        <c:v>Jan-2027</c:v>
                      </c:pt>
                      <c:pt idx="20">
                        <c:v>Feb-2027</c:v>
                      </c:pt>
                      <c:pt idx="21">
                        <c:v>Mar-2027</c:v>
                      </c:pt>
                      <c:pt idx="22">
                        <c:v>Apr-2027</c:v>
                      </c:pt>
                      <c:pt idx="23">
                        <c:v>May-2027</c:v>
                      </c:pt>
                      <c:pt idx="24">
                        <c:v>Jun-2027</c:v>
                      </c:pt>
                      <c:pt idx="25">
                        <c:v>Jul-2027</c:v>
                      </c:pt>
                      <c:pt idx="26">
                        <c:v>Aug-2027</c:v>
                      </c:pt>
                      <c:pt idx="27">
                        <c:v>Sep-2027</c:v>
                      </c:pt>
                      <c:pt idx="28">
                        <c:v>Oct-2027</c:v>
                      </c:pt>
                      <c:pt idx="29">
                        <c:v>Nov-2027</c:v>
                      </c:pt>
                      <c:pt idx="30">
                        <c:v>Dec-2027</c:v>
                      </c:pt>
                      <c:pt idx="31">
                        <c:v>Jan-2028</c:v>
                      </c:pt>
                    </c:strCache>
                  </c:strRef>
                </c:cat>
                <c:val>
                  <c:numRef>
                    <c:extLst xmlns:c15="http://schemas.microsoft.com/office/drawing/2012/chart">
                      <c:ext xmlns:c15="http://schemas.microsoft.com/office/drawing/2012/chart" uri="{02D57815-91ED-43cb-92C2-25804820EDAC}">
                        <c15:formulaRef>
                          <c15:sqref>'recruitment projection'!$B$4:$AG$4</c15:sqref>
                        </c15:formulaRef>
                      </c:ext>
                    </c:extLst>
                    <c:numCache>
                      <c:formatCode>General</c:formatCode>
                      <c:ptCount val="32"/>
                      <c:pt idx="0">
                        <c:v>1</c:v>
                      </c:pt>
                      <c:pt idx="1">
                        <c:v>8</c:v>
                      </c:pt>
                      <c:pt idx="2">
                        <c:v>17</c:v>
                      </c:pt>
                      <c:pt idx="3">
                        <c:v>32</c:v>
                      </c:pt>
                      <c:pt idx="4">
                        <c:v>63</c:v>
                      </c:pt>
                      <c:pt idx="5">
                        <c:v>116</c:v>
                      </c:pt>
                      <c:pt idx="6">
                        <c:v>198</c:v>
                      </c:pt>
                      <c:pt idx="7">
                        <c:v>296</c:v>
                      </c:pt>
                      <c:pt idx="8">
                        <c:v>402</c:v>
                      </c:pt>
                      <c:pt idx="9">
                        <c:v>537</c:v>
                      </c:pt>
                      <c:pt idx="10">
                        <c:v>689</c:v>
                      </c:pt>
                      <c:pt idx="11">
                        <c:v>850</c:v>
                      </c:pt>
                      <c:pt idx="12">
                        <c:v>1001</c:v>
                      </c:pt>
                      <c:pt idx="13">
                        <c:v>1162</c:v>
                      </c:pt>
                      <c:pt idx="14">
                        <c:v>1319</c:v>
                      </c:pt>
                      <c:pt idx="15">
                        <c:v>1472</c:v>
                      </c:pt>
                      <c:pt idx="16">
                        <c:v>1632</c:v>
                      </c:pt>
                      <c:pt idx="17">
                        <c:v>1787</c:v>
                      </c:pt>
                      <c:pt idx="18">
                        <c:v>1945</c:v>
                      </c:pt>
                      <c:pt idx="19">
                        <c:v>2104</c:v>
                      </c:pt>
                      <c:pt idx="20">
                        <c:v>2249</c:v>
                      </c:pt>
                      <c:pt idx="21">
                        <c:v>2407</c:v>
                      </c:pt>
                      <c:pt idx="22">
                        <c:v>2564</c:v>
                      </c:pt>
                      <c:pt idx="23">
                        <c:v>2725</c:v>
                      </c:pt>
                      <c:pt idx="24">
                        <c:v>2874</c:v>
                      </c:pt>
                      <c:pt idx="25">
                        <c:v>3032</c:v>
                      </c:pt>
                      <c:pt idx="26">
                        <c:v>3195</c:v>
                      </c:pt>
                      <c:pt idx="27">
                        <c:v>3349</c:v>
                      </c:pt>
                      <c:pt idx="28">
                        <c:v>3509</c:v>
                      </c:pt>
                      <c:pt idx="29">
                        <c:v>3664</c:v>
                      </c:pt>
                      <c:pt idx="30">
                        <c:v>3824</c:v>
                      </c:pt>
                      <c:pt idx="31">
                        <c:v>3827</c:v>
                      </c:pt>
                    </c:numCache>
                  </c:numRef>
                </c:val>
                <c:smooth val="0"/>
                <c:extLst xmlns:c15="http://schemas.microsoft.com/office/drawing/2012/chart">
                  <c:ext xmlns:c16="http://schemas.microsoft.com/office/drawing/2014/chart" uri="{C3380CC4-5D6E-409C-BE32-E72D297353CC}">
                    <c16:uniqueId val="{00000005-B117-4105-ADAA-85EE2F921F67}"/>
                  </c:ext>
                </c:extLst>
              </c15:ser>
            </c15:filteredLineSeries>
          </c:ext>
        </c:extLst>
      </c:lineChart>
      <c:catAx>
        <c:axId val="1104243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4242560"/>
        <c:crosses val="autoZero"/>
        <c:auto val="1"/>
        <c:lblAlgn val="ctr"/>
        <c:lblOffset val="100"/>
        <c:noMultiLvlLbl val="0"/>
      </c:catAx>
      <c:valAx>
        <c:axId val="1104242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42432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Global recruitment</a:t>
            </a:r>
            <a:r>
              <a:rPr lang="en-US" altLang="zh-CN" baseline="0"/>
              <a:t> curve</a:t>
            </a:r>
            <a:endParaRPr lang="zh-CN"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3.681001876486116E-2"/>
          <c:y val="8.5116772823779191E-2"/>
          <c:w val="0.9494245668388096"/>
          <c:h val="0.8412342267928361"/>
        </c:manualLayout>
      </c:layout>
      <c:lineChart>
        <c:grouping val="standard"/>
        <c:varyColors val="0"/>
        <c:ser>
          <c:idx val="0"/>
          <c:order val="0"/>
          <c:tx>
            <c:strRef>
              <c:f>'1305-0014'!$A$15</c:f>
              <c:strCache>
                <c:ptCount val="1"/>
                <c:pt idx="0">
                  <c:v>Patients Enrolled/Randomized (Actual)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'1305-0014'!$B$15:$Q$15</c:f>
              <c:numCache>
                <c:formatCode>General</c:formatCode>
                <c:ptCount val="16"/>
                <c:pt idx="0">
                  <c:v>0</c:v>
                </c:pt>
                <c:pt idx="1">
                  <c:v>1</c:v>
                </c:pt>
                <c:pt idx="2">
                  <c:v>4</c:v>
                </c:pt>
                <c:pt idx="3">
                  <c:v>5</c:v>
                </c:pt>
                <c:pt idx="4">
                  <c:v>22</c:v>
                </c:pt>
                <c:pt idx="5">
                  <c:v>69</c:v>
                </c:pt>
                <c:pt idx="6">
                  <c:v>221</c:v>
                </c:pt>
                <c:pt idx="7">
                  <c:v>369</c:v>
                </c:pt>
                <c:pt idx="8">
                  <c:v>574</c:v>
                </c:pt>
                <c:pt idx="9">
                  <c:v>905</c:v>
                </c:pt>
                <c:pt idx="10">
                  <c:v>1124</c:v>
                </c:pt>
                <c:pt idx="11">
                  <c:v>1177</c:v>
                </c:pt>
              </c:numCache>
            </c:numRef>
          </c:val>
          <c:smooth val="0"/>
          <c:extLst>
            <c:ext xmlns:c16="http://schemas.microsoft.com/office/drawing/2014/chart" uri="{C3380CC4-5D6E-409C-BE32-E72D297353CC}">
              <c16:uniqueId val="{00000000-5AB0-4DE2-ABEB-1C7039C5FC12}"/>
            </c:ext>
          </c:extLst>
        </c:ser>
        <c:ser>
          <c:idx val="1"/>
          <c:order val="1"/>
          <c:tx>
            <c:strRef>
              <c:f>'1305-0014'!$A$16</c:f>
              <c:strCache>
                <c:ptCount val="1"/>
                <c:pt idx="0">
                  <c:v>Patients Enrolled/Randomized (Planned)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13"/>
              <c:layout>
                <c:manualLayout>
                  <c:x val="-2.2830568274094472E-2"/>
                  <c:y val="-4.00116106139275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AB0-4DE2-ABEB-1C7039C5FC12}"/>
                </c:ext>
              </c:extLst>
            </c:dLbl>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'1305-0014'!$B$16:$Q$16</c:f>
              <c:numCache>
                <c:formatCode>General</c:formatCode>
                <c:ptCount val="16"/>
                <c:pt idx="0">
                  <c:v>0</c:v>
                </c:pt>
                <c:pt idx="1">
                  <c:v>1</c:v>
                </c:pt>
                <c:pt idx="2">
                  <c:v>6</c:v>
                </c:pt>
                <c:pt idx="3">
                  <c:v>29</c:v>
                </c:pt>
                <c:pt idx="4">
                  <c:v>76</c:v>
                </c:pt>
                <c:pt idx="5">
                  <c:v>167</c:v>
                </c:pt>
                <c:pt idx="6">
                  <c:v>265</c:v>
                </c:pt>
                <c:pt idx="7">
                  <c:v>364</c:v>
                </c:pt>
                <c:pt idx="8">
                  <c:v>473</c:v>
                </c:pt>
                <c:pt idx="9">
                  <c:v>585</c:v>
                </c:pt>
                <c:pt idx="10">
                  <c:v>686</c:v>
                </c:pt>
                <c:pt idx="11">
                  <c:v>780</c:v>
                </c:pt>
                <c:pt idx="12">
                  <c:v>886</c:v>
                </c:pt>
                <c:pt idx="13">
                  <c:v>993</c:v>
                </c:pt>
                <c:pt idx="14">
                  <c:v>1080</c:v>
                </c:pt>
                <c:pt idx="15">
                  <c:v>1080</c:v>
                </c:pt>
              </c:numCache>
            </c:numRef>
          </c:val>
          <c:smooth val="0"/>
          <c:extLst>
            <c:ext xmlns:c16="http://schemas.microsoft.com/office/drawing/2014/chart" uri="{C3380CC4-5D6E-409C-BE32-E72D297353CC}">
              <c16:uniqueId val="{00000002-5AB0-4DE2-ABEB-1C7039C5FC12}"/>
            </c:ext>
          </c:extLst>
        </c:ser>
        <c:ser>
          <c:idx val="2"/>
          <c:order val="2"/>
          <c:tx>
            <c:strRef>
              <c:f>'1305-0014'!$A$17</c:f>
              <c:strCache>
                <c:ptCount val="1"/>
                <c:pt idx="0">
                  <c:v>Patient Screened(Actual)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'1305-0014'!$B$17:$Q$17</c:f>
              <c:numCache>
                <c:formatCode>General</c:formatCode>
                <c:ptCount val="16"/>
                <c:pt idx="0">
                  <c:v>0</c:v>
                </c:pt>
                <c:pt idx="1">
                  <c:v>3</c:v>
                </c:pt>
                <c:pt idx="2">
                  <c:v>6</c:v>
                </c:pt>
                <c:pt idx="3">
                  <c:v>30</c:v>
                </c:pt>
                <c:pt idx="4">
                  <c:v>124</c:v>
                </c:pt>
                <c:pt idx="5">
                  <c:v>295</c:v>
                </c:pt>
                <c:pt idx="6">
                  <c:v>609</c:v>
                </c:pt>
                <c:pt idx="7">
                  <c:v>852</c:v>
                </c:pt>
                <c:pt idx="8">
                  <c:v>1399</c:v>
                </c:pt>
                <c:pt idx="9">
                  <c:v>1720</c:v>
                </c:pt>
                <c:pt idx="10">
                  <c:v>1720</c:v>
                </c:pt>
                <c:pt idx="11">
                  <c:v>1720</c:v>
                </c:pt>
              </c:numCache>
            </c:numRef>
          </c:val>
          <c:smooth val="0"/>
          <c:extLst>
            <c:ext xmlns:c16="http://schemas.microsoft.com/office/drawing/2014/chart" uri="{C3380CC4-5D6E-409C-BE32-E72D297353CC}">
              <c16:uniqueId val="{00000003-5AB0-4DE2-ABEB-1C7039C5FC12}"/>
            </c:ext>
          </c:extLst>
        </c:ser>
        <c:ser>
          <c:idx val="3"/>
          <c:order val="3"/>
          <c:tx>
            <c:strRef>
              <c:f>'1305-0014'!$A$18</c:f>
              <c:strCache>
                <c:ptCount val="1"/>
                <c:pt idx="0">
                  <c:v>Patient Screened(Planned)</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'1305-0014'!$B$18:$Q$18</c:f>
              <c:numCache>
                <c:formatCode>General</c:formatCode>
                <c:ptCount val="16"/>
                <c:pt idx="0">
                  <c:v>3</c:v>
                </c:pt>
                <c:pt idx="1">
                  <c:v>9</c:v>
                </c:pt>
                <c:pt idx="2">
                  <c:v>31</c:v>
                </c:pt>
                <c:pt idx="3">
                  <c:v>91</c:v>
                </c:pt>
                <c:pt idx="4">
                  <c:v>173</c:v>
                </c:pt>
                <c:pt idx="5">
                  <c:v>299</c:v>
                </c:pt>
                <c:pt idx="6">
                  <c:v>432</c:v>
                </c:pt>
                <c:pt idx="7">
                  <c:v>568</c:v>
                </c:pt>
                <c:pt idx="8">
                  <c:v>702</c:v>
                </c:pt>
                <c:pt idx="9">
                  <c:v>830</c:v>
                </c:pt>
                <c:pt idx="10">
                  <c:v>960</c:v>
                </c:pt>
                <c:pt idx="11">
                  <c:v>1084</c:v>
                </c:pt>
                <c:pt idx="12">
                  <c:v>1225</c:v>
                </c:pt>
                <c:pt idx="13">
                  <c:v>1360</c:v>
                </c:pt>
                <c:pt idx="14">
                  <c:v>1450</c:v>
                </c:pt>
                <c:pt idx="15">
                  <c:v>1450</c:v>
                </c:pt>
              </c:numCache>
            </c:numRef>
          </c:val>
          <c:smooth val="0"/>
          <c:extLst>
            <c:ext xmlns:c16="http://schemas.microsoft.com/office/drawing/2014/chart" uri="{C3380CC4-5D6E-409C-BE32-E72D297353CC}">
              <c16:uniqueId val="{00000004-5AB0-4DE2-ABEB-1C7039C5FC12}"/>
            </c:ext>
          </c:extLst>
        </c:ser>
        <c:dLbls>
          <c:dLblPos val="t"/>
          <c:showLegendKey val="0"/>
          <c:showVal val="1"/>
          <c:showCatName val="0"/>
          <c:showSerName val="0"/>
          <c:showPercent val="0"/>
          <c:showBubbleSize val="0"/>
        </c:dLbls>
        <c:marker val="1"/>
        <c:smooth val="0"/>
        <c:axId val="665679616"/>
        <c:axId val="665681584"/>
      </c:lineChart>
      <c:dateAx>
        <c:axId val="665679616"/>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zh-CN"/>
          </a:p>
        </c:txPr>
        <c:crossAx val="665681584"/>
        <c:crosses val="autoZero"/>
        <c:auto val="1"/>
        <c:lblOffset val="100"/>
        <c:baseTimeUnit val="months"/>
      </c:dateAx>
      <c:valAx>
        <c:axId val="665681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65679616"/>
        <c:crosses val="autoZero"/>
        <c:crossBetween val="between"/>
      </c:valAx>
      <c:spPr>
        <a:noFill/>
        <a:ln>
          <a:noFill/>
        </a:ln>
        <a:effectLst/>
      </c:spPr>
    </c:plotArea>
    <c:legend>
      <c:legendPos val="b"/>
      <c:layout>
        <c:manualLayout>
          <c:xMode val="edge"/>
          <c:yMode val="edge"/>
          <c:x val="0.54727722094674924"/>
          <c:y val="0.71751441542515715"/>
          <c:w val="0.45018128340187119"/>
          <c:h val="0.1416579695775823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2026/1/5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0858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746C53-D1B9-4FA3-96A4-592C85350FA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74307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746C53-D1B9-4FA3-96A4-592C85350FA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144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8</a:t>
            </a:fld>
            <a:endParaRPr lang="zh-CN" altLang="en-US"/>
          </a:p>
        </p:txBody>
      </p:sp>
    </p:spTree>
    <p:extLst>
      <p:ext uri="{BB962C8B-B14F-4D97-AF65-F5344CB8AC3E}">
        <p14:creationId xmlns:p14="http://schemas.microsoft.com/office/powerpoint/2010/main" val="1783558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740215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灯片编号占位符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4033143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07E5A-62D3-C902-9DEB-85C27D6299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706D2C-80B9-FEBD-1F40-E56FF9D11B1A}"/>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BD818F42-5E9D-4DDB-9AB9-D612478F03DB}"/>
              </a:ext>
            </a:extLst>
          </p:cNvPr>
          <p:cNvSpPr>
            <a:spLocks noGrp="1"/>
          </p:cNvSpPr>
          <p:nvPr>
            <p:ph type="body" idx="1"/>
          </p:nvPr>
        </p:nvSpPr>
        <p:spPr/>
        <p:txBody>
          <a:bodyPr/>
          <a:lstStyle/>
          <a:p>
            <a:pPr marL="0" indent="0">
              <a:buNone/>
            </a:pPr>
            <a:endParaRPr lang="zh-CN" altLang="en-US"/>
          </a:p>
        </p:txBody>
      </p:sp>
      <p:sp>
        <p:nvSpPr>
          <p:cNvPr id="4" name="页脚占位符 3">
            <a:extLst>
              <a:ext uri="{FF2B5EF4-FFF2-40B4-BE49-F238E27FC236}">
                <a16:creationId xmlns:a16="http://schemas.microsoft.com/office/drawing/2014/main" id="{72E689D8-50D9-EF60-64B9-9E65855FB82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灯片编号占位符 4">
            <a:extLst>
              <a:ext uri="{FF2B5EF4-FFF2-40B4-BE49-F238E27FC236}">
                <a16:creationId xmlns:a16="http://schemas.microsoft.com/office/drawing/2014/main" id="{37DC4D5A-E1AF-05AE-67DB-DCAD3D2A3C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2030740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50950-2D60-47A9-B894-447F28D32855}"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289729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indent="0">
              <a:buNone/>
            </a:pPr>
            <a:r>
              <a:rPr lang="en-US"/>
              <a:t>CTA+EC+H</a:t>
            </a:r>
            <a:r>
              <a:rPr lang="en-US" altLang="zh-CN"/>
              <a:t>GRAC+1</a:t>
            </a:r>
            <a:r>
              <a:rPr lang="en-US" altLang="zh-CN" baseline="30000"/>
              <a:t>st</a:t>
            </a:r>
            <a:r>
              <a:rPr lang="en-US" altLang="zh-CN"/>
              <a:t> SIV=4.5m</a:t>
            </a:r>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227974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altLang="zh-CN" sz="1200">
                <a:solidFill>
                  <a:schemeClr val="tx1"/>
                </a:solidFill>
              </a:rPr>
              <a:t>Total Screened = 60</a:t>
            </a:r>
          </a:p>
          <a:p>
            <a:pPr lvl="0"/>
            <a:r>
              <a:rPr lang="en-US" altLang="zh-CN" sz="1200">
                <a:solidFill>
                  <a:schemeClr val="tx1"/>
                </a:solidFill>
              </a:rPr>
              <a:t>Total Randomized = 21</a:t>
            </a:r>
            <a:endParaRPr lang="en-US" altLang="zh-CN" sz="1200" b="1">
              <a:solidFill>
                <a:schemeClr val="tx1"/>
              </a:solidFill>
            </a:endParaRPr>
          </a:p>
          <a:p>
            <a:pPr lvl="0"/>
            <a:r>
              <a:rPr lang="en-US" altLang="zh-CN" sz="1200">
                <a:solidFill>
                  <a:schemeClr val="tx1"/>
                </a:solidFill>
              </a:rPr>
              <a:t>Total SF= 24</a:t>
            </a:r>
          </a:p>
          <a:p>
            <a:pPr lvl="0"/>
            <a:r>
              <a:rPr lang="en-US" altLang="zh-CN" sz="1200">
                <a:solidFill>
                  <a:schemeClr val="tx1"/>
                </a:solidFill>
              </a:rPr>
              <a:t>SFR= 53.33%</a:t>
            </a:r>
          </a:p>
          <a:p>
            <a:pPr marL="0" indent="0">
              <a:buFont typeface="Arial" panose="020B0604020202020204" pitchFamily="34" charset="0"/>
              <a:buNone/>
            </a:pPr>
            <a:endParaRPr lang="zh-CN" altLang="en-US"/>
          </a:p>
        </p:txBody>
      </p:sp>
      <p:sp>
        <p:nvSpPr>
          <p:cNvPr id="4" name="灯片编号占位符 3"/>
          <p:cNvSpPr>
            <a:spLocks noGrp="1"/>
          </p:cNvSpPr>
          <p:nvPr>
            <p:ph type="sldNum" sz="quarter" idx="5"/>
          </p:nvPr>
        </p:nvSpPr>
        <p:spPr/>
        <p:txBody>
          <a:bodyPr/>
          <a:lstStyle/>
          <a:p>
            <a:fld id="{99FE67DE-5FB7-4559-9814-A2C84A92479C}" type="slidenum">
              <a:rPr lang="en-US" smtClean="0"/>
              <a:t>17</a:t>
            </a:fld>
            <a:endParaRPr lang="en-US"/>
          </a:p>
        </p:txBody>
      </p:sp>
    </p:spTree>
    <p:extLst>
      <p:ext uri="{BB962C8B-B14F-4D97-AF65-F5344CB8AC3E}">
        <p14:creationId xmlns:p14="http://schemas.microsoft.com/office/powerpoint/2010/main" val="3813956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a:t>Financial: </a:t>
            </a:r>
            <a:r>
              <a:rPr lang="zh-CN" altLang="en-US"/>
              <a:t>研究者费，提升，逐步审批中；患者补贴，已提交 </a:t>
            </a:r>
            <a:r>
              <a:rPr lang="en-US" altLang="zh-CN"/>
              <a:t>(Biopsy proposed to Global</a:t>
            </a:r>
            <a:r>
              <a:rPr lang="zh-CN" altLang="en-US"/>
              <a:t>； </a:t>
            </a:r>
            <a:r>
              <a:rPr lang="en-US" altLang="zh-CN"/>
              <a:t>MRII, </a:t>
            </a:r>
            <a:r>
              <a:rPr lang="zh-CN" altLang="en-US"/>
              <a:t>内窥镜补贴提交</a:t>
            </a:r>
            <a:r>
              <a:rPr lang="en-US" altLang="zh-CN"/>
              <a:t>global for review) </a:t>
            </a:r>
            <a:r>
              <a:rPr lang="zh-CN" altLang="en-US"/>
              <a:t>；患者关怀礼物，已提交，待审批；</a:t>
            </a:r>
            <a:endParaRPr lang="en-US" altLang="zh-CN"/>
          </a:p>
          <a:p>
            <a:pPr marL="171450" indent="-171450">
              <a:buFont typeface="Arial" panose="020B0604020202020204" pitchFamily="34" charset="0"/>
              <a:buChar char="•"/>
            </a:pPr>
            <a:r>
              <a:rPr lang="en-US" altLang="zh-CN"/>
              <a:t>Study design: will be discussed with global team</a:t>
            </a:r>
          </a:p>
          <a:p>
            <a:pPr marL="171450" indent="-171450">
              <a:buFont typeface="Arial" panose="020B0604020202020204" pitchFamily="34" charset="0"/>
              <a:buChar char="•"/>
            </a:pPr>
            <a:r>
              <a:rPr lang="en-US" altLang="zh-CN"/>
              <a:t>Site engagement</a:t>
            </a:r>
          </a:p>
          <a:p>
            <a:pPr marL="171450" indent="-171450">
              <a:buFont typeface="Arial" panose="020B0604020202020204" pitchFamily="34" charset="0"/>
              <a:buChar char="•"/>
            </a:pPr>
            <a:r>
              <a:rPr lang="en-US" altLang="zh-CN"/>
              <a:t>Pt screen number vendor onboard</a:t>
            </a:r>
            <a:r>
              <a:rPr lang="zh-CN" altLang="en-US"/>
              <a:t>后变化</a:t>
            </a:r>
            <a:endParaRPr lang="en-US" altLang="zh-CN"/>
          </a:p>
          <a:p>
            <a:pPr marL="171450" indent="-171450">
              <a:buFont typeface="Arial" panose="020B0604020202020204" pitchFamily="34" charset="0"/>
              <a:buChar char="•"/>
            </a:pPr>
            <a:endParaRPr lang="en-US" altLang="zh-CN"/>
          </a:p>
          <a:p>
            <a:pPr marL="171450" indent="-171450">
              <a:buFont typeface="Arial" panose="020B0604020202020204" pitchFamily="34" charset="0"/>
              <a:buChar char="•"/>
            </a:pPr>
            <a:r>
              <a:rPr lang="en-US" altLang="zh-CN"/>
              <a:t>8 sites are Tier-1 (13);  13 sites are Tier-2 (19)</a:t>
            </a:r>
          </a:p>
          <a:p>
            <a:pPr marL="171450" indent="-171450">
              <a:buFont typeface="Arial" panose="020B0604020202020204" pitchFamily="34" charset="0"/>
              <a:buChar char="•"/>
            </a:pPr>
            <a:r>
              <a:rPr lang="en-US" altLang="zh-CN"/>
              <a:t>12 sites are Tier-3 (18);  4 sites are Tier-4 (4)</a:t>
            </a:r>
          </a:p>
          <a:p>
            <a:pPr marL="171450" indent="-171450">
              <a:buFont typeface="Arial" panose="020B0604020202020204" pitchFamily="34" charset="0"/>
              <a:buChar char="•"/>
            </a:pPr>
            <a:r>
              <a:rPr lang="en-US" altLang="zh-CN"/>
              <a:t>1 site is Only for </a:t>
            </a:r>
            <a:r>
              <a:rPr lang="en-US" altLang="zh-CN" err="1"/>
              <a:t>Liverage</a:t>
            </a:r>
            <a:r>
              <a:rPr lang="en-US" altLang="zh-CN"/>
              <a:t> Cirrhosis</a:t>
            </a:r>
          </a:p>
          <a:p>
            <a:pPr marL="171450" indent="-171450">
              <a:buFont typeface="Arial" panose="020B0604020202020204" pitchFamily="34" charset="0"/>
              <a:buChar char="•"/>
            </a:pPr>
            <a:endParaRPr lang="zh-CN" altLang="en-US"/>
          </a:p>
        </p:txBody>
      </p:sp>
      <p:sp>
        <p:nvSpPr>
          <p:cNvPr id="4" name="灯片编号占位符 3"/>
          <p:cNvSpPr>
            <a:spLocks noGrp="1"/>
          </p:cNvSpPr>
          <p:nvPr>
            <p:ph type="sldNum" sz="quarter" idx="5"/>
          </p:nvPr>
        </p:nvSpPr>
        <p:spPr/>
        <p:txBody>
          <a:bodyPr/>
          <a:lstStyle/>
          <a:p>
            <a:fld id="{99FE67DE-5FB7-4559-9814-A2C84A92479C}" type="slidenum">
              <a:rPr lang="en-US" smtClean="0"/>
              <a:t>19</a:t>
            </a:fld>
            <a:endParaRPr lang="en-US"/>
          </a:p>
        </p:txBody>
      </p:sp>
    </p:spTree>
    <p:extLst>
      <p:ext uri="{BB962C8B-B14F-4D97-AF65-F5344CB8AC3E}">
        <p14:creationId xmlns:p14="http://schemas.microsoft.com/office/powerpoint/2010/main" val="3813956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164EC-50D1-00F4-BEC6-0F7CC1A191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E71D45-338E-14EE-3D50-114AEC7D3A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ED8855-576C-1D50-6199-9A377C791AB7}"/>
              </a:ext>
            </a:extLst>
          </p:cNvPr>
          <p:cNvSpPr>
            <a:spLocks noGrp="1"/>
          </p:cNvSpPr>
          <p:nvPr>
            <p:ph type="body" idx="1"/>
          </p:nvPr>
        </p:nvSpPr>
        <p:spPr/>
        <p:txBody>
          <a:bodyPr/>
          <a:lstStyle/>
          <a:p>
            <a:pPr marL="171450" indent="-171450">
              <a:buFont typeface="Arial" panose="020B0604020202020204" pitchFamily="34" charset="0"/>
              <a:buChar char="•"/>
            </a:pPr>
            <a:r>
              <a:rPr lang="en-US" altLang="zh-CN"/>
              <a:t>High SF Ratio: Currently no trends for SF ratio. </a:t>
            </a:r>
            <a:r>
              <a:rPr lang="en-US" altLang="zh-CN" sz="1200">
                <a:effectLst/>
                <a:latin typeface="Microsoft YaHei UI" panose="020B0503020204020204" pitchFamily="34" charset="-122"/>
                <a:ea typeface="Microsoft YaHei UI" panose="020B0503020204020204" pitchFamily="34" charset="-122"/>
              </a:rPr>
              <a:t>1 biopsy results, 1 patient decision, 2 others (using prohibited CM, and 1 upon investigator’s decision)</a:t>
            </a:r>
            <a:endParaRPr lang="zh-CN" altLang="en-US"/>
          </a:p>
        </p:txBody>
      </p:sp>
      <p:sp>
        <p:nvSpPr>
          <p:cNvPr id="4" name="灯片编号占位符 3">
            <a:extLst>
              <a:ext uri="{FF2B5EF4-FFF2-40B4-BE49-F238E27FC236}">
                <a16:creationId xmlns:a16="http://schemas.microsoft.com/office/drawing/2014/main" id="{23BBEC33-E41D-340A-FF08-5DABE57EEA86}"/>
              </a:ext>
            </a:extLst>
          </p:cNvPr>
          <p:cNvSpPr>
            <a:spLocks noGrp="1"/>
          </p:cNvSpPr>
          <p:nvPr>
            <p:ph type="sldNum" sz="quarter" idx="5"/>
          </p:nvPr>
        </p:nvSpPr>
        <p:spPr/>
        <p:txBody>
          <a:bodyPr/>
          <a:lstStyle/>
          <a:p>
            <a:fld id="{99FE67DE-5FB7-4559-9814-A2C84A92479C}" type="slidenum">
              <a:rPr lang="en-US" smtClean="0"/>
              <a:t>20</a:t>
            </a:fld>
            <a:endParaRPr lang="en-US"/>
          </a:p>
        </p:txBody>
      </p:sp>
    </p:spTree>
    <p:extLst>
      <p:ext uri="{BB962C8B-B14F-4D97-AF65-F5344CB8AC3E}">
        <p14:creationId xmlns:p14="http://schemas.microsoft.com/office/powerpoint/2010/main" val="4176653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a:effectLst/>
                <a:latin typeface="Microsoft YaHei UI" panose="020B0503020204020204" pitchFamily="34" charset="-122"/>
                <a:ea typeface="Microsoft YaHei UI" panose="020B0503020204020204" pitchFamily="34" charset="-122"/>
              </a:rPr>
              <a:t>SF Reason: Biopsy (22%), FAST/VCTE/Fibro (11%), AST (9%)</a:t>
            </a:r>
          </a:p>
        </p:txBody>
      </p:sp>
      <p:sp>
        <p:nvSpPr>
          <p:cNvPr id="4" name="灯片编号占位符 3"/>
          <p:cNvSpPr>
            <a:spLocks noGrp="1"/>
          </p:cNvSpPr>
          <p:nvPr>
            <p:ph type="sldNum" sz="quarter" idx="5"/>
          </p:nvPr>
        </p:nvSpPr>
        <p:spPr/>
        <p:txBody>
          <a:bodyPr/>
          <a:lstStyle/>
          <a:p>
            <a:fld id="{99FE67DE-5FB7-4559-9814-A2C84A92479C}" type="slidenum">
              <a:rPr lang="en-US" smtClean="0"/>
              <a:t>21</a:t>
            </a:fld>
            <a:endParaRPr lang="en-US"/>
          </a:p>
        </p:txBody>
      </p:sp>
    </p:spTree>
    <p:extLst>
      <p:ext uri="{BB962C8B-B14F-4D97-AF65-F5344CB8AC3E}">
        <p14:creationId xmlns:p14="http://schemas.microsoft.com/office/powerpoint/2010/main" val="1287966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SF Reason: Biopsy results 44%, </a:t>
            </a:r>
            <a:r>
              <a:rPr lang="en-US" err="1"/>
              <a:t>Fibroscan</a:t>
            </a:r>
            <a:r>
              <a:rPr lang="en-US"/>
              <a:t> data 20%, Lab results 16%</a:t>
            </a:r>
          </a:p>
        </p:txBody>
      </p:sp>
      <p:sp>
        <p:nvSpPr>
          <p:cNvPr id="4" name="灯片编号占位符 3"/>
          <p:cNvSpPr>
            <a:spLocks noGrp="1"/>
          </p:cNvSpPr>
          <p:nvPr>
            <p:ph type="sldNum" sz="quarter" idx="5"/>
          </p:nvPr>
        </p:nvSpPr>
        <p:spPr/>
        <p:txBody>
          <a:bodyPr/>
          <a:lstStyle/>
          <a:p>
            <a:fld id="{99FE67DE-5FB7-4559-9814-A2C84A92479C}" type="slidenum">
              <a:rPr lang="en-US" smtClean="0"/>
              <a:t>22</a:t>
            </a:fld>
            <a:endParaRPr lang="en-US"/>
          </a:p>
        </p:txBody>
      </p:sp>
    </p:spTree>
    <p:extLst>
      <p:ext uri="{BB962C8B-B14F-4D97-AF65-F5344CB8AC3E}">
        <p14:creationId xmlns:p14="http://schemas.microsoft.com/office/powerpoint/2010/main" val="154049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9A247-359B-2144-5046-7544B0B126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23CA19-EBBC-1352-8420-3CD0D07165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9ED0D6-E601-02BA-E3E4-1AED5F0EF331}"/>
              </a:ext>
            </a:extLst>
          </p:cNvPr>
          <p:cNvSpPr>
            <a:spLocks noGrp="1"/>
          </p:cNvSpPr>
          <p:nvPr>
            <p:ph type="body" idx="1"/>
          </p:nvPr>
        </p:nvSpPr>
        <p:spPr/>
        <p:txBody>
          <a:bodyPr/>
          <a:lstStyle/>
          <a:p>
            <a:endParaRPr lang="en-US" altLang="zh-CN" sz="1200">
              <a:effectLst/>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5FB7B40B-BFAD-6F80-00A0-E8C229321BF8}"/>
              </a:ext>
            </a:extLst>
          </p:cNvPr>
          <p:cNvSpPr>
            <a:spLocks noGrp="1"/>
          </p:cNvSpPr>
          <p:nvPr>
            <p:ph type="sldNum" sz="quarter" idx="5"/>
          </p:nvPr>
        </p:nvSpPr>
        <p:spPr/>
        <p:txBody>
          <a:bodyPr/>
          <a:lstStyle/>
          <a:p>
            <a:fld id="{99FE67DE-5FB7-4559-9814-A2C84A92479C}" type="slidenum">
              <a:rPr lang="en-US" smtClean="0"/>
              <a:t>23</a:t>
            </a:fld>
            <a:endParaRPr lang="en-US"/>
          </a:p>
        </p:txBody>
      </p:sp>
    </p:spTree>
    <p:extLst>
      <p:ext uri="{BB962C8B-B14F-4D97-AF65-F5344CB8AC3E}">
        <p14:creationId xmlns:p14="http://schemas.microsoft.com/office/powerpoint/2010/main" val="1757007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FADD-CA40-B331-ACBB-73CFABFEF7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F09BAC-7F0C-B99E-96ED-639CB937EC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1009DF-895E-68F1-F05C-751CF73D0595}"/>
              </a:ext>
            </a:extLst>
          </p:cNvPr>
          <p:cNvSpPr>
            <a:spLocks noGrp="1"/>
          </p:cNvSpPr>
          <p:nvPr>
            <p:ph type="body" idx="1"/>
          </p:nvPr>
        </p:nvSpPr>
        <p:spPr/>
        <p:txBody>
          <a:bodyPr/>
          <a:lstStyle/>
          <a:p>
            <a:r>
              <a:rPr lang="en-US" altLang="zh-CN" sz="1200">
                <a:effectLst/>
                <a:latin typeface="Microsoft YaHei UI" panose="020B0503020204020204" pitchFamily="34" charset="-122"/>
                <a:ea typeface="Microsoft YaHei UI" panose="020B0503020204020204" pitchFamily="34" charset="-122"/>
              </a:rPr>
              <a:t>1 biopsy results, 1 </a:t>
            </a:r>
            <a:r>
              <a:rPr lang="en-US" altLang="zh-CN" sz="1200" err="1">
                <a:effectLst/>
                <a:latin typeface="Microsoft YaHei UI" panose="020B0503020204020204" pitchFamily="34" charset="-122"/>
                <a:ea typeface="Microsoft YaHei UI" panose="020B0503020204020204" pitchFamily="34" charset="-122"/>
              </a:rPr>
              <a:t>Fibroscan</a:t>
            </a:r>
            <a:r>
              <a:rPr lang="en-US" altLang="zh-CN" sz="1200">
                <a:effectLst/>
                <a:latin typeface="Microsoft YaHei UI" panose="020B0503020204020204" pitchFamily="34" charset="-122"/>
                <a:ea typeface="Microsoft YaHei UI" panose="020B0503020204020204" pitchFamily="34" charset="-122"/>
              </a:rPr>
              <a:t>, 1 patient decision, 2 others (using prohibited CM, and 1 upon investigator’s decision)</a:t>
            </a:r>
          </a:p>
        </p:txBody>
      </p:sp>
      <p:sp>
        <p:nvSpPr>
          <p:cNvPr id="4" name="灯片编号占位符 3">
            <a:extLst>
              <a:ext uri="{FF2B5EF4-FFF2-40B4-BE49-F238E27FC236}">
                <a16:creationId xmlns:a16="http://schemas.microsoft.com/office/drawing/2014/main" id="{DA71DAE3-F281-BF10-CF48-0FB49F404885}"/>
              </a:ext>
            </a:extLst>
          </p:cNvPr>
          <p:cNvSpPr>
            <a:spLocks noGrp="1"/>
          </p:cNvSpPr>
          <p:nvPr>
            <p:ph type="sldNum" sz="quarter" idx="5"/>
          </p:nvPr>
        </p:nvSpPr>
        <p:spPr/>
        <p:txBody>
          <a:bodyPr/>
          <a:lstStyle/>
          <a:p>
            <a:fld id="{99FE67DE-5FB7-4559-9814-A2C84A92479C}" type="slidenum">
              <a:rPr lang="en-US" smtClean="0"/>
              <a:t>24</a:t>
            </a:fld>
            <a:endParaRPr lang="en-US"/>
          </a:p>
        </p:txBody>
      </p:sp>
    </p:spTree>
    <p:extLst>
      <p:ext uri="{BB962C8B-B14F-4D97-AF65-F5344CB8AC3E}">
        <p14:creationId xmlns:p14="http://schemas.microsoft.com/office/powerpoint/2010/main" val="1713363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78A38-82DD-38FE-B552-5C395ADACA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D6939A-8730-6000-FCD2-C44AC08159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53A568-59F2-966B-DFE0-F84CFD4E802F}"/>
              </a:ext>
            </a:extLst>
          </p:cNvPr>
          <p:cNvSpPr>
            <a:spLocks noGrp="1"/>
          </p:cNvSpPr>
          <p:nvPr>
            <p:ph type="body" idx="1"/>
          </p:nvPr>
        </p:nvSpPr>
        <p:spPr/>
        <p:txBody>
          <a:bodyPr/>
          <a:lstStyle/>
          <a:p>
            <a:endParaRPr lang="en-US" altLang="zh-CN" sz="1200">
              <a:effectLst/>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CE8DA0C2-FEAE-EB8B-56F9-A30AD62B1B38}"/>
              </a:ext>
            </a:extLst>
          </p:cNvPr>
          <p:cNvSpPr>
            <a:spLocks noGrp="1"/>
          </p:cNvSpPr>
          <p:nvPr>
            <p:ph type="sldNum" sz="quarter" idx="5"/>
          </p:nvPr>
        </p:nvSpPr>
        <p:spPr/>
        <p:txBody>
          <a:bodyPr/>
          <a:lstStyle/>
          <a:p>
            <a:fld id="{99FE67DE-5FB7-4559-9814-A2C84A92479C}" type="slidenum">
              <a:rPr lang="en-US" smtClean="0"/>
              <a:t>25</a:t>
            </a:fld>
            <a:endParaRPr lang="en-US"/>
          </a:p>
        </p:txBody>
      </p:sp>
    </p:spTree>
    <p:extLst>
      <p:ext uri="{BB962C8B-B14F-4D97-AF65-F5344CB8AC3E}">
        <p14:creationId xmlns:p14="http://schemas.microsoft.com/office/powerpoint/2010/main" val="2684506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4FF01-8504-25DC-555A-59C664177C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4C4CF0-002D-24D0-588D-E692E5D224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210C79-901D-1682-E2AA-C2ADD1D0C52E}"/>
              </a:ext>
            </a:extLst>
          </p:cNvPr>
          <p:cNvSpPr>
            <a:spLocks noGrp="1"/>
          </p:cNvSpPr>
          <p:nvPr>
            <p:ph type="body" idx="1"/>
          </p:nvPr>
        </p:nvSpPr>
        <p:spPr/>
        <p:txBody>
          <a:bodyPr/>
          <a:lstStyle/>
          <a:p>
            <a:endParaRPr lang="en-US" altLang="zh-CN" sz="1200">
              <a:effectLst/>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DB848966-E465-4B46-17A3-F23AD7EF68E4}"/>
              </a:ext>
            </a:extLst>
          </p:cNvPr>
          <p:cNvSpPr>
            <a:spLocks noGrp="1"/>
          </p:cNvSpPr>
          <p:nvPr>
            <p:ph type="sldNum" sz="quarter" idx="5"/>
          </p:nvPr>
        </p:nvSpPr>
        <p:spPr/>
        <p:txBody>
          <a:bodyPr/>
          <a:lstStyle/>
          <a:p>
            <a:fld id="{99FE67DE-5FB7-4559-9814-A2C84A92479C}" type="slidenum">
              <a:rPr lang="en-US" smtClean="0"/>
              <a:t>26</a:t>
            </a:fld>
            <a:endParaRPr lang="en-US"/>
          </a:p>
        </p:txBody>
      </p:sp>
    </p:spTree>
    <p:extLst>
      <p:ext uri="{BB962C8B-B14F-4D97-AF65-F5344CB8AC3E}">
        <p14:creationId xmlns:p14="http://schemas.microsoft.com/office/powerpoint/2010/main" val="3719460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447B-BFBF-C06A-3342-3DB61DD78B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802B53-B087-F56B-2FEE-7AAEFAF1E0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1C9C19-033B-644E-CA98-DC32C6672B17}"/>
              </a:ext>
            </a:extLst>
          </p:cNvPr>
          <p:cNvSpPr>
            <a:spLocks noGrp="1"/>
          </p:cNvSpPr>
          <p:nvPr>
            <p:ph type="body" idx="1"/>
          </p:nvPr>
        </p:nvSpPr>
        <p:spPr/>
        <p:txBody>
          <a:bodyPr/>
          <a:lstStyle/>
          <a:p>
            <a:endParaRPr lang="en-US" altLang="zh-CN" sz="1200">
              <a:effectLst/>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302178F1-78FE-76BD-E000-73C26F4C92AD}"/>
              </a:ext>
            </a:extLst>
          </p:cNvPr>
          <p:cNvSpPr>
            <a:spLocks noGrp="1"/>
          </p:cNvSpPr>
          <p:nvPr>
            <p:ph type="sldNum" sz="quarter" idx="5"/>
          </p:nvPr>
        </p:nvSpPr>
        <p:spPr/>
        <p:txBody>
          <a:bodyPr/>
          <a:lstStyle/>
          <a:p>
            <a:fld id="{99FE67DE-5FB7-4559-9814-A2C84A92479C}" type="slidenum">
              <a:rPr lang="en-US" smtClean="0"/>
              <a:t>27</a:t>
            </a:fld>
            <a:endParaRPr lang="en-US"/>
          </a:p>
        </p:txBody>
      </p:sp>
    </p:spTree>
    <p:extLst>
      <p:ext uri="{BB962C8B-B14F-4D97-AF65-F5344CB8AC3E}">
        <p14:creationId xmlns:p14="http://schemas.microsoft.com/office/powerpoint/2010/main" val="1297945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B231B-7431-7CF6-918C-C8B758F1B6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224E14-0A5B-7D59-A3AC-6FA3E9DD32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27AA36-2D41-BBDC-86D8-B4865C8D48FD}"/>
              </a:ext>
            </a:extLst>
          </p:cNvPr>
          <p:cNvSpPr>
            <a:spLocks noGrp="1"/>
          </p:cNvSpPr>
          <p:nvPr>
            <p:ph type="body" idx="1"/>
          </p:nvPr>
        </p:nvSpPr>
        <p:spPr/>
        <p:txBody>
          <a:bodyPr/>
          <a:lstStyle/>
          <a:p>
            <a:endParaRPr lang="en-US" altLang="zh-CN" sz="1200">
              <a:effectLst/>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DA9A9D9D-6778-2A37-2197-C8E347E7E518}"/>
              </a:ext>
            </a:extLst>
          </p:cNvPr>
          <p:cNvSpPr>
            <a:spLocks noGrp="1"/>
          </p:cNvSpPr>
          <p:nvPr>
            <p:ph type="sldNum" sz="quarter" idx="5"/>
          </p:nvPr>
        </p:nvSpPr>
        <p:spPr/>
        <p:txBody>
          <a:bodyPr/>
          <a:lstStyle/>
          <a:p>
            <a:fld id="{99FE67DE-5FB7-4559-9814-A2C84A92479C}" type="slidenum">
              <a:rPr lang="en-US" smtClean="0"/>
              <a:t>28</a:t>
            </a:fld>
            <a:endParaRPr lang="en-US"/>
          </a:p>
        </p:txBody>
      </p:sp>
    </p:spTree>
    <p:extLst>
      <p:ext uri="{BB962C8B-B14F-4D97-AF65-F5344CB8AC3E}">
        <p14:creationId xmlns:p14="http://schemas.microsoft.com/office/powerpoint/2010/main" val="8507842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defTabSz="931774">
              <a:defRPr/>
            </a:pPr>
            <a:endParaRPr lang="en-US" altLang="zh-CN">
              <a:latin typeface="+mn-ea"/>
              <a:cs typeface="Calibri" panose="020F050202020403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6061266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379015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6B23-6B65-2213-57F0-CD2FA0D4CF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F0724C-6A5A-0771-7A14-A93CB7ECDB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EEC3EF-4AF2-C26F-D10A-E27453F6D291}"/>
              </a:ext>
            </a:extLst>
          </p:cNvPr>
          <p:cNvSpPr>
            <a:spLocks noGrp="1"/>
          </p:cNvSpPr>
          <p:nvPr>
            <p:ph type="body" idx="1"/>
          </p:nvPr>
        </p:nvSpPr>
        <p:spPr/>
        <p:txBody>
          <a:bodyPr/>
          <a:lstStyle/>
          <a:p>
            <a:pPr marL="171450" indent="-171450">
              <a:buFont typeface="Arial" panose="020B0604020202020204" pitchFamily="34" charset="0"/>
              <a:buChar char="•"/>
            </a:pPr>
            <a:endParaRPr lang="zh-CN" altLang="en-US"/>
          </a:p>
        </p:txBody>
      </p:sp>
      <p:sp>
        <p:nvSpPr>
          <p:cNvPr id="4" name="灯片编号占位符 3">
            <a:extLst>
              <a:ext uri="{FF2B5EF4-FFF2-40B4-BE49-F238E27FC236}">
                <a16:creationId xmlns:a16="http://schemas.microsoft.com/office/drawing/2014/main" id="{ADBECBF0-02C9-D4F3-3D7F-563AFA6632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51733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5714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FD378-3A2D-0299-AEB2-547C1DC738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22C8B0A-3463-84E0-4903-6865DD7C7EFE}"/>
              </a:ext>
            </a:extLst>
          </p:cNvPr>
          <p:cNvSpPr>
            <a:spLocks noGrp="1" noRot="1" noChangeAspect="1"/>
          </p:cNvSpPr>
          <p:nvPr>
            <p:ph type="sldImg"/>
          </p:nvPr>
        </p:nvSpPr>
        <p:spPr>
          <a:xfrm>
            <a:off x="209550" y="669925"/>
            <a:ext cx="6465888" cy="3638550"/>
          </a:xfrm>
        </p:spPr>
      </p:sp>
      <p:sp>
        <p:nvSpPr>
          <p:cNvPr id="3" name="Notizenplatzhalter 2">
            <a:extLst>
              <a:ext uri="{FF2B5EF4-FFF2-40B4-BE49-F238E27FC236}">
                <a16:creationId xmlns:a16="http://schemas.microsoft.com/office/drawing/2014/main" id="{99D67F25-F4BC-DC6E-60DC-7CC43476D557}"/>
              </a:ext>
            </a:extLst>
          </p:cNvPr>
          <p:cNvSpPr>
            <a:spLocks noGrp="1"/>
          </p:cNvSpPr>
          <p:nvPr>
            <p:ph type="body" idx="1"/>
          </p:nvPr>
        </p:nvSpPr>
        <p:spPr/>
        <p:txBody>
          <a:bodyPr/>
          <a:lstStyle/>
          <a:p>
            <a:pPr marL="342900" lvl="0" indent="-342900">
              <a:lnSpc>
                <a:spcPct val="140000"/>
              </a:lnSpc>
              <a:spcAft>
                <a:spcPts val="600"/>
              </a:spcAft>
              <a:buSzPts val="1000"/>
              <a:buFont typeface="Symbol" panose="05050102010706020507" pitchFamily="18" charset="2"/>
              <a:buChar char=""/>
              <a:tabLst>
                <a:tab pos="457200" algn="l"/>
              </a:tabLst>
            </a:pPr>
            <a:endParaRPr lang="de-DE"/>
          </a:p>
        </p:txBody>
      </p:sp>
      <p:sp>
        <p:nvSpPr>
          <p:cNvPr id="4" name="Foliennummernplatzhalter 3">
            <a:extLst>
              <a:ext uri="{FF2B5EF4-FFF2-40B4-BE49-F238E27FC236}">
                <a16:creationId xmlns:a16="http://schemas.microsoft.com/office/drawing/2014/main" id="{4CDBDDAD-1253-8A13-13C3-235646318764}"/>
              </a:ext>
            </a:extLst>
          </p:cNvPr>
          <p:cNvSpPr>
            <a:spLocks noGrp="1"/>
          </p:cNvSpPr>
          <p:nvPr>
            <p:ph type="sldNum" sz="quarter" idx="5"/>
          </p:nvPr>
        </p:nvSpPr>
        <p:spPr/>
        <p:txBody>
          <a:bodyPr/>
          <a:lstStyle/>
          <a:p>
            <a:pPr marL="0" marR="0" lvl="0" indent="0" algn="r" defTabSz="965881" rtl="0" eaLnBrk="1" fontAlgn="auto" latinLnBrk="0" hangingPunct="1">
              <a:lnSpc>
                <a:spcPct val="100000"/>
              </a:lnSpc>
              <a:spcBef>
                <a:spcPts val="0"/>
              </a:spcBef>
              <a:spcAft>
                <a:spcPts val="0"/>
              </a:spcAft>
              <a:buClrTx/>
              <a:buSzTx/>
              <a:buFontTx/>
              <a:buNone/>
              <a:tabLst/>
              <a:defRPr/>
            </a:pPr>
            <a:fld id="{4B965B23-187E-43F5-B84F-879707B74871}" type="slidenum">
              <a:rPr kumimoji="0" lang="de-DE" sz="13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pPr marL="0" marR="0" lvl="0" indent="0" algn="r" defTabSz="965881" rtl="0" eaLnBrk="1" fontAlgn="auto" latinLnBrk="0" hangingPunct="1">
                <a:lnSpc>
                  <a:spcPct val="100000"/>
                </a:lnSpc>
                <a:spcBef>
                  <a:spcPts val="0"/>
                </a:spcBef>
                <a:spcAft>
                  <a:spcPts val="0"/>
                </a:spcAft>
                <a:buClrTx/>
                <a:buSzTx/>
                <a:buFontTx/>
                <a:buNone/>
                <a:tabLst/>
                <a:defRPr/>
              </a:pPr>
              <a:t>47</a:t>
            </a:fld>
            <a:endParaRPr kumimoji="0" lang="de-DE" sz="13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8687424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6623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b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9409A2-AEB8-493C-899B-974CC5FD57FD}"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9092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48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257E1-2CE8-2DA7-3AE7-190452319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C8A51-FF4A-E071-55F4-6226BA408AE4}"/>
              </a:ext>
            </a:extLst>
          </p:cNvPr>
          <p:cNvSpPr>
            <a:spLocks noGrp="1" noRot="1" noChangeAspect="1"/>
          </p:cNvSpPr>
          <p:nvPr>
            <p:ph type="sldImg"/>
          </p:nvPr>
        </p:nvSpPr>
        <p:spPr>
          <a:xfrm>
            <a:off x="193675" y="663575"/>
            <a:ext cx="6408738" cy="3605213"/>
          </a:xfrm>
        </p:spPr>
      </p:sp>
      <p:sp>
        <p:nvSpPr>
          <p:cNvPr id="3" name="Notes Placeholder 2">
            <a:extLst>
              <a:ext uri="{FF2B5EF4-FFF2-40B4-BE49-F238E27FC236}">
                <a16:creationId xmlns:a16="http://schemas.microsoft.com/office/drawing/2014/main" id="{FF0CB39D-462D-682A-6D53-60823534C22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C79FC18-B679-CCF9-CF52-6865F063D0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C2D1A66-AF7F-4473-AB3C-799DB8631C9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962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96533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6CB35-CD55-0ABE-F531-2DA87A9467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F82398-8018-C273-FA27-B0D7C8E945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6056E6-0218-E7F2-D40C-7F3A4844CE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2794F07-2DD8-077D-239F-3AE3B6C5DA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17033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ea typeface="等线"/>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676DAE-78EC-4251-9A44-1BEF7D6190F3}"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7784722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brand.boehringer-ingelheim.com/document/650#/color/introduction-color"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21.svg"/><Relationship Id="rId4" Type="http://schemas.openxmlformats.org/officeDocument/2006/relationships/image" Target="../media/image4.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21.svg"/><Relationship Id="rId4" Type="http://schemas.openxmlformats.org/officeDocument/2006/relationships/image" Target="../media/image4.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5.xml"/><Relationship Id="rId5" Type="http://schemas.openxmlformats.org/officeDocument/2006/relationships/image" Target="../media/image21.svg"/><Relationship Id="rId4" Type="http://schemas.openxmlformats.org/officeDocument/2006/relationships/image" Target="../media/image4.png"/></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21.svg"/><Relationship Id="rId4" Type="http://schemas.openxmlformats.org/officeDocument/2006/relationships/image" Target="../media/image4.png"/></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jpeg"/><Relationship Id="rId1" Type="http://schemas.openxmlformats.org/officeDocument/2006/relationships/slideMaster" Target="../slideMasters/slideMaster5.xml"/><Relationship Id="rId4" Type="http://schemas.openxmlformats.org/officeDocument/2006/relationships/image" Target="../media/image24.emf"/></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jpeg"/><Relationship Id="rId1" Type="http://schemas.openxmlformats.org/officeDocument/2006/relationships/slideMaster" Target="../slideMasters/slideMaster5.xml"/><Relationship Id="rId4" Type="http://schemas.openxmlformats.org/officeDocument/2006/relationships/image" Target="../media/image24.emf"/></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6.xml"/><Relationship Id="rId5" Type="http://schemas.openxmlformats.org/officeDocument/2006/relationships/image" Target="../media/image21.svg"/><Relationship Id="rId4" Type="http://schemas.openxmlformats.org/officeDocument/2006/relationships/image" Target="../media/image4.png"/></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14.png"/><Relationship Id="rId5" Type="http://schemas.openxmlformats.org/officeDocument/2006/relationships/image" Target="../media/image21.svg"/><Relationship Id="rId4" Type="http://schemas.openxmlformats.org/officeDocument/2006/relationships/image" Target="../media/image4.png"/></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7.xml"/><Relationship Id="rId5" Type="http://schemas.openxmlformats.org/officeDocument/2006/relationships/image" Target="../media/image21.svg"/><Relationship Id="rId4" Type="http://schemas.openxmlformats.org/officeDocument/2006/relationships/image" Target="../media/image4.png"/></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14.png"/><Relationship Id="rId5" Type="http://schemas.openxmlformats.org/officeDocument/2006/relationships/image" Target="../media/image21.svg"/><Relationship Id="rId4" Type="http://schemas.openxmlformats.org/officeDocument/2006/relationships/image" Target="../media/image4.png"/></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8.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8.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3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9.xml"/><Relationship Id="rId5" Type="http://schemas.openxmlformats.org/officeDocument/2006/relationships/image" Target="../media/image21.svg"/><Relationship Id="rId4" Type="http://schemas.openxmlformats.org/officeDocument/2006/relationships/image" Target="../media/image4.png"/></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9.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9.xml"/><Relationship Id="rId5" Type="http://schemas.openxmlformats.org/officeDocument/2006/relationships/image" Target="../media/image21.svg"/><Relationship Id="rId4" Type="http://schemas.openxmlformats.org/officeDocument/2006/relationships/image" Target="../media/image4.png"/></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 Id="rId5" Type="http://schemas.openxmlformats.org/officeDocument/2006/relationships/image" Target="../media/image16.svg"/><Relationship Id="rId4" Type="http://schemas.openxmlformats.org/officeDocument/2006/relationships/image" Target="../media/image4.pn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8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3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39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39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40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40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40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9.xml"/></Relationships>
</file>

<file path=ppt/slideLayouts/_rels/slideLayout4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0.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0.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0.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14.png"/><Relationship Id="rId5" Type="http://schemas.openxmlformats.org/officeDocument/2006/relationships/image" Target="../media/image21.svg"/><Relationship Id="rId4" Type="http://schemas.openxmlformats.org/officeDocument/2006/relationships/image" Target="../media/image4.png"/></Relationships>
</file>

<file path=ppt/slideLayouts/_rels/slideLayout4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4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43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4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4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4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4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5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0.xml"/><Relationship Id="rId4" Type="http://schemas.openxmlformats.org/officeDocument/2006/relationships/image" Target="../media/image14.png"/></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0.xml"/></Relationships>
</file>

<file path=ppt/slideLayouts/_rels/slideLayout4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Master" Target="../slideMasters/slideMaster10.xml"/></Relationships>
</file>

<file path=ppt/slideLayouts/_rels/slideLayout45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10.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Slide library     |     ONLY FOR INTERNAL USE</a:t>
            </a:r>
          </a:p>
        </p:txBody>
      </p:sp>
    </p:spTree>
    <p:extLst>
      <p:ext uri="{BB962C8B-B14F-4D97-AF65-F5344CB8AC3E}">
        <p14:creationId xmlns:p14="http://schemas.microsoft.com/office/powerpoint/2010/main" val="2754876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Slide library     |     ONLY FOR INTERNAL USE</a:t>
            </a:r>
          </a:p>
        </p:txBody>
      </p:sp>
    </p:spTree>
    <p:extLst>
      <p:ext uri="{BB962C8B-B14F-4D97-AF65-F5344CB8AC3E}">
        <p14:creationId xmlns:p14="http://schemas.microsoft.com/office/powerpoint/2010/main" val="22676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Slide library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138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Slide library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7375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24825" y="0"/>
            <a:ext cx="40671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Slide library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A57EF9D1-8084-900C-7FA7-5911AE05DF6A}"/>
              </a:ext>
            </a:extLst>
          </p:cNvPr>
          <p:cNvGrpSpPr/>
          <p:nvPr userDrawn="1"/>
        </p:nvGrpSpPr>
        <p:grpSpPr>
          <a:xfrm>
            <a:off x="-1896888" y="-1"/>
            <a:ext cx="1715078" cy="3968906"/>
            <a:chOff x="-1896888" y="-1"/>
            <a:chExt cx="1715078" cy="3968906"/>
          </a:xfrm>
        </p:grpSpPr>
        <p:grpSp>
          <p:nvGrpSpPr>
            <p:cNvPr id="8" name="Group 7">
              <a:extLst>
                <a:ext uri="{FF2B5EF4-FFF2-40B4-BE49-F238E27FC236}">
                  <a16:creationId xmlns:a16="http://schemas.microsoft.com/office/drawing/2014/main" id="{159A983F-9F6F-A926-AEC5-4FACF9E2D074}"/>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0" name="TextBox 9">
                <a:extLst>
                  <a:ext uri="{FF2B5EF4-FFF2-40B4-BE49-F238E27FC236}">
                    <a16:creationId xmlns:a16="http://schemas.microsoft.com/office/drawing/2014/main" id="{983D953E-E380-CFC6-C92D-671FF1353240}"/>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6" name="TextBox 15">
                <a:extLst>
                  <a:ext uri="{FF2B5EF4-FFF2-40B4-BE49-F238E27FC236}">
                    <a16:creationId xmlns:a16="http://schemas.microsoft.com/office/drawing/2014/main" id="{7E977E43-9AC9-5DE8-872C-DE572158478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9" name="Picture 8">
              <a:extLst>
                <a:ext uri="{FF2B5EF4-FFF2-40B4-BE49-F238E27FC236}">
                  <a16:creationId xmlns:a16="http://schemas.microsoft.com/office/drawing/2014/main" id="{E1FE6BE3-5F4F-7DFE-63C0-033BF7E3E590}"/>
                </a:ext>
              </a:extLst>
            </p:cNvPr>
            <p:cNvPicPr>
              <a:picLocks noChangeAspect="1"/>
            </p:cNvPicPr>
            <p:nvPr userDrawn="1"/>
          </p:nvPicPr>
          <p:blipFill>
            <a:blip r:embed="rId6"/>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66595369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Slide library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30357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Slide library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67541073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Slide library     |     ONLY FOR INTERNAL USE</a:t>
            </a:r>
          </a:p>
        </p:txBody>
      </p:sp>
    </p:spTree>
    <p:extLst>
      <p:ext uri="{BB962C8B-B14F-4D97-AF65-F5344CB8AC3E}">
        <p14:creationId xmlns:p14="http://schemas.microsoft.com/office/powerpoint/2010/main" val="338999195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Slide library     |     ONLY FOR INTERNAL USE</a:t>
            </a:r>
          </a:p>
        </p:txBody>
      </p:sp>
    </p:spTree>
    <p:extLst>
      <p:ext uri="{BB962C8B-B14F-4D97-AF65-F5344CB8AC3E}">
        <p14:creationId xmlns:p14="http://schemas.microsoft.com/office/powerpoint/2010/main" val="370609518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hapter divider (3)">
    <p:bg>
      <p:bgPr>
        <a:solidFill>
          <a:srgbClr val="F5CDB9"/>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Slide library     |     ONLY FOR INTERNAL USE</a:t>
            </a:r>
          </a:p>
        </p:txBody>
      </p:sp>
      <p:sp>
        <p:nvSpPr>
          <p:cNvPr id="4" name="TextBox 7">
            <a:extLst>
              <a:ext uri="{FF2B5EF4-FFF2-40B4-BE49-F238E27FC236}">
                <a16:creationId xmlns:a16="http://schemas.microsoft.com/office/drawing/2014/main" id="{3B76FB3B-4984-A424-6CA9-1864DFD0DA47}"/>
              </a:ext>
            </a:extLst>
          </p:cNvPr>
          <p:cNvSpPr txBox="1"/>
          <p:nvPr userDrawn="1"/>
        </p:nvSpPr>
        <p:spPr bwMode="gray">
          <a:xfrm>
            <a:off x="-1896888" y="1"/>
            <a:ext cx="1715078" cy="5028593"/>
          </a:xfrm>
          <a:prstGeom prst="rect">
            <a:avLst/>
          </a:prstGeom>
          <a:solidFill>
            <a:schemeClr val="bg1"/>
          </a:solidFill>
        </p:spPr>
        <p:txBody>
          <a:bodyPr wrap="square" lIns="108000" tIns="108000" rIns="108000" bIns="108000">
            <a:spAutoFit/>
          </a:bodyPr>
          <a:lstStyle/>
          <a:p>
            <a:pPr>
              <a:lnSpc>
                <a:spcPct val="120000"/>
              </a:lnSpc>
              <a:spcAft>
                <a:spcPts val="600"/>
              </a:spcAft>
            </a:pPr>
            <a:r>
              <a:rPr lang="en-US" sz="1100" b="1" i="0">
                <a:solidFill>
                  <a:schemeClr val="tx1"/>
                </a:solidFill>
                <a:effectLst/>
                <a:latin typeface="+mj-lt"/>
              </a:rPr>
              <a:t>To change the background color:</a:t>
            </a:r>
          </a:p>
          <a:p>
            <a:pPr marL="144000" indent="-144000">
              <a:lnSpc>
                <a:spcPct val="120000"/>
              </a:lnSpc>
              <a:spcAft>
                <a:spcPts val="600"/>
              </a:spcAft>
              <a:buFont typeface="+mj-lt"/>
              <a:buAutoNum type="arabicPeriod"/>
            </a:pPr>
            <a:r>
              <a:rPr lang="en-US" sz="900" i="0">
                <a:solidFill>
                  <a:schemeClr val="tx1"/>
                </a:solidFill>
                <a:effectLst/>
                <a:latin typeface="+mn-lt"/>
              </a:rPr>
              <a:t>Open the menu </a:t>
            </a:r>
            <a:r>
              <a:rPr lang="en-US" sz="900" i="0">
                <a:solidFill>
                  <a:schemeClr val="tx1"/>
                </a:solidFill>
              </a:rPr>
              <a:t>‘Format</a:t>
            </a:r>
            <a:r>
              <a:rPr lang="en-US" sz="900" i="0">
                <a:solidFill>
                  <a:schemeClr val="tx1"/>
                </a:solidFill>
                <a:effectLst/>
                <a:latin typeface="+mn-lt"/>
              </a:rPr>
              <a:t>’</a:t>
            </a:r>
          </a:p>
          <a:p>
            <a:pPr marL="144000" indent="-144000">
              <a:lnSpc>
                <a:spcPct val="120000"/>
              </a:lnSpc>
              <a:spcAft>
                <a:spcPts val="600"/>
              </a:spcAft>
              <a:buFont typeface="+mj-lt"/>
              <a:buAutoNum type="arabicPeriod"/>
            </a:pPr>
            <a:r>
              <a:rPr lang="en-US" sz="900" i="0">
                <a:solidFill>
                  <a:schemeClr val="tx1"/>
                </a:solidFill>
                <a:effectLst/>
                <a:latin typeface="+mn-lt"/>
              </a:rPr>
              <a:t>Choose ’Slide Background…’ </a:t>
            </a:r>
            <a:r>
              <a:rPr lang="en-US" sz="900" i="0">
                <a:solidFill>
                  <a:schemeClr val="tx1"/>
                </a:solidFill>
              </a:rPr>
              <a:t>and then the preferred secondary color via the color fill selection on the left.</a:t>
            </a:r>
          </a:p>
          <a:p>
            <a:pPr marL="144000" indent="-144000">
              <a:lnSpc>
                <a:spcPct val="120000"/>
              </a:lnSpc>
              <a:spcAft>
                <a:spcPts val="600"/>
              </a:spcAft>
              <a:buFont typeface="+mj-lt"/>
              <a:buAutoNum type="arabicPeriod"/>
            </a:pPr>
            <a:r>
              <a:rPr lang="en-US" sz="900" i="0">
                <a:solidFill>
                  <a:schemeClr val="tx1"/>
                </a:solidFill>
              </a:rPr>
              <a:t>Please choose only between the first two shades to ensure readability.</a:t>
            </a: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indent="-144000">
              <a:lnSpc>
                <a:spcPct val="120000"/>
              </a:lnSpc>
              <a:spcAft>
                <a:spcPts val="600"/>
              </a:spcAft>
              <a:buFont typeface="+mj-lt"/>
              <a:buAutoNum type="arabicPeriod"/>
            </a:pPr>
            <a:endParaRPr lang="en-US" sz="900" i="0">
              <a:solidFill>
                <a:schemeClr val="tx1"/>
              </a:solidFill>
            </a:endParaRP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lang="en-US" sz="900" i="0">
                <a:solidFill>
                  <a:schemeClr val="tx1"/>
                </a:solidFill>
                <a:latin typeface="+mn-lt"/>
              </a:rPr>
              <a:t>You can find more info on color combinations in our </a:t>
            </a:r>
            <a:r>
              <a:rPr lang="en-US" sz="900" i="0">
                <a:solidFill>
                  <a:schemeClr val="tx1"/>
                </a:solidFill>
                <a:latin typeface="+mn-lt"/>
                <a:hlinkClick r:id="rId2">
                  <a:extLst>
                    <a:ext uri="{A12FA001-AC4F-418D-AE19-62706E023703}">
                      <ahyp:hlinkClr xmlns:ahyp="http://schemas.microsoft.com/office/drawing/2018/hyperlinkcolor" val="tx"/>
                    </a:ext>
                  </a:extLst>
                </a:hlinkClick>
              </a:rPr>
              <a:t>Brand Hub ↗</a:t>
            </a:r>
            <a:r>
              <a:rPr lang="en-US" sz="900" i="0">
                <a:solidFill>
                  <a:schemeClr val="tx1"/>
                </a:solidFill>
                <a:latin typeface="+mn-lt"/>
              </a:rPr>
              <a:t>.</a:t>
            </a:r>
          </a:p>
        </p:txBody>
      </p:sp>
      <p:grpSp>
        <p:nvGrpSpPr>
          <p:cNvPr id="15" name="Group 14">
            <a:extLst>
              <a:ext uri="{FF2B5EF4-FFF2-40B4-BE49-F238E27FC236}">
                <a16:creationId xmlns:a16="http://schemas.microsoft.com/office/drawing/2014/main" id="{F22798BE-7C73-C457-F66E-C697549EF9CE}"/>
              </a:ext>
            </a:extLst>
          </p:cNvPr>
          <p:cNvGrpSpPr/>
          <p:nvPr userDrawn="1"/>
        </p:nvGrpSpPr>
        <p:grpSpPr>
          <a:xfrm>
            <a:off x="-1661815" y="2492896"/>
            <a:ext cx="1220231" cy="1728192"/>
            <a:chOff x="-1661815" y="2708920"/>
            <a:chExt cx="1220231" cy="1728192"/>
          </a:xfrm>
        </p:grpSpPr>
        <p:pic>
          <p:nvPicPr>
            <p:cNvPr id="11" name="Picture 8">
              <a:extLst>
                <a:ext uri="{FF2B5EF4-FFF2-40B4-BE49-F238E27FC236}">
                  <a16:creationId xmlns:a16="http://schemas.microsoft.com/office/drawing/2014/main" id="{47EC175B-20D0-0E70-5CB3-4D572E79AD7E}"/>
                </a:ext>
              </a:extLst>
            </p:cNvPr>
            <p:cNvPicPr>
              <a:picLocks noChangeAspect="1"/>
            </p:cNvPicPr>
            <p:nvPr userDrawn="1"/>
          </p:nvPicPr>
          <p:blipFill rotWithShape="1">
            <a:blip r:embed="rId3"/>
            <a:srcRect b="17285"/>
            <a:stretch>
              <a:fillRect/>
            </a:stretch>
          </p:blipFill>
          <p:spPr bwMode="gray">
            <a:xfrm>
              <a:off x="-1661815" y="2708920"/>
              <a:ext cx="1220231" cy="1728192"/>
            </a:xfrm>
            <a:prstGeom prst="roundRect">
              <a:avLst>
                <a:gd name="adj" fmla="val 3514"/>
              </a:avLst>
            </a:prstGeom>
          </p:spPr>
        </p:pic>
        <p:sp>
          <p:nvSpPr>
            <p:cNvPr id="13" name="Rechteck 10">
              <a:extLst>
                <a:ext uri="{FF2B5EF4-FFF2-40B4-BE49-F238E27FC236}">
                  <a16:creationId xmlns:a16="http://schemas.microsoft.com/office/drawing/2014/main" id="{A937C316-2DA9-CC74-41BB-2BBB4FE925C8}"/>
                </a:ext>
              </a:extLst>
            </p:cNvPr>
            <p:cNvSpPr/>
            <p:nvPr userDrawn="1"/>
          </p:nvSpPr>
          <p:spPr bwMode="gray">
            <a:xfrm>
              <a:off x="-1555750" y="3969060"/>
              <a:ext cx="244626" cy="448121"/>
            </a:xfrm>
            <a:prstGeom prst="rect">
              <a:avLst/>
            </a:prstGeom>
            <a:solidFill>
              <a:schemeClr val="bg1">
                <a:alpha val="0"/>
              </a:scheme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grpSp>
    </p:spTree>
    <p:extLst>
      <p:ext uri="{BB962C8B-B14F-4D97-AF65-F5344CB8AC3E}">
        <p14:creationId xmlns:p14="http://schemas.microsoft.com/office/powerpoint/2010/main" val="92622552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Slide library     |     ONLY FOR INTERNAL USE</a:t>
            </a:r>
          </a:p>
        </p:txBody>
      </p:sp>
      <p:grpSp>
        <p:nvGrpSpPr>
          <p:cNvPr id="3" name="Group 2">
            <a:extLst>
              <a:ext uri="{FF2B5EF4-FFF2-40B4-BE49-F238E27FC236}">
                <a16:creationId xmlns:a16="http://schemas.microsoft.com/office/drawing/2014/main" id="{332BB0CC-3A11-3C9E-65A1-2CA0A8650B74}"/>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6DF3152A-B652-3162-9DB5-0FF273EF1BB9}"/>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0" name="TextBox 9">
                <a:extLst>
                  <a:ext uri="{FF2B5EF4-FFF2-40B4-BE49-F238E27FC236}">
                    <a16:creationId xmlns:a16="http://schemas.microsoft.com/office/drawing/2014/main" id="{03C1C99F-1781-E390-554A-12655ABDF370}"/>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1" name="TextBox 10">
                <a:extLst>
                  <a:ext uri="{FF2B5EF4-FFF2-40B4-BE49-F238E27FC236}">
                    <a16:creationId xmlns:a16="http://schemas.microsoft.com/office/drawing/2014/main" id="{684F1C35-A152-5AB8-B106-8785DCC018B8}"/>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43A0C1CA-1A75-B183-BAFA-02E9533258EB}"/>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02899370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Slide library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888206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Slide library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28239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1" y="0"/>
            <a:ext cx="4062414"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Slide library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4" name="Titel 11">
            <a:extLst>
              <a:ext uri="{FF2B5EF4-FFF2-40B4-BE49-F238E27FC236}">
                <a16:creationId xmlns:a16="http://schemas.microsoft.com/office/drawing/2014/main" id="{221C2967-CFC1-2FD0-2816-6BAAAA36601E}"/>
              </a:ext>
            </a:extLst>
          </p:cNvPr>
          <p:cNvSpPr>
            <a:spLocks noGrp="1"/>
          </p:cNvSpPr>
          <p:nvPr>
            <p:ph type="title" hasCustomPrompt="1"/>
          </p:nvPr>
        </p:nvSpPr>
        <p:spPr bwMode="gray">
          <a:xfrm>
            <a:off x="4540176" y="475421"/>
            <a:ext cx="7172416" cy="720000"/>
          </a:xfrm>
        </p:spPr>
        <p:txBody>
          <a:bodyPr/>
          <a:lstStyle>
            <a:lvl1pPr>
              <a:defRPr/>
            </a:lvl1pPr>
          </a:lstStyle>
          <a:p>
            <a:r>
              <a:rPr lang="en-US"/>
              <a:t>Add Title</a:t>
            </a:r>
          </a:p>
        </p:txBody>
      </p:sp>
      <p:sp>
        <p:nvSpPr>
          <p:cNvPr id="15" name="Inhaltsplatzhalter 2">
            <a:extLst>
              <a:ext uri="{FF2B5EF4-FFF2-40B4-BE49-F238E27FC236}">
                <a16:creationId xmlns:a16="http://schemas.microsoft.com/office/drawing/2014/main" id="{47561CE8-7CCC-16B7-A454-AEF8C94AA1B9}"/>
              </a:ext>
            </a:extLst>
          </p:cNvPr>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6" name="Textplatzhalter 7">
            <a:extLst>
              <a:ext uri="{FF2B5EF4-FFF2-40B4-BE49-F238E27FC236}">
                <a16:creationId xmlns:a16="http://schemas.microsoft.com/office/drawing/2014/main" id="{983822EB-8550-B48E-6734-E7015C06C2DA}"/>
              </a:ext>
            </a:extLst>
          </p:cNvPr>
          <p:cNvSpPr>
            <a:spLocks noGrp="1"/>
          </p:cNvSpPr>
          <p:nvPr>
            <p:ph type="body" sz="quarter" idx="13" hasCustomPrompt="1"/>
          </p:nvPr>
        </p:nvSpPr>
        <p:spPr bwMode="gray">
          <a:xfrm>
            <a:off x="4540174" y="5814746"/>
            <a:ext cx="7172417"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3" name="Group 2">
            <a:extLst>
              <a:ext uri="{FF2B5EF4-FFF2-40B4-BE49-F238E27FC236}">
                <a16:creationId xmlns:a16="http://schemas.microsoft.com/office/drawing/2014/main" id="{485EC707-655C-25FB-EA14-5E688EFDD579}"/>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5E387D47-89E4-8299-02B4-274A4756866D}"/>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6" name="TextBox 5">
                <a:extLst>
                  <a:ext uri="{FF2B5EF4-FFF2-40B4-BE49-F238E27FC236}">
                    <a16:creationId xmlns:a16="http://schemas.microsoft.com/office/drawing/2014/main" id="{3BB1AC4E-B3BC-C5FE-B05C-AE26177A08DF}"/>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0" name="TextBox 9">
                <a:extLst>
                  <a:ext uri="{FF2B5EF4-FFF2-40B4-BE49-F238E27FC236}">
                    <a16:creationId xmlns:a16="http://schemas.microsoft.com/office/drawing/2014/main" id="{53781C6D-794C-522F-F6F2-8859F49898FA}"/>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EFED578D-D73A-C20C-BA51-5CA39DC0BEA5}"/>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11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124825" y="0"/>
            <a:ext cx="4067175"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54458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Slide library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grpSp>
        <p:nvGrpSpPr>
          <p:cNvPr id="8" name="Group 7">
            <a:extLst>
              <a:ext uri="{FF2B5EF4-FFF2-40B4-BE49-F238E27FC236}">
                <a16:creationId xmlns:a16="http://schemas.microsoft.com/office/drawing/2014/main" id="{8D849437-511F-E116-819A-D2BF10EBA427}"/>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4DFB78DB-5E31-3AE4-FADC-1D0E0D4354C7}"/>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3" name="TextBox 12">
                <a:extLst>
                  <a:ext uri="{FF2B5EF4-FFF2-40B4-BE49-F238E27FC236}">
                    <a16:creationId xmlns:a16="http://schemas.microsoft.com/office/drawing/2014/main" id="{42C01708-2C11-0077-686C-A774EB71B5B6}"/>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4" name="TextBox 13">
                <a:extLst>
                  <a:ext uri="{FF2B5EF4-FFF2-40B4-BE49-F238E27FC236}">
                    <a16:creationId xmlns:a16="http://schemas.microsoft.com/office/drawing/2014/main" id="{E9FC9C5B-D57D-C9B7-E238-D3435949CFA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1" name="Picture 10">
              <a:extLst>
                <a:ext uri="{FF2B5EF4-FFF2-40B4-BE49-F238E27FC236}">
                  <a16:creationId xmlns:a16="http://schemas.microsoft.com/office/drawing/2014/main" id="{55F03C1C-A313-A063-47FB-3C8FAE8A4F19}"/>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39810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633BE5FF-4DA7-741D-6D5F-66D0BC8A54CF}"/>
              </a:ext>
            </a:extLst>
          </p:cNvPr>
          <p:cNvSpPr/>
          <p:nvPr userDrawn="1"/>
        </p:nvSpPr>
        <p:spPr bwMode="gray">
          <a:xfrm>
            <a:off x="-1" y="0"/>
            <a:ext cx="4062413"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a:solidFill>
                <a:schemeClr val="tx1"/>
              </a:solidFill>
            </a:endParaRPr>
          </a:p>
        </p:txBody>
      </p:sp>
      <p:sp>
        <p:nvSpPr>
          <p:cNvPr id="12" name="Titel 11"/>
          <p:cNvSpPr>
            <a:spLocks noGrp="1"/>
          </p:cNvSpPr>
          <p:nvPr>
            <p:ph type="title" hasCustomPrompt="1"/>
          </p:nvPr>
        </p:nvSpPr>
        <p:spPr bwMode="gray">
          <a:xfrm>
            <a:off x="4540176" y="475421"/>
            <a:ext cx="7172416"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540176" y="5804874"/>
            <a:ext cx="7172416"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2000" indent="-216000">
              <a:defRPr sz="1200">
                <a:solidFill>
                  <a:schemeClr val="bg1"/>
                </a:solidFill>
              </a:defRPr>
            </a:lvl5pPr>
            <a:lvl6pPr marL="792000" indent="-216000">
              <a:defRPr sz="1200">
                <a:solidFill>
                  <a:schemeClr val="bg1"/>
                </a:solidFill>
              </a:defRPr>
            </a:lvl6pPr>
            <a:lvl7pPr marL="792000" indent="-216000">
              <a:defRPr sz="1200">
                <a:solidFill>
                  <a:schemeClr val="bg1"/>
                </a:solidFill>
              </a:defRPr>
            </a:lvl7pPr>
            <a:lvl8pPr marL="792000" indent="-216000">
              <a:defRPr sz="1200">
                <a:solidFill>
                  <a:schemeClr val="bg1"/>
                </a:solidFill>
              </a:defRPr>
            </a:lvl8pPr>
            <a:lvl9pPr marL="792000" indent="-216000">
              <a:defRPr sz="1200">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Slide library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50880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1ABFAEC6-4F29-EC8A-EF11-1D3B7F18DDE8}"/>
              </a:ext>
            </a:extLst>
          </p:cNvPr>
          <p:cNvSpPr/>
          <p:nvPr userDrawn="1"/>
        </p:nvSpPr>
        <p:spPr bwMode="gray">
          <a:xfrm>
            <a:off x="8124825" y="0"/>
            <a:ext cx="4067175"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544584"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2000" indent="-216000">
              <a:defRPr sz="1200">
                <a:solidFill>
                  <a:schemeClr val="bg1"/>
                </a:solidFill>
              </a:defRPr>
            </a:lvl5pPr>
            <a:lvl6pPr marL="792000" indent="-216000">
              <a:defRPr sz="1200">
                <a:solidFill>
                  <a:schemeClr val="bg1"/>
                </a:solidFill>
              </a:defRPr>
            </a:lvl6pPr>
            <a:lvl7pPr marL="792000" indent="-216000">
              <a:defRPr sz="1200">
                <a:solidFill>
                  <a:schemeClr val="bg1"/>
                </a:solidFill>
              </a:defRPr>
            </a:lvl7pPr>
            <a:lvl8pPr marL="792000" indent="-216000">
              <a:defRPr sz="1200">
                <a:solidFill>
                  <a:schemeClr val="bg1"/>
                </a:solidFill>
              </a:defRPr>
            </a:lvl8pPr>
            <a:lvl9pPr marL="792000" indent="-216000">
              <a:defRPr sz="1200">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Slide library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26857036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Add Title</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Slide library     |     ONLY FOR INTERNAL USE</a:t>
            </a:r>
          </a:p>
        </p:txBody>
      </p:sp>
    </p:spTree>
    <p:extLst>
      <p:ext uri="{BB962C8B-B14F-4D97-AF65-F5344CB8AC3E}">
        <p14:creationId xmlns:p14="http://schemas.microsoft.com/office/powerpoint/2010/main" val="3014899515"/>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a:t>
            </a:r>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Slide library     |     ONLY FOR INTERNAL USE</a:t>
            </a:r>
          </a:p>
        </p:txBody>
      </p:sp>
    </p:spTree>
    <p:extLst>
      <p:ext uri="{BB962C8B-B14F-4D97-AF65-F5344CB8AC3E}">
        <p14:creationId xmlns:p14="http://schemas.microsoft.com/office/powerpoint/2010/main" val="14583754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a:t>
            </a:r>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Slide library     |     ONLY FOR INTERNAL USE</a:t>
            </a:r>
          </a:p>
        </p:txBody>
      </p:sp>
      <p:grpSp>
        <p:nvGrpSpPr>
          <p:cNvPr id="2" name="Group 1">
            <a:extLst>
              <a:ext uri="{FF2B5EF4-FFF2-40B4-BE49-F238E27FC236}">
                <a16:creationId xmlns:a16="http://schemas.microsoft.com/office/drawing/2014/main" id="{118862CD-F611-86BD-F75D-FD3F83358A00}"/>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5AB63AA1-18A2-2861-8905-5512B3C8753D}"/>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9" name="TextBox 8">
                <a:extLst>
                  <a:ext uri="{FF2B5EF4-FFF2-40B4-BE49-F238E27FC236}">
                    <a16:creationId xmlns:a16="http://schemas.microsoft.com/office/drawing/2014/main" id="{277443C1-71A1-8ED4-185C-0A1B0549982C}"/>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1" name="TextBox 10">
                <a:extLst>
                  <a:ext uri="{FF2B5EF4-FFF2-40B4-BE49-F238E27FC236}">
                    <a16:creationId xmlns:a16="http://schemas.microsoft.com/office/drawing/2014/main" id="{6550F27C-7DD0-A8FF-8E35-FDE632D4AE09}"/>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6B0A173F-40EE-AE7E-A44F-CB01AC275324}"/>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4152365924"/>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112520"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79425" y="1412876"/>
            <a:ext cx="5112520"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Slide library     |     ONLY FOR INTERNAL USE</a:t>
            </a:r>
          </a:p>
        </p:txBody>
      </p:sp>
      <p:grpSp>
        <p:nvGrpSpPr>
          <p:cNvPr id="2" name="Group 1">
            <a:extLst>
              <a:ext uri="{FF2B5EF4-FFF2-40B4-BE49-F238E27FC236}">
                <a16:creationId xmlns:a16="http://schemas.microsoft.com/office/drawing/2014/main" id="{4837D954-168A-785A-857F-DD7F62A0874A}"/>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2F1E6725-48E2-8F9F-4A19-4A2719A6A2FB}"/>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834D2157-DA28-CC2D-161C-AE59957B9386}"/>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9" name="TextBox 8">
                <a:extLst>
                  <a:ext uri="{FF2B5EF4-FFF2-40B4-BE49-F238E27FC236}">
                    <a16:creationId xmlns:a16="http://schemas.microsoft.com/office/drawing/2014/main" id="{E1D7C967-EB9C-2BE6-02C7-3B52711421F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E01690DE-DE28-F177-13EE-351244A44639}"/>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085295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24825" y="0"/>
            <a:ext cx="4067175"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Slide library     |     ONLY FOR INTERNAL USE</a:t>
            </a:r>
          </a:p>
        </p:txBody>
      </p:sp>
      <p:grpSp>
        <p:nvGrpSpPr>
          <p:cNvPr id="4" name="Group 3">
            <a:extLst>
              <a:ext uri="{FF2B5EF4-FFF2-40B4-BE49-F238E27FC236}">
                <a16:creationId xmlns:a16="http://schemas.microsoft.com/office/drawing/2014/main" id="{E7E1D1F0-C8BC-AC8E-AED0-7EA14540E34B}"/>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7882F1AD-8C47-2708-2857-B7FE30536F8A}"/>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9" name="TextBox 8">
                <a:extLst>
                  <a:ext uri="{FF2B5EF4-FFF2-40B4-BE49-F238E27FC236}">
                    <a16:creationId xmlns:a16="http://schemas.microsoft.com/office/drawing/2014/main" id="{F313B69F-74F6-F797-DFF3-52D9EC241BDD}"/>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1" name="TextBox 10">
                <a:extLst>
                  <a:ext uri="{FF2B5EF4-FFF2-40B4-BE49-F238E27FC236}">
                    <a16:creationId xmlns:a16="http://schemas.microsoft.com/office/drawing/2014/main" id="{D4325ACB-0319-4595-4CDF-09D0E364E12A}"/>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40A87EA6-707D-C339-3E5D-41DF4444F54B}"/>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0121188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3041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Slide library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4" name="Group 3">
            <a:extLst>
              <a:ext uri="{FF2B5EF4-FFF2-40B4-BE49-F238E27FC236}">
                <a16:creationId xmlns:a16="http://schemas.microsoft.com/office/drawing/2014/main" id="{2F676E0A-5B86-4BDE-C173-C07E8C1E39FB}"/>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52B7E581-F91D-4E16-62DF-3D9C8A6F2F71}"/>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FC1A0F3B-D470-FA76-63BB-0CC99960B730}"/>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9" name="TextBox 8">
                <a:extLst>
                  <a:ext uri="{FF2B5EF4-FFF2-40B4-BE49-F238E27FC236}">
                    <a16:creationId xmlns:a16="http://schemas.microsoft.com/office/drawing/2014/main" id="{DEEAAC38-8058-8B3E-AF30-012C2272D41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9F860A83-9857-9933-59A4-416099CC4E51}"/>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49073977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Slide library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2" name="Group 1">
            <a:extLst>
              <a:ext uri="{FF2B5EF4-FFF2-40B4-BE49-F238E27FC236}">
                <a16:creationId xmlns:a16="http://schemas.microsoft.com/office/drawing/2014/main" id="{4C06B342-2547-D62F-26F6-162EDC225A5F}"/>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52829F3C-5C23-31D2-F5C3-83D599F38C0C}"/>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6807A221-EBE9-3712-4D79-633326B5699A}"/>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4F771A4D-E7D8-5090-A78D-267E95BF71BC}"/>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09D5AFEC-5331-3CF9-33D8-F469C7C6CC69}"/>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64944229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24825" y="0"/>
            <a:ext cx="406717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Slide library     |     ONLY FOR INTERNAL USE</a:t>
            </a:r>
          </a:p>
        </p:txBody>
      </p:sp>
      <p:grpSp>
        <p:nvGrpSpPr>
          <p:cNvPr id="4" name="Group 3">
            <a:extLst>
              <a:ext uri="{FF2B5EF4-FFF2-40B4-BE49-F238E27FC236}">
                <a16:creationId xmlns:a16="http://schemas.microsoft.com/office/drawing/2014/main" id="{78A443B9-CD02-43B1-2DF0-71DEF386741A}"/>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0859D01A-3EA6-A3A8-5C35-B2949E46258A}"/>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30E569DD-454F-C679-470B-EF08A62EEA84}"/>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71A6D072-DBF3-02A1-56DE-127BC96D85E3}"/>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9" name="Picture 8">
              <a:extLst>
                <a:ext uri="{FF2B5EF4-FFF2-40B4-BE49-F238E27FC236}">
                  <a16:creationId xmlns:a16="http://schemas.microsoft.com/office/drawing/2014/main" id="{4DFFE1A8-2A23-E54A-5F99-4F8ECF838443}"/>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142963999"/>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3041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Slide library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4" name="Group 3">
            <a:extLst>
              <a:ext uri="{FF2B5EF4-FFF2-40B4-BE49-F238E27FC236}">
                <a16:creationId xmlns:a16="http://schemas.microsoft.com/office/drawing/2014/main" id="{3D4C05EB-E27A-6E0F-ECAD-D2D3598BB7BF}"/>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F7D406A4-7BAB-C968-70E8-06987646A59B}"/>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E8D60ACE-71B9-0B3A-B898-AC4F9B60AC21}"/>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0" name="TextBox 9">
                <a:extLst>
                  <a:ext uri="{FF2B5EF4-FFF2-40B4-BE49-F238E27FC236}">
                    <a16:creationId xmlns:a16="http://schemas.microsoft.com/office/drawing/2014/main" id="{0BD78B00-4CB3-B522-B5AD-EBAD7F25AC2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D7DDB0CF-E51B-01D7-A9B9-3DEC8BBBC246}"/>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2644073427"/>
      </p:ext>
    </p:extLst>
  </p:cSld>
  <p:clrMapOvr>
    <a:masterClrMapping/>
  </p:clrMapOvr>
  <p:extLst>
    <p:ext uri="{DCECCB84-F9BA-43D5-87BE-67443E8EF086}">
      <p15:sldGuideLst xmlns:p15="http://schemas.microsoft.com/office/powerpoint/2012/main">
        <p15:guide id="1" pos="145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Slide library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83542539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Slide library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grpSp>
        <p:nvGrpSpPr>
          <p:cNvPr id="5" name="Group 4">
            <a:extLst>
              <a:ext uri="{FF2B5EF4-FFF2-40B4-BE49-F238E27FC236}">
                <a16:creationId xmlns:a16="http://schemas.microsoft.com/office/drawing/2014/main" id="{D150F622-C272-CD21-35F1-A6FC5187CFFB}"/>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52679E1A-402C-1F3B-0BFD-4C2EE0A31534}"/>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FBA6A66E-E94C-40C3-E069-F966CD8C1548}"/>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2" name="TextBox 11">
                <a:extLst>
                  <a:ext uri="{FF2B5EF4-FFF2-40B4-BE49-F238E27FC236}">
                    <a16:creationId xmlns:a16="http://schemas.microsoft.com/office/drawing/2014/main" id="{E812CC21-282B-EFFB-3A6F-CA5DFE3440D0}"/>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0" name="Picture 9">
              <a:extLst>
                <a:ext uri="{FF2B5EF4-FFF2-40B4-BE49-F238E27FC236}">
                  <a16:creationId xmlns:a16="http://schemas.microsoft.com/office/drawing/2014/main" id="{275E23A7-F75F-822B-AAC2-A66D79CE125C}"/>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3224074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Slide library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grpSp>
        <p:nvGrpSpPr>
          <p:cNvPr id="6" name="Group 5">
            <a:extLst>
              <a:ext uri="{FF2B5EF4-FFF2-40B4-BE49-F238E27FC236}">
                <a16:creationId xmlns:a16="http://schemas.microsoft.com/office/drawing/2014/main" id="{A0C3E9FF-A1A9-F8C8-EC33-81D3E3003FE0}"/>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BEB0C497-33B7-EBE3-2898-AE0CD5A56A1F}"/>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CEE22E69-C39F-4EA3-3B9A-A3381C55E6D9}"/>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70B61D5A-D3B4-E50F-774E-369124B571E9}"/>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0" name="Picture 9">
              <a:extLst>
                <a:ext uri="{FF2B5EF4-FFF2-40B4-BE49-F238E27FC236}">
                  <a16:creationId xmlns:a16="http://schemas.microsoft.com/office/drawing/2014/main" id="{0E9C475B-6D80-C87E-C93C-3F4F6285A260}"/>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66362484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Slide library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grpSp>
        <p:nvGrpSpPr>
          <p:cNvPr id="6" name="Group 5">
            <a:extLst>
              <a:ext uri="{FF2B5EF4-FFF2-40B4-BE49-F238E27FC236}">
                <a16:creationId xmlns:a16="http://schemas.microsoft.com/office/drawing/2014/main" id="{BE983778-D447-2D0A-FE23-69F2F3FAB001}"/>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68FB2CB8-E2DE-6CD2-774B-B698E7D79256}"/>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679EA8DD-9DFD-B386-5522-898AB72891AB}"/>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279F689B-6E6F-DBC1-4D65-053CE6E51388}"/>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0" name="Picture 9">
              <a:extLst>
                <a:ext uri="{FF2B5EF4-FFF2-40B4-BE49-F238E27FC236}">
                  <a16:creationId xmlns:a16="http://schemas.microsoft.com/office/drawing/2014/main" id="{57557114-FB7B-5E6A-7F1F-D319AF6B70C9}"/>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00607862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Title</a:t>
            </a:r>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Slide library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893989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Slide library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6924690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429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Slide library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2" name="Group 1">
            <a:extLst>
              <a:ext uri="{FF2B5EF4-FFF2-40B4-BE49-F238E27FC236}">
                <a16:creationId xmlns:a16="http://schemas.microsoft.com/office/drawing/2014/main" id="{14E3F1D8-EDC9-24D2-9FB6-2F15024F7959}"/>
              </a:ext>
            </a:extLst>
          </p:cNvPr>
          <p:cNvGrpSpPr/>
          <p:nvPr userDrawn="1"/>
        </p:nvGrpSpPr>
        <p:grpSpPr>
          <a:xfrm>
            <a:off x="-1896888" y="-1"/>
            <a:ext cx="1715078" cy="3968906"/>
            <a:chOff x="-1896888" y="-1"/>
            <a:chExt cx="1715078" cy="3968906"/>
          </a:xfrm>
        </p:grpSpPr>
        <p:grpSp>
          <p:nvGrpSpPr>
            <p:cNvPr id="3" name="Group 2">
              <a:extLst>
                <a:ext uri="{FF2B5EF4-FFF2-40B4-BE49-F238E27FC236}">
                  <a16:creationId xmlns:a16="http://schemas.microsoft.com/office/drawing/2014/main" id="{40065DAE-80DE-D7DC-FCD7-59177591BD9B}"/>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6" name="TextBox 5">
                <a:extLst>
                  <a:ext uri="{FF2B5EF4-FFF2-40B4-BE49-F238E27FC236}">
                    <a16:creationId xmlns:a16="http://schemas.microsoft.com/office/drawing/2014/main" id="{47B9D09E-63CD-64F6-958C-EA9FA48DADD3}"/>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7" name="TextBox 16">
                <a:extLst>
                  <a:ext uri="{FF2B5EF4-FFF2-40B4-BE49-F238E27FC236}">
                    <a16:creationId xmlns:a16="http://schemas.microsoft.com/office/drawing/2014/main" id="{2D0176BF-2F0A-7CD2-C351-9566CEB75770}"/>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4" name="Picture 3">
              <a:extLst>
                <a:ext uri="{FF2B5EF4-FFF2-40B4-BE49-F238E27FC236}">
                  <a16:creationId xmlns:a16="http://schemas.microsoft.com/office/drawing/2014/main" id="{984B5FBE-FD99-4099-2B8E-2A43706BD377}"/>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841313893"/>
      </p:ext>
    </p:extLst>
  </p:cSld>
  <p:clrMapOvr>
    <a:masterClrMapping/>
  </p:clrMapOvr>
  <p:extLst>
    <p:ext uri="{DCECCB84-F9BA-43D5-87BE-67443E8EF086}">
      <p15:sldGuideLst xmlns:p15="http://schemas.microsoft.com/office/powerpoint/2012/main">
        <p15:guide id="1" pos="3931">
          <p15:clr>
            <a:srgbClr val="FBAE40"/>
          </p15:clr>
        </p15:guide>
        <p15:guide id="4" pos="374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Slide library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
        <p:nvSpPr>
          <p:cNvPr id="9" name="Titel 8">
            <a:extLst>
              <a:ext uri="{FF2B5EF4-FFF2-40B4-BE49-F238E27FC236}">
                <a16:creationId xmlns:a16="http://schemas.microsoft.com/office/drawing/2014/main" id="{EFE1E317-A225-BEF3-502F-5B3D11D8CE4D}"/>
              </a:ext>
            </a:extLst>
          </p:cNvPr>
          <p:cNvSpPr>
            <a:spLocks noGrp="1"/>
          </p:cNvSpPr>
          <p:nvPr>
            <p:ph type="title" hasCustomPrompt="1"/>
          </p:nvPr>
        </p:nvSpPr>
        <p:spPr>
          <a:xfrm>
            <a:off x="479424" y="476250"/>
            <a:ext cx="11233151" cy="720000"/>
          </a:xfrm>
        </p:spPr>
        <p:txBody>
          <a:bodyPr/>
          <a:lstStyle/>
          <a:p>
            <a:r>
              <a:rPr lang="de-DE"/>
              <a:t>Disclaimer</a:t>
            </a:r>
          </a:p>
        </p:txBody>
      </p:sp>
    </p:spTree>
    <p:extLst>
      <p:ext uri="{BB962C8B-B14F-4D97-AF65-F5344CB8AC3E}">
        <p14:creationId xmlns:p14="http://schemas.microsoft.com/office/powerpoint/2010/main" val="5176836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One content dark Outro">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a:t>Add Title</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799" b="0">
                <a:solidFill>
                  <a:schemeClr val="bg1"/>
                </a:solidFill>
              </a:defRPr>
            </a:lvl1pPr>
            <a:lvl2pPr marL="0" indent="0">
              <a:lnSpc>
                <a:spcPct val="100000"/>
              </a:lnSpc>
              <a:spcBef>
                <a:spcPts val="0"/>
              </a:spcBef>
              <a:spcAft>
                <a:spcPts val="0"/>
              </a:spcAft>
              <a:buFont typeface="Arial" panose="020B0604020202020204" pitchFamily="34" charset="0"/>
              <a:buNone/>
              <a:defRPr sz="799" b="0">
                <a:solidFill>
                  <a:schemeClr val="bg1"/>
                </a:solidFill>
              </a:defRPr>
            </a:lvl2pPr>
            <a:lvl3pPr marL="0" indent="0">
              <a:lnSpc>
                <a:spcPct val="100000"/>
              </a:lnSpc>
              <a:spcBef>
                <a:spcPts val="0"/>
              </a:spcBef>
              <a:spcAft>
                <a:spcPts val="0"/>
              </a:spcAft>
              <a:buNone/>
              <a:defRPr sz="799" b="0">
                <a:solidFill>
                  <a:schemeClr val="bg1"/>
                </a:solidFill>
              </a:defRPr>
            </a:lvl3pPr>
            <a:lvl4pPr marL="0" indent="0">
              <a:lnSpc>
                <a:spcPct val="100000"/>
              </a:lnSpc>
              <a:spcBef>
                <a:spcPts val="0"/>
              </a:spcBef>
              <a:spcAft>
                <a:spcPts val="0"/>
              </a:spcAft>
              <a:buNone/>
              <a:defRPr sz="799" b="0">
                <a:solidFill>
                  <a:schemeClr val="bg1"/>
                </a:solidFill>
              </a:defRPr>
            </a:lvl4pPr>
            <a:lvl5pPr marL="0" indent="0">
              <a:lnSpc>
                <a:spcPct val="100000"/>
              </a:lnSpc>
              <a:spcBef>
                <a:spcPts val="0"/>
              </a:spcBef>
              <a:spcAft>
                <a:spcPts val="0"/>
              </a:spcAft>
              <a:buNone/>
              <a:defRPr sz="799" b="0">
                <a:solidFill>
                  <a:schemeClr val="bg1"/>
                </a:solidFill>
              </a:defRPr>
            </a:lvl5pPr>
            <a:lvl6pPr marL="0" indent="0">
              <a:lnSpc>
                <a:spcPct val="100000"/>
              </a:lnSpc>
              <a:spcBef>
                <a:spcPts val="0"/>
              </a:spcBef>
              <a:spcAft>
                <a:spcPts val="0"/>
              </a:spcAft>
              <a:buNone/>
              <a:defRPr sz="799" b="0">
                <a:solidFill>
                  <a:schemeClr val="bg1"/>
                </a:solidFill>
              </a:defRPr>
            </a:lvl6pPr>
            <a:lvl7pPr marL="0" indent="0">
              <a:lnSpc>
                <a:spcPct val="100000"/>
              </a:lnSpc>
              <a:spcBef>
                <a:spcPts val="0"/>
              </a:spcBef>
              <a:spcAft>
                <a:spcPts val="0"/>
              </a:spcAft>
              <a:buNone/>
              <a:defRPr sz="799" b="0">
                <a:solidFill>
                  <a:schemeClr val="bg1"/>
                </a:solidFill>
              </a:defRPr>
            </a:lvl7pPr>
            <a:lvl8pPr marL="0" indent="0">
              <a:lnSpc>
                <a:spcPct val="100000"/>
              </a:lnSpc>
              <a:spcBef>
                <a:spcPts val="0"/>
              </a:spcBef>
              <a:spcAft>
                <a:spcPts val="0"/>
              </a:spcAft>
              <a:buNone/>
              <a:defRPr sz="799" b="0">
                <a:solidFill>
                  <a:schemeClr val="bg1"/>
                </a:solidFill>
              </a:defRPr>
            </a:lvl8pPr>
            <a:lvl9pPr marL="0" indent="0">
              <a:lnSpc>
                <a:spcPct val="100000"/>
              </a:lnSpc>
              <a:spcBef>
                <a:spcPts val="0"/>
              </a:spcBef>
              <a:spcAft>
                <a:spcPts val="0"/>
              </a:spcAft>
              <a:buNone/>
              <a:defRPr sz="799" b="0">
                <a:solidFill>
                  <a:schemeClr val="bg1"/>
                </a:solidFill>
              </a:defRPr>
            </a:lvl9pPr>
          </a:lstStyle>
          <a:p>
            <a:pPr lvl="0"/>
            <a:r>
              <a:rPr lang="en-US"/>
              <a:t>Footnote/Source</a:t>
            </a:r>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5" y="6165001"/>
            <a:ext cx="1234800" cy="372727"/>
          </a:xfrm>
          <a:prstGeom prst="rect">
            <a:avLst/>
          </a:prstGeom>
        </p:spPr>
      </p:pic>
    </p:spTree>
    <p:extLst>
      <p:ext uri="{BB962C8B-B14F-4D97-AF65-F5344CB8AC3E}">
        <p14:creationId xmlns:p14="http://schemas.microsoft.com/office/powerpoint/2010/main" val="26853212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05/01/2026</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2026/1/5</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82302384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49520558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5669282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88020923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a:prstGeom prst="rect">
            <a:avLst/>
          </a:prstGeo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91757938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a:xfrm>
            <a:off x="6312024" y="6246836"/>
            <a:ext cx="5040560" cy="288000"/>
          </a:xfrm>
          <a:prstGeom prst="rect">
            <a:avLst/>
          </a:prstGeom>
        </p:spPr>
        <p:txBody>
          <a:bodyPr/>
          <a:lstStyle/>
          <a:p>
            <a:r>
              <a:rPr lang="en-US"/>
              <a:t>Presentation title    |    ONLY FOR INTERNAL USE</a:t>
            </a:r>
          </a:p>
        </p:txBody>
      </p:sp>
    </p:spTree>
    <p:extLst>
      <p:ext uri="{BB962C8B-B14F-4D97-AF65-F5344CB8AC3E}">
        <p14:creationId xmlns:p14="http://schemas.microsoft.com/office/powerpoint/2010/main" val="364783882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a:xfrm>
            <a:off x="6312024" y="6246836"/>
            <a:ext cx="5040560" cy="288000"/>
          </a:xfrm>
          <a:prstGeom prst="rect">
            <a:avLst/>
          </a:prstGeom>
        </p:spPr>
        <p:txBody>
          <a:bodyPr/>
          <a:lstStyle/>
          <a:p>
            <a:r>
              <a:rPr lang="en-US"/>
              <a:t>Presentation title    |    ONLY FOR INTERNAL USE</a:t>
            </a:r>
          </a:p>
        </p:txBody>
      </p:sp>
    </p:spTree>
    <p:extLst>
      <p:ext uri="{BB962C8B-B14F-4D97-AF65-F5344CB8AC3E}">
        <p14:creationId xmlns:p14="http://schemas.microsoft.com/office/powerpoint/2010/main" val="66977958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a:xfrm>
            <a:off x="6312024" y="6246836"/>
            <a:ext cx="5040560" cy="288000"/>
          </a:xfrm>
          <a:prstGeom prst="rect">
            <a:avLst/>
          </a:prstGeom>
        </p:spPr>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0193517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4108901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2850968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a:xfrm>
            <a:off x="6312024" y="6246836"/>
            <a:ext cx="5040560" cy="288000"/>
          </a:xfrm>
          <a:prstGeom prst="rect">
            <a:avLst/>
          </a:prstGeom>
        </p:spPr>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7417675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026716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1039427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312024" y="6246836"/>
            <a:ext cx="5040560" cy="288000"/>
          </a:xfrm>
          <a:prstGeom prst="rect">
            <a:avLst/>
          </a:prstGeom>
        </p:spPr>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813644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6047683"/>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312024" y="6246836"/>
            <a:ext cx="5040560" cy="288000"/>
          </a:xfrm>
          <a:prstGeom prst="rect">
            <a:avLst/>
          </a:prstGeom>
        </p:spPr>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0957168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Tree>
    <p:extLst>
      <p:ext uri="{BB962C8B-B14F-4D97-AF65-F5344CB8AC3E}">
        <p14:creationId xmlns:p14="http://schemas.microsoft.com/office/powerpoint/2010/main" val="29677272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solidFill>
                  <a:schemeClr val="bg1"/>
                </a:solidFill>
              </a:rPr>
              <a:t>TA CEC Portfolio Update|    ONLY FOR INTERNAL USE</a:t>
            </a:r>
          </a:p>
        </p:txBody>
      </p:sp>
    </p:spTree>
    <p:extLst>
      <p:ext uri="{BB962C8B-B14F-4D97-AF65-F5344CB8AC3E}">
        <p14:creationId xmlns:p14="http://schemas.microsoft.com/office/powerpoint/2010/main" val="194973256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8823057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5657763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8042383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8176574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9623449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10249110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spTree>
    <p:extLst>
      <p:ext uri="{BB962C8B-B14F-4D97-AF65-F5344CB8AC3E}">
        <p14:creationId xmlns:p14="http://schemas.microsoft.com/office/powerpoint/2010/main" val="358964677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1506378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 CEC Portfolio Update|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18407663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04511693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9037509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 CEC Portfolio Update|    </a:t>
            </a:r>
          </a:p>
          <a:p>
            <a:r>
              <a:rPr lang="en-US" altLang="zh-CN"/>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12851065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7408666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 CEC Portfolio Update|   </a:t>
            </a:r>
          </a:p>
          <a:p>
            <a:r>
              <a:rPr lang="en-US" altLang="zh-CN"/>
              <a:t>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32562198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238245493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235924627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ltLang="zh-CN"/>
              <a:t>TA CEC Portfolio Update|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887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3567145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0269975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ltLang="zh-CN"/>
              <a:t>TA CEC Portfolio Update|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44780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255055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799529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685380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99514593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3577265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8698520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9934102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81404729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00553321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2756608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9900092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64810831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42628415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6915612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179157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1809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2567521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72257454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09548770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68033187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4202294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96728629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75321874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6028542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49846807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0425417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84265968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64731655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55944176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1941369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5294054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0377621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1453282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0887635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4438556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7300691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83637737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571484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0336582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4601035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6778596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70910543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942345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3383616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4182417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6427297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6059598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084412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2014741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18789513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6089787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7174410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8085125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3D428F3A-D733-8B67-32B3-983F97D55E36}"/>
              </a:ext>
            </a:extLst>
          </p:cNvPr>
          <p:cNvSpPr>
            <a:spLocks noGrp="1"/>
          </p:cNvSpPr>
          <p:nvPr>
            <p:ph type="ftr" sz="quarter" idx="10"/>
          </p:nvPr>
        </p:nvSpPr>
        <p:spPr/>
        <p:txBody>
          <a:bodyPr/>
          <a:lstStyle/>
          <a:p>
            <a:r>
              <a:rPr lang="en-US"/>
              <a:t>Presentation title    |    ONLY FOR INTERNAL USE</a:t>
            </a:r>
          </a:p>
        </p:txBody>
      </p:sp>
      <p:sp>
        <p:nvSpPr>
          <p:cNvPr id="3" name="灯片编号占位符 2">
            <a:extLst>
              <a:ext uri="{FF2B5EF4-FFF2-40B4-BE49-F238E27FC236}">
                <a16:creationId xmlns:a16="http://schemas.microsoft.com/office/drawing/2014/main" id="{11AB6B05-0426-0515-46E9-30F37ACE87C0}"/>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26427563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CF9AB5-BE2F-FE3B-DEFF-5DFE70D64B5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E122F61-45E9-3571-CF37-F5E2F79A2838}"/>
              </a:ext>
            </a:extLst>
          </p:cNvPr>
          <p:cNvSpPr>
            <a:spLocks noGrp="1"/>
          </p:cNvSpPr>
          <p:nvPr>
            <p:ph type="dt" sz="half" idx="10"/>
          </p:nvPr>
        </p:nvSpPr>
        <p:spPr/>
        <p:txBody>
          <a:bodyPr/>
          <a:lstStyle/>
          <a:p>
            <a:fld id="{B2D0DF0C-1724-4D7F-B79B-1956A41AA1E8}" type="datetimeFigureOut">
              <a:rPr lang="zh-CN" altLang="en-US" smtClean="0"/>
              <a:t>2026/1/5</a:t>
            </a:fld>
            <a:endParaRPr lang="zh-CN" altLang="en-US"/>
          </a:p>
        </p:txBody>
      </p:sp>
      <p:sp>
        <p:nvSpPr>
          <p:cNvPr id="4" name="页脚占位符 3">
            <a:extLst>
              <a:ext uri="{FF2B5EF4-FFF2-40B4-BE49-F238E27FC236}">
                <a16:creationId xmlns:a16="http://schemas.microsoft.com/office/drawing/2014/main" id="{05AB7395-3B93-4731-6233-E5EC084C176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B044BF-0261-6C18-DBA9-32DF8927BBAB}"/>
              </a:ext>
            </a:extLst>
          </p:cNvPr>
          <p:cNvSpPr>
            <a:spLocks noGrp="1"/>
          </p:cNvSpPr>
          <p:nvPr>
            <p:ph type="sldNum" sz="quarter" idx="12"/>
          </p:nvPr>
        </p:nvSpPr>
        <p:spPr/>
        <p:txBody>
          <a:bodyPr/>
          <a:lstStyle/>
          <a:p>
            <a:fld id="{8EEEBC61-59EE-4F34-A7D1-3D14A70EB880}" type="slidenum">
              <a:rPr lang="zh-CN" altLang="en-US" smtClean="0"/>
              <a:t>‹#›</a:t>
            </a:fld>
            <a:endParaRPr lang="zh-CN" altLang="en-US"/>
          </a:p>
        </p:txBody>
      </p:sp>
    </p:spTree>
    <p:extLst>
      <p:ext uri="{BB962C8B-B14F-4D97-AF65-F5344CB8AC3E}">
        <p14:creationId xmlns:p14="http://schemas.microsoft.com/office/powerpoint/2010/main" val="215382210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343025371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2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2180354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4517645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2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766188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92452236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04497450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3596229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4766637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92472009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4844779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2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8011332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3033532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6372657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2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670828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2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89514647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9947205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3635689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2274328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6336137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368040" y="6356351"/>
            <a:ext cx="1214361" cy="365125"/>
          </a:xfrm>
          <a:prstGeom prst="rect">
            <a:avLst/>
          </a:prstGeom>
        </p:spPr>
        <p:txBody>
          <a:bodyPr/>
          <a:lstStyle/>
          <a:p>
            <a:fld id="{C4FB99EF-D7B6-40F6-9A39-638E4454B5C6}" type="datetime1">
              <a:rPr lang="en-GB" smtClean="0"/>
              <a:t>05/01/2026</a:t>
            </a:fld>
            <a:endParaRPr lang="en-US"/>
          </a:p>
        </p:txBody>
      </p:sp>
      <p:sp>
        <p:nvSpPr>
          <p:cNvPr id="5" name="Footer Placeholder 4"/>
          <p:cNvSpPr>
            <a:spLocks noGrp="1"/>
          </p:cNvSpPr>
          <p:nvPr>
            <p:ph type="ftr" sz="quarter" idx="11"/>
          </p:nvPr>
        </p:nvSpPr>
        <p:spPr>
          <a:xfrm>
            <a:off x="609601" y="6356351"/>
            <a:ext cx="9758439" cy="365125"/>
          </a:xfrm>
          <a:prstGeom prst="rect">
            <a:avLst/>
          </a:prstGeo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r>
              <a:rPr lang="en-US"/>
              <a:t>Confidential – Not for Distribution</a:t>
            </a:r>
          </a:p>
        </p:txBody>
      </p:sp>
      <p:sp>
        <p:nvSpPr>
          <p:cNvPr id="6" name="Slide Number Placeholder 5"/>
          <p:cNvSpPr>
            <a:spLocks noGrp="1"/>
          </p:cNvSpPr>
          <p:nvPr>
            <p:ph type="sldNum" sz="quarter" idx="12"/>
          </p:nvPr>
        </p:nvSpPr>
        <p:spPr>
          <a:xfrm>
            <a:off x="104587" y="6356351"/>
            <a:ext cx="505013" cy="365125"/>
          </a:xfrm>
          <a:prstGeom prst="rect">
            <a:avLst/>
          </a:prstGeom>
        </p:spPr>
        <p:txBody>
          <a:bodyPr/>
          <a:lstStyle/>
          <a:p>
            <a:fld id="{2066355A-084C-D24E-9AD2-7E4FC41EA627}" type="slidenum">
              <a:rPr lang="en-US" smtClean="0"/>
              <a:t>‹#›</a:t>
            </a:fld>
            <a:endParaRPr lang="en-US"/>
          </a:p>
        </p:txBody>
      </p:sp>
      <p:sp>
        <p:nvSpPr>
          <p:cNvPr id="7" name="Subtitle 2"/>
          <p:cNvSpPr>
            <a:spLocks noGrp="1"/>
          </p:cNvSpPr>
          <p:nvPr>
            <p:ph type="subTitle" idx="13" hasCustomPrompt="1"/>
          </p:nvPr>
        </p:nvSpPr>
        <p:spPr>
          <a:xfrm>
            <a:off x="609599" y="1053364"/>
            <a:ext cx="10972801" cy="476571"/>
          </a:xfrm>
        </p:spPr>
        <p:txBody>
          <a:bodyPr anchor="ctr">
            <a:normAutofit/>
          </a:bodyPr>
          <a:lstStyle>
            <a:lvl1pPr marL="0" indent="0" algn="l">
              <a:buNone/>
              <a:defRPr sz="2000" i="1">
                <a:solidFill>
                  <a:schemeClr val="accent5"/>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add subtitle</a:t>
            </a:r>
            <a:endParaRPr lang="en-US"/>
          </a:p>
        </p:txBody>
      </p:sp>
      <p:sp>
        <p:nvSpPr>
          <p:cNvPr id="9" name="Title 1">
            <a:extLst>
              <a:ext uri="{FF2B5EF4-FFF2-40B4-BE49-F238E27FC236}">
                <a16:creationId xmlns:a16="http://schemas.microsoft.com/office/drawing/2014/main" id="{2EDF1606-B76C-A1D4-ACD3-DF0F2454C7FA}"/>
              </a:ext>
            </a:extLst>
          </p:cNvPr>
          <p:cNvSpPr>
            <a:spLocks noGrp="1"/>
          </p:cNvSpPr>
          <p:nvPr>
            <p:ph type="title" hasCustomPrompt="1"/>
          </p:nvPr>
        </p:nvSpPr>
        <p:spPr>
          <a:xfrm>
            <a:off x="609600" y="309489"/>
            <a:ext cx="9659815" cy="703385"/>
          </a:xfrm>
        </p:spPr>
        <p:txBody>
          <a:bodyPr>
            <a:normAutofit/>
          </a:bodyPr>
          <a:lstStyle>
            <a:lvl1pPr>
              <a:defRPr sz="2800"/>
            </a:lvl1pPr>
          </a:lstStyle>
          <a:p>
            <a:r>
              <a:rPr lang="en-GB"/>
              <a:t>Click to add title</a:t>
            </a:r>
            <a:endParaRPr lang="en-US"/>
          </a:p>
        </p:txBody>
      </p:sp>
      <p:sp>
        <p:nvSpPr>
          <p:cNvPr id="11" name="Text Placeholder 10">
            <a:extLst>
              <a:ext uri="{FF2B5EF4-FFF2-40B4-BE49-F238E27FC236}">
                <a16:creationId xmlns:a16="http://schemas.microsoft.com/office/drawing/2014/main" id="{660FEE9C-8182-DDB5-1087-2E992A08E161}"/>
              </a:ext>
            </a:extLst>
          </p:cNvPr>
          <p:cNvSpPr>
            <a:spLocks noGrp="1"/>
          </p:cNvSpPr>
          <p:nvPr>
            <p:ph type="body" sz="quarter" idx="14" hasCustomPrompt="1"/>
          </p:nvPr>
        </p:nvSpPr>
        <p:spPr>
          <a:xfrm>
            <a:off x="609600" y="5697099"/>
            <a:ext cx="10972800" cy="457200"/>
          </a:xfrm>
        </p:spPr>
        <p:txBody>
          <a:bodyPr>
            <a:normAutofit/>
          </a:bodyPr>
          <a:lstStyle>
            <a:lvl1pPr marL="0" indent="0">
              <a:buNone/>
              <a:defRPr sz="1200">
                <a:solidFill>
                  <a:schemeClr val="accent5"/>
                </a:solidFill>
              </a:defRPr>
            </a:lvl1pPr>
          </a:lstStyle>
          <a:p>
            <a:pPr lvl="0"/>
            <a:r>
              <a:rPr lang="en-US"/>
              <a:t>Footnotes</a:t>
            </a:r>
          </a:p>
        </p:txBody>
      </p:sp>
      <p:sp>
        <p:nvSpPr>
          <p:cNvPr id="3" name="Picture Placeholder 2">
            <a:extLst>
              <a:ext uri="{FF2B5EF4-FFF2-40B4-BE49-F238E27FC236}">
                <a16:creationId xmlns:a16="http://schemas.microsoft.com/office/drawing/2014/main" id="{F7B73F74-1592-1923-CED2-0449D1F873B7}"/>
              </a:ext>
            </a:extLst>
          </p:cNvPr>
          <p:cNvSpPr>
            <a:spLocks noGrp="1"/>
          </p:cNvSpPr>
          <p:nvPr>
            <p:ph type="pic" sz="quarter" idx="15"/>
          </p:nvPr>
        </p:nvSpPr>
        <p:spPr>
          <a:xfrm>
            <a:off x="609600" y="1600276"/>
            <a:ext cx="10972800" cy="4554024"/>
          </a:xfrm>
        </p:spPr>
        <p:txBody>
          <a:bodyPr>
            <a:normAutofit/>
          </a:bodyPr>
          <a:lstStyle>
            <a:lvl1pPr>
              <a:defRPr sz="1800"/>
            </a:lvl1pPr>
          </a:lstStyle>
          <a:p>
            <a:endParaRPr lang="en-US"/>
          </a:p>
        </p:txBody>
      </p:sp>
    </p:spTree>
    <p:extLst>
      <p:ext uri="{BB962C8B-B14F-4D97-AF65-F5344CB8AC3E}">
        <p14:creationId xmlns:p14="http://schemas.microsoft.com/office/powerpoint/2010/main" val="1171036812"/>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0368040" y="6356351"/>
            <a:ext cx="1214361" cy="365125"/>
          </a:xfrm>
          <a:prstGeom prst="rect">
            <a:avLst/>
          </a:prstGeom>
        </p:spPr>
        <p:txBody>
          <a:bodyPr/>
          <a:lstStyle/>
          <a:p>
            <a:fld id="{B77DB7CB-B8EA-4F13-9FFD-DA29D04A06A4}" type="datetime1">
              <a:rPr lang="en-GB" smtClean="0"/>
              <a:t>05/01/2026</a:t>
            </a:fld>
            <a:endParaRPr lang="en-US"/>
          </a:p>
        </p:txBody>
      </p:sp>
      <p:sp>
        <p:nvSpPr>
          <p:cNvPr id="4" name="Footer Placeholder 3"/>
          <p:cNvSpPr>
            <a:spLocks noGrp="1"/>
          </p:cNvSpPr>
          <p:nvPr>
            <p:ph type="ftr" sz="quarter" idx="11"/>
          </p:nvPr>
        </p:nvSpPr>
        <p:spPr>
          <a:xfrm>
            <a:off x="609601" y="6356351"/>
            <a:ext cx="9758439" cy="365125"/>
          </a:xfrm>
          <a:prstGeom prst="rect">
            <a:avLst/>
          </a:prstGeo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r>
              <a:rPr lang="en-US"/>
              <a:t>Confidential – Not for Distribution</a:t>
            </a:r>
          </a:p>
        </p:txBody>
      </p:sp>
      <p:sp>
        <p:nvSpPr>
          <p:cNvPr id="5" name="Slide Number Placeholder 4"/>
          <p:cNvSpPr>
            <a:spLocks noGrp="1"/>
          </p:cNvSpPr>
          <p:nvPr>
            <p:ph type="sldNum" sz="quarter" idx="12"/>
          </p:nvPr>
        </p:nvSpPr>
        <p:spPr>
          <a:xfrm>
            <a:off x="104587" y="6356351"/>
            <a:ext cx="505013" cy="365125"/>
          </a:xfrm>
          <a:prstGeom prst="rect">
            <a:avLst/>
          </a:prstGeom>
        </p:spPr>
        <p:txBody>
          <a:bodyPr/>
          <a:lstStyle/>
          <a:p>
            <a:fld id="{2066355A-084C-D24E-9AD2-7E4FC41EA627}" type="slidenum">
              <a:rPr lang="en-US" smtClean="0"/>
              <a:t>‹#›</a:t>
            </a:fld>
            <a:endParaRPr lang="en-US"/>
          </a:p>
        </p:txBody>
      </p:sp>
      <p:sp>
        <p:nvSpPr>
          <p:cNvPr id="6" name="Title 1">
            <a:extLst>
              <a:ext uri="{FF2B5EF4-FFF2-40B4-BE49-F238E27FC236}">
                <a16:creationId xmlns:a16="http://schemas.microsoft.com/office/drawing/2014/main" id="{D4A6C796-3AA8-DC17-57EF-7EBACF9150E2}"/>
              </a:ext>
            </a:extLst>
          </p:cNvPr>
          <p:cNvSpPr>
            <a:spLocks noGrp="1"/>
          </p:cNvSpPr>
          <p:nvPr>
            <p:ph type="title" hasCustomPrompt="1"/>
          </p:nvPr>
        </p:nvSpPr>
        <p:spPr>
          <a:xfrm>
            <a:off x="609600" y="309489"/>
            <a:ext cx="9659815" cy="703385"/>
          </a:xfrm>
        </p:spPr>
        <p:txBody>
          <a:bodyPr>
            <a:normAutofit/>
          </a:bodyPr>
          <a:lstStyle>
            <a:lvl1pPr>
              <a:defRPr sz="2800"/>
            </a:lvl1pPr>
          </a:lstStyle>
          <a:p>
            <a:r>
              <a:rPr lang="en-GB"/>
              <a:t>Click to add title</a:t>
            </a:r>
            <a:endParaRPr lang="en-US"/>
          </a:p>
        </p:txBody>
      </p:sp>
    </p:spTree>
    <p:extLst>
      <p:ext uri="{BB962C8B-B14F-4D97-AF65-F5344CB8AC3E}">
        <p14:creationId xmlns:p14="http://schemas.microsoft.com/office/powerpoint/2010/main" val="3615223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6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738202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6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13609112"/>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6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8440215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6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4016971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6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2646701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6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560517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6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6692761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6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64202381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6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68964302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1635" y="274320"/>
            <a:ext cx="9217149" cy="63093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ONLY FOR INTERNAL USE</a:t>
            </a:r>
          </a:p>
        </p:txBody>
      </p:sp>
      <p:sp>
        <p:nvSpPr>
          <p:cNvPr id="6" name="Foliennummernplatzhalter 4">
            <a:extLst>
              <a:ext uri="{FF2B5EF4-FFF2-40B4-BE49-F238E27FC236}">
                <a16:creationId xmlns:a16="http://schemas.microsoft.com/office/drawing/2014/main" id="{58D61E7A-4875-7711-5427-5F0C7A1521E5}"/>
              </a:ext>
            </a:extLst>
          </p:cNvPr>
          <p:cNvSpPr>
            <a:spLocks noGrp="1"/>
          </p:cNvSpPr>
          <p:nvPr>
            <p:ph type="sldNum" sz="quarter" idx="20"/>
          </p:nvPr>
        </p:nvSpPr>
        <p:spPr bwMode="gray">
          <a:xfrm>
            <a:off x="11860870" y="6510269"/>
            <a:ext cx="288000" cy="288000"/>
          </a:xfrm>
        </p:spPr>
        <p:txBody>
          <a:bodyPr/>
          <a:lstStyle>
            <a:lvl1pPr>
              <a:defRPr sz="900">
                <a:solidFill>
                  <a:schemeClr val="tx1"/>
                </a:solidFill>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295625365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912382593"/>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01810755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3295844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7356379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7374820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76772533"/>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5260843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87544656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48065400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5466316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0549205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8732148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26714552"/>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50460900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7166037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2308396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56187051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50958595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1435161"/>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7547059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1789352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643944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346885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8736949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322106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7289107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1661062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4428953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09487354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314589153"/>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3613766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7833333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2419312310"/>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706434442"/>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39835553"/>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20394913"/>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6329189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25274253"/>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93766644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44101323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260167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895417819"/>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50544438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1_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9278702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05635600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1_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4066439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_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7082763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_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6869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_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366440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360077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419765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5600101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612635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92149192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030695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4387747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054024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52150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B0F98BA-B618-4FB1-BB60-2584B932760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p:cNvSpPr>
            <a:spLocks noGrp="1"/>
          </p:cNvSpPr>
          <p:nvPr>
            <p:ph type="ctrTitle" hasCustomPrompt="1"/>
          </p:nvPr>
        </p:nvSpPr>
        <p:spPr>
          <a:xfrm>
            <a:off x="497863" y="1492896"/>
            <a:ext cx="7518351" cy="1895904"/>
          </a:xfrm>
        </p:spPr>
        <p:txBody>
          <a:bodyPr anchor="b">
            <a:noAutofit/>
          </a:bodyPr>
          <a:lstStyle>
            <a:lvl1pPr algn="l">
              <a:defRPr sz="6400"/>
            </a:lvl1pPr>
          </a:lstStyle>
          <a:p>
            <a:r>
              <a:rPr lang="en-GB"/>
              <a:t>Click to add presentation title</a:t>
            </a:r>
          </a:p>
        </p:txBody>
      </p:sp>
      <p:sp>
        <p:nvSpPr>
          <p:cNvPr id="3" name="Subtitle 2"/>
          <p:cNvSpPr>
            <a:spLocks noGrp="1"/>
          </p:cNvSpPr>
          <p:nvPr>
            <p:ph type="subTitle" idx="1"/>
          </p:nvPr>
        </p:nvSpPr>
        <p:spPr>
          <a:xfrm>
            <a:off x="497863" y="3508800"/>
            <a:ext cx="7518351" cy="614400"/>
          </a:xfrm>
        </p:spPr>
        <p:txBody>
          <a:bodyPr>
            <a:noAutofit/>
          </a:bodyPr>
          <a:lstStyle>
            <a:lvl1pPr marL="0" indent="0" algn="l">
              <a:buNone/>
              <a:defRPr sz="320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FF7CD7CE-12E9-AF47-99E9-72FC00316F26}" type="datetime1">
              <a:rPr lang="en-GB" smtClean="0"/>
              <a:t>05/01/2026</a:t>
            </a:fld>
            <a:endParaRPr lang="en-GB"/>
          </a:p>
        </p:txBody>
      </p:sp>
      <p:sp>
        <p:nvSpPr>
          <p:cNvPr id="5" name="Footer Placeholder 4" hidden="1"/>
          <p:cNvSpPr>
            <a:spLocks noGrp="1"/>
          </p:cNvSpPr>
          <p:nvPr>
            <p:ph type="ftr" sz="quarter" idx="11"/>
          </p:nvPr>
        </p:nvSpPr>
        <p:spPr/>
        <p:txBody>
          <a:bodyPr/>
          <a:lstStyle/>
          <a:p>
            <a:endParaRPr lang="en-GB"/>
          </a:p>
        </p:txBody>
      </p:sp>
      <p:pic>
        <p:nvPicPr>
          <p:cNvPr id="12" name="Picture 11">
            <a:extLst>
              <a:ext uri="{FF2B5EF4-FFF2-40B4-BE49-F238E27FC236}">
                <a16:creationId xmlns:a16="http://schemas.microsoft.com/office/drawing/2014/main" id="{0EF0E214-85CE-47C4-891A-5BCF8C788B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13" name="Slide Number Placeholder 4">
            <a:extLst>
              <a:ext uri="{FF2B5EF4-FFF2-40B4-BE49-F238E27FC236}">
                <a16:creationId xmlns:a16="http://schemas.microsoft.com/office/drawing/2014/main" id="{3154CF60-D59A-47B4-9EB3-48FF9598A0E0}"/>
              </a:ext>
            </a:extLst>
          </p:cNvPr>
          <p:cNvSpPr txBox="1">
            <a:spLocks/>
          </p:cNvSpPr>
          <p:nvPr userDrawn="1"/>
        </p:nvSpPr>
        <p:spPr>
          <a:xfrm>
            <a:off x="8943007"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1095801793"/>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2"/>
            <a:ext cx="12192000" cy="1073151"/>
          </a:xfrm>
          <a:prstGeom prst="rect">
            <a:avLst/>
          </a:prstGeom>
        </p:spPr>
      </p:pic>
      <p:sp>
        <p:nvSpPr>
          <p:cNvPr id="2" name="Title 1"/>
          <p:cNvSpPr>
            <a:spLocks noGrp="1"/>
          </p:cNvSpPr>
          <p:nvPr>
            <p:ph type="title" hasCustomPrompt="1"/>
          </p:nvPr>
        </p:nvSpPr>
        <p:spPr/>
        <p:txBody>
          <a:bodyPr/>
          <a:lstStyle/>
          <a:p>
            <a:r>
              <a:rPr lang="en-US"/>
              <a:t>Insert title text here</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7F98FF17-3E3E-C445-8673-DF746FCC145A}" type="datetime1">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693510985"/>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Standard page 03">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1600" y="1598083"/>
            <a:ext cx="6580800" cy="4517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F60D3CD5-E95E-4640-B294-35FCA3B022BB}" type="datetime1">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2"/>
            <a:ext cx="12192000" cy="1073151"/>
          </a:xfrm>
          <a:prstGeom prst="rect">
            <a:avLst/>
          </a:prstGeom>
        </p:spPr>
      </p:pic>
      <p:sp>
        <p:nvSpPr>
          <p:cNvPr id="2" name="Title 1"/>
          <p:cNvSpPr>
            <a:spLocks noGrp="1"/>
          </p:cNvSpPr>
          <p:nvPr>
            <p:ph type="title" hasCustomPrompt="1"/>
          </p:nvPr>
        </p:nvSpPr>
        <p:spPr/>
        <p:txBody>
          <a:bodyPr>
            <a:noAutofit/>
          </a:bodyPr>
          <a:lstStyle/>
          <a:p>
            <a:r>
              <a:rPr lang="en-US"/>
              <a:t>Insert title text here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
        <p:nvSpPr>
          <p:cNvPr id="11" name="Bildplatzhalter 20">
            <a:extLst>
              <a:ext uri="{FF2B5EF4-FFF2-40B4-BE49-F238E27FC236}">
                <a16:creationId xmlns:a16="http://schemas.microsoft.com/office/drawing/2014/main" id="{BD27250E-EF4E-3345-BC09-0AE1430F3609}"/>
              </a:ext>
            </a:extLst>
          </p:cNvPr>
          <p:cNvSpPr>
            <a:spLocks noGrp="1"/>
          </p:cNvSpPr>
          <p:nvPr>
            <p:ph type="pic" sz="quarter" idx="13"/>
          </p:nvPr>
        </p:nvSpPr>
        <p:spPr>
          <a:xfrm>
            <a:off x="11900" y="1073152"/>
            <a:ext cx="4673600" cy="505248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2489" baseline="0">
                <a:solidFill>
                  <a:schemeClr val="bg1"/>
                </a:solidFill>
              </a:defRPr>
            </a:lvl1pPr>
          </a:lstStyle>
          <a:p>
            <a:r>
              <a:rPr lang="en-US"/>
              <a:t>Click icon to add picture</a:t>
            </a:r>
            <a:endParaRPr lang="de-DE"/>
          </a:p>
        </p:txBody>
      </p:sp>
    </p:spTree>
    <p:extLst>
      <p:ext uri="{BB962C8B-B14F-4D97-AF65-F5344CB8AC3E}">
        <p14:creationId xmlns:p14="http://schemas.microsoft.com/office/powerpoint/2010/main" val="779846950"/>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Standard page 0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9DF7A2-4045-4D3D-B360-DC31A153D7F8}"/>
              </a:ext>
            </a:extLst>
          </p:cNvPr>
          <p:cNvPicPr>
            <a:picLocks noChangeAspect="1"/>
          </p:cNvPicPr>
          <p:nvPr userDrawn="1"/>
        </p:nvPicPr>
        <p:blipFill>
          <a:blip r:embed="rId2"/>
          <a:stretch>
            <a:fillRect/>
          </a:stretch>
        </p:blipFill>
        <p:spPr>
          <a:xfrm>
            <a:off x="0" y="2"/>
            <a:ext cx="12192000" cy="1073151"/>
          </a:xfrm>
          <a:prstGeom prst="rect">
            <a:avLst/>
          </a:prstGeom>
        </p:spPr>
      </p:pic>
      <p:sp>
        <p:nvSpPr>
          <p:cNvPr id="2" name="Title 1"/>
          <p:cNvSpPr>
            <a:spLocks noGrp="1"/>
          </p:cNvSpPr>
          <p:nvPr>
            <p:ph type="title" hasCustomPrompt="1"/>
          </p:nvPr>
        </p:nvSpPr>
        <p:spPr/>
        <p:txBody>
          <a:bodyPr/>
          <a:lstStyle>
            <a:lvl1pPr>
              <a:defRPr/>
            </a:lvl1pPr>
          </a:lstStyle>
          <a:p>
            <a:r>
              <a:rPr lang="en-US"/>
              <a:t>Insert title text here</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B3A11613-25B2-9C4F-A1A5-F58EEB8EB6C1}" type="datetime1">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334821183"/>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English)">
    <p:spTree>
      <p:nvGrpSpPr>
        <p:cNvPr id="1" name=""/>
        <p:cNvGrpSpPr/>
        <p:nvPr/>
      </p:nvGrpSpPr>
      <p:grpSpPr>
        <a:xfrm>
          <a:off x="0" y="0"/>
          <a:ext cx="0" cy="0"/>
          <a:chOff x="0" y="0"/>
          <a:chExt cx="0" cy="0"/>
        </a:xfrm>
      </p:grpSpPr>
      <p:pic>
        <p:nvPicPr>
          <p:cNvPr id="40" name="Picture 39" descr="A picture containing transport, aircraft&#10;&#10;Description automatically generated">
            <a:extLst>
              <a:ext uri="{FF2B5EF4-FFF2-40B4-BE49-F238E27FC236}">
                <a16:creationId xmlns:a16="http://schemas.microsoft.com/office/drawing/2014/main" id="{F3551687-547F-4A28-B863-92387478866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2" y="5313971"/>
            <a:ext cx="1800924" cy="205121"/>
          </a:xfrm>
          <a:prstGeom prst="rect">
            <a:avLst/>
          </a:prstGeom>
          <a:noFill/>
        </p:spPr>
        <p:txBody>
          <a:bodyPr wrap="square" lIns="0" tIns="0" rIns="0" bIns="0" rtlCol="0">
            <a:spAutoFit/>
          </a:bodyPr>
          <a:lstStyle/>
          <a:p>
            <a:pPr algn="just"/>
            <a:r>
              <a:rPr lang="de-DE" sz="1333">
                <a:solidFill>
                  <a:schemeClr val="bg1"/>
                </a:solidFill>
                <a:latin typeface="BISansOpti"/>
                <a:cs typeface="BISansOpti"/>
              </a:rPr>
              <a:t>© Boehringer Ingelheim</a:t>
            </a: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Telephone number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Fax-Nummer</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marL="0" marR="0" lvl="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Website-Adresse</a:t>
            </a:r>
          </a:p>
          <a:p>
            <a:pPr lvl="0"/>
            <a:endParaRPr lang="de-DE"/>
          </a:p>
        </p:txBody>
      </p:sp>
      <p:sp>
        <p:nvSpPr>
          <p:cNvPr id="21" name="Textplatzhalter 20"/>
          <p:cNvSpPr>
            <a:spLocks noGrp="1"/>
          </p:cNvSpPr>
          <p:nvPr>
            <p:ph type="body" sz="quarter" idx="18" hasCustomPrompt="1"/>
          </p:nvPr>
        </p:nvSpPr>
        <p:spPr>
          <a:xfrm>
            <a:off x="489600" y="2760002"/>
            <a:ext cx="7166400" cy="472017"/>
          </a:xfrm>
        </p:spPr>
        <p:txBody>
          <a:bodyPr>
            <a:noAutofit/>
          </a:bodyPr>
          <a:lstStyle>
            <a:lvl1pPr marL="0" indent="0">
              <a:buNone/>
              <a:defRPr baseline="0">
                <a:solidFill>
                  <a:schemeClr val="bg1"/>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en-GB" noProof="0"/>
              <a:t>Insert your domains here</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3"/>
            <a:ext cx="2304000" cy="548663"/>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Company Name</a:t>
            </a:r>
          </a:p>
          <a:p>
            <a:pPr lvl="0"/>
            <a:endParaRPr lang="de-DE"/>
          </a:p>
        </p:txBody>
      </p:sp>
      <p:sp>
        <p:nvSpPr>
          <p:cNvPr id="20" name="Textplatzhalter 6">
            <a:extLst>
              <a:ext uri="{FF2B5EF4-FFF2-40B4-BE49-F238E27FC236}">
                <a16:creationId xmlns:a16="http://schemas.microsoft.com/office/drawing/2014/main" id="{4EDC7ED1-24E2-5641-96BD-46D64149DCF4}"/>
              </a:ext>
            </a:extLst>
          </p:cNvPr>
          <p:cNvSpPr>
            <a:spLocks noGrp="1"/>
          </p:cNvSpPr>
          <p:nvPr>
            <p:ph type="body" sz="quarter" idx="23" hasCustomPrompt="1"/>
          </p:nvPr>
        </p:nvSpPr>
        <p:spPr>
          <a:xfrm>
            <a:off x="487139" y="5547612"/>
            <a:ext cx="3160216" cy="205184"/>
          </a:xfrm>
        </p:spPr>
        <p:txBody>
          <a:bodyPr anchor="ct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Click </a:t>
            </a:r>
            <a:r>
              <a:rPr lang="de-DE" err="1"/>
              <a:t>to</a:t>
            </a:r>
            <a:r>
              <a:rPr lang="de-DE"/>
              <a:t> </a:t>
            </a:r>
            <a:r>
              <a:rPr lang="de-DE" err="1"/>
              <a:t>add</a:t>
            </a:r>
            <a:r>
              <a:rPr lang="de-DE"/>
              <a:t> </a:t>
            </a:r>
            <a:r>
              <a:rPr lang="de-DE" err="1"/>
              <a:t>copyright</a:t>
            </a:r>
            <a:r>
              <a:rPr lang="de-DE"/>
              <a:t> </a:t>
            </a:r>
            <a:r>
              <a:rPr lang="de-DE" err="1"/>
              <a:t>information</a:t>
            </a:r>
            <a:endParaRPr lang="de-DE"/>
          </a:p>
        </p:txBody>
      </p:sp>
      <p:grpSp>
        <p:nvGrpSpPr>
          <p:cNvPr id="7" name="Group 6">
            <a:extLst>
              <a:ext uri="{FF2B5EF4-FFF2-40B4-BE49-F238E27FC236}">
                <a16:creationId xmlns:a16="http://schemas.microsoft.com/office/drawing/2014/main" id="{D4D4AC70-D876-DF4F-AB97-F68596193527}"/>
              </a:ext>
            </a:extLst>
          </p:cNvPr>
          <p:cNvGrpSpPr/>
          <p:nvPr userDrawn="1"/>
        </p:nvGrpSpPr>
        <p:grpSpPr>
          <a:xfrm>
            <a:off x="490103" y="1733173"/>
            <a:ext cx="3157253" cy="415443"/>
            <a:chOff x="367576" y="1233589"/>
            <a:chExt cx="2871722" cy="377872"/>
          </a:xfrm>
        </p:grpSpPr>
        <p:sp>
          <p:nvSpPr>
            <p:cNvPr id="34" name="Freeform 1">
              <a:extLst>
                <a:ext uri="{FF2B5EF4-FFF2-40B4-BE49-F238E27FC236}">
                  <a16:creationId xmlns:a16="http://schemas.microsoft.com/office/drawing/2014/main" id="{23997390-48C4-5648-BCEF-74D214795962}"/>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35" name="Freeform 2">
              <a:extLst>
                <a:ext uri="{FF2B5EF4-FFF2-40B4-BE49-F238E27FC236}">
                  <a16:creationId xmlns:a16="http://schemas.microsoft.com/office/drawing/2014/main" id="{E2621E1A-070D-5F47-BCB6-F3E348E76101}"/>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36" name="Freeform 2">
              <a:extLst>
                <a:ext uri="{FF2B5EF4-FFF2-40B4-BE49-F238E27FC236}">
                  <a16:creationId xmlns:a16="http://schemas.microsoft.com/office/drawing/2014/main" id="{1DAAE9F8-EEFF-5640-ABD4-C683F3C93882}"/>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37" name="Freeform 2">
              <a:extLst>
                <a:ext uri="{FF2B5EF4-FFF2-40B4-BE49-F238E27FC236}">
                  <a16:creationId xmlns:a16="http://schemas.microsoft.com/office/drawing/2014/main" id="{CE40BF37-00C4-E940-860A-E550D477F54B}"/>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39" name="Freeform 2">
              <a:extLst>
                <a:ext uri="{FF2B5EF4-FFF2-40B4-BE49-F238E27FC236}">
                  <a16:creationId xmlns:a16="http://schemas.microsoft.com/office/drawing/2014/main" id="{4590C141-B571-564D-806B-C71453F580A2}"/>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pic>
        <p:nvPicPr>
          <p:cNvPr id="43" name="Picture 42">
            <a:extLst>
              <a:ext uri="{FF2B5EF4-FFF2-40B4-BE49-F238E27FC236}">
                <a16:creationId xmlns:a16="http://schemas.microsoft.com/office/drawing/2014/main" id="{DA533275-901D-4D27-BF55-586DEB2F75A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44" name="Slide Number Placeholder 4">
            <a:extLst>
              <a:ext uri="{FF2B5EF4-FFF2-40B4-BE49-F238E27FC236}">
                <a16:creationId xmlns:a16="http://schemas.microsoft.com/office/drawing/2014/main" id="{8B62953A-772F-432B-8827-59ABAFD262B6}"/>
              </a:ext>
            </a:extLst>
          </p:cNvPr>
          <p:cNvSpPr txBox="1">
            <a:spLocks/>
          </p:cNvSpPr>
          <p:nvPr userDrawn="1"/>
        </p:nvSpPr>
        <p:spPr>
          <a:xfrm>
            <a:off x="8943007"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20717084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German)">
    <p:spTree>
      <p:nvGrpSpPr>
        <p:cNvPr id="1" name=""/>
        <p:cNvGrpSpPr/>
        <p:nvPr/>
      </p:nvGrpSpPr>
      <p:grpSpPr>
        <a:xfrm>
          <a:off x="0" y="0"/>
          <a:ext cx="0" cy="0"/>
          <a:chOff x="0" y="0"/>
          <a:chExt cx="0" cy="0"/>
        </a:xfrm>
      </p:grpSpPr>
      <p:pic>
        <p:nvPicPr>
          <p:cNvPr id="32" name="Picture 31" descr="A picture containing transport, aircraft&#10;&#10;Description automatically generated">
            <a:extLst>
              <a:ext uri="{FF2B5EF4-FFF2-40B4-BE49-F238E27FC236}">
                <a16:creationId xmlns:a16="http://schemas.microsoft.com/office/drawing/2014/main" id="{11AC220F-A326-4013-84F2-8328944C8CB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0" y="5313971"/>
            <a:ext cx="6163984" cy="636008"/>
          </a:xfrm>
          <a:prstGeom prst="rect">
            <a:avLst/>
          </a:prstGeom>
          <a:noFill/>
        </p:spPr>
        <p:txBody>
          <a:bodyPr wrap="square" lIns="0" tIns="0" rIns="0" bIns="0" rtlCol="0">
            <a:spAutoFit/>
          </a:bodyPr>
          <a:lstStyle/>
          <a:p>
            <a:pPr marL="0" marR="0" lvl="0" indent="0" algn="just" defTabSz="1219140" rtl="0" eaLnBrk="1" fontAlgn="auto" latinLnBrk="0" hangingPunct="1">
              <a:lnSpc>
                <a:spcPct val="100000"/>
              </a:lnSpc>
              <a:spcBef>
                <a:spcPts val="0"/>
              </a:spcBef>
              <a:spcAft>
                <a:spcPts val="0"/>
              </a:spcAft>
              <a:buClrTx/>
              <a:buSzTx/>
              <a:buFontTx/>
              <a:buNone/>
              <a:tabLst/>
              <a:defRPr/>
            </a:pPr>
            <a:r>
              <a:rPr lang="de-DE" sz="1333">
                <a:solidFill>
                  <a:schemeClr val="bg1"/>
                </a:solidFill>
                <a:latin typeface="BISansOpti"/>
                <a:cs typeface="BISansOpti"/>
              </a:rPr>
              <a:t>© Boehringer Ingelheim </a:t>
            </a:r>
            <a:r>
              <a:rPr lang="de-DE" sz="1400" noProof="0">
                <a:solidFill>
                  <a:schemeClr val="bg2"/>
                </a:solidFill>
              </a:rPr>
              <a:t>Zum Einfügen des Copyright-Jahres hier klicken</a:t>
            </a:r>
          </a:p>
          <a:p>
            <a:pPr marL="0" marR="0" lvl="0" indent="0" algn="just" defTabSz="1219140" rtl="0" eaLnBrk="1" fontAlgn="auto" latinLnBrk="0" hangingPunct="1">
              <a:lnSpc>
                <a:spcPct val="100000"/>
              </a:lnSpc>
              <a:spcBef>
                <a:spcPts val="0"/>
              </a:spcBef>
              <a:spcAft>
                <a:spcPts val="0"/>
              </a:spcAft>
              <a:buClrTx/>
              <a:buSzTx/>
              <a:buFontTx/>
              <a:buNone/>
              <a:tabLst/>
              <a:defRPr/>
            </a:pPr>
            <a:endParaRPr lang="de-DE" sz="1400" noProof="0">
              <a:solidFill>
                <a:schemeClr val="bg2"/>
              </a:solidFill>
            </a:endParaRPr>
          </a:p>
          <a:p>
            <a:pPr algn="just"/>
            <a:endParaRPr lang="de-DE" sz="1333">
              <a:solidFill>
                <a:schemeClr val="bg1"/>
              </a:solidFill>
              <a:latin typeface="BISansOpti"/>
              <a:cs typeface="BISansOpti"/>
            </a:endParaRP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Telefonnummer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 machine</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2"/>
            <a:ext cx="7166400" cy="472017"/>
          </a:xfrm>
        </p:spPr>
        <p:txBody>
          <a:bodyPr>
            <a:noAutofit/>
          </a:bodyPr>
          <a:lstStyle>
            <a:lvl1pPr marL="0" indent="0">
              <a:buNone/>
              <a:defRPr baseline="0">
                <a:solidFill>
                  <a:schemeClr val="bg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noProof="0"/>
              <a:t>Überschrift für weitere Informationen:</a:t>
            </a:r>
          </a:p>
          <a:p>
            <a:pPr lvl="0"/>
            <a:endParaRPr lang="en-GB" noProof="0"/>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de-DE"/>
              <a:t>Fügen Sie hier die Website-Adressen ein</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3"/>
            <a:ext cx="2304000" cy="548663"/>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Firmenbezeichnung</a:t>
            </a:r>
          </a:p>
        </p:txBody>
      </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sp>
        <p:nvSpPr>
          <p:cNvPr id="24" name="Textplatzhalter 6">
            <a:extLst>
              <a:ext uri="{FF2B5EF4-FFF2-40B4-BE49-F238E27FC236}">
                <a16:creationId xmlns:a16="http://schemas.microsoft.com/office/drawing/2014/main" id="{8A3A6A9D-FE9A-4651-8EBB-515BB8269E41}"/>
              </a:ext>
            </a:extLst>
          </p:cNvPr>
          <p:cNvSpPr>
            <a:spLocks noGrp="1"/>
          </p:cNvSpPr>
          <p:nvPr>
            <p:ph type="body" sz="quarter" idx="23" hasCustomPrompt="1"/>
          </p:nvPr>
        </p:nvSpPr>
        <p:spPr>
          <a:xfrm>
            <a:off x="487139" y="5547612"/>
            <a:ext cx="4260872" cy="316104"/>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Zum Einfügen des Copyright-Textes hier klicken</a:t>
            </a:r>
          </a:p>
        </p:txBody>
      </p:sp>
      <p:grpSp>
        <p:nvGrpSpPr>
          <p:cNvPr id="42" name="Group 41">
            <a:extLst>
              <a:ext uri="{FF2B5EF4-FFF2-40B4-BE49-F238E27FC236}">
                <a16:creationId xmlns:a16="http://schemas.microsoft.com/office/drawing/2014/main" id="{059F6757-A6A6-754E-AAAD-D335E6C6F19A}"/>
              </a:ext>
            </a:extLst>
          </p:cNvPr>
          <p:cNvGrpSpPr/>
          <p:nvPr userDrawn="1"/>
        </p:nvGrpSpPr>
        <p:grpSpPr>
          <a:xfrm>
            <a:off x="490103" y="1733173"/>
            <a:ext cx="3157253" cy="415443"/>
            <a:chOff x="367576" y="1233589"/>
            <a:chExt cx="2871722" cy="377872"/>
          </a:xfrm>
        </p:grpSpPr>
        <p:sp>
          <p:nvSpPr>
            <p:cNvPr id="43" name="Freeform 1">
              <a:extLst>
                <a:ext uri="{FF2B5EF4-FFF2-40B4-BE49-F238E27FC236}">
                  <a16:creationId xmlns:a16="http://schemas.microsoft.com/office/drawing/2014/main" id="{1B1174CA-AEBC-9743-831A-0EBAA305A7A9}"/>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44" name="Freeform 2">
              <a:extLst>
                <a:ext uri="{FF2B5EF4-FFF2-40B4-BE49-F238E27FC236}">
                  <a16:creationId xmlns:a16="http://schemas.microsoft.com/office/drawing/2014/main" id="{F2AD258C-A247-1443-A955-18353BAFDB15}"/>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45" name="Freeform 2">
              <a:extLst>
                <a:ext uri="{FF2B5EF4-FFF2-40B4-BE49-F238E27FC236}">
                  <a16:creationId xmlns:a16="http://schemas.microsoft.com/office/drawing/2014/main" id="{B7AE36FE-6275-BF49-863F-50F82FADCA9D}"/>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46" name="Freeform 2">
              <a:extLst>
                <a:ext uri="{FF2B5EF4-FFF2-40B4-BE49-F238E27FC236}">
                  <a16:creationId xmlns:a16="http://schemas.microsoft.com/office/drawing/2014/main" id="{776DE157-3D79-2040-A9BC-F4B92E244EF4}"/>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47" name="Freeform 2">
              <a:extLst>
                <a:ext uri="{FF2B5EF4-FFF2-40B4-BE49-F238E27FC236}">
                  <a16:creationId xmlns:a16="http://schemas.microsoft.com/office/drawing/2014/main" id="{7A221194-5F77-E742-928E-08B3F35958C4}"/>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36" name="Picture 35">
            <a:extLst>
              <a:ext uri="{FF2B5EF4-FFF2-40B4-BE49-F238E27FC236}">
                <a16:creationId xmlns:a16="http://schemas.microsoft.com/office/drawing/2014/main" id="{8344B219-7575-4A11-9F6C-B6823D47E73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37" name="Slide Number Placeholder 4">
            <a:extLst>
              <a:ext uri="{FF2B5EF4-FFF2-40B4-BE49-F238E27FC236}">
                <a16:creationId xmlns:a16="http://schemas.microsoft.com/office/drawing/2014/main" id="{2ABD6098-C0F1-4313-BB9B-906F9FF09CEC}"/>
              </a:ext>
            </a:extLst>
          </p:cNvPr>
          <p:cNvSpPr txBox="1">
            <a:spLocks/>
          </p:cNvSpPr>
          <p:nvPr userDrawn="1"/>
        </p:nvSpPr>
        <p:spPr>
          <a:xfrm>
            <a:off x="8943007"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392442717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userDrawn="1">
  <p:cSld name="Standard slide_0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02B2D0D8-B4D5-46B4-9DBE-A9EA9D9D5CA9}"/>
              </a:ext>
            </a:extLst>
          </p:cNvPr>
          <p:cNvSpPr>
            <a:spLocks noGrp="1"/>
          </p:cNvSpPr>
          <p:nvPr>
            <p:ph sz="quarter" idx="14"/>
          </p:nvPr>
        </p:nvSpPr>
        <p:spPr>
          <a:xfrm>
            <a:off x="478368" y="1219203"/>
            <a:ext cx="11223533" cy="4891617"/>
          </a:xfrm>
        </p:spPr>
        <p:txBody>
          <a:bodyPr vert="horz" lIns="0" tIns="0" rIns="0" bIns="0" rtlCol="0">
            <a:noAutofit/>
          </a:bodyPr>
          <a:lstStyle>
            <a:lvl1pPr>
              <a:defRPr lang="en-US" sz="2400" dirty="0" smtClean="0"/>
            </a:lvl1pPr>
            <a:lvl2pPr>
              <a:defRPr lang="en-US" dirty="0" smtClean="0">
                <a:solidFill>
                  <a:schemeClr val="tx2"/>
                </a:solidFill>
              </a:defRPr>
            </a:lvl2pPr>
            <a:lvl3pPr>
              <a:defRPr lang="en-US" sz="1867" dirty="0" smtClean="0">
                <a:solidFill>
                  <a:schemeClr val="tx2"/>
                </a:solidFill>
              </a:defRPr>
            </a:lvl3pPr>
            <a:lvl4pPr>
              <a:defRPr lang="en-US" sz="1867" dirty="0" smtClean="0">
                <a:solidFill>
                  <a:schemeClr val="tx2"/>
                </a:solidFill>
              </a:defRPr>
            </a:lvl4pPr>
            <a:lvl5pPr>
              <a:defRPr lang="en-GB" dirty="0">
                <a:solidFill>
                  <a:schemeClr val="tx2"/>
                </a:solidFill>
              </a:defRPr>
            </a:lvl5pPr>
          </a:lstStyle>
          <a:p>
            <a:pPr marL="455967" lvl="0" indent="-455967">
              <a:lnSpc>
                <a:spcPct val="130000"/>
              </a:lnSpc>
            </a:pPr>
            <a:r>
              <a:rPr lang="en-US"/>
              <a:t>Click to edit Master text styles</a:t>
            </a:r>
          </a:p>
          <a:p>
            <a:pPr marL="455967" lvl="1" indent="-455967">
              <a:lnSpc>
                <a:spcPct val="130000"/>
              </a:lnSpc>
            </a:pPr>
            <a:r>
              <a:rPr lang="en-US"/>
              <a:t>Second level</a:t>
            </a:r>
          </a:p>
          <a:p>
            <a:pPr marL="455967" lvl="2" indent="-455967">
              <a:lnSpc>
                <a:spcPct val="130000"/>
              </a:lnSpc>
            </a:pPr>
            <a:r>
              <a:rPr lang="en-US"/>
              <a:t>Third level</a:t>
            </a:r>
          </a:p>
          <a:p>
            <a:pPr marL="455967" lvl="3" indent="-455967">
              <a:lnSpc>
                <a:spcPct val="130000"/>
              </a:lnSpc>
            </a:pPr>
            <a:r>
              <a:rPr lang="en-US"/>
              <a:t>Fourth level</a:t>
            </a:r>
          </a:p>
        </p:txBody>
      </p:sp>
      <p:sp>
        <p:nvSpPr>
          <p:cNvPr id="11" name="Slide Number Placeholder 4">
            <a:extLst>
              <a:ext uri="{FF2B5EF4-FFF2-40B4-BE49-F238E27FC236}">
                <a16:creationId xmlns:a16="http://schemas.microsoft.com/office/drawing/2014/main" id="{0FE0D513-784E-4A2D-8CBA-841557958B9B}"/>
              </a:ext>
            </a:extLst>
          </p:cNvPr>
          <p:cNvSpPr txBox="1">
            <a:spLocks/>
          </p:cNvSpPr>
          <p:nvPr userDrawn="1"/>
        </p:nvSpPr>
        <p:spPr>
          <a:xfrm>
            <a:off x="10033755" y="6520184"/>
            <a:ext cx="1668149" cy="184666"/>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a:t>WE ARE MENTAL HEALTH 2.0</a:t>
            </a:r>
          </a:p>
        </p:txBody>
      </p:sp>
      <p:sp>
        <p:nvSpPr>
          <p:cNvPr id="9" name="Subtitle 2">
            <a:extLst>
              <a:ext uri="{FF2B5EF4-FFF2-40B4-BE49-F238E27FC236}">
                <a16:creationId xmlns:a16="http://schemas.microsoft.com/office/drawing/2014/main" id="{C3A4A958-8255-4545-BF38-D040F61E6A76}"/>
              </a:ext>
            </a:extLst>
          </p:cNvPr>
          <p:cNvSpPr txBox="1">
            <a:spLocks/>
          </p:cNvSpPr>
          <p:nvPr userDrawn="1"/>
        </p:nvSpPr>
        <p:spPr>
          <a:xfrm>
            <a:off x="529749" y="2044551"/>
            <a:ext cx="11753624" cy="205121"/>
          </a:xfrm>
          <a:prstGeom prst="rect">
            <a:avLst/>
          </a:prstGeom>
        </p:spPr>
        <p:txBody>
          <a:bodyPr vert="horz" wrap="square" lIns="0" tIns="0" rIns="0" bIns="0" rtlCol="0">
            <a:spAutoFit/>
          </a:bodyPr>
          <a:lstStyle>
            <a:lvl1pPr marL="0" indent="0" algn="l" defTabSz="914400" rtl="0" eaLnBrk="1" latinLnBrk="0" hangingPunct="1">
              <a:spcBef>
                <a:spcPts val="400"/>
              </a:spcBef>
              <a:buFont typeface="Arial" panose="020B0604020202020204" pitchFamily="34" charset="0"/>
              <a:buNone/>
              <a:defRPr sz="2400" b="0" i="0" kern="1200">
                <a:solidFill>
                  <a:srgbClr val="003366"/>
                </a:solidFill>
                <a:latin typeface="BISansOptiCond"/>
                <a:ea typeface="+mn-ea"/>
                <a:cs typeface="BISansOptiCond"/>
              </a:defRPr>
            </a:lvl1pPr>
            <a:lvl2pPr marL="4572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2pPr>
            <a:lvl3pPr marL="9144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3pPr>
            <a:lvl4pPr marL="13716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4pPr>
            <a:lvl5pPr marL="1828800" indent="0" algn="ctr" defTabSz="914400" rtl="0" eaLnBrk="1" latinLnBrk="0" hangingPunct="1">
              <a:spcBef>
                <a:spcPts val="0"/>
              </a:spcBef>
              <a:buFont typeface="Wingdings" panose="05000000000000000000" pitchFamily="2" charset="2"/>
              <a:buNone/>
              <a:defRPr sz="1600" kern="1200">
                <a:solidFill>
                  <a:schemeClr val="tx1">
                    <a:tint val="75000"/>
                  </a:schemeClr>
                </a:solidFill>
                <a:latin typeface="BISansOpti"/>
                <a:ea typeface="+mn-ea"/>
                <a:cs typeface="BISansOpti"/>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1333" baseline="0">
                <a:solidFill>
                  <a:schemeClr val="bg1"/>
                </a:solidFill>
              </a:rPr>
              <a:t>Mental Health 2.0</a:t>
            </a:r>
          </a:p>
        </p:txBody>
      </p:sp>
      <p:pic>
        <p:nvPicPr>
          <p:cNvPr id="10" name="Picture 9">
            <a:extLst>
              <a:ext uri="{FF2B5EF4-FFF2-40B4-BE49-F238E27FC236}">
                <a16:creationId xmlns:a16="http://schemas.microsoft.com/office/drawing/2014/main" id="{0FCA3A64-FC8B-9D43-9566-196DA53EC7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956675"/>
            <a:ext cx="12192000" cy="25400"/>
          </a:xfrm>
          <a:prstGeom prst="rect">
            <a:avLst/>
          </a:prstGeom>
        </p:spPr>
      </p:pic>
      <p:pic>
        <p:nvPicPr>
          <p:cNvPr id="13" name="Grafik 6">
            <a:extLst>
              <a:ext uri="{FF2B5EF4-FFF2-40B4-BE49-F238E27FC236}">
                <a16:creationId xmlns:a16="http://schemas.microsoft.com/office/drawing/2014/main" id="{4F6783F5-0CA4-4248-9645-CB9E41E13B3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0057" y="6485508"/>
            <a:ext cx="812091" cy="254013"/>
          </a:xfrm>
          <a:prstGeom prst="rect">
            <a:avLst/>
          </a:prstGeom>
        </p:spPr>
      </p:pic>
      <p:sp>
        <p:nvSpPr>
          <p:cNvPr id="14" name="Titel 7">
            <a:extLst>
              <a:ext uri="{FF2B5EF4-FFF2-40B4-BE49-F238E27FC236}">
                <a16:creationId xmlns:a16="http://schemas.microsoft.com/office/drawing/2014/main" id="{5CA51D93-1FDE-470D-8609-9D5EA01935A8}"/>
              </a:ext>
            </a:extLst>
          </p:cNvPr>
          <p:cNvSpPr>
            <a:spLocks noGrp="1"/>
          </p:cNvSpPr>
          <p:nvPr>
            <p:ph type="title" hasCustomPrompt="1"/>
          </p:nvPr>
        </p:nvSpPr>
        <p:spPr>
          <a:xfrm>
            <a:off x="490100" y="25405"/>
            <a:ext cx="11211800" cy="889145"/>
          </a:xfrm>
        </p:spPr>
        <p:txBody>
          <a:bodyPr anchor="b" anchorCtr="0">
            <a:noAutofit/>
          </a:bodyPr>
          <a:lstStyle>
            <a:lvl1pPr>
              <a:lnSpc>
                <a:spcPct val="80000"/>
              </a:lnSpc>
              <a:defRPr/>
            </a:lvl1pPr>
          </a:lstStyle>
          <a:p>
            <a:br>
              <a:rPr lang="en-GB" noProof="0"/>
            </a:br>
            <a:r>
              <a:rPr lang="en-GB" noProof="0"/>
              <a:t>Click to add headline</a:t>
            </a:r>
          </a:p>
        </p:txBody>
      </p:sp>
    </p:spTree>
    <p:extLst>
      <p:ext uri="{BB962C8B-B14F-4D97-AF65-F5344CB8AC3E}">
        <p14:creationId xmlns:p14="http://schemas.microsoft.com/office/powerpoint/2010/main" val="1834559796"/>
      </p:ext>
    </p:extLst>
  </p:cSld>
  <p:clrMapOvr>
    <a:masterClrMapping/>
  </p:clrMapOvr>
  <p:extLst>
    <p:ext uri="{DCECCB84-F9BA-43D5-87BE-67443E8EF086}">
      <p15:sldGuideLst xmlns:p15="http://schemas.microsoft.com/office/powerpoint/2012/main">
        <p15:guide id="1" orient="horz" pos="576">
          <p15:clr>
            <a:srgbClr val="FBAE40"/>
          </p15:clr>
        </p15:guide>
        <p15:guide id="2" pos="2880">
          <p15:clr>
            <a:srgbClr val="FBAE40"/>
          </p15:clr>
        </p15:guide>
        <p15:guide id="3" pos="5530">
          <p15:clr>
            <a:srgbClr val="FBAE40"/>
          </p15:clr>
        </p15:guide>
        <p15:guide id="4" orient="horz" pos="2887">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userDrawn="1">
  <p:cSld name="1_Standard page_03">
    <p:spTree>
      <p:nvGrpSpPr>
        <p:cNvPr id="1" name=""/>
        <p:cNvGrpSpPr/>
        <p:nvPr/>
      </p:nvGrpSpPr>
      <p:grpSpPr>
        <a:xfrm>
          <a:off x="0" y="0"/>
          <a:ext cx="0" cy="0"/>
          <a:chOff x="0" y="0"/>
          <a:chExt cx="0" cy="0"/>
        </a:xfrm>
      </p:grpSpPr>
      <p:sp>
        <p:nvSpPr>
          <p:cNvPr id="12" name="Rechteck 11"/>
          <p:cNvSpPr/>
          <p:nvPr userDrawn="1"/>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5" y="6578958"/>
            <a:ext cx="840361" cy="190511"/>
          </a:xfrm>
          <a:prstGeom prst="rect">
            <a:avLst/>
          </a:prstGeom>
        </p:spPr>
      </p:pic>
      <p:sp>
        <p:nvSpPr>
          <p:cNvPr id="4" name="Titel 3"/>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3" name="Fußzeilenplatzhalter 4"/>
          <p:cNvSpPr>
            <a:spLocks noGrp="1"/>
          </p:cNvSpPr>
          <p:nvPr>
            <p:ph type="ftr" sz="quarter" idx="3"/>
          </p:nvPr>
        </p:nvSpPr>
        <p:spPr>
          <a:xfrm>
            <a:off x="4052620" y="6631908"/>
            <a:ext cx="3724523" cy="346249"/>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4" name="Datumsplatzhalter 3"/>
          <p:cNvSpPr>
            <a:spLocks noGrp="1"/>
          </p:cNvSpPr>
          <p:nvPr>
            <p:ph type="dt" sz="half" idx="10"/>
          </p:nvPr>
        </p:nvSpPr>
        <p:spPr>
          <a:xfrm>
            <a:off x="10332885" y="6597269"/>
            <a:ext cx="605935" cy="153888"/>
          </a:xfrm>
          <a:prstGeom prst="rect">
            <a:avLst/>
          </a:prstGeo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16561789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a:xfrm>
            <a:off x="838200" y="6356351"/>
            <a:ext cx="2743200" cy="365125"/>
          </a:xfrm>
          <a:prstGeom prst="rect">
            <a:avLst/>
          </a:prstGeom>
        </p:spPr>
        <p:txBody>
          <a:bodyPr/>
          <a:lstStyle/>
          <a:p>
            <a:fld id="{4737E52C-13E7-4544-B37B-080AFD478AFE}" type="datetime1">
              <a:rPr lang="en-US" smtClean="0"/>
              <a:t>1/5/2026</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6"/>
            <a:ext cx="840360" cy="254013"/>
          </a:xfrm>
          <a:prstGeom prst="rect">
            <a:avLst/>
          </a:prstGeom>
        </p:spPr>
      </p:pic>
    </p:spTree>
    <p:extLst>
      <p:ext uri="{BB962C8B-B14F-4D97-AF65-F5344CB8AC3E}">
        <p14:creationId xmlns:p14="http://schemas.microsoft.com/office/powerpoint/2010/main" val="1767713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userDrawn="1">
  <p:cSld name="2_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a:xfrm>
            <a:off x="838200" y="6356351"/>
            <a:ext cx="2743200" cy="365125"/>
          </a:xfrm>
          <a:prstGeom prst="rect">
            <a:avLst/>
          </a:prstGeom>
        </p:spPr>
        <p:txBody>
          <a:bodyPr/>
          <a:lstStyle/>
          <a:p>
            <a:fld id="{1C661359-A780-4E12-A6C3-DC4E2163D090}" type="datetime1">
              <a:rPr lang="en-GB" smtClean="0"/>
              <a:t>05/01/2026</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06089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4" name="Inhaltsplatzhalter 2"/>
          <p:cNvSpPr>
            <a:spLocks noGrp="1"/>
          </p:cNvSpPr>
          <p:nvPr>
            <p:ph idx="1"/>
          </p:nvPr>
        </p:nvSpPr>
        <p:spPr>
          <a:xfrm>
            <a:off x="2362100" y="1600201"/>
            <a:ext cx="7488001" cy="4525963"/>
          </a:xfrm>
        </p:spPr>
        <p:txBody>
          <a:bodyPr/>
          <a:lstStyle>
            <a:lvl1pPr marL="0" indent="0">
              <a:spcBef>
                <a:spcPts val="800"/>
              </a:spcBef>
              <a:buNone/>
              <a:defRPr/>
            </a:lvl1pPr>
            <a:lvl2pPr marL="243405" indent="-243405">
              <a:spcBef>
                <a:spcPts val="800"/>
              </a:spcBef>
              <a:buFont typeface="BISans" panose="02000503040000020004" pitchFamily="2" charset="0"/>
              <a:buChar char="•"/>
              <a:defRPr/>
            </a:lvl2pPr>
            <a:lvl3pPr marL="478343" indent="-234939">
              <a:buFont typeface="Arial" panose="020B0604020202020204" pitchFamily="34" charset="0"/>
              <a:buChar char="–"/>
              <a:defRPr/>
            </a:lvl3pPr>
          </a:lstStyle>
          <a:p>
            <a:pPr lvl="0"/>
            <a:r>
              <a:rPr lang="en-US" noProof="0"/>
              <a:t>Click to edit Master text styles</a:t>
            </a:r>
          </a:p>
          <a:p>
            <a:pPr lvl="1"/>
            <a:r>
              <a:rPr lang="en-US" noProof="0"/>
              <a:t>Second level</a:t>
            </a:r>
          </a:p>
          <a:p>
            <a:pPr lvl="2"/>
            <a:r>
              <a:rPr lang="en-US" noProof="0"/>
              <a:t>Third level</a:t>
            </a:r>
          </a:p>
        </p:txBody>
      </p:sp>
      <p:sp>
        <p:nvSpPr>
          <p:cNvPr id="3" name="Datumsplatzhalter 2"/>
          <p:cNvSpPr>
            <a:spLocks noGrp="1"/>
          </p:cNvSpPr>
          <p:nvPr>
            <p:ph type="dt" sz="half" idx="10"/>
          </p:nvPr>
        </p:nvSpPr>
        <p:spPr>
          <a:xfrm>
            <a:off x="838200" y="6356351"/>
            <a:ext cx="2743200" cy="365125"/>
          </a:xfrm>
          <a:prstGeom prst="rect">
            <a:avLst/>
          </a:prstGeom>
        </p:spPr>
        <p:txBody>
          <a:bodyPr/>
          <a:lstStyle/>
          <a:p>
            <a:fld id="{ABBB0F3E-C13F-4440-9895-CCCADA43F0B7}" type="datetime1">
              <a:rPr lang="en-GB" smtClean="0"/>
              <a:t>05/01/2026</a:t>
            </a:fld>
            <a:endParaRPr lang="en-GB"/>
          </a:p>
        </p:txBody>
      </p:sp>
      <p:sp>
        <p:nvSpPr>
          <p:cNvPr id="4" name="Fußzeilenplatzhalter 3"/>
          <p:cNvSpPr>
            <a:spLocks noGrp="1"/>
          </p:cNvSpPr>
          <p:nvPr>
            <p:ph type="ftr" sz="quarter" idx="11"/>
          </p:nvPr>
        </p:nvSpPr>
        <p:spPr/>
        <p:txBody>
          <a:bodyPr/>
          <a:lstStyle/>
          <a:p>
            <a:r>
              <a:rPr lang="en-GB"/>
              <a:t>BI 764524, anti SEMA3A Regional input- 2021</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7" name="Titel 6"/>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41533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userDrawn="1">
  <p:cSld name="1_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a:xfrm>
            <a:off x="838200" y="6356351"/>
            <a:ext cx="2743200" cy="365125"/>
          </a:xfrm>
          <a:prstGeom prst="rect">
            <a:avLst/>
          </a:prstGeom>
        </p:spPr>
        <p:txBody>
          <a:bodyPr/>
          <a:lstStyle/>
          <a:p>
            <a:r>
              <a:rPr lang="en-US" altLang="zh-CN" noProof="0"/>
              <a:t>19 Jan 2023</a:t>
            </a:r>
            <a:endParaRPr lang="en-GB" noProof="0"/>
          </a:p>
        </p:txBody>
      </p:sp>
      <p:sp>
        <p:nvSpPr>
          <p:cNvPr id="5" name="Fußzeilenplatzhalter 4"/>
          <p:cNvSpPr>
            <a:spLocks noGrp="1"/>
          </p:cNvSpPr>
          <p:nvPr>
            <p:ph type="ftr" sz="quarter" idx="11"/>
          </p:nvPr>
        </p:nvSpPr>
        <p:spPr/>
        <p:txBody>
          <a:bodyPr/>
          <a:lstStyle/>
          <a:p>
            <a:r>
              <a:rPr lang="en-US" noProof="0"/>
              <a:t>Metalyse Update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494851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57BA168-1EC1-C882-F58F-EF313DF85B30}"/>
              </a:ext>
            </a:extLst>
          </p:cNvPr>
          <p:cNvSpPr>
            <a:spLocks noGrp="1"/>
          </p:cNvSpPr>
          <p:nvPr>
            <p:ph type="ftr" sz="quarter" idx="10"/>
          </p:nvPr>
        </p:nvSpPr>
        <p:spPr/>
        <p:txBody>
          <a:bodyPr/>
          <a:lstStyle/>
          <a:p>
            <a:r>
              <a:rPr lang="en-US"/>
              <a:t>Presentation title    |    ONLY FOR INTERNAL USE</a:t>
            </a:r>
          </a:p>
        </p:txBody>
      </p:sp>
      <p:sp>
        <p:nvSpPr>
          <p:cNvPr id="3" name="灯片编号占位符 2">
            <a:extLst>
              <a:ext uri="{FF2B5EF4-FFF2-40B4-BE49-F238E27FC236}">
                <a16:creationId xmlns:a16="http://schemas.microsoft.com/office/drawing/2014/main" id="{93230E86-6C4B-C810-486F-B757DBFD5789}"/>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41310536"/>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BI 3802876-CEC meeting 8th April 2025 / For internal use only</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042441605"/>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TA CMR Avenciguat_sGC activator_Glomerulonephritides, 18th February 2025 - CONFIDENTIAL -</a:t>
            </a:r>
          </a:p>
        </p:txBody>
      </p:sp>
    </p:spTree>
    <p:extLst>
      <p:ext uri="{BB962C8B-B14F-4D97-AF65-F5344CB8AC3E}">
        <p14:creationId xmlns:p14="http://schemas.microsoft.com/office/powerpoint/2010/main" val="1399809476"/>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TA CMR Avenciguat_sGC activator_Glomerulonephritides, 18th February 2025 - CONFIDENTIAL -</a:t>
            </a:r>
          </a:p>
        </p:txBody>
      </p:sp>
    </p:spTree>
    <p:extLst>
      <p:ext uri="{BB962C8B-B14F-4D97-AF65-F5344CB8AC3E}">
        <p14:creationId xmlns:p14="http://schemas.microsoft.com/office/powerpoint/2010/main" val="152971378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TA CMR Avenciguat_sGC activator_Glomerulonephritides, 18th February 2025 - CONFIDENTIAL -</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80109942"/>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TA CMR Avenciguat_sGC activator_Glomerulonephritides, 18th February 2025 - CONFIDENTIAL -</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2280054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TA CMR Avenciguat_sGC activator_Glomerulonephritides, 18th February 2025 - CONFIDENTIAL -</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682621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TA CMR Avenciguat_sGC activator_Glomerulonephritides, 18th February 2025 - CONFIDENTIAL -</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017210755"/>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4740529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TA CMR Avenciguat_sGC activator_Glomerulonephritides, 18th February 2025 - CONFIDENTIAL -</a:t>
            </a:r>
          </a:p>
        </p:txBody>
      </p:sp>
    </p:spTree>
    <p:extLst>
      <p:ext uri="{BB962C8B-B14F-4D97-AF65-F5344CB8AC3E}">
        <p14:creationId xmlns:p14="http://schemas.microsoft.com/office/powerpoint/2010/main" val="308971859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TA CMR Avenciguat_sGC activator_Glomerulonephritides, 18th February 2025 - CONFIDENTIAL -</a:t>
            </a:r>
          </a:p>
        </p:txBody>
      </p:sp>
    </p:spTree>
    <p:extLst>
      <p:ext uri="{BB962C8B-B14F-4D97-AF65-F5344CB8AC3E}">
        <p14:creationId xmlns:p14="http://schemas.microsoft.com/office/powerpoint/2010/main" val="48143974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832327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TA CMR Avenciguat_sGC activator_Glomerulonephritides, 18th February 2025 - CONFIDENTIAL -</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703102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642841"/>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TA CMR Avenciguat_sGC activator_Glomerulonephritides, 18th February 2025 - CONFIDENTIAL -</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09492170"/>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TA CMR Avenciguat_sGC activator_Glomerulonephritides, 18th February 2025 - CONFIDENTIAL -</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7197113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TA CMR Avenciguat_sGC activator_Glomerulonephritides, 18th February 2025 - CONFIDENTIAL -</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74862740"/>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TA CMR Avenciguat_sGC activator_Glomerulonephritides, 18th February 2025 - CONFIDENTIAL -</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47929582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TA CMR Avenciguat_sGC activator_Glomerulonephritides, 18th February 2025 - CONFIDENTIAL -</a:t>
            </a:r>
          </a:p>
        </p:txBody>
      </p:sp>
    </p:spTree>
    <p:extLst>
      <p:ext uri="{BB962C8B-B14F-4D97-AF65-F5344CB8AC3E}">
        <p14:creationId xmlns:p14="http://schemas.microsoft.com/office/powerpoint/2010/main" val="313793669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TA CMR Avenciguat_sGC activator_Glomerulonephritides, 18th February 2025 - CONFIDENTIAL -</a:t>
            </a:r>
          </a:p>
        </p:txBody>
      </p:sp>
    </p:spTree>
    <p:extLst>
      <p:ext uri="{BB962C8B-B14F-4D97-AF65-F5344CB8AC3E}">
        <p14:creationId xmlns:p14="http://schemas.microsoft.com/office/powerpoint/2010/main" val="31070326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8907451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2087736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1067621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TA CMR Avenciguat_sGC activator_Glomerulonephritides, 18th February 2025 - CONFIDENTIAL -</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06382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842252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965198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50781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9071037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7826532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0335569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60933025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TA CMR Avenciguat_sGC activator_Glomerulonephritides, 18th February 2025 - CONFIDENTIAL -</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28733812"/>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TA CMR Avenciguat_sGC activator_Glomerulonephritides, 18th February 2025 - CONFIDENTIAL -</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87840984"/>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3021685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TA CMR Avenciguat_sGC activator_Glomerulonephritides, 18th February 2025 - CONFIDENTIAL -</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435312532"/>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799818315"/>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595832828"/>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1413127"/>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01109852"/>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976972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60561368"/>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0625946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93569004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3588227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461279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414987868"/>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06208162"/>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25871487"/>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6419021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86546139"/>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6325264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44952818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88289188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7459716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05527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720244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5855984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8205073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9125398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817232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0552395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1066478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18002710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21430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1857624"/>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68727084"/>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8593698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465222294"/>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3FF7-5680-CC16-D05A-BF7E95401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54E78D-68EE-C851-FE68-44E9A6F5AD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40ECC-9B79-E319-CC61-15AE8F67EBB2}"/>
              </a:ext>
            </a:extLst>
          </p:cNvPr>
          <p:cNvSpPr>
            <a:spLocks noGrp="1"/>
          </p:cNvSpPr>
          <p:nvPr>
            <p:ph type="dt" sz="half" idx="10"/>
          </p:nvPr>
        </p:nvSpPr>
        <p:spPr/>
        <p:txBody>
          <a:bodyPr/>
          <a:lstStyle/>
          <a:p>
            <a:fld id="{AEA02504-1443-4D73-A3AF-139F53E8A88E}" type="datetimeFigureOut">
              <a:rPr lang="en-US" smtClean="0"/>
              <a:t>1/5/2026</a:t>
            </a:fld>
            <a:endParaRPr lang="en-US"/>
          </a:p>
        </p:txBody>
      </p:sp>
      <p:sp>
        <p:nvSpPr>
          <p:cNvPr id="5" name="Footer Placeholder 4">
            <a:extLst>
              <a:ext uri="{FF2B5EF4-FFF2-40B4-BE49-F238E27FC236}">
                <a16:creationId xmlns:a16="http://schemas.microsoft.com/office/drawing/2014/main" id="{D31E4D73-287B-D15E-2D20-2F6E934AF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05AF93-866C-E7CB-A073-E7C635229207}"/>
              </a:ext>
            </a:extLst>
          </p:cNvPr>
          <p:cNvSpPr>
            <a:spLocks noGrp="1"/>
          </p:cNvSpPr>
          <p:nvPr>
            <p:ph type="sldNum" sz="quarter" idx="12"/>
          </p:nvPr>
        </p:nvSpPr>
        <p:spPr/>
        <p:txBody>
          <a:bodyPr/>
          <a:lstStyle/>
          <a:p>
            <a:fld id="{D854C188-3593-4E9B-A2B0-1E8DAC623280}" type="slidenum">
              <a:rPr lang="en-US" smtClean="0"/>
              <a:t>‹#›</a:t>
            </a:fld>
            <a:endParaRPr lang="en-US"/>
          </a:p>
        </p:txBody>
      </p:sp>
    </p:spTree>
    <p:extLst>
      <p:ext uri="{BB962C8B-B14F-4D97-AF65-F5344CB8AC3E}">
        <p14:creationId xmlns:p14="http://schemas.microsoft.com/office/powerpoint/2010/main" val="2223356860"/>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IUPC CRM February 2025 | Confidential - Third-Party Collaboration Project</a:t>
            </a:r>
          </a:p>
        </p:txBody>
      </p:sp>
    </p:spTree>
    <p:extLst>
      <p:ext uri="{BB962C8B-B14F-4D97-AF65-F5344CB8AC3E}">
        <p14:creationId xmlns:p14="http://schemas.microsoft.com/office/powerpoint/2010/main" val="86254995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IUPC CRM February 2025 | Confidential - Third-Party Collaboration Project</a:t>
            </a:r>
          </a:p>
        </p:txBody>
      </p:sp>
    </p:spTree>
    <p:extLst>
      <p:ext uri="{BB962C8B-B14F-4D97-AF65-F5344CB8AC3E}">
        <p14:creationId xmlns:p14="http://schemas.microsoft.com/office/powerpoint/2010/main" val="3379506509"/>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IUPC CRM February 2025 | Confidential - Third-Party Collaboration Project</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55814777"/>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IUPC CRM February 2025 | Confidential - Third-Party Collaboration Project</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4900658"/>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IUPC CRM February 2025 | Confidential - Third-Party Collaboration Project</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8694995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IUPC CRM February 2025 | Confidential - Third-Party Collaboration Project</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35959313"/>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IUPC CRM February 2025 | Confidential - Third-Party Collaboration Project</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415464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IUPC CRM February 2025 | Confidential - Third-Party Collaboration Project</a:t>
            </a:r>
          </a:p>
        </p:txBody>
      </p:sp>
    </p:spTree>
    <p:extLst>
      <p:ext uri="{BB962C8B-B14F-4D97-AF65-F5344CB8AC3E}">
        <p14:creationId xmlns:p14="http://schemas.microsoft.com/office/powerpoint/2010/main" val="331046465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IUPC CRM February 2025 | Confidential - Third-Party Collaboration Project</a:t>
            </a:r>
          </a:p>
        </p:txBody>
      </p:sp>
    </p:spTree>
    <p:extLst>
      <p:ext uri="{BB962C8B-B14F-4D97-AF65-F5344CB8AC3E}">
        <p14:creationId xmlns:p14="http://schemas.microsoft.com/office/powerpoint/2010/main" val="222337012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IUPC CRM February 2025 | Confidential - Third-Party Collaboration Project</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668311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IUPC CRM February 2025 | Confidential - Third-Party Collaboration Project</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59134285"/>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IUPC CRM February 2025 | Confidential - Third-Party Collaboration Project</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494280"/>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IUPC CRM February 2025 | Confidential - Third-Party Collaboration Project</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43850006"/>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IUPC CRM February 2025 | Confidential - Third-Party Collaboration Project</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1578546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IUPC CRM February 2025 | Confidential - Third-Party Collaboration Project</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220095547"/>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IUPC CRM February 2025 | Confidential - Third-Party Collaboration Project</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8040094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IUPC CRM February 2025 | Confidential - Third-Party Collaboration Project</a:t>
            </a:r>
          </a:p>
        </p:txBody>
      </p:sp>
    </p:spTree>
    <p:extLst>
      <p:ext uri="{BB962C8B-B14F-4D97-AF65-F5344CB8AC3E}">
        <p14:creationId xmlns:p14="http://schemas.microsoft.com/office/powerpoint/2010/main" val="53439291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IUPC CRM February 2025 | Confidential - Third-Party Collaboration Project</a:t>
            </a:r>
          </a:p>
        </p:txBody>
      </p:sp>
    </p:spTree>
    <p:extLst>
      <p:ext uri="{BB962C8B-B14F-4D97-AF65-F5344CB8AC3E}">
        <p14:creationId xmlns:p14="http://schemas.microsoft.com/office/powerpoint/2010/main" val="233813763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IUPC CRM February 2025 | Confidential - Third-Party Collaboration Project</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4360650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IUPC CRM February 2025 | Confidential - Third-Party Collaboration Project</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7936533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IUPC CRM February 2025 | Confidential - Third-Party Collaboration Project</a:t>
            </a:r>
          </a:p>
        </p:txBody>
      </p:sp>
    </p:spTree>
    <p:extLst>
      <p:ext uri="{BB962C8B-B14F-4D97-AF65-F5344CB8AC3E}">
        <p14:creationId xmlns:p14="http://schemas.microsoft.com/office/powerpoint/2010/main" val="128132539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IUPC CRM February 2025 | Confidential - Third-Party Collaboration Project</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7254431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IUPC CRM February 2025 | Confidential - Third-Party Collaboration Project</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679010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IUPC CRM February 2025 | Confidential - Third-Party Collaboration Project</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6977454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IUPC CRM February 2025 | Confidential - Third-Party Collaboration Project</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2216879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IUPC CRM February 2025 | Confidential - Third-Party Collaboration Project</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1513420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IUPC CRM February 2025 | Confidential - Third-Party Collaboration Project</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3508300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IUPC CRM February 2025 | Confidential - Third-Party Collaboration Project</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0504162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IUPC CRM February 2025 | Confidential - Third-Party Collaboration Project</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8329663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IUPC CRM February 2025 | Confidential - Third-Party Collaboration Project</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05448602"/>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IUPC CRM February 2025 | Confidential - Third-Party Collaboration Project</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52882885"/>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IUPC CRM February 2025 | Confidential - Third-Party Collaboration Project</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9406463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IUPC CRM February 2025 | Confidential - Third-Party Collaboration Project</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2407385884"/>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2_DC Steering debriefing_ONCO_grey">
    <p:spTree>
      <p:nvGrpSpPr>
        <p:cNvPr id="1" name=""/>
        <p:cNvGrpSpPr/>
        <p:nvPr/>
      </p:nvGrpSpPr>
      <p:grpSpPr>
        <a:xfrm>
          <a:off x="0" y="0"/>
          <a:ext cx="0" cy="0"/>
          <a:chOff x="0" y="0"/>
          <a:chExt cx="0" cy="0"/>
        </a:xfrm>
      </p:grpSpPr>
      <p:sp>
        <p:nvSpPr>
          <p:cNvPr id="32" name="Table Placeholder 31">
            <a:extLst>
              <a:ext uri="{FF2B5EF4-FFF2-40B4-BE49-F238E27FC236}">
                <a16:creationId xmlns:a16="http://schemas.microsoft.com/office/drawing/2014/main" id="{0923547B-0D3A-2D29-AEA9-BBACED5AB771}"/>
              </a:ext>
            </a:extLst>
          </p:cNvPr>
          <p:cNvSpPr>
            <a:spLocks noGrp="1"/>
          </p:cNvSpPr>
          <p:nvPr>
            <p:ph type="tbl" sz="quarter" idx="26"/>
          </p:nvPr>
        </p:nvSpPr>
        <p:spPr>
          <a:xfrm>
            <a:off x="4008438" y="1412875"/>
            <a:ext cx="7704137" cy="4392613"/>
          </a:xfrm>
        </p:spPr>
        <p:txBody>
          <a:bodyPr/>
          <a:lstStyle>
            <a:lvl1pPr marL="0" indent="0">
              <a:buNone/>
              <a:defRPr sz="1200"/>
            </a:lvl1pPr>
          </a:lstStyle>
          <a:p>
            <a:endParaRPr lang="en-US"/>
          </a:p>
        </p:txBody>
      </p:sp>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Footnote/Abbreviations</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IUPC CRM February 2025 | Confidential - Third-Party Collaboration Project</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7" name="Table Placeholder 26">
            <a:extLst>
              <a:ext uri="{FF2B5EF4-FFF2-40B4-BE49-F238E27FC236}">
                <a16:creationId xmlns:a16="http://schemas.microsoft.com/office/drawing/2014/main" id="{A3347038-3C1E-C623-B466-76A6C2E89DCB}"/>
              </a:ext>
            </a:extLst>
          </p:cNvPr>
          <p:cNvSpPr>
            <a:spLocks noGrp="1"/>
          </p:cNvSpPr>
          <p:nvPr>
            <p:ph type="tbl" sz="quarter" idx="25"/>
          </p:nvPr>
        </p:nvSpPr>
        <p:spPr>
          <a:xfrm>
            <a:off x="478986" y="4227140"/>
            <a:ext cx="2808000" cy="630338"/>
          </a:xfrm>
          <a:noFill/>
        </p:spPr>
        <p:txBody>
          <a:bodyPr/>
          <a:lstStyle>
            <a:lvl1pPr marL="0" indent="0">
              <a:lnSpc>
                <a:spcPct val="100000"/>
              </a:lnSpc>
              <a:spcAft>
                <a:spcPts val="0"/>
              </a:spcAft>
              <a:buNone/>
              <a:defRPr sz="1000"/>
            </a:lvl1pPr>
          </a:lstStyle>
          <a:p>
            <a:endParaRPr lang="en-US"/>
          </a:p>
        </p:txBody>
      </p:sp>
      <p:sp>
        <p:nvSpPr>
          <p:cNvPr id="11" name="Table Placeholder 10">
            <a:extLst>
              <a:ext uri="{FF2B5EF4-FFF2-40B4-BE49-F238E27FC236}">
                <a16:creationId xmlns:a16="http://schemas.microsoft.com/office/drawing/2014/main" id="{8BE2F10B-B60E-0E14-7910-01BC56CCB697}"/>
              </a:ext>
            </a:extLst>
          </p:cNvPr>
          <p:cNvSpPr>
            <a:spLocks noGrp="1"/>
          </p:cNvSpPr>
          <p:nvPr>
            <p:ph type="tbl" sz="quarter" idx="27"/>
          </p:nvPr>
        </p:nvSpPr>
        <p:spPr>
          <a:xfrm>
            <a:off x="479425" y="874750"/>
            <a:ext cx="2808288" cy="3065592"/>
          </a:xfrm>
        </p:spPr>
        <p:txBody>
          <a:bodyPr/>
          <a:lstStyle>
            <a:lvl1pPr marL="0" indent="0">
              <a:buNone/>
              <a:defRPr sz="1000"/>
            </a:lvl1pPr>
          </a:lstStyle>
          <a:p>
            <a:endParaRPr lang="en-US"/>
          </a:p>
        </p:txBody>
      </p:sp>
      <p:sp>
        <p:nvSpPr>
          <p:cNvPr id="14" name="Rectangle 13">
            <a:extLst>
              <a:ext uri="{FF2B5EF4-FFF2-40B4-BE49-F238E27FC236}">
                <a16:creationId xmlns:a16="http://schemas.microsoft.com/office/drawing/2014/main" id="{161B7C5E-94AC-6312-55DD-51DAA13ABED0}"/>
              </a:ext>
            </a:extLst>
          </p:cNvPr>
          <p:cNvSpPr/>
          <p:nvPr userDrawn="1"/>
        </p:nvSpPr>
        <p:spPr bwMode="gray">
          <a:xfrm>
            <a:off x="478986" y="347836"/>
            <a:ext cx="2808000" cy="435600"/>
          </a:xfrm>
          <a:prstGeom prst="rect">
            <a:avLst/>
          </a:prstGeom>
          <a:solidFill>
            <a:srgbClr val="1EAD1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00000"/>
              </a:lnSpc>
            </a:pPr>
            <a:r>
              <a:rPr lang="en-US" sz="1400" b="1">
                <a:solidFill>
                  <a:schemeClr val="tx1"/>
                </a:solidFill>
              </a:rPr>
              <a:t>TA | Cardio-Renal-Metabolic Diseases</a:t>
            </a:r>
          </a:p>
        </p:txBody>
      </p:sp>
      <p:sp>
        <p:nvSpPr>
          <p:cNvPr id="3" name="Table Placeholder 26">
            <a:extLst>
              <a:ext uri="{FF2B5EF4-FFF2-40B4-BE49-F238E27FC236}">
                <a16:creationId xmlns:a16="http://schemas.microsoft.com/office/drawing/2014/main" id="{BE86F379-CB37-BA93-77BB-7B3E0004DAC3}"/>
              </a:ext>
            </a:extLst>
          </p:cNvPr>
          <p:cNvSpPr>
            <a:spLocks noGrp="1"/>
          </p:cNvSpPr>
          <p:nvPr>
            <p:ph type="tbl" sz="quarter" idx="28"/>
          </p:nvPr>
        </p:nvSpPr>
        <p:spPr>
          <a:xfrm>
            <a:off x="478986" y="5084002"/>
            <a:ext cx="2808000" cy="630338"/>
          </a:xfrm>
          <a:noFill/>
        </p:spPr>
        <p:txBody>
          <a:bodyPr/>
          <a:lstStyle>
            <a:lvl1pPr marL="0" indent="0">
              <a:lnSpc>
                <a:spcPct val="100000"/>
              </a:lnSpc>
              <a:spcAft>
                <a:spcPts val="0"/>
              </a:spcAft>
              <a:buNone/>
              <a:defRPr sz="1000"/>
            </a:lvl1pPr>
          </a:lstStyle>
          <a:p>
            <a:endParaRPr lang="en-US"/>
          </a:p>
        </p:txBody>
      </p:sp>
    </p:spTree>
    <p:extLst>
      <p:ext uri="{BB962C8B-B14F-4D97-AF65-F5344CB8AC3E}">
        <p14:creationId xmlns:p14="http://schemas.microsoft.com/office/powerpoint/2010/main" val="142202997"/>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3_DC Steering debriefing_ONCO_grey">
    <p:spTree>
      <p:nvGrpSpPr>
        <p:cNvPr id="1" name=""/>
        <p:cNvGrpSpPr/>
        <p:nvPr/>
      </p:nvGrpSpPr>
      <p:grpSpPr>
        <a:xfrm>
          <a:off x="0" y="0"/>
          <a:ext cx="0" cy="0"/>
          <a:chOff x="0" y="0"/>
          <a:chExt cx="0" cy="0"/>
        </a:xfrm>
      </p:grpSpPr>
      <p:sp>
        <p:nvSpPr>
          <p:cNvPr id="32" name="Table Placeholder 31">
            <a:extLst>
              <a:ext uri="{FF2B5EF4-FFF2-40B4-BE49-F238E27FC236}">
                <a16:creationId xmlns:a16="http://schemas.microsoft.com/office/drawing/2014/main" id="{0923547B-0D3A-2D29-AEA9-BBACED5AB771}"/>
              </a:ext>
            </a:extLst>
          </p:cNvPr>
          <p:cNvSpPr>
            <a:spLocks noGrp="1"/>
          </p:cNvSpPr>
          <p:nvPr>
            <p:ph type="tbl" sz="quarter" idx="26"/>
          </p:nvPr>
        </p:nvSpPr>
        <p:spPr>
          <a:xfrm>
            <a:off x="4008438" y="1412875"/>
            <a:ext cx="7704137" cy="4392613"/>
          </a:xfrm>
        </p:spPr>
        <p:txBody>
          <a:bodyPr/>
          <a:lstStyle>
            <a:lvl1pPr marL="0" indent="0">
              <a:buNone/>
              <a:defRPr sz="1200"/>
            </a:lvl1pPr>
          </a:lstStyle>
          <a:p>
            <a:endParaRPr lang="en-US"/>
          </a:p>
        </p:txBody>
      </p:sp>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Footnote/Abbreviations</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IUPC CRM February 2025 | Confidential - Third-Party Collaboration Project</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4" name="Rectangle 13">
            <a:extLst>
              <a:ext uri="{FF2B5EF4-FFF2-40B4-BE49-F238E27FC236}">
                <a16:creationId xmlns:a16="http://schemas.microsoft.com/office/drawing/2014/main" id="{161B7C5E-94AC-6312-55DD-51DAA13ABED0}"/>
              </a:ext>
            </a:extLst>
          </p:cNvPr>
          <p:cNvSpPr/>
          <p:nvPr userDrawn="1"/>
        </p:nvSpPr>
        <p:spPr bwMode="gray">
          <a:xfrm>
            <a:off x="478986" y="341537"/>
            <a:ext cx="2808000" cy="435377"/>
          </a:xfrm>
          <a:prstGeom prst="rect">
            <a:avLst/>
          </a:prstGeom>
          <a:solidFill>
            <a:srgbClr val="FF841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chorCtr="1"/>
          <a:lstStyle/>
          <a:p>
            <a:pPr algn="ctr">
              <a:lnSpc>
                <a:spcPct val="100000"/>
              </a:lnSpc>
            </a:pPr>
            <a:r>
              <a:rPr lang="en-US" sz="1400" b="1">
                <a:solidFill>
                  <a:schemeClr val="tx1"/>
                </a:solidFill>
              </a:rPr>
              <a:t>TA | CREA - CNS, Retinopathies &amp; Emerging Areas</a:t>
            </a:r>
          </a:p>
        </p:txBody>
      </p:sp>
      <p:sp>
        <p:nvSpPr>
          <p:cNvPr id="3" name="Table Placeholder 26">
            <a:extLst>
              <a:ext uri="{FF2B5EF4-FFF2-40B4-BE49-F238E27FC236}">
                <a16:creationId xmlns:a16="http://schemas.microsoft.com/office/drawing/2014/main" id="{4A06C23D-4148-534A-B347-6A5DC7178BD5}"/>
              </a:ext>
            </a:extLst>
          </p:cNvPr>
          <p:cNvSpPr>
            <a:spLocks noGrp="1"/>
          </p:cNvSpPr>
          <p:nvPr>
            <p:ph type="tbl" sz="quarter" idx="25"/>
          </p:nvPr>
        </p:nvSpPr>
        <p:spPr>
          <a:xfrm>
            <a:off x="478986" y="4227140"/>
            <a:ext cx="2808000" cy="630338"/>
          </a:xfrm>
          <a:noFill/>
        </p:spPr>
        <p:txBody>
          <a:bodyPr/>
          <a:lstStyle>
            <a:lvl1pPr marL="0" indent="0">
              <a:lnSpc>
                <a:spcPct val="100000"/>
              </a:lnSpc>
              <a:spcAft>
                <a:spcPts val="0"/>
              </a:spcAft>
              <a:buNone/>
              <a:defRPr sz="1000"/>
            </a:lvl1pPr>
          </a:lstStyle>
          <a:p>
            <a:endParaRPr lang="en-US"/>
          </a:p>
        </p:txBody>
      </p:sp>
      <p:sp>
        <p:nvSpPr>
          <p:cNvPr id="4" name="Table Placeholder 10">
            <a:extLst>
              <a:ext uri="{FF2B5EF4-FFF2-40B4-BE49-F238E27FC236}">
                <a16:creationId xmlns:a16="http://schemas.microsoft.com/office/drawing/2014/main" id="{F4112ED6-0FFD-AC7F-5E49-ED6C53AE7A8B}"/>
              </a:ext>
            </a:extLst>
          </p:cNvPr>
          <p:cNvSpPr>
            <a:spLocks noGrp="1"/>
          </p:cNvSpPr>
          <p:nvPr>
            <p:ph type="tbl" sz="quarter" idx="27"/>
          </p:nvPr>
        </p:nvSpPr>
        <p:spPr>
          <a:xfrm>
            <a:off x="479425" y="874750"/>
            <a:ext cx="2808288" cy="3065592"/>
          </a:xfrm>
        </p:spPr>
        <p:txBody>
          <a:bodyPr/>
          <a:lstStyle>
            <a:lvl1pPr marL="0" indent="0">
              <a:buNone/>
              <a:defRPr sz="1000"/>
            </a:lvl1pPr>
          </a:lstStyle>
          <a:p>
            <a:endParaRPr lang="en-US"/>
          </a:p>
        </p:txBody>
      </p:sp>
      <p:sp>
        <p:nvSpPr>
          <p:cNvPr id="6" name="Table Placeholder 26">
            <a:extLst>
              <a:ext uri="{FF2B5EF4-FFF2-40B4-BE49-F238E27FC236}">
                <a16:creationId xmlns:a16="http://schemas.microsoft.com/office/drawing/2014/main" id="{347747C7-E973-A661-E2C2-C6A9B050E642}"/>
              </a:ext>
            </a:extLst>
          </p:cNvPr>
          <p:cNvSpPr>
            <a:spLocks noGrp="1"/>
          </p:cNvSpPr>
          <p:nvPr>
            <p:ph type="tbl" sz="quarter" idx="28"/>
          </p:nvPr>
        </p:nvSpPr>
        <p:spPr>
          <a:xfrm>
            <a:off x="478986" y="5084002"/>
            <a:ext cx="2808000" cy="630338"/>
          </a:xfrm>
          <a:noFill/>
        </p:spPr>
        <p:txBody>
          <a:bodyPr/>
          <a:lstStyle>
            <a:lvl1pPr marL="0" indent="0">
              <a:lnSpc>
                <a:spcPct val="100000"/>
              </a:lnSpc>
              <a:spcAft>
                <a:spcPts val="0"/>
              </a:spcAft>
              <a:buNone/>
              <a:defRPr sz="1000"/>
            </a:lvl1pPr>
          </a:lstStyle>
          <a:p>
            <a:endParaRPr lang="en-US"/>
          </a:p>
        </p:txBody>
      </p:sp>
    </p:spTree>
    <p:extLst>
      <p:ext uri="{BB962C8B-B14F-4D97-AF65-F5344CB8AC3E}">
        <p14:creationId xmlns:p14="http://schemas.microsoft.com/office/powerpoint/2010/main" val="3633008097"/>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9A3FF-E6A5-11C3-979D-0BAAE68396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38ED3E-94CC-FDE5-AF13-5CB124AFDC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34C66B-1D18-8843-7805-9C0EEF726E7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9A925D6-B120-7063-DFC1-A70BB05C28E3}"/>
              </a:ext>
            </a:extLst>
          </p:cNvPr>
          <p:cNvSpPr>
            <a:spLocks noGrp="1"/>
          </p:cNvSpPr>
          <p:nvPr>
            <p:ph type="ftr" sz="quarter" idx="11"/>
          </p:nvPr>
        </p:nvSpPr>
        <p:spPr/>
        <p:txBody>
          <a:bodyPr/>
          <a:lstStyle/>
          <a:p>
            <a:r>
              <a:rPr lang="en-US"/>
              <a:t>IUPC CRM February 2025 | Confidential - Third-Party Collaboration Project</a:t>
            </a:r>
            <a:endParaRPr lang="en-IN"/>
          </a:p>
        </p:txBody>
      </p:sp>
      <p:sp>
        <p:nvSpPr>
          <p:cNvPr id="6" name="Slide Number Placeholder 5">
            <a:extLst>
              <a:ext uri="{FF2B5EF4-FFF2-40B4-BE49-F238E27FC236}">
                <a16:creationId xmlns:a16="http://schemas.microsoft.com/office/drawing/2014/main" id="{853D2B98-085D-1293-1CF2-F18F8AF4FE3C}"/>
              </a:ext>
            </a:extLst>
          </p:cNvPr>
          <p:cNvSpPr>
            <a:spLocks noGrp="1"/>
          </p:cNvSpPr>
          <p:nvPr>
            <p:ph type="sldNum" sz="quarter" idx="12"/>
          </p:nvPr>
        </p:nvSpPr>
        <p:spPr/>
        <p:txBody>
          <a:bodyPr/>
          <a:lstStyle/>
          <a:p>
            <a:fld id="{37A10B7D-3887-4C23-84EE-F2B5398F21E4}" type="slidenum">
              <a:rPr lang="en-IN" smtClean="0"/>
              <a:t>‹#›</a:t>
            </a:fld>
            <a:endParaRPr lang="en-IN"/>
          </a:p>
        </p:txBody>
      </p:sp>
    </p:spTree>
    <p:extLst>
      <p:ext uri="{BB962C8B-B14F-4D97-AF65-F5344CB8AC3E}">
        <p14:creationId xmlns:p14="http://schemas.microsoft.com/office/powerpoint/2010/main" val="50851210"/>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4178406882"/>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424943439"/>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269041732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1954781459"/>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77123398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Integrated Customer Plan 2025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030492159"/>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Integrated Customer Plan 2025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0467645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Integrated Customer Plan 2025    |    ONLY FOR INTERNAL USE</a:t>
            </a:r>
          </a:p>
        </p:txBody>
      </p:sp>
    </p:spTree>
    <p:extLst>
      <p:ext uri="{BB962C8B-B14F-4D97-AF65-F5344CB8AC3E}">
        <p14:creationId xmlns:p14="http://schemas.microsoft.com/office/powerpoint/2010/main" val="259423402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Integrated Customer Plan 2025    |    ONLY FOR INTERNAL USE</a:t>
            </a:r>
          </a:p>
        </p:txBody>
      </p:sp>
    </p:spTree>
    <p:extLst>
      <p:ext uri="{BB962C8B-B14F-4D97-AF65-F5344CB8AC3E}">
        <p14:creationId xmlns:p14="http://schemas.microsoft.com/office/powerpoint/2010/main" val="2770519166"/>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Integrated Customer Plan 2025    |    ONLY FOR INTERNAL USE</a:t>
            </a:r>
          </a:p>
        </p:txBody>
      </p:sp>
    </p:spTree>
    <p:extLst>
      <p:ext uri="{BB962C8B-B14F-4D97-AF65-F5344CB8AC3E}">
        <p14:creationId xmlns:p14="http://schemas.microsoft.com/office/powerpoint/2010/main" val="261703880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83296375"/>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Integrated Customer Plan 2025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688104440"/>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Integrated Customer Plan 2025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03411970"/>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Integrated Customer Plan 2025    |    ONLY FOR INTERNAL USE</a:t>
            </a:r>
          </a:p>
        </p:txBody>
      </p:sp>
    </p:spTree>
    <p:extLst>
      <p:ext uri="{BB962C8B-B14F-4D97-AF65-F5344CB8AC3E}">
        <p14:creationId xmlns:p14="http://schemas.microsoft.com/office/powerpoint/2010/main" val="168256757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Integrated Customer Plan 2025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24479771"/>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Integrated Customer Plan 2025    |    ONLY FOR INTERNAL USE</a:t>
            </a:r>
          </a:p>
        </p:txBody>
      </p:sp>
    </p:spTree>
    <p:extLst>
      <p:ext uri="{BB962C8B-B14F-4D97-AF65-F5344CB8AC3E}">
        <p14:creationId xmlns:p14="http://schemas.microsoft.com/office/powerpoint/2010/main" val="96856680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Integrated Customer Plan 2025    |    ONLY FOR INTERNAL USE</a:t>
            </a:r>
          </a:p>
        </p:txBody>
      </p:sp>
    </p:spTree>
    <p:extLst>
      <p:ext uri="{BB962C8B-B14F-4D97-AF65-F5344CB8AC3E}">
        <p14:creationId xmlns:p14="http://schemas.microsoft.com/office/powerpoint/2010/main" val="217451680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Integrated Customer Plan 2025    |    ONLY FOR INTERNAL USE</a:t>
            </a:r>
          </a:p>
        </p:txBody>
      </p:sp>
    </p:spTree>
    <p:extLst>
      <p:ext uri="{BB962C8B-B14F-4D97-AF65-F5344CB8AC3E}">
        <p14:creationId xmlns:p14="http://schemas.microsoft.com/office/powerpoint/2010/main" val="158653757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Integrated Customer Plan 2025    |    ONLY FOR INTERNAL USE</a:t>
            </a:r>
          </a:p>
        </p:txBody>
      </p:sp>
    </p:spTree>
    <p:extLst>
      <p:ext uri="{BB962C8B-B14F-4D97-AF65-F5344CB8AC3E}">
        <p14:creationId xmlns:p14="http://schemas.microsoft.com/office/powerpoint/2010/main" val="398096875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Integrated Customer Plan 2025    |    ONLY FOR INTERNAL USE</a:t>
            </a:r>
          </a:p>
        </p:txBody>
      </p:sp>
    </p:spTree>
    <p:extLst>
      <p:ext uri="{BB962C8B-B14F-4D97-AF65-F5344CB8AC3E}">
        <p14:creationId xmlns:p14="http://schemas.microsoft.com/office/powerpoint/2010/main" val="36110710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Integrated Customer Plan 2025    |    ONLY FOR INTERNAL USE</a:t>
            </a:r>
          </a:p>
        </p:txBody>
      </p:sp>
    </p:spTree>
    <p:extLst>
      <p:ext uri="{BB962C8B-B14F-4D97-AF65-F5344CB8AC3E}">
        <p14:creationId xmlns:p14="http://schemas.microsoft.com/office/powerpoint/2010/main" val="355906777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Integrated Customer Plan 2025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48994287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Integrated Customer Plan 2025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719154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Integrated Customer Plan 2025    |    ONLY FOR INTERNAL USE</a:t>
            </a:r>
          </a:p>
        </p:txBody>
      </p:sp>
    </p:spTree>
    <p:extLst>
      <p:ext uri="{BB962C8B-B14F-4D97-AF65-F5344CB8AC3E}">
        <p14:creationId xmlns:p14="http://schemas.microsoft.com/office/powerpoint/2010/main" val="337886732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Integrated Customer Plan 2025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329093795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Integrated Customer Plan 2025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408717644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Integrated Customer Plan 2025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55989094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Integrated Customer Plan 2025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118816888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Integrated Customer Plan 2025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77286675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Integrated Customer Plan 2025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379471959"/>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Integrated Customer Plan 2025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505433764"/>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2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383801431"/>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3_One content_Strategic">
    <p:bg>
      <p:bgPr>
        <a:solidFill>
          <a:schemeClr val="bg1"/>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675585544"/>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4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407508818"/>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5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996736944"/>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6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878361886"/>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7_One content_Strategic">
    <p:bg>
      <p:bgPr>
        <a:solidFill>
          <a:srgbClr val="EFEEEB"/>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186864865"/>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3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Patients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2662214996"/>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4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992819479"/>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userDrawn="1">
  <p:cSld name="5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1788781047"/>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userDrawn="1">
  <p:cSld name="6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253293899"/>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7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1128221233"/>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8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1756489492"/>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userDrawn="1">
  <p:cSld name="9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3137629669"/>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userDrawn="1">
  <p:cSld name="10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 learnings</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Integrated Customer Plan 2025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334995109"/>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Integrated Customer Plan 2025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5337411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Integrated Customer Plan 2025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974856098"/>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05554-B6AD-63F8-1AA4-A8AB69BEFEF7}"/>
              </a:ext>
            </a:extLst>
          </p:cNvPr>
          <p:cNvSpPr>
            <a:spLocks noGrp="1"/>
          </p:cNvSpPr>
          <p:nvPr>
            <p:ph type="title"/>
          </p:nvPr>
        </p:nvSpPr>
        <p:spPr/>
        <p:txBody>
          <a:bodyPr/>
          <a:lstStyle/>
          <a:p>
            <a:r>
              <a:rPr lang="en-US" altLang="zh-CN"/>
              <a:t>Click to edit Master title style</a:t>
            </a:r>
            <a:endParaRPr lang="zh-CN" altLang="en-US"/>
          </a:p>
        </p:txBody>
      </p:sp>
      <p:sp>
        <p:nvSpPr>
          <p:cNvPr id="3" name="Footer Placeholder 2">
            <a:extLst>
              <a:ext uri="{FF2B5EF4-FFF2-40B4-BE49-F238E27FC236}">
                <a16:creationId xmlns:a16="http://schemas.microsoft.com/office/drawing/2014/main" id="{9D86B362-7DA5-C70C-1FCD-65E53E7F4F08}"/>
              </a:ext>
            </a:extLst>
          </p:cNvPr>
          <p:cNvSpPr>
            <a:spLocks noGrp="1"/>
          </p:cNvSpPr>
          <p:nvPr>
            <p:ph type="ftr" sz="quarter" idx="10"/>
          </p:nvPr>
        </p:nvSpPr>
        <p:spPr/>
        <p:txBody>
          <a:bodyPr/>
          <a:lstStyle/>
          <a:p>
            <a:r>
              <a:rPr lang="en-US"/>
              <a:t>Presentation title    |    ONLY FOR INTERNAL USE</a:t>
            </a:r>
          </a:p>
        </p:txBody>
      </p:sp>
      <p:sp>
        <p:nvSpPr>
          <p:cNvPr id="4" name="Slide Number Placeholder 3">
            <a:extLst>
              <a:ext uri="{FF2B5EF4-FFF2-40B4-BE49-F238E27FC236}">
                <a16:creationId xmlns:a16="http://schemas.microsoft.com/office/drawing/2014/main" id="{E7CE197E-030F-DD4E-5893-C2F0D304848B}"/>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98510133"/>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B1462-7ED3-D76E-199A-D77FA93C1D1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31C5492-FDD3-0DB9-59A4-589A9CEB0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C4461D7-04FD-9D8F-47A3-808C5DAEA88A}"/>
              </a:ext>
            </a:extLst>
          </p:cNvPr>
          <p:cNvSpPr>
            <a:spLocks noGrp="1"/>
          </p:cNvSpPr>
          <p:nvPr>
            <p:ph type="dt" sz="half" idx="10"/>
          </p:nvPr>
        </p:nvSpPr>
        <p:spPr/>
        <p:txBody>
          <a:bodyPr/>
          <a:lstStyle/>
          <a:p>
            <a:fld id="{2A5A983B-E0A0-4267-83A2-CCD5FA6E1EC9}"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4B98773B-CCFB-450E-B2AA-C521930CE3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C2CB56-31EC-06C3-E47D-2BB4203AAFDC}"/>
              </a:ext>
            </a:extLst>
          </p:cNvPr>
          <p:cNvSpPr>
            <a:spLocks noGrp="1"/>
          </p:cNvSpPr>
          <p:nvPr>
            <p:ph type="sldNum" sz="quarter" idx="12"/>
          </p:nvPr>
        </p:nvSpPr>
        <p:spPr/>
        <p:txBody>
          <a:bodyPr/>
          <a:lstStyle/>
          <a:p>
            <a:fld id="{F4E2322D-1A4E-4A47-8E14-CE8E8685548E}" type="slidenum">
              <a:rPr lang="zh-CN" altLang="en-US" smtClean="0"/>
              <a:t>‹#›</a:t>
            </a:fld>
            <a:endParaRPr lang="zh-CN" altLang="en-US"/>
          </a:p>
        </p:txBody>
      </p:sp>
    </p:spTree>
    <p:extLst>
      <p:ext uri="{BB962C8B-B14F-4D97-AF65-F5344CB8AC3E}">
        <p14:creationId xmlns:p14="http://schemas.microsoft.com/office/powerpoint/2010/main" val="1291871827"/>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showMasterSp="0"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US" noProof="0" smtClean="0"/>
              <a:t>1/5/2026</a:t>
            </a:fld>
            <a:endParaRPr lang="en-US" noProof="0"/>
          </a:p>
        </p:txBody>
      </p:sp>
      <p:sp>
        <p:nvSpPr>
          <p:cNvPr id="5" name="Fußzeilenplatzhalter 4"/>
          <p:cNvSpPr>
            <a:spLocks noGrp="1"/>
          </p:cNvSpPr>
          <p:nvPr>
            <p:ph type="ftr" sz="quarter" idx="11"/>
          </p:nvPr>
        </p:nvSpPr>
        <p:spPr/>
        <p:txBody>
          <a:bodyPr/>
          <a:lstStyle/>
          <a:p>
            <a:r>
              <a:rPr lang="en-US"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US" noProof="0" smtClean="0"/>
              <a:t>‹#›</a:t>
            </a:fld>
            <a:endParaRPr lang="en-US"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8" y="6485508"/>
            <a:ext cx="840361" cy="254013"/>
          </a:xfrm>
          <a:prstGeom prst="rect">
            <a:avLst/>
          </a:prstGeom>
        </p:spPr>
      </p:pic>
    </p:spTree>
    <p:extLst>
      <p:ext uri="{BB962C8B-B14F-4D97-AF65-F5344CB8AC3E}">
        <p14:creationId xmlns:p14="http://schemas.microsoft.com/office/powerpoint/2010/main" val="354639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2"/>
                </a:solidFill>
              </a:defRPr>
            </a:lvl2pPr>
            <a:lvl3pPr marL="0" indent="0" algn="l">
              <a:lnSpc>
                <a:spcPct val="100000"/>
              </a:lnSpc>
              <a:spcBef>
                <a:spcPts val="0"/>
              </a:spcBef>
              <a:spcAft>
                <a:spcPts val="0"/>
              </a:spcAft>
              <a:buFont typeface="Arial" panose="020B0604020202090204" pitchFamily="34" charset="0"/>
              <a:buNone/>
              <a:defRPr sz="1600" b="0">
                <a:solidFill>
                  <a:schemeClr val="bg2"/>
                </a:solidFill>
              </a:defRPr>
            </a:lvl3pPr>
            <a:lvl4pPr marL="0" indent="0" algn="l">
              <a:lnSpc>
                <a:spcPct val="100000"/>
              </a:lnSpc>
              <a:spcBef>
                <a:spcPts val="0"/>
              </a:spcBef>
              <a:spcAft>
                <a:spcPts val="0"/>
              </a:spcAft>
              <a:buFont typeface="Arial" panose="020B0604020202090204" pitchFamily="34" charset="0"/>
              <a:buNone/>
              <a:defRPr sz="1600" b="0">
                <a:solidFill>
                  <a:schemeClr val="bg2"/>
                </a:solidFill>
              </a:defRPr>
            </a:lvl4pPr>
            <a:lvl5pPr marL="0" indent="0" algn="l">
              <a:lnSpc>
                <a:spcPct val="100000"/>
              </a:lnSpc>
              <a:spcBef>
                <a:spcPts val="0"/>
              </a:spcBef>
              <a:spcAft>
                <a:spcPts val="0"/>
              </a:spcAft>
              <a:buFont typeface="Arial" panose="020B0604020202090204" pitchFamily="34" charset="0"/>
              <a:buNone/>
              <a:defRPr sz="1600" b="0">
                <a:solidFill>
                  <a:schemeClr val="bg2"/>
                </a:solidFill>
              </a:defRPr>
            </a:lvl5pPr>
            <a:lvl6pPr marL="0" indent="0" algn="l">
              <a:lnSpc>
                <a:spcPct val="100000"/>
              </a:lnSpc>
              <a:spcBef>
                <a:spcPts val="0"/>
              </a:spcBef>
              <a:spcAft>
                <a:spcPts val="0"/>
              </a:spcAft>
              <a:buFont typeface="Arial" panose="020B0604020202090204" pitchFamily="34" charset="0"/>
              <a:buNone/>
              <a:defRPr sz="1600" b="0">
                <a:solidFill>
                  <a:schemeClr val="bg2"/>
                </a:solidFill>
              </a:defRPr>
            </a:lvl6pPr>
            <a:lvl7pPr marL="0" indent="0" algn="l">
              <a:lnSpc>
                <a:spcPct val="100000"/>
              </a:lnSpc>
              <a:spcBef>
                <a:spcPts val="0"/>
              </a:spcBef>
              <a:spcAft>
                <a:spcPts val="0"/>
              </a:spcAft>
              <a:buFont typeface="Arial" panose="020B0604020202090204" pitchFamily="34" charset="0"/>
              <a:buNone/>
              <a:defRPr sz="1600" b="0">
                <a:solidFill>
                  <a:schemeClr val="bg2"/>
                </a:solidFill>
              </a:defRPr>
            </a:lvl7pPr>
            <a:lvl8pPr marL="0" indent="0" algn="l">
              <a:lnSpc>
                <a:spcPct val="100000"/>
              </a:lnSpc>
              <a:spcBef>
                <a:spcPts val="0"/>
              </a:spcBef>
              <a:spcAft>
                <a:spcPts val="0"/>
              </a:spcAft>
              <a:buFont typeface="Arial" panose="020B0604020202090204" pitchFamily="34" charset="0"/>
              <a:buNone/>
              <a:defRPr sz="1600" b="0">
                <a:solidFill>
                  <a:schemeClr val="bg2"/>
                </a:solidFill>
              </a:defRPr>
            </a:lvl8pPr>
            <a:lvl9pPr marL="0" indent="0" algn="l">
              <a:lnSpc>
                <a:spcPct val="100000"/>
              </a:lnSpc>
              <a:spcBef>
                <a:spcPts val="0"/>
              </a:spcBef>
              <a:spcAft>
                <a:spcPts val="0"/>
              </a:spcAft>
              <a:buFont typeface="Arial" panose="020B060402020209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554045655"/>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1"/>
                </a:solidFill>
              </a:defRPr>
            </a:lvl2pPr>
            <a:lvl3pPr marL="0" indent="0" algn="l">
              <a:lnSpc>
                <a:spcPct val="100000"/>
              </a:lnSpc>
              <a:spcBef>
                <a:spcPts val="0"/>
              </a:spcBef>
              <a:spcAft>
                <a:spcPts val="0"/>
              </a:spcAft>
              <a:buFont typeface="Arial" panose="020B0604020202090204" pitchFamily="34" charset="0"/>
              <a:buNone/>
              <a:defRPr sz="1600" b="0">
                <a:solidFill>
                  <a:schemeClr val="bg1"/>
                </a:solidFill>
              </a:defRPr>
            </a:lvl3pPr>
            <a:lvl4pPr marL="0" indent="0" algn="l">
              <a:lnSpc>
                <a:spcPct val="100000"/>
              </a:lnSpc>
              <a:spcBef>
                <a:spcPts val="0"/>
              </a:spcBef>
              <a:spcAft>
                <a:spcPts val="0"/>
              </a:spcAft>
              <a:buFont typeface="Arial" panose="020B0604020202090204" pitchFamily="34" charset="0"/>
              <a:buNone/>
              <a:defRPr sz="1600" b="0">
                <a:solidFill>
                  <a:schemeClr val="bg1"/>
                </a:solidFill>
              </a:defRPr>
            </a:lvl4pPr>
            <a:lvl5pPr marL="0" indent="0" algn="l">
              <a:lnSpc>
                <a:spcPct val="100000"/>
              </a:lnSpc>
              <a:spcBef>
                <a:spcPts val="0"/>
              </a:spcBef>
              <a:spcAft>
                <a:spcPts val="0"/>
              </a:spcAft>
              <a:buFont typeface="Arial" panose="020B0604020202090204" pitchFamily="34" charset="0"/>
              <a:buNone/>
              <a:defRPr sz="1600" b="0">
                <a:solidFill>
                  <a:schemeClr val="bg1"/>
                </a:solidFill>
              </a:defRPr>
            </a:lvl5pPr>
            <a:lvl6pPr marL="0" indent="0" algn="l">
              <a:lnSpc>
                <a:spcPct val="100000"/>
              </a:lnSpc>
              <a:spcBef>
                <a:spcPts val="0"/>
              </a:spcBef>
              <a:spcAft>
                <a:spcPts val="0"/>
              </a:spcAft>
              <a:buFont typeface="Arial" panose="020B0604020202090204" pitchFamily="34" charset="0"/>
              <a:buNone/>
              <a:defRPr sz="1600" b="0">
                <a:solidFill>
                  <a:schemeClr val="bg1"/>
                </a:solidFill>
              </a:defRPr>
            </a:lvl6pPr>
            <a:lvl7pPr marL="0" indent="0" algn="l">
              <a:lnSpc>
                <a:spcPct val="100000"/>
              </a:lnSpc>
              <a:spcBef>
                <a:spcPts val="0"/>
              </a:spcBef>
              <a:spcAft>
                <a:spcPts val="0"/>
              </a:spcAft>
              <a:buFont typeface="Arial" panose="020B0604020202090204" pitchFamily="34" charset="0"/>
              <a:buNone/>
              <a:defRPr sz="1600" b="0">
                <a:solidFill>
                  <a:schemeClr val="bg1"/>
                </a:solidFill>
              </a:defRPr>
            </a:lvl7pPr>
            <a:lvl8pPr marL="0" indent="0" algn="l">
              <a:lnSpc>
                <a:spcPct val="100000"/>
              </a:lnSpc>
              <a:spcBef>
                <a:spcPts val="0"/>
              </a:spcBef>
              <a:spcAft>
                <a:spcPts val="0"/>
              </a:spcAft>
              <a:buFont typeface="Arial" panose="020B0604020202090204" pitchFamily="34" charset="0"/>
              <a:buNone/>
              <a:defRPr sz="1600" b="0">
                <a:solidFill>
                  <a:schemeClr val="bg1"/>
                </a:solidFill>
              </a:defRPr>
            </a:lvl8pPr>
            <a:lvl9pPr marL="0" indent="0" algn="l">
              <a:lnSpc>
                <a:spcPct val="100000"/>
              </a:lnSpc>
              <a:spcBef>
                <a:spcPts val="0"/>
              </a:spcBef>
              <a:spcAft>
                <a:spcPts val="0"/>
              </a:spcAft>
              <a:buFont typeface="Arial" panose="020B060402020209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4015303134"/>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1"/>
                </a:solidFill>
              </a:defRPr>
            </a:lvl2pPr>
            <a:lvl3pPr marL="0" indent="0" algn="l">
              <a:lnSpc>
                <a:spcPct val="100000"/>
              </a:lnSpc>
              <a:spcBef>
                <a:spcPts val="0"/>
              </a:spcBef>
              <a:spcAft>
                <a:spcPts val="0"/>
              </a:spcAft>
              <a:buFont typeface="Arial" panose="020B0604020202090204" pitchFamily="34" charset="0"/>
              <a:buNone/>
              <a:defRPr sz="1600" b="0">
                <a:solidFill>
                  <a:schemeClr val="bg1"/>
                </a:solidFill>
              </a:defRPr>
            </a:lvl3pPr>
            <a:lvl4pPr marL="0" indent="0" algn="l">
              <a:lnSpc>
                <a:spcPct val="100000"/>
              </a:lnSpc>
              <a:spcBef>
                <a:spcPts val="0"/>
              </a:spcBef>
              <a:spcAft>
                <a:spcPts val="0"/>
              </a:spcAft>
              <a:buFont typeface="Arial" panose="020B0604020202090204" pitchFamily="34" charset="0"/>
              <a:buNone/>
              <a:defRPr sz="1600" b="0">
                <a:solidFill>
                  <a:schemeClr val="bg1"/>
                </a:solidFill>
              </a:defRPr>
            </a:lvl4pPr>
            <a:lvl5pPr marL="0" indent="0" algn="l">
              <a:lnSpc>
                <a:spcPct val="100000"/>
              </a:lnSpc>
              <a:spcBef>
                <a:spcPts val="0"/>
              </a:spcBef>
              <a:spcAft>
                <a:spcPts val="0"/>
              </a:spcAft>
              <a:buFont typeface="Arial" panose="020B0604020202090204" pitchFamily="34" charset="0"/>
              <a:buNone/>
              <a:defRPr sz="1600" b="0">
                <a:solidFill>
                  <a:schemeClr val="bg1"/>
                </a:solidFill>
              </a:defRPr>
            </a:lvl5pPr>
            <a:lvl6pPr marL="0" indent="0" algn="l">
              <a:lnSpc>
                <a:spcPct val="100000"/>
              </a:lnSpc>
              <a:spcBef>
                <a:spcPts val="0"/>
              </a:spcBef>
              <a:spcAft>
                <a:spcPts val="0"/>
              </a:spcAft>
              <a:buFont typeface="Arial" panose="020B0604020202090204" pitchFamily="34" charset="0"/>
              <a:buNone/>
              <a:defRPr sz="1600" b="0">
                <a:solidFill>
                  <a:schemeClr val="bg1"/>
                </a:solidFill>
              </a:defRPr>
            </a:lvl6pPr>
            <a:lvl7pPr marL="0" indent="0" algn="l">
              <a:lnSpc>
                <a:spcPct val="100000"/>
              </a:lnSpc>
              <a:spcBef>
                <a:spcPts val="0"/>
              </a:spcBef>
              <a:spcAft>
                <a:spcPts val="0"/>
              </a:spcAft>
              <a:buFont typeface="Arial" panose="020B0604020202090204" pitchFamily="34" charset="0"/>
              <a:buNone/>
              <a:defRPr sz="1600" b="0">
                <a:solidFill>
                  <a:schemeClr val="bg1"/>
                </a:solidFill>
              </a:defRPr>
            </a:lvl7pPr>
            <a:lvl8pPr marL="0" indent="0" algn="l">
              <a:lnSpc>
                <a:spcPct val="100000"/>
              </a:lnSpc>
              <a:spcBef>
                <a:spcPts val="0"/>
              </a:spcBef>
              <a:spcAft>
                <a:spcPts val="0"/>
              </a:spcAft>
              <a:buFont typeface="Arial" panose="020B0604020202090204" pitchFamily="34" charset="0"/>
              <a:buNone/>
              <a:defRPr sz="1600" b="0">
                <a:solidFill>
                  <a:schemeClr val="bg1"/>
                </a:solidFill>
              </a:defRPr>
            </a:lvl8pPr>
            <a:lvl9pPr marL="0" indent="0" algn="l">
              <a:lnSpc>
                <a:spcPct val="100000"/>
              </a:lnSpc>
              <a:spcBef>
                <a:spcPts val="0"/>
              </a:spcBef>
              <a:spcAft>
                <a:spcPts val="0"/>
              </a:spcAft>
              <a:buFont typeface="Arial" panose="020B060402020209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0" hasCustomPrompt="1"/>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p:cNvSpPr>
            <a:spLocks noGrp="1"/>
          </p:cNvSpPr>
          <p:nvPr>
            <p:ph type="body" sz="quarter" idx="31" hasCustomPrompt="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p:cNvGrpSpPr/>
          <p:nvPr userDrawn="1"/>
        </p:nvGrpSpPr>
        <p:grpSpPr bwMode="gray">
          <a:xfrm>
            <a:off x="-1896888" y="0"/>
            <a:ext cx="1715078" cy="3744416"/>
            <a:chOff x="-1824880" y="2708920"/>
            <a:chExt cx="1715078" cy="3744416"/>
          </a:xfrm>
        </p:grpSpPr>
        <p:sp>
          <p:nvSpPr>
            <p:cNvPr id="8" name="TextBox 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0" name="TextBox 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3938475"/>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2"/>
                </a:solidFill>
              </a:defRPr>
            </a:lvl2pPr>
            <a:lvl3pPr marL="0" indent="0" algn="l">
              <a:lnSpc>
                <a:spcPct val="100000"/>
              </a:lnSpc>
              <a:spcBef>
                <a:spcPts val="0"/>
              </a:spcBef>
              <a:spcAft>
                <a:spcPts val="0"/>
              </a:spcAft>
              <a:buFont typeface="Arial" panose="020B0604020202090204" pitchFamily="34" charset="0"/>
              <a:buNone/>
              <a:defRPr sz="1600" b="0">
                <a:solidFill>
                  <a:schemeClr val="bg2"/>
                </a:solidFill>
              </a:defRPr>
            </a:lvl3pPr>
            <a:lvl4pPr marL="0" indent="0" algn="l">
              <a:lnSpc>
                <a:spcPct val="100000"/>
              </a:lnSpc>
              <a:spcBef>
                <a:spcPts val="0"/>
              </a:spcBef>
              <a:spcAft>
                <a:spcPts val="0"/>
              </a:spcAft>
              <a:buFont typeface="Arial" panose="020B0604020202090204" pitchFamily="34" charset="0"/>
              <a:buNone/>
              <a:defRPr sz="1600" b="0">
                <a:solidFill>
                  <a:schemeClr val="bg2"/>
                </a:solidFill>
              </a:defRPr>
            </a:lvl4pPr>
            <a:lvl5pPr marL="0" indent="0" algn="l">
              <a:lnSpc>
                <a:spcPct val="100000"/>
              </a:lnSpc>
              <a:spcBef>
                <a:spcPts val="0"/>
              </a:spcBef>
              <a:spcAft>
                <a:spcPts val="0"/>
              </a:spcAft>
              <a:buFont typeface="Arial" panose="020B0604020202090204" pitchFamily="34" charset="0"/>
              <a:buNone/>
              <a:defRPr sz="1600" b="0">
                <a:solidFill>
                  <a:schemeClr val="bg2"/>
                </a:solidFill>
              </a:defRPr>
            </a:lvl5pPr>
            <a:lvl6pPr marL="0" indent="0" algn="l">
              <a:lnSpc>
                <a:spcPct val="100000"/>
              </a:lnSpc>
              <a:spcBef>
                <a:spcPts val="0"/>
              </a:spcBef>
              <a:spcAft>
                <a:spcPts val="0"/>
              </a:spcAft>
              <a:buFont typeface="Arial" panose="020B0604020202090204" pitchFamily="34" charset="0"/>
              <a:buNone/>
              <a:defRPr sz="1600" b="0">
                <a:solidFill>
                  <a:schemeClr val="bg2"/>
                </a:solidFill>
              </a:defRPr>
            </a:lvl6pPr>
            <a:lvl7pPr marL="0" indent="0" algn="l">
              <a:lnSpc>
                <a:spcPct val="100000"/>
              </a:lnSpc>
              <a:spcBef>
                <a:spcPts val="0"/>
              </a:spcBef>
              <a:spcAft>
                <a:spcPts val="0"/>
              </a:spcAft>
              <a:buFont typeface="Arial" panose="020B0604020202090204" pitchFamily="34" charset="0"/>
              <a:buNone/>
              <a:defRPr sz="1600" b="0">
                <a:solidFill>
                  <a:schemeClr val="bg2"/>
                </a:solidFill>
              </a:defRPr>
            </a:lvl7pPr>
            <a:lvl8pPr marL="0" indent="0" algn="l">
              <a:lnSpc>
                <a:spcPct val="100000"/>
              </a:lnSpc>
              <a:spcBef>
                <a:spcPts val="0"/>
              </a:spcBef>
              <a:spcAft>
                <a:spcPts val="0"/>
              </a:spcAft>
              <a:buFont typeface="Arial" panose="020B0604020202090204" pitchFamily="34" charset="0"/>
              <a:buNone/>
              <a:defRPr sz="1600" b="0">
                <a:solidFill>
                  <a:schemeClr val="bg2"/>
                </a:solidFill>
              </a:defRPr>
            </a:lvl8pPr>
            <a:lvl9pPr marL="0" indent="0" algn="l">
              <a:lnSpc>
                <a:spcPct val="100000"/>
              </a:lnSpc>
              <a:spcBef>
                <a:spcPts val="0"/>
              </a:spcBef>
              <a:spcAft>
                <a:spcPts val="0"/>
              </a:spcAft>
              <a:buFont typeface="Arial" panose="020B060402020209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p:cNvSpPr>
            <a:spLocks noGrp="1"/>
          </p:cNvSpPr>
          <p:nvPr>
            <p:ph type="body" sz="quarter" idx="30" hasCustomPrompt="1"/>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p:cNvSpPr>
            <a:spLocks noGrp="1"/>
          </p:cNvSpPr>
          <p:nvPr>
            <p:ph type="body" sz="quarter" idx="31" hasCustomPrompt="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p:cNvGrpSpPr/>
          <p:nvPr userDrawn="1"/>
        </p:nvGrpSpPr>
        <p:grpSpPr bwMode="gray">
          <a:xfrm>
            <a:off x="-1896888" y="0"/>
            <a:ext cx="1715078" cy="3744416"/>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42005386"/>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1"/>
                </a:solidFill>
              </a:defRPr>
            </a:lvl2pPr>
            <a:lvl3pPr marL="0" indent="0" algn="l">
              <a:lnSpc>
                <a:spcPct val="100000"/>
              </a:lnSpc>
              <a:spcBef>
                <a:spcPts val="0"/>
              </a:spcBef>
              <a:spcAft>
                <a:spcPts val="0"/>
              </a:spcAft>
              <a:buFont typeface="Arial" panose="020B0604020202090204" pitchFamily="34" charset="0"/>
              <a:buNone/>
              <a:defRPr sz="1600" b="0">
                <a:solidFill>
                  <a:schemeClr val="bg1"/>
                </a:solidFill>
              </a:defRPr>
            </a:lvl3pPr>
            <a:lvl4pPr marL="0" indent="0" algn="l">
              <a:lnSpc>
                <a:spcPct val="100000"/>
              </a:lnSpc>
              <a:spcBef>
                <a:spcPts val="0"/>
              </a:spcBef>
              <a:spcAft>
                <a:spcPts val="0"/>
              </a:spcAft>
              <a:buFont typeface="Arial" panose="020B0604020202090204" pitchFamily="34" charset="0"/>
              <a:buNone/>
              <a:defRPr sz="1600" b="0">
                <a:solidFill>
                  <a:schemeClr val="bg1"/>
                </a:solidFill>
              </a:defRPr>
            </a:lvl4pPr>
            <a:lvl5pPr marL="0" indent="0" algn="l">
              <a:lnSpc>
                <a:spcPct val="100000"/>
              </a:lnSpc>
              <a:spcBef>
                <a:spcPts val="0"/>
              </a:spcBef>
              <a:spcAft>
                <a:spcPts val="0"/>
              </a:spcAft>
              <a:buFont typeface="Arial" panose="020B0604020202090204" pitchFamily="34" charset="0"/>
              <a:buNone/>
              <a:defRPr sz="1600" b="0">
                <a:solidFill>
                  <a:schemeClr val="bg1"/>
                </a:solidFill>
              </a:defRPr>
            </a:lvl5pPr>
            <a:lvl6pPr marL="0" indent="0" algn="l">
              <a:lnSpc>
                <a:spcPct val="100000"/>
              </a:lnSpc>
              <a:spcBef>
                <a:spcPts val="0"/>
              </a:spcBef>
              <a:spcAft>
                <a:spcPts val="0"/>
              </a:spcAft>
              <a:buFont typeface="Arial" panose="020B0604020202090204" pitchFamily="34" charset="0"/>
              <a:buNone/>
              <a:defRPr sz="1600" b="0">
                <a:solidFill>
                  <a:schemeClr val="bg1"/>
                </a:solidFill>
              </a:defRPr>
            </a:lvl6pPr>
            <a:lvl7pPr marL="0" indent="0" algn="l">
              <a:lnSpc>
                <a:spcPct val="100000"/>
              </a:lnSpc>
              <a:spcBef>
                <a:spcPts val="0"/>
              </a:spcBef>
              <a:spcAft>
                <a:spcPts val="0"/>
              </a:spcAft>
              <a:buFont typeface="Arial" panose="020B0604020202090204" pitchFamily="34" charset="0"/>
              <a:buNone/>
              <a:defRPr sz="1600" b="0">
                <a:solidFill>
                  <a:schemeClr val="bg1"/>
                </a:solidFill>
              </a:defRPr>
            </a:lvl7pPr>
            <a:lvl8pPr marL="0" indent="0" algn="l">
              <a:lnSpc>
                <a:spcPct val="100000"/>
              </a:lnSpc>
              <a:spcBef>
                <a:spcPts val="0"/>
              </a:spcBef>
              <a:spcAft>
                <a:spcPts val="0"/>
              </a:spcAft>
              <a:buFont typeface="Arial" panose="020B0604020202090204" pitchFamily="34" charset="0"/>
              <a:buNone/>
              <a:defRPr sz="1600" b="0">
                <a:solidFill>
                  <a:schemeClr val="bg1"/>
                </a:solidFill>
              </a:defRPr>
            </a:lvl8pPr>
            <a:lvl9pPr marL="0" indent="0" algn="l">
              <a:lnSpc>
                <a:spcPct val="100000"/>
              </a:lnSpc>
              <a:spcBef>
                <a:spcPts val="0"/>
              </a:spcBef>
              <a:spcAft>
                <a:spcPts val="0"/>
              </a:spcAft>
              <a:buFont typeface="Arial" panose="020B060402020209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defRPr sz="1200" b="0"/>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Add picture</a:t>
            </a: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1" hasCustomPrompt="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p:cNvGrpSpPr/>
          <p:nvPr userDrawn="1"/>
        </p:nvGrpSpPr>
        <p:grpSpPr bwMode="gray">
          <a:xfrm>
            <a:off x="-1896888" y="0"/>
            <a:ext cx="1715078" cy="3744416"/>
            <a:chOff x="-1824880" y="2708920"/>
            <a:chExt cx="1715078" cy="3744416"/>
          </a:xfrm>
        </p:grpSpPr>
        <p:sp>
          <p:nvSpPr>
            <p:cNvPr id="12" name="TextBox 11"/>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5" name="TextBox 14"/>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14608203"/>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45" indent="-360045">
              <a:spcBef>
                <a:spcPts val="1800"/>
              </a:spcBef>
              <a:buFont typeface="+mj-lt"/>
              <a:buAutoNum type="arabicPeriod"/>
              <a:defRPr sz="2000"/>
            </a:lvl1pPr>
            <a:lvl2pPr marL="539750" indent="-179705">
              <a:spcBef>
                <a:spcPts val="200"/>
              </a:spcBef>
              <a:spcAft>
                <a:spcPts val="200"/>
              </a:spcAft>
              <a:buFont typeface="Arial" panose="020B0604020202090204" pitchFamily="34" charset="0"/>
              <a:buChar char="•"/>
              <a:defRPr/>
            </a:lvl2pPr>
            <a:lvl3pPr marL="539750" indent="-179705">
              <a:spcBef>
                <a:spcPts val="200"/>
              </a:spcBef>
              <a:spcAft>
                <a:spcPts val="200"/>
              </a:spcAft>
              <a:buFont typeface="Arial" panose="020B0604020202090204" pitchFamily="34" charset="0"/>
              <a:buChar char="•"/>
              <a:defRPr/>
            </a:lvl3pPr>
            <a:lvl4pPr marL="539750" indent="-179705">
              <a:spcBef>
                <a:spcPts val="200"/>
              </a:spcBef>
              <a:spcAft>
                <a:spcPts val="200"/>
              </a:spcAft>
              <a:buFont typeface="Arial" panose="020B0604020202090204" pitchFamily="34" charset="0"/>
              <a:buChar char="•"/>
              <a:defRPr/>
            </a:lvl4pPr>
            <a:lvl5pPr marL="539750" indent="-179705">
              <a:spcBef>
                <a:spcPts val="200"/>
              </a:spcBef>
              <a:spcAft>
                <a:spcPts val="200"/>
              </a:spcAft>
              <a:buFont typeface="Arial" panose="020B0604020202090204" pitchFamily="34" charset="0"/>
              <a:buChar char="•"/>
              <a:defRPr sz="1600"/>
            </a:lvl5pPr>
            <a:lvl6pPr marL="539750" indent="-179705">
              <a:spcBef>
                <a:spcPts val="200"/>
              </a:spcBef>
              <a:spcAft>
                <a:spcPts val="200"/>
              </a:spcAft>
              <a:buFont typeface="Arial" panose="020B0604020202090204" pitchFamily="34" charset="0"/>
              <a:buChar char="•"/>
              <a:defRPr sz="1600"/>
            </a:lvl6pPr>
            <a:lvl7pPr marL="539750" indent="-179705">
              <a:spcBef>
                <a:spcPts val="200"/>
              </a:spcBef>
              <a:spcAft>
                <a:spcPts val="200"/>
              </a:spcAft>
              <a:buFont typeface="Arial" panose="020B0604020202090204" pitchFamily="34" charset="0"/>
              <a:buChar char="•"/>
              <a:defRPr sz="1600"/>
            </a:lvl7pPr>
            <a:lvl8pPr marL="539750" indent="-179705">
              <a:spcBef>
                <a:spcPts val="200"/>
              </a:spcBef>
              <a:spcAft>
                <a:spcPts val="200"/>
              </a:spcAft>
              <a:buFont typeface="Arial" panose="020B0604020202090204" pitchFamily="34" charset="0"/>
              <a:buChar char="•"/>
              <a:defRPr sz="1600"/>
            </a:lvl8pPr>
            <a:lvl9pPr marL="539750" indent="-179705">
              <a:spcBef>
                <a:spcPts val="200"/>
              </a:spcBef>
              <a:spcAft>
                <a:spcPts val="200"/>
              </a:spcAft>
              <a:buFont typeface="Arial" panose="020B060402020209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p:cNvSpPr>
            <a:spLocks noGrp="1"/>
          </p:cNvSpPr>
          <p:nvPr>
            <p:ph type="ftr" sz="quarter" idx="16"/>
          </p:nvPr>
        </p:nvSpPr>
        <p:spPr bwMode="gray"/>
        <p:txBody>
          <a:body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p>
            <a:fld id="{8FF9B0DE-3FEB-4AA0-B465-B80EF7C1333D}" type="slidenum">
              <a:rPr lang="en-US" smtClean="0"/>
              <a:t>‹#›</a:t>
            </a:fld>
            <a:endParaRPr lang="en-US"/>
          </a:p>
        </p:txBody>
      </p:sp>
    </p:spTree>
    <p:extLst>
      <p:ext uri="{BB962C8B-B14F-4D97-AF65-F5344CB8AC3E}">
        <p14:creationId xmlns:p14="http://schemas.microsoft.com/office/powerpoint/2010/main" val="3981036992"/>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5" name="Textplatzhalter 8"/>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40314874"/>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13289382"/>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974181544"/>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86061581"/>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p:cNvSpPr>
            <a:spLocks noGrp="1"/>
          </p:cNvSpPr>
          <p:nvPr>
            <p:ph type="ftr" sz="quarter" idx="19"/>
          </p:nvPr>
        </p:nvSpPr>
        <p:spPr bwMode="gray"/>
        <p:txBody>
          <a:bodyPr/>
          <a:lstStyle/>
          <a:p>
            <a:r>
              <a:rPr lang="en-US"/>
              <a:t>Presentation title    |    ONLY FOR INTERNAL USE</a:t>
            </a:r>
          </a:p>
        </p:txBody>
      </p:sp>
      <p:sp>
        <p:nvSpPr>
          <p:cNvPr id="5" name="Foliennummernplatzhalter 4"/>
          <p:cNvSpPr>
            <a:spLocks noGrp="1"/>
          </p:cNvSpPr>
          <p:nvPr>
            <p:ph type="sldNum" sz="quarter" idx="20"/>
          </p:nvPr>
        </p:nvSpPr>
        <p:spPr bwMode="gray"/>
        <p:txBody>
          <a:bodyPr/>
          <a:lstStyle/>
          <a:p>
            <a:fld id="{DF4E8F9F-5B1F-4F5B-BE49-3245D8C18D9F}" type="slidenum">
              <a:rPr lang="en-US" smtClean="0"/>
              <a:t>‹#›</a:t>
            </a:fld>
            <a:endParaRPr lang="en-US"/>
          </a:p>
        </p:txBody>
      </p:sp>
    </p:spTree>
    <p:extLst>
      <p:ext uri="{BB962C8B-B14F-4D97-AF65-F5344CB8AC3E}">
        <p14:creationId xmlns:p14="http://schemas.microsoft.com/office/powerpoint/2010/main" val="3768905378"/>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58170973"/>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845" indent="-215900">
              <a:defRPr sz="1200">
                <a:solidFill>
                  <a:schemeClr val="bg2"/>
                </a:solidFill>
              </a:defRPr>
            </a:lvl5pPr>
            <a:lvl6pPr marL="791845" indent="-215900">
              <a:defRPr sz="1200">
                <a:solidFill>
                  <a:schemeClr val="bg2"/>
                </a:solidFill>
              </a:defRPr>
            </a:lvl6pPr>
            <a:lvl7pPr marL="791845" indent="-215900">
              <a:defRPr sz="1200">
                <a:solidFill>
                  <a:schemeClr val="bg2"/>
                </a:solidFill>
              </a:defRPr>
            </a:lvl7pPr>
            <a:lvl8pPr marL="791845" indent="-215900">
              <a:defRPr sz="1200">
                <a:solidFill>
                  <a:schemeClr val="bg2"/>
                </a:solidFill>
              </a:defRPr>
            </a:lvl8pPr>
            <a:lvl9pPr marL="791845" indent="-2159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
        <p:nvSpPr>
          <p:cNvPr id="8" name="Foliennummernplatzhalter 7"/>
          <p:cNvSpPr>
            <a:spLocks noGrp="1"/>
          </p:cNvSpPr>
          <p:nvPr>
            <p:ph type="sldNum" sz="quarter" idx="22"/>
          </p:nvPr>
        </p:nvSpPr>
        <p:spPr bwMode="gray"/>
        <p:txBody>
          <a:bodyPr/>
          <a:lstStyle/>
          <a:p>
            <a:fld id="{DF4E8F9F-5B1F-4F5B-BE49-3245D8C18D9F}" type="slidenum">
              <a:rPr lang="en-US" smtClean="0"/>
              <a:t>‹#›</a:t>
            </a:fld>
            <a:endParaRPr lang="en-US"/>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58408199"/>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845" indent="-215900">
              <a:defRPr sz="1200">
                <a:solidFill>
                  <a:schemeClr val="bg2"/>
                </a:solidFill>
              </a:defRPr>
            </a:lvl5pPr>
            <a:lvl6pPr marL="791845" indent="-215900">
              <a:defRPr sz="1200">
                <a:solidFill>
                  <a:schemeClr val="bg2"/>
                </a:solidFill>
              </a:defRPr>
            </a:lvl6pPr>
            <a:lvl7pPr marL="791845" indent="-215900">
              <a:defRPr sz="1200">
                <a:solidFill>
                  <a:schemeClr val="bg2"/>
                </a:solidFill>
              </a:defRPr>
            </a:lvl7pPr>
            <a:lvl8pPr marL="791845" indent="-215900">
              <a:defRPr sz="1200">
                <a:solidFill>
                  <a:schemeClr val="bg2"/>
                </a:solidFill>
              </a:defRPr>
            </a:lvl8pPr>
            <a:lvl9pPr marL="791845" indent="-2159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11424592" y="6246836"/>
            <a:ext cx="288000" cy="288000"/>
          </a:xfrm>
        </p:spPr>
        <p:txBody>
          <a:bodyPr/>
          <a:lstStyle/>
          <a:p>
            <a:fld id="{8FF9B0DE-3FEB-4AA0-B465-B80EF7C1333D}" type="slidenum">
              <a:rPr lang="en-US" smtClean="0"/>
              <a:t>‹#›</a:t>
            </a:fld>
            <a:endParaRPr lang="en-US"/>
          </a:p>
        </p:txBody>
      </p:sp>
      <p:sp>
        <p:nvSpPr>
          <p:cNvPr id="7" name="Fußzeilenplatzhalter 6"/>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451191763"/>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845" indent="-215900">
              <a:defRPr sz="1200">
                <a:solidFill>
                  <a:schemeClr val="tx2"/>
                </a:solidFill>
              </a:defRPr>
            </a:lvl5pPr>
            <a:lvl6pPr marL="791845" indent="-215900">
              <a:defRPr sz="1200">
                <a:solidFill>
                  <a:schemeClr val="tx2"/>
                </a:solidFill>
              </a:defRPr>
            </a:lvl6pPr>
            <a:lvl7pPr marL="791845" indent="-215900">
              <a:defRPr sz="1200">
                <a:solidFill>
                  <a:schemeClr val="tx2"/>
                </a:solidFill>
              </a:defRPr>
            </a:lvl7pPr>
            <a:lvl8pPr marL="791845" indent="-215900">
              <a:defRPr sz="1200">
                <a:solidFill>
                  <a:schemeClr val="tx2"/>
                </a:solidFill>
              </a:defRPr>
            </a:lvl8pPr>
            <a:lvl9pPr marL="791845" indent="-2159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p:cNvSpPr>
            <a:spLocks noGrp="1"/>
          </p:cNvSpPr>
          <p:nvPr>
            <p:ph type="ftr" sz="quarter" idx="21"/>
          </p:nvPr>
        </p:nvSpPr>
        <p:spPr bwMode="gray"/>
        <p:txBody>
          <a:body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p>
            <a:fld id="{DF4E8F9F-5B1F-4F5B-BE49-3245D8C18D9F}" type="slidenum">
              <a:rPr lang="en-US" smtClean="0"/>
              <a:t>‹#›</a:t>
            </a:fld>
            <a:endParaRPr lang="en-US"/>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609785525"/>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845" indent="-215900">
              <a:defRPr sz="1200">
                <a:solidFill>
                  <a:schemeClr val="tx2"/>
                </a:solidFill>
              </a:defRPr>
            </a:lvl5pPr>
            <a:lvl6pPr marL="791845" indent="-215900">
              <a:defRPr sz="1200">
                <a:solidFill>
                  <a:schemeClr val="tx2"/>
                </a:solidFill>
              </a:defRPr>
            </a:lvl6pPr>
            <a:lvl7pPr marL="791845" indent="-215900">
              <a:defRPr sz="1200">
                <a:solidFill>
                  <a:schemeClr val="tx2"/>
                </a:solidFill>
              </a:defRPr>
            </a:lvl7pPr>
            <a:lvl8pPr marL="791845" indent="-215900">
              <a:defRPr sz="1200">
                <a:solidFill>
                  <a:schemeClr val="tx2"/>
                </a:solidFill>
              </a:defRPr>
            </a:lvl8pPr>
            <a:lvl9pPr marL="791845" indent="-2159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71469619"/>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256944823"/>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432861754"/>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grpSp>
        <p:nvGrpSpPr>
          <p:cNvPr id="16" name="Group 15"/>
          <p:cNvGrpSpPr/>
          <p:nvPr userDrawn="1"/>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52478253"/>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1" name="Fußzeilenplatzhalter 10"/>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89542749"/>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44776673"/>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4" name="Fußzeilenplatzhalter 13"/>
          <p:cNvSpPr>
            <a:spLocks noGrp="1"/>
          </p:cNvSpPr>
          <p:nvPr>
            <p:ph type="ftr" sz="quarter" idx="29"/>
          </p:nvPr>
        </p:nvSpPr>
        <p:spPr bwMode="gray"/>
        <p:txBody>
          <a:bodyPr/>
          <a:lstStyle/>
          <a:p>
            <a:r>
              <a:rPr lang="en-US"/>
              <a:t>Presentation title    |    ONLY FOR INTERNAL USE</a:t>
            </a:r>
          </a:p>
        </p:txBody>
      </p:sp>
      <p:sp>
        <p:nvSpPr>
          <p:cNvPr id="15" name="Foliennummernplatzhalter 14"/>
          <p:cNvSpPr>
            <a:spLocks noGrp="1"/>
          </p:cNvSpPr>
          <p:nvPr>
            <p:ph type="sldNum" sz="quarter" idx="30"/>
          </p:nvPr>
        </p:nvSpPr>
        <p:spPr bwMode="gray"/>
        <p:txBody>
          <a:bodyPr/>
          <a:lstStyle/>
          <a:p>
            <a:fld id="{DF4E8F9F-5B1F-4F5B-BE49-3245D8C18D9F}" type="slidenum">
              <a:rPr lang="en-US" smtClean="0"/>
              <a:t>‹#›</a:t>
            </a:fld>
            <a:endParaRPr lang="en-US"/>
          </a:p>
        </p:txBody>
      </p:sp>
      <p:sp>
        <p:nvSpPr>
          <p:cNvPr id="2" name="Text Placeholder 8"/>
          <p:cNvSpPr>
            <a:spLocks noGrp="1"/>
          </p:cNvSpPr>
          <p:nvPr>
            <p:ph type="body" sz="quarter" idx="31" hasCustomPrompt="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p:cNvGrpSpPr/>
          <p:nvPr userDrawn="1"/>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793497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p:cNvGrpSpPr/>
          <p:nvPr userDrawn="1"/>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82036101"/>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p:cNvGrpSpPr/>
          <p:nvPr userDrawn="1"/>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37946281"/>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3" name="Fußzeilenplatzhalter 12"/>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hasCustomPrompt="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p:cNvGrpSpPr/>
          <p:nvPr userDrawn="1"/>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24363305"/>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Bild hinzufügen per </a:t>
            </a:r>
            <a:br>
              <a:rPr lang="en-US"/>
            </a:br>
            <a:r>
              <a:rPr lang="en-US"/>
              <a:t>Klick auf das Symbol</a:t>
            </a:r>
          </a:p>
        </p:txBody>
      </p:sp>
      <p:sp>
        <p:nvSpPr>
          <p:cNvPr id="6" name="Bildplatzhalter 10"/>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hasCustomPrompt="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p:cNvGrpSpPr/>
          <p:nvPr userDrawn="1"/>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73726362"/>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hasCustomPrompt="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p:cNvGrpSpPr/>
          <p:nvPr userDrawn="1"/>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50924329"/>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p:cNvSpPr>
            <a:spLocks noGrp="1"/>
          </p:cNvSpPr>
          <p:nvPr>
            <p:ph type="sldNum" sz="quarter" idx="11"/>
          </p:nvPr>
        </p:nvSpPr>
        <p:spPr bwMode="gray"/>
        <p:txBody>
          <a:bodyPr/>
          <a:lstStyle/>
          <a:p>
            <a:fld id="{8FF9B0DE-3FEB-4AA0-B465-B80EF7C1333D}" type="slidenum">
              <a:rPr lang="en-US" smtClean="0"/>
              <a:t>‹#›</a:t>
            </a:fld>
            <a:endParaRPr lang="en-US"/>
          </a:p>
        </p:txBody>
      </p:sp>
    </p:spTree>
    <p:extLst>
      <p:ext uri="{BB962C8B-B14F-4D97-AF65-F5344CB8AC3E}">
        <p14:creationId xmlns:p14="http://schemas.microsoft.com/office/powerpoint/2010/main" val="1298920763"/>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6" name="图片 5" descr="CRM Medicine Newsletter_Q1 2025_draft "/>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84998439"/>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2" name="图片 1" descr="CRM 5Medicine Newsletter_Q1 2025_draft "/>
          <p:cNvPicPr>
            <a:picLocks noChangeAspect="1"/>
          </p:cNvPicPr>
          <p:nvPr userDrawn="1"/>
        </p:nvPicPr>
        <p:blipFill>
          <a:blip r:embed="rId2"/>
          <a:stretch>
            <a:fillRect/>
          </a:stretch>
        </p:blipFill>
        <p:spPr>
          <a:xfrm>
            <a:off x="0" y="0"/>
            <a:ext cx="12192000" cy="6858000"/>
          </a:xfrm>
          <a:prstGeom prst="rect">
            <a:avLst/>
          </a:prstGeom>
        </p:spPr>
      </p:pic>
      <p:pic>
        <p:nvPicPr>
          <p:cNvPr id="3" name="图片 2"/>
          <p:cNvPicPr>
            <a:picLocks noChangeAspect="1"/>
          </p:cNvPicPr>
          <p:nvPr userDrawn="1"/>
        </p:nvPicPr>
        <p:blipFill>
          <a:blip r:embed="rId3"/>
          <a:stretch>
            <a:fillRect/>
          </a:stretch>
        </p:blipFill>
        <p:spPr>
          <a:xfrm>
            <a:off x="273050" y="1179195"/>
            <a:ext cx="11394000" cy="70208"/>
          </a:xfrm>
          <a:prstGeom prst="rect">
            <a:avLst/>
          </a:prstGeom>
        </p:spPr>
      </p:pic>
    </p:spTree>
    <p:extLst>
      <p:ext uri="{BB962C8B-B14F-4D97-AF65-F5344CB8AC3E}">
        <p14:creationId xmlns:p14="http://schemas.microsoft.com/office/powerpoint/2010/main" val="2538298204"/>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2" name="图片 1" descr="CRM 5Medicine Newsletter_Q1 2025_draft "/>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83497950"/>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Tree>
    <p:extLst>
      <p:ext uri="{BB962C8B-B14F-4D97-AF65-F5344CB8AC3E}">
        <p14:creationId xmlns:p14="http://schemas.microsoft.com/office/powerpoint/2010/main" val="2746248135"/>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070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9" Type="http://schemas.openxmlformats.org/officeDocument/2006/relationships/slideLayout" Target="../slideLayouts/slideLayout74.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42" Type="http://schemas.openxmlformats.org/officeDocument/2006/relationships/slideLayout" Target="../slideLayouts/slideLayout77.xml"/><Relationship Id="rId47" Type="http://schemas.openxmlformats.org/officeDocument/2006/relationships/slideLayout" Target="../slideLayouts/slideLayout82.xml"/><Relationship Id="rId50" Type="http://schemas.openxmlformats.org/officeDocument/2006/relationships/slideLayout" Target="../slideLayouts/slideLayout85.xml"/><Relationship Id="rId55" Type="http://schemas.openxmlformats.org/officeDocument/2006/relationships/slideLayout" Target="../slideLayouts/slideLayout90.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slideLayout" Target="../slideLayouts/slideLayout73.xml"/><Relationship Id="rId46" Type="http://schemas.openxmlformats.org/officeDocument/2006/relationships/slideLayout" Target="../slideLayouts/slideLayout81.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41" Type="http://schemas.openxmlformats.org/officeDocument/2006/relationships/slideLayout" Target="../slideLayouts/slideLayout76.xml"/><Relationship Id="rId54" Type="http://schemas.openxmlformats.org/officeDocument/2006/relationships/slideLayout" Target="../slideLayouts/slideLayout89.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40" Type="http://schemas.openxmlformats.org/officeDocument/2006/relationships/slideLayout" Target="../slideLayouts/slideLayout75.xml"/><Relationship Id="rId45" Type="http://schemas.openxmlformats.org/officeDocument/2006/relationships/slideLayout" Target="../slideLayouts/slideLayout80.xml"/><Relationship Id="rId53" Type="http://schemas.openxmlformats.org/officeDocument/2006/relationships/slideLayout" Target="../slideLayouts/slideLayout88.xml"/><Relationship Id="rId58" Type="http://schemas.openxmlformats.org/officeDocument/2006/relationships/image" Target="../media/image2.svg"/><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49" Type="http://schemas.openxmlformats.org/officeDocument/2006/relationships/slideLayout" Target="../slideLayouts/slideLayout84.xml"/><Relationship Id="rId57" Type="http://schemas.openxmlformats.org/officeDocument/2006/relationships/image" Target="../media/image1.png"/><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4" Type="http://schemas.openxmlformats.org/officeDocument/2006/relationships/slideLayout" Target="../slideLayouts/slideLayout79.xml"/><Relationship Id="rId52" Type="http://schemas.openxmlformats.org/officeDocument/2006/relationships/slideLayout" Target="../slideLayouts/slideLayout87.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43" Type="http://schemas.openxmlformats.org/officeDocument/2006/relationships/slideLayout" Target="../slideLayouts/slideLayout78.xml"/><Relationship Id="rId48" Type="http://schemas.openxmlformats.org/officeDocument/2006/relationships/slideLayout" Target="../slideLayouts/slideLayout83.xml"/><Relationship Id="rId56" Type="http://schemas.openxmlformats.org/officeDocument/2006/relationships/theme" Target="../theme/theme2.xml"/><Relationship Id="rId8" Type="http://schemas.openxmlformats.org/officeDocument/2006/relationships/slideLayout" Target="../slideLayouts/slideLayout43.xml"/><Relationship Id="rId51" Type="http://schemas.openxmlformats.org/officeDocument/2006/relationships/slideLayout" Target="../slideLayouts/slideLayout86.xml"/><Relationship Id="rId3"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slideLayout" Target="../slideLayouts/slideLayout103.xml"/><Relationship Id="rId18" Type="http://schemas.openxmlformats.org/officeDocument/2006/relationships/slideLayout" Target="../slideLayouts/slideLayout108.xml"/><Relationship Id="rId26" Type="http://schemas.openxmlformats.org/officeDocument/2006/relationships/slideLayout" Target="../slideLayouts/slideLayout116.xml"/><Relationship Id="rId3" Type="http://schemas.openxmlformats.org/officeDocument/2006/relationships/slideLayout" Target="../slideLayouts/slideLayout93.xml"/><Relationship Id="rId21" Type="http://schemas.openxmlformats.org/officeDocument/2006/relationships/slideLayout" Target="../slideLayouts/slideLayout111.xml"/><Relationship Id="rId34" Type="http://schemas.openxmlformats.org/officeDocument/2006/relationships/theme" Target="../theme/theme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17" Type="http://schemas.openxmlformats.org/officeDocument/2006/relationships/slideLayout" Target="../slideLayouts/slideLayout107.xml"/><Relationship Id="rId25" Type="http://schemas.openxmlformats.org/officeDocument/2006/relationships/slideLayout" Target="../slideLayouts/slideLayout115.xml"/><Relationship Id="rId33" Type="http://schemas.openxmlformats.org/officeDocument/2006/relationships/slideLayout" Target="../slideLayouts/slideLayout123.xml"/><Relationship Id="rId2" Type="http://schemas.openxmlformats.org/officeDocument/2006/relationships/slideLayout" Target="../slideLayouts/slideLayout92.xml"/><Relationship Id="rId16" Type="http://schemas.openxmlformats.org/officeDocument/2006/relationships/slideLayout" Target="../slideLayouts/slideLayout106.xml"/><Relationship Id="rId20" Type="http://schemas.openxmlformats.org/officeDocument/2006/relationships/slideLayout" Target="../slideLayouts/slideLayout110.xml"/><Relationship Id="rId29" Type="http://schemas.openxmlformats.org/officeDocument/2006/relationships/slideLayout" Target="../slideLayouts/slideLayout119.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24" Type="http://schemas.openxmlformats.org/officeDocument/2006/relationships/slideLayout" Target="../slideLayouts/slideLayout114.xml"/><Relationship Id="rId32" Type="http://schemas.openxmlformats.org/officeDocument/2006/relationships/slideLayout" Target="../slideLayouts/slideLayout122.xml"/><Relationship Id="rId5" Type="http://schemas.openxmlformats.org/officeDocument/2006/relationships/slideLayout" Target="../slideLayouts/slideLayout95.xml"/><Relationship Id="rId15" Type="http://schemas.openxmlformats.org/officeDocument/2006/relationships/slideLayout" Target="../slideLayouts/slideLayout105.xml"/><Relationship Id="rId23" Type="http://schemas.openxmlformats.org/officeDocument/2006/relationships/slideLayout" Target="../slideLayouts/slideLayout113.xml"/><Relationship Id="rId28" Type="http://schemas.openxmlformats.org/officeDocument/2006/relationships/slideLayout" Target="../slideLayouts/slideLayout118.xml"/><Relationship Id="rId36" Type="http://schemas.openxmlformats.org/officeDocument/2006/relationships/image" Target="../media/image2.svg"/><Relationship Id="rId10" Type="http://schemas.openxmlformats.org/officeDocument/2006/relationships/slideLayout" Target="../slideLayouts/slideLayout100.xml"/><Relationship Id="rId19" Type="http://schemas.openxmlformats.org/officeDocument/2006/relationships/slideLayout" Target="../slideLayouts/slideLayout109.xml"/><Relationship Id="rId31" Type="http://schemas.openxmlformats.org/officeDocument/2006/relationships/slideLayout" Target="../slideLayouts/slideLayout121.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 Id="rId22" Type="http://schemas.openxmlformats.org/officeDocument/2006/relationships/slideLayout" Target="../slideLayouts/slideLayout112.xml"/><Relationship Id="rId27" Type="http://schemas.openxmlformats.org/officeDocument/2006/relationships/slideLayout" Target="../slideLayouts/slideLayout117.xml"/><Relationship Id="rId30" Type="http://schemas.openxmlformats.org/officeDocument/2006/relationships/slideLayout" Target="../slideLayouts/slideLayout120.xml"/><Relationship Id="rId35"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6.xml"/><Relationship Id="rId18" Type="http://schemas.openxmlformats.org/officeDocument/2006/relationships/slideLayout" Target="../slideLayouts/slideLayout141.xml"/><Relationship Id="rId26" Type="http://schemas.openxmlformats.org/officeDocument/2006/relationships/slideLayout" Target="../slideLayouts/slideLayout149.xml"/><Relationship Id="rId39" Type="http://schemas.openxmlformats.org/officeDocument/2006/relationships/slideLayout" Target="../slideLayouts/slideLayout162.xml"/><Relationship Id="rId21" Type="http://schemas.openxmlformats.org/officeDocument/2006/relationships/slideLayout" Target="../slideLayouts/slideLayout144.xml"/><Relationship Id="rId34" Type="http://schemas.openxmlformats.org/officeDocument/2006/relationships/slideLayout" Target="../slideLayouts/slideLayout157.xml"/><Relationship Id="rId42" Type="http://schemas.openxmlformats.org/officeDocument/2006/relationships/slideLayout" Target="../slideLayouts/slideLayout165.xml"/><Relationship Id="rId47" Type="http://schemas.openxmlformats.org/officeDocument/2006/relationships/slideLayout" Target="../slideLayouts/slideLayout170.xml"/><Relationship Id="rId50" Type="http://schemas.openxmlformats.org/officeDocument/2006/relationships/slideLayout" Target="../slideLayouts/slideLayout173.xml"/><Relationship Id="rId55" Type="http://schemas.openxmlformats.org/officeDocument/2006/relationships/slideLayout" Target="../slideLayouts/slideLayout178.xml"/><Relationship Id="rId63" Type="http://schemas.openxmlformats.org/officeDocument/2006/relationships/slideLayout" Target="../slideLayouts/slideLayout186.xml"/><Relationship Id="rId68" Type="http://schemas.openxmlformats.org/officeDocument/2006/relationships/slideLayout" Target="../slideLayouts/slideLayout191.xml"/><Relationship Id="rId76" Type="http://schemas.openxmlformats.org/officeDocument/2006/relationships/theme" Target="../theme/theme4.xml"/><Relationship Id="rId7" Type="http://schemas.openxmlformats.org/officeDocument/2006/relationships/slideLayout" Target="../slideLayouts/slideLayout130.xml"/><Relationship Id="rId71" Type="http://schemas.openxmlformats.org/officeDocument/2006/relationships/slideLayout" Target="../slideLayouts/slideLayout194.xml"/><Relationship Id="rId2" Type="http://schemas.openxmlformats.org/officeDocument/2006/relationships/slideLayout" Target="../slideLayouts/slideLayout125.xml"/><Relationship Id="rId16" Type="http://schemas.openxmlformats.org/officeDocument/2006/relationships/slideLayout" Target="../slideLayouts/slideLayout139.xml"/><Relationship Id="rId29" Type="http://schemas.openxmlformats.org/officeDocument/2006/relationships/slideLayout" Target="../slideLayouts/slideLayout152.xml"/><Relationship Id="rId11" Type="http://schemas.openxmlformats.org/officeDocument/2006/relationships/slideLayout" Target="../slideLayouts/slideLayout134.xml"/><Relationship Id="rId24" Type="http://schemas.openxmlformats.org/officeDocument/2006/relationships/slideLayout" Target="../slideLayouts/slideLayout147.xml"/><Relationship Id="rId32" Type="http://schemas.openxmlformats.org/officeDocument/2006/relationships/slideLayout" Target="../slideLayouts/slideLayout155.xml"/><Relationship Id="rId37" Type="http://schemas.openxmlformats.org/officeDocument/2006/relationships/slideLayout" Target="../slideLayouts/slideLayout160.xml"/><Relationship Id="rId40" Type="http://schemas.openxmlformats.org/officeDocument/2006/relationships/slideLayout" Target="../slideLayouts/slideLayout163.xml"/><Relationship Id="rId45" Type="http://schemas.openxmlformats.org/officeDocument/2006/relationships/slideLayout" Target="../slideLayouts/slideLayout168.xml"/><Relationship Id="rId53" Type="http://schemas.openxmlformats.org/officeDocument/2006/relationships/slideLayout" Target="../slideLayouts/slideLayout176.xml"/><Relationship Id="rId58" Type="http://schemas.openxmlformats.org/officeDocument/2006/relationships/slideLayout" Target="../slideLayouts/slideLayout181.xml"/><Relationship Id="rId66" Type="http://schemas.openxmlformats.org/officeDocument/2006/relationships/slideLayout" Target="../slideLayouts/slideLayout189.xml"/><Relationship Id="rId74" Type="http://schemas.openxmlformats.org/officeDocument/2006/relationships/slideLayout" Target="../slideLayouts/slideLayout197.xml"/><Relationship Id="rId5" Type="http://schemas.openxmlformats.org/officeDocument/2006/relationships/slideLayout" Target="../slideLayouts/slideLayout128.xml"/><Relationship Id="rId15" Type="http://schemas.openxmlformats.org/officeDocument/2006/relationships/slideLayout" Target="../slideLayouts/slideLayout138.xml"/><Relationship Id="rId23" Type="http://schemas.openxmlformats.org/officeDocument/2006/relationships/slideLayout" Target="../slideLayouts/slideLayout146.xml"/><Relationship Id="rId28" Type="http://schemas.openxmlformats.org/officeDocument/2006/relationships/slideLayout" Target="../slideLayouts/slideLayout151.xml"/><Relationship Id="rId36" Type="http://schemas.openxmlformats.org/officeDocument/2006/relationships/slideLayout" Target="../slideLayouts/slideLayout159.xml"/><Relationship Id="rId49" Type="http://schemas.openxmlformats.org/officeDocument/2006/relationships/slideLayout" Target="../slideLayouts/slideLayout172.xml"/><Relationship Id="rId57" Type="http://schemas.openxmlformats.org/officeDocument/2006/relationships/slideLayout" Target="../slideLayouts/slideLayout180.xml"/><Relationship Id="rId61" Type="http://schemas.openxmlformats.org/officeDocument/2006/relationships/slideLayout" Target="../slideLayouts/slideLayout184.xml"/><Relationship Id="rId10" Type="http://schemas.openxmlformats.org/officeDocument/2006/relationships/slideLayout" Target="../slideLayouts/slideLayout133.xml"/><Relationship Id="rId19" Type="http://schemas.openxmlformats.org/officeDocument/2006/relationships/slideLayout" Target="../slideLayouts/slideLayout142.xml"/><Relationship Id="rId31" Type="http://schemas.openxmlformats.org/officeDocument/2006/relationships/slideLayout" Target="../slideLayouts/slideLayout154.xml"/><Relationship Id="rId44" Type="http://schemas.openxmlformats.org/officeDocument/2006/relationships/slideLayout" Target="../slideLayouts/slideLayout167.xml"/><Relationship Id="rId52" Type="http://schemas.openxmlformats.org/officeDocument/2006/relationships/slideLayout" Target="../slideLayouts/slideLayout175.xml"/><Relationship Id="rId60" Type="http://schemas.openxmlformats.org/officeDocument/2006/relationships/slideLayout" Target="../slideLayouts/slideLayout183.xml"/><Relationship Id="rId65" Type="http://schemas.openxmlformats.org/officeDocument/2006/relationships/slideLayout" Target="../slideLayouts/slideLayout188.xml"/><Relationship Id="rId73" Type="http://schemas.openxmlformats.org/officeDocument/2006/relationships/slideLayout" Target="../slideLayouts/slideLayout196.xml"/><Relationship Id="rId78" Type="http://schemas.openxmlformats.org/officeDocument/2006/relationships/image" Target="../media/image2.svg"/><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slideLayout" Target="../slideLayouts/slideLayout137.xml"/><Relationship Id="rId22" Type="http://schemas.openxmlformats.org/officeDocument/2006/relationships/slideLayout" Target="../slideLayouts/slideLayout145.xml"/><Relationship Id="rId27" Type="http://schemas.openxmlformats.org/officeDocument/2006/relationships/slideLayout" Target="../slideLayouts/slideLayout150.xml"/><Relationship Id="rId30" Type="http://schemas.openxmlformats.org/officeDocument/2006/relationships/slideLayout" Target="../slideLayouts/slideLayout153.xml"/><Relationship Id="rId35" Type="http://schemas.openxmlformats.org/officeDocument/2006/relationships/slideLayout" Target="../slideLayouts/slideLayout158.xml"/><Relationship Id="rId43" Type="http://schemas.openxmlformats.org/officeDocument/2006/relationships/slideLayout" Target="../slideLayouts/slideLayout166.xml"/><Relationship Id="rId48" Type="http://schemas.openxmlformats.org/officeDocument/2006/relationships/slideLayout" Target="../slideLayouts/slideLayout171.xml"/><Relationship Id="rId56" Type="http://schemas.openxmlformats.org/officeDocument/2006/relationships/slideLayout" Target="../slideLayouts/slideLayout179.xml"/><Relationship Id="rId64" Type="http://schemas.openxmlformats.org/officeDocument/2006/relationships/slideLayout" Target="../slideLayouts/slideLayout187.xml"/><Relationship Id="rId69" Type="http://schemas.openxmlformats.org/officeDocument/2006/relationships/slideLayout" Target="../slideLayouts/slideLayout192.xml"/><Relationship Id="rId77" Type="http://schemas.openxmlformats.org/officeDocument/2006/relationships/image" Target="../media/image1.png"/><Relationship Id="rId8" Type="http://schemas.openxmlformats.org/officeDocument/2006/relationships/slideLayout" Target="../slideLayouts/slideLayout131.xml"/><Relationship Id="rId51" Type="http://schemas.openxmlformats.org/officeDocument/2006/relationships/slideLayout" Target="../slideLayouts/slideLayout174.xml"/><Relationship Id="rId72" Type="http://schemas.openxmlformats.org/officeDocument/2006/relationships/slideLayout" Target="../slideLayouts/slideLayout195.xml"/><Relationship Id="rId3" Type="http://schemas.openxmlformats.org/officeDocument/2006/relationships/slideLayout" Target="../slideLayouts/slideLayout126.xml"/><Relationship Id="rId12" Type="http://schemas.openxmlformats.org/officeDocument/2006/relationships/slideLayout" Target="../slideLayouts/slideLayout135.xml"/><Relationship Id="rId17" Type="http://schemas.openxmlformats.org/officeDocument/2006/relationships/slideLayout" Target="../slideLayouts/slideLayout140.xml"/><Relationship Id="rId25" Type="http://schemas.openxmlformats.org/officeDocument/2006/relationships/slideLayout" Target="../slideLayouts/slideLayout148.xml"/><Relationship Id="rId33" Type="http://schemas.openxmlformats.org/officeDocument/2006/relationships/slideLayout" Target="../slideLayouts/slideLayout156.xml"/><Relationship Id="rId38" Type="http://schemas.openxmlformats.org/officeDocument/2006/relationships/slideLayout" Target="../slideLayouts/slideLayout161.xml"/><Relationship Id="rId46" Type="http://schemas.openxmlformats.org/officeDocument/2006/relationships/slideLayout" Target="../slideLayouts/slideLayout169.xml"/><Relationship Id="rId59" Type="http://schemas.openxmlformats.org/officeDocument/2006/relationships/slideLayout" Target="../slideLayouts/slideLayout182.xml"/><Relationship Id="rId67" Type="http://schemas.openxmlformats.org/officeDocument/2006/relationships/slideLayout" Target="../slideLayouts/slideLayout190.xml"/><Relationship Id="rId20" Type="http://schemas.openxmlformats.org/officeDocument/2006/relationships/slideLayout" Target="../slideLayouts/slideLayout143.xml"/><Relationship Id="rId41" Type="http://schemas.openxmlformats.org/officeDocument/2006/relationships/slideLayout" Target="../slideLayouts/slideLayout164.xml"/><Relationship Id="rId54" Type="http://schemas.openxmlformats.org/officeDocument/2006/relationships/slideLayout" Target="../slideLayouts/slideLayout177.xml"/><Relationship Id="rId62" Type="http://schemas.openxmlformats.org/officeDocument/2006/relationships/slideLayout" Target="../slideLayouts/slideLayout185.xml"/><Relationship Id="rId70" Type="http://schemas.openxmlformats.org/officeDocument/2006/relationships/slideLayout" Target="../slideLayouts/slideLayout193.xml"/><Relationship Id="rId75" Type="http://schemas.openxmlformats.org/officeDocument/2006/relationships/slideLayout" Target="../slideLayouts/slideLayout198.xml"/><Relationship Id="rId1" Type="http://schemas.openxmlformats.org/officeDocument/2006/relationships/slideLayout" Target="../slideLayouts/slideLayout124.xml"/><Relationship Id="rId6" Type="http://schemas.openxmlformats.org/officeDocument/2006/relationships/slideLayout" Target="../slideLayouts/slideLayout12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26" Type="http://schemas.openxmlformats.org/officeDocument/2006/relationships/slideLayout" Target="../slideLayouts/slideLayout224.xml"/><Relationship Id="rId39" Type="http://schemas.openxmlformats.org/officeDocument/2006/relationships/slideLayout" Target="../slideLayouts/slideLayout237.xml"/><Relationship Id="rId21" Type="http://schemas.openxmlformats.org/officeDocument/2006/relationships/slideLayout" Target="../slideLayouts/slideLayout219.xml"/><Relationship Id="rId34" Type="http://schemas.openxmlformats.org/officeDocument/2006/relationships/slideLayout" Target="../slideLayouts/slideLayout232.xml"/><Relationship Id="rId42" Type="http://schemas.openxmlformats.org/officeDocument/2006/relationships/slideLayout" Target="../slideLayouts/slideLayout240.xml"/><Relationship Id="rId47" Type="http://schemas.openxmlformats.org/officeDocument/2006/relationships/slideLayout" Target="../slideLayouts/slideLayout245.xml"/><Relationship Id="rId50" Type="http://schemas.openxmlformats.org/officeDocument/2006/relationships/slideLayout" Target="../slideLayouts/slideLayout248.xml"/><Relationship Id="rId55" Type="http://schemas.openxmlformats.org/officeDocument/2006/relationships/slideLayout" Target="../slideLayouts/slideLayout253.xml"/><Relationship Id="rId63" Type="http://schemas.openxmlformats.org/officeDocument/2006/relationships/slideLayout" Target="../slideLayouts/slideLayout261.xml"/><Relationship Id="rId68" Type="http://schemas.openxmlformats.org/officeDocument/2006/relationships/slideLayout" Target="../slideLayouts/slideLayout266.xml"/><Relationship Id="rId7" Type="http://schemas.openxmlformats.org/officeDocument/2006/relationships/slideLayout" Target="../slideLayouts/slideLayout205.xml"/><Relationship Id="rId71" Type="http://schemas.openxmlformats.org/officeDocument/2006/relationships/slideLayout" Target="../slideLayouts/slideLayout269.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29" Type="http://schemas.openxmlformats.org/officeDocument/2006/relationships/slideLayout" Target="../slideLayouts/slideLayout227.xml"/><Relationship Id="rId11" Type="http://schemas.openxmlformats.org/officeDocument/2006/relationships/slideLayout" Target="../slideLayouts/slideLayout209.xml"/><Relationship Id="rId24" Type="http://schemas.openxmlformats.org/officeDocument/2006/relationships/slideLayout" Target="../slideLayouts/slideLayout222.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40" Type="http://schemas.openxmlformats.org/officeDocument/2006/relationships/slideLayout" Target="../slideLayouts/slideLayout238.xml"/><Relationship Id="rId45" Type="http://schemas.openxmlformats.org/officeDocument/2006/relationships/slideLayout" Target="../slideLayouts/slideLayout243.xml"/><Relationship Id="rId53" Type="http://schemas.openxmlformats.org/officeDocument/2006/relationships/slideLayout" Target="../slideLayouts/slideLayout251.xml"/><Relationship Id="rId58" Type="http://schemas.openxmlformats.org/officeDocument/2006/relationships/slideLayout" Target="../slideLayouts/slideLayout256.xml"/><Relationship Id="rId66" Type="http://schemas.openxmlformats.org/officeDocument/2006/relationships/slideLayout" Target="../slideLayouts/slideLayout264.xml"/><Relationship Id="rId74" Type="http://schemas.openxmlformats.org/officeDocument/2006/relationships/image" Target="../media/image1.png"/><Relationship Id="rId5" Type="http://schemas.openxmlformats.org/officeDocument/2006/relationships/slideLayout" Target="../slideLayouts/slideLayout203.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49" Type="http://schemas.openxmlformats.org/officeDocument/2006/relationships/slideLayout" Target="../slideLayouts/slideLayout247.xml"/><Relationship Id="rId57" Type="http://schemas.openxmlformats.org/officeDocument/2006/relationships/slideLayout" Target="../slideLayouts/slideLayout255.xml"/><Relationship Id="rId61" Type="http://schemas.openxmlformats.org/officeDocument/2006/relationships/slideLayout" Target="../slideLayouts/slideLayout259.xml"/><Relationship Id="rId10" Type="http://schemas.openxmlformats.org/officeDocument/2006/relationships/slideLayout" Target="../slideLayouts/slideLayout208.xml"/><Relationship Id="rId19" Type="http://schemas.openxmlformats.org/officeDocument/2006/relationships/slideLayout" Target="../slideLayouts/slideLayout217.xml"/><Relationship Id="rId31" Type="http://schemas.openxmlformats.org/officeDocument/2006/relationships/slideLayout" Target="../slideLayouts/slideLayout229.xml"/><Relationship Id="rId44" Type="http://schemas.openxmlformats.org/officeDocument/2006/relationships/slideLayout" Target="../slideLayouts/slideLayout242.xml"/><Relationship Id="rId52" Type="http://schemas.openxmlformats.org/officeDocument/2006/relationships/slideLayout" Target="../slideLayouts/slideLayout250.xml"/><Relationship Id="rId60" Type="http://schemas.openxmlformats.org/officeDocument/2006/relationships/slideLayout" Target="../slideLayouts/slideLayout258.xml"/><Relationship Id="rId65" Type="http://schemas.openxmlformats.org/officeDocument/2006/relationships/slideLayout" Target="../slideLayouts/slideLayout263.xml"/><Relationship Id="rId73" Type="http://schemas.openxmlformats.org/officeDocument/2006/relationships/theme" Target="../theme/theme5.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43" Type="http://schemas.openxmlformats.org/officeDocument/2006/relationships/slideLayout" Target="../slideLayouts/slideLayout241.xml"/><Relationship Id="rId48" Type="http://schemas.openxmlformats.org/officeDocument/2006/relationships/slideLayout" Target="../slideLayouts/slideLayout246.xml"/><Relationship Id="rId56" Type="http://schemas.openxmlformats.org/officeDocument/2006/relationships/slideLayout" Target="../slideLayouts/slideLayout254.xml"/><Relationship Id="rId64" Type="http://schemas.openxmlformats.org/officeDocument/2006/relationships/slideLayout" Target="../slideLayouts/slideLayout262.xml"/><Relationship Id="rId69" Type="http://schemas.openxmlformats.org/officeDocument/2006/relationships/slideLayout" Target="../slideLayouts/slideLayout267.xml"/><Relationship Id="rId8" Type="http://schemas.openxmlformats.org/officeDocument/2006/relationships/slideLayout" Target="../slideLayouts/slideLayout206.xml"/><Relationship Id="rId51" Type="http://schemas.openxmlformats.org/officeDocument/2006/relationships/slideLayout" Target="../slideLayouts/slideLayout249.xml"/><Relationship Id="rId72" Type="http://schemas.openxmlformats.org/officeDocument/2006/relationships/slideLayout" Target="../slideLayouts/slideLayout270.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 Id="rId46" Type="http://schemas.openxmlformats.org/officeDocument/2006/relationships/slideLayout" Target="../slideLayouts/slideLayout244.xml"/><Relationship Id="rId59" Type="http://schemas.openxmlformats.org/officeDocument/2006/relationships/slideLayout" Target="../slideLayouts/slideLayout257.xml"/><Relationship Id="rId67" Type="http://schemas.openxmlformats.org/officeDocument/2006/relationships/slideLayout" Target="../slideLayouts/slideLayout265.xml"/><Relationship Id="rId20" Type="http://schemas.openxmlformats.org/officeDocument/2006/relationships/slideLayout" Target="../slideLayouts/slideLayout218.xml"/><Relationship Id="rId41" Type="http://schemas.openxmlformats.org/officeDocument/2006/relationships/slideLayout" Target="../slideLayouts/slideLayout239.xml"/><Relationship Id="rId54" Type="http://schemas.openxmlformats.org/officeDocument/2006/relationships/slideLayout" Target="../slideLayouts/slideLayout252.xml"/><Relationship Id="rId62" Type="http://schemas.openxmlformats.org/officeDocument/2006/relationships/slideLayout" Target="../slideLayouts/slideLayout260.xml"/><Relationship Id="rId70" Type="http://schemas.openxmlformats.org/officeDocument/2006/relationships/slideLayout" Target="../slideLayouts/slideLayout268.xml"/><Relationship Id="rId75" Type="http://schemas.openxmlformats.org/officeDocument/2006/relationships/image" Target="../media/image2.svg"/><Relationship Id="rId1" Type="http://schemas.openxmlformats.org/officeDocument/2006/relationships/slideLayout" Target="../slideLayouts/slideLayout199.xml"/><Relationship Id="rId6" Type="http://schemas.openxmlformats.org/officeDocument/2006/relationships/slideLayout" Target="../slideLayouts/slideLayout20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8.xml"/><Relationship Id="rId13" Type="http://schemas.openxmlformats.org/officeDocument/2006/relationships/slideLayout" Target="../slideLayouts/slideLayout283.xml"/><Relationship Id="rId18" Type="http://schemas.openxmlformats.org/officeDocument/2006/relationships/slideLayout" Target="../slideLayouts/slideLayout288.xml"/><Relationship Id="rId26" Type="http://schemas.openxmlformats.org/officeDocument/2006/relationships/slideLayout" Target="../slideLayouts/slideLayout296.xml"/><Relationship Id="rId3" Type="http://schemas.openxmlformats.org/officeDocument/2006/relationships/slideLayout" Target="../slideLayouts/slideLayout273.xml"/><Relationship Id="rId21" Type="http://schemas.openxmlformats.org/officeDocument/2006/relationships/slideLayout" Target="../slideLayouts/slideLayout291.xml"/><Relationship Id="rId34" Type="http://schemas.openxmlformats.org/officeDocument/2006/relationships/theme" Target="../theme/theme6.xml"/><Relationship Id="rId7" Type="http://schemas.openxmlformats.org/officeDocument/2006/relationships/slideLayout" Target="../slideLayouts/slideLayout277.xml"/><Relationship Id="rId12" Type="http://schemas.openxmlformats.org/officeDocument/2006/relationships/slideLayout" Target="../slideLayouts/slideLayout282.xml"/><Relationship Id="rId17" Type="http://schemas.openxmlformats.org/officeDocument/2006/relationships/slideLayout" Target="../slideLayouts/slideLayout287.xml"/><Relationship Id="rId25" Type="http://schemas.openxmlformats.org/officeDocument/2006/relationships/slideLayout" Target="../slideLayouts/slideLayout295.xml"/><Relationship Id="rId33" Type="http://schemas.openxmlformats.org/officeDocument/2006/relationships/slideLayout" Target="../slideLayouts/slideLayout303.xml"/><Relationship Id="rId2" Type="http://schemas.openxmlformats.org/officeDocument/2006/relationships/slideLayout" Target="../slideLayouts/slideLayout272.xml"/><Relationship Id="rId16" Type="http://schemas.openxmlformats.org/officeDocument/2006/relationships/slideLayout" Target="../slideLayouts/slideLayout286.xml"/><Relationship Id="rId20" Type="http://schemas.openxmlformats.org/officeDocument/2006/relationships/slideLayout" Target="../slideLayouts/slideLayout290.xml"/><Relationship Id="rId29" Type="http://schemas.openxmlformats.org/officeDocument/2006/relationships/slideLayout" Target="../slideLayouts/slideLayout299.xml"/><Relationship Id="rId1" Type="http://schemas.openxmlformats.org/officeDocument/2006/relationships/slideLayout" Target="../slideLayouts/slideLayout271.xml"/><Relationship Id="rId6" Type="http://schemas.openxmlformats.org/officeDocument/2006/relationships/slideLayout" Target="../slideLayouts/slideLayout276.xml"/><Relationship Id="rId11" Type="http://schemas.openxmlformats.org/officeDocument/2006/relationships/slideLayout" Target="../slideLayouts/slideLayout281.xml"/><Relationship Id="rId24" Type="http://schemas.openxmlformats.org/officeDocument/2006/relationships/slideLayout" Target="../slideLayouts/slideLayout294.xml"/><Relationship Id="rId32" Type="http://schemas.openxmlformats.org/officeDocument/2006/relationships/slideLayout" Target="../slideLayouts/slideLayout302.xml"/><Relationship Id="rId5" Type="http://schemas.openxmlformats.org/officeDocument/2006/relationships/slideLayout" Target="../slideLayouts/slideLayout275.xml"/><Relationship Id="rId15" Type="http://schemas.openxmlformats.org/officeDocument/2006/relationships/slideLayout" Target="../slideLayouts/slideLayout285.xml"/><Relationship Id="rId23" Type="http://schemas.openxmlformats.org/officeDocument/2006/relationships/slideLayout" Target="../slideLayouts/slideLayout293.xml"/><Relationship Id="rId28" Type="http://schemas.openxmlformats.org/officeDocument/2006/relationships/slideLayout" Target="../slideLayouts/slideLayout298.xml"/><Relationship Id="rId36" Type="http://schemas.openxmlformats.org/officeDocument/2006/relationships/image" Target="../media/image2.svg"/><Relationship Id="rId10" Type="http://schemas.openxmlformats.org/officeDocument/2006/relationships/slideLayout" Target="../slideLayouts/slideLayout280.xml"/><Relationship Id="rId19" Type="http://schemas.openxmlformats.org/officeDocument/2006/relationships/slideLayout" Target="../slideLayouts/slideLayout289.xml"/><Relationship Id="rId31" Type="http://schemas.openxmlformats.org/officeDocument/2006/relationships/slideLayout" Target="../slideLayouts/slideLayout301.xml"/><Relationship Id="rId4" Type="http://schemas.openxmlformats.org/officeDocument/2006/relationships/slideLayout" Target="../slideLayouts/slideLayout274.xml"/><Relationship Id="rId9" Type="http://schemas.openxmlformats.org/officeDocument/2006/relationships/slideLayout" Target="../slideLayouts/slideLayout279.xml"/><Relationship Id="rId14" Type="http://schemas.openxmlformats.org/officeDocument/2006/relationships/slideLayout" Target="../slideLayouts/slideLayout284.xml"/><Relationship Id="rId22" Type="http://schemas.openxmlformats.org/officeDocument/2006/relationships/slideLayout" Target="../slideLayouts/slideLayout292.xml"/><Relationship Id="rId27" Type="http://schemas.openxmlformats.org/officeDocument/2006/relationships/slideLayout" Target="../slideLayouts/slideLayout297.xml"/><Relationship Id="rId30" Type="http://schemas.openxmlformats.org/officeDocument/2006/relationships/slideLayout" Target="../slideLayouts/slideLayout300.xml"/><Relationship Id="rId35"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11.xml"/><Relationship Id="rId13" Type="http://schemas.openxmlformats.org/officeDocument/2006/relationships/slideLayout" Target="../slideLayouts/slideLayout316.xml"/><Relationship Id="rId18" Type="http://schemas.openxmlformats.org/officeDocument/2006/relationships/slideLayout" Target="../slideLayouts/slideLayout321.xml"/><Relationship Id="rId26" Type="http://schemas.openxmlformats.org/officeDocument/2006/relationships/slideLayout" Target="../slideLayouts/slideLayout329.xml"/><Relationship Id="rId3" Type="http://schemas.openxmlformats.org/officeDocument/2006/relationships/slideLayout" Target="../slideLayouts/slideLayout306.xml"/><Relationship Id="rId21" Type="http://schemas.openxmlformats.org/officeDocument/2006/relationships/slideLayout" Target="../slideLayouts/slideLayout324.xml"/><Relationship Id="rId34" Type="http://schemas.openxmlformats.org/officeDocument/2006/relationships/slideLayout" Target="../slideLayouts/slideLayout337.xml"/><Relationship Id="rId7" Type="http://schemas.openxmlformats.org/officeDocument/2006/relationships/slideLayout" Target="../slideLayouts/slideLayout310.xml"/><Relationship Id="rId12" Type="http://schemas.openxmlformats.org/officeDocument/2006/relationships/slideLayout" Target="../slideLayouts/slideLayout315.xml"/><Relationship Id="rId17" Type="http://schemas.openxmlformats.org/officeDocument/2006/relationships/slideLayout" Target="../slideLayouts/slideLayout320.xml"/><Relationship Id="rId25" Type="http://schemas.openxmlformats.org/officeDocument/2006/relationships/slideLayout" Target="../slideLayouts/slideLayout328.xml"/><Relationship Id="rId33" Type="http://schemas.openxmlformats.org/officeDocument/2006/relationships/slideLayout" Target="../slideLayouts/slideLayout336.xml"/><Relationship Id="rId2" Type="http://schemas.openxmlformats.org/officeDocument/2006/relationships/slideLayout" Target="../slideLayouts/slideLayout305.xml"/><Relationship Id="rId16" Type="http://schemas.openxmlformats.org/officeDocument/2006/relationships/slideLayout" Target="../slideLayouts/slideLayout319.xml"/><Relationship Id="rId20" Type="http://schemas.openxmlformats.org/officeDocument/2006/relationships/slideLayout" Target="../slideLayouts/slideLayout323.xml"/><Relationship Id="rId29" Type="http://schemas.openxmlformats.org/officeDocument/2006/relationships/slideLayout" Target="../slideLayouts/slideLayout332.xml"/><Relationship Id="rId1" Type="http://schemas.openxmlformats.org/officeDocument/2006/relationships/slideLayout" Target="../slideLayouts/slideLayout304.xml"/><Relationship Id="rId6" Type="http://schemas.openxmlformats.org/officeDocument/2006/relationships/slideLayout" Target="../slideLayouts/slideLayout309.xml"/><Relationship Id="rId11" Type="http://schemas.openxmlformats.org/officeDocument/2006/relationships/slideLayout" Target="../slideLayouts/slideLayout314.xml"/><Relationship Id="rId24" Type="http://schemas.openxmlformats.org/officeDocument/2006/relationships/slideLayout" Target="../slideLayouts/slideLayout327.xml"/><Relationship Id="rId32" Type="http://schemas.openxmlformats.org/officeDocument/2006/relationships/slideLayout" Target="../slideLayouts/slideLayout335.xml"/><Relationship Id="rId37" Type="http://schemas.openxmlformats.org/officeDocument/2006/relationships/image" Target="../media/image2.svg"/><Relationship Id="rId5" Type="http://schemas.openxmlformats.org/officeDocument/2006/relationships/slideLayout" Target="../slideLayouts/slideLayout308.xml"/><Relationship Id="rId15" Type="http://schemas.openxmlformats.org/officeDocument/2006/relationships/slideLayout" Target="../slideLayouts/slideLayout318.xml"/><Relationship Id="rId23" Type="http://schemas.openxmlformats.org/officeDocument/2006/relationships/slideLayout" Target="../slideLayouts/slideLayout326.xml"/><Relationship Id="rId28" Type="http://schemas.openxmlformats.org/officeDocument/2006/relationships/slideLayout" Target="../slideLayouts/slideLayout331.xml"/><Relationship Id="rId36" Type="http://schemas.openxmlformats.org/officeDocument/2006/relationships/image" Target="../media/image1.png"/><Relationship Id="rId10" Type="http://schemas.openxmlformats.org/officeDocument/2006/relationships/slideLayout" Target="../slideLayouts/slideLayout313.xml"/><Relationship Id="rId19" Type="http://schemas.openxmlformats.org/officeDocument/2006/relationships/slideLayout" Target="../slideLayouts/slideLayout322.xml"/><Relationship Id="rId31" Type="http://schemas.openxmlformats.org/officeDocument/2006/relationships/slideLayout" Target="../slideLayouts/slideLayout334.xml"/><Relationship Id="rId4" Type="http://schemas.openxmlformats.org/officeDocument/2006/relationships/slideLayout" Target="../slideLayouts/slideLayout307.xml"/><Relationship Id="rId9" Type="http://schemas.openxmlformats.org/officeDocument/2006/relationships/slideLayout" Target="../slideLayouts/slideLayout312.xml"/><Relationship Id="rId14" Type="http://schemas.openxmlformats.org/officeDocument/2006/relationships/slideLayout" Target="../slideLayouts/slideLayout317.xml"/><Relationship Id="rId22" Type="http://schemas.openxmlformats.org/officeDocument/2006/relationships/slideLayout" Target="../slideLayouts/slideLayout325.xml"/><Relationship Id="rId27" Type="http://schemas.openxmlformats.org/officeDocument/2006/relationships/slideLayout" Target="../slideLayouts/slideLayout330.xml"/><Relationship Id="rId30" Type="http://schemas.openxmlformats.org/officeDocument/2006/relationships/slideLayout" Target="../slideLayouts/slideLayout333.xml"/><Relationship Id="rId35"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345.xml"/><Relationship Id="rId13" Type="http://schemas.openxmlformats.org/officeDocument/2006/relationships/slideLayout" Target="../slideLayouts/slideLayout350.xml"/><Relationship Id="rId18" Type="http://schemas.openxmlformats.org/officeDocument/2006/relationships/slideLayout" Target="../slideLayouts/slideLayout355.xml"/><Relationship Id="rId26" Type="http://schemas.openxmlformats.org/officeDocument/2006/relationships/slideLayout" Target="../slideLayouts/slideLayout363.xml"/><Relationship Id="rId39" Type="http://schemas.openxmlformats.org/officeDocument/2006/relationships/image" Target="../media/image2.svg"/><Relationship Id="rId3" Type="http://schemas.openxmlformats.org/officeDocument/2006/relationships/slideLayout" Target="../slideLayouts/slideLayout340.xml"/><Relationship Id="rId21" Type="http://schemas.openxmlformats.org/officeDocument/2006/relationships/slideLayout" Target="../slideLayouts/slideLayout358.xml"/><Relationship Id="rId34" Type="http://schemas.openxmlformats.org/officeDocument/2006/relationships/slideLayout" Target="../slideLayouts/slideLayout371.xml"/><Relationship Id="rId7" Type="http://schemas.openxmlformats.org/officeDocument/2006/relationships/slideLayout" Target="../slideLayouts/slideLayout344.xml"/><Relationship Id="rId12" Type="http://schemas.openxmlformats.org/officeDocument/2006/relationships/slideLayout" Target="../slideLayouts/slideLayout349.xml"/><Relationship Id="rId17" Type="http://schemas.openxmlformats.org/officeDocument/2006/relationships/slideLayout" Target="../slideLayouts/slideLayout354.xml"/><Relationship Id="rId25" Type="http://schemas.openxmlformats.org/officeDocument/2006/relationships/slideLayout" Target="../slideLayouts/slideLayout362.xml"/><Relationship Id="rId33" Type="http://schemas.openxmlformats.org/officeDocument/2006/relationships/slideLayout" Target="../slideLayouts/slideLayout370.xml"/><Relationship Id="rId38" Type="http://schemas.openxmlformats.org/officeDocument/2006/relationships/image" Target="../media/image1.png"/><Relationship Id="rId2" Type="http://schemas.openxmlformats.org/officeDocument/2006/relationships/slideLayout" Target="../slideLayouts/slideLayout339.xml"/><Relationship Id="rId16" Type="http://schemas.openxmlformats.org/officeDocument/2006/relationships/slideLayout" Target="../slideLayouts/slideLayout353.xml"/><Relationship Id="rId20" Type="http://schemas.openxmlformats.org/officeDocument/2006/relationships/slideLayout" Target="../slideLayouts/slideLayout357.xml"/><Relationship Id="rId29" Type="http://schemas.openxmlformats.org/officeDocument/2006/relationships/slideLayout" Target="../slideLayouts/slideLayout366.xml"/><Relationship Id="rId1" Type="http://schemas.openxmlformats.org/officeDocument/2006/relationships/slideLayout" Target="../slideLayouts/slideLayout338.xml"/><Relationship Id="rId6" Type="http://schemas.openxmlformats.org/officeDocument/2006/relationships/slideLayout" Target="../slideLayouts/slideLayout343.xml"/><Relationship Id="rId11" Type="http://schemas.openxmlformats.org/officeDocument/2006/relationships/slideLayout" Target="../slideLayouts/slideLayout348.xml"/><Relationship Id="rId24" Type="http://schemas.openxmlformats.org/officeDocument/2006/relationships/slideLayout" Target="../slideLayouts/slideLayout361.xml"/><Relationship Id="rId32" Type="http://schemas.openxmlformats.org/officeDocument/2006/relationships/slideLayout" Target="../slideLayouts/slideLayout369.xml"/><Relationship Id="rId37" Type="http://schemas.openxmlformats.org/officeDocument/2006/relationships/theme" Target="../theme/theme8.xml"/><Relationship Id="rId5" Type="http://schemas.openxmlformats.org/officeDocument/2006/relationships/slideLayout" Target="../slideLayouts/slideLayout342.xml"/><Relationship Id="rId15" Type="http://schemas.openxmlformats.org/officeDocument/2006/relationships/slideLayout" Target="../slideLayouts/slideLayout352.xml"/><Relationship Id="rId23" Type="http://schemas.openxmlformats.org/officeDocument/2006/relationships/slideLayout" Target="../slideLayouts/slideLayout360.xml"/><Relationship Id="rId28" Type="http://schemas.openxmlformats.org/officeDocument/2006/relationships/slideLayout" Target="../slideLayouts/slideLayout365.xml"/><Relationship Id="rId36" Type="http://schemas.openxmlformats.org/officeDocument/2006/relationships/slideLayout" Target="../slideLayouts/slideLayout373.xml"/><Relationship Id="rId10" Type="http://schemas.openxmlformats.org/officeDocument/2006/relationships/slideLayout" Target="../slideLayouts/slideLayout347.xml"/><Relationship Id="rId19" Type="http://schemas.openxmlformats.org/officeDocument/2006/relationships/slideLayout" Target="../slideLayouts/slideLayout356.xml"/><Relationship Id="rId31" Type="http://schemas.openxmlformats.org/officeDocument/2006/relationships/slideLayout" Target="../slideLayouts/slideLayout368.xml"/><Relationship Id="rId4" Type="http://schemas.openxmlformats.org/officeDocument/2006/relationships/slideLayout" Target="../slideLayouts/slideLayout341.xml"/><Relationship Id="rId9" Type="http://schemas.openxmlformats.org/officeDocument/2006/relationships/slideLayout" Target="../slideLayouts/slideLayout346.xml"/><Relationship Id="rId14" Type="http://schemas.openxmlformats.org/officeDocument/2006/relationships/slideLayout" Target="../slideLayouts/slideLayout351.xml"/><Relationship Id="rId22" Type="http://schemas.openxmlformats.org/officeDocument/2006/relationships/slideLayout" Target="../slideLayouts/slideLayout359.xml"/><Relationship Id="rId27" Type="http://schemas.openxmlformats.org/officeDocument/2006/relationships/slideLayout" Target="../slideLayouts/slideLayout364.xml"/><Relationship Id="rId30" Type="http://schemas.openxmlformats.org/officeDocument/2006/relationships/slideLayout" Target="../slideLayouts/slideLayout367.xml"/><Relationship Id="rId35" Type="http://schemas.openxmlformats.org/officeDocument/2006/relationships/slideLayout" Target="../slideLayouts/slideLayout372.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386.xml"/><Relationship Id="rId18" Type="http://schemas.openxmlformats.org/officeDocument/2006/relationships/slideLayout" Target="../slideLayouts/slideLayout391.xml"/><Relationship Id="rId26" Type="http://schemas.openxmlformats.org/officeDocument/2006/relationships/slideLayout" Target="../slideLayouts/slideLayout399.xml"/><Relationship Id="rId39" Type="http://schemas.openxmlformats.org/officeDocument/2006/relationships/slideLayout" Target="../slideLayouts/slideLayout412.xml"/><Relationship Id="rId21" Type="http://schemas.openxmlformats.org/officeDocument/2006/relationships/slideLayout" Target="../slideLayouts/slideLayout394.xml"/><Relationship Id="rId34" Type="http://schemas.openxmlformats.org/officeDocument/2006/relationships/slideLayout" Target="../slideLayouts/slideLayout407.xml"/><Relationship Id="rId42" Type="http://schemas.openxmlformats.org/officeDocument/2006/relationships/slideLayout" Target="../slideLayouts/slideLayout415.xml"/><Relationship Id="rId47" Type="http://schemas.openxmlformats.org/officeDocument/2006/relationships/slideLayout" Target="../slideLayouts/slideLayout420.xml"/><Relationship Id="rId50" Type="http://schemas.openxmlformats.org/officeDocument/2006/relationships/slideLayout" Target="../slideLayouts/slideLayout423.xml"/><Relationship Id="rId55" Type="http://schemas.openxmlformats.org/officeDocument/2006/relationships/image" Target="../media/image1.png"/><Relationship Id="rId7" Type="http://schemas.openxmlformats.org/officeDocument/2006/relationships/slideLayout" Target="../slideLayouts/slideLayout380.xml"/><Relationship Id="rId12" Type="http://schemas.openxmlformats.org/officeDocument/2006/relationships/slideLayout" Target="../slideLayouts/slideLayout385.xml"/><Relationship Id="rId17" Type="http://schemas.openxmlformats.org/officeDocument/2006/relationships/slideLayout" Target="../slideLayouts/slideLayout390.xml"/><Relationship Id="rId25" Type="http://schemas.openxmlformats.org/officeDocument/2006/relationships/slideLayout" Target="../slideLayouts/slideLayout398.xml"/><Relationship Id="rId33" Type="http://schemas.openxmlformats.org/officeDocument/2006/relationships/slideLayout" Target="../slideLayouts/slideLayout406.xml"/><Relationship Id="rId38" Type="http://schemas.openxmlformats.org/officeDocument/2006/relationships/slideLayout" Target="../slideLayouts/slideLayout411.xml"/><Relationship Id="rId46" Type="http://schemas.openxmlformats.org/officeDocument/2006/relationships/slideLayout" Target="../slideLayouts/slideLayout419.xml"/><Relationship Id="rId2" Type="http://schemas.openxmlformats.org/officeDocument/2006/relationships/slideLayout" Target="../slideLayouts/slideLayout375.xml"/><Relationship Id="rId16" Type="http://schemas.openxmlformats.org/officeDocument/2006/relationships/slideLayout" Target="../slideLayouts/slideLayout389.xml"/><Relationship Id="rId20" Type="http://schemas.openxmlformats.org/officeDocument/2006/relationships/slideLayout" Target="../slideLayouts/slideLayout393.xml"/><Relationship Id="rId29" Type="http://schemas.openxmlformats.org/officeDocument/2006/relationships/slideLayout" Target="../slideLayouts/slideLayout402.xml"/><Relationship Id="rId41" Type="http://schemas.openxmlformats.org/officeDocument/2006/relationships/slideLayout" Target="../slideLayouts/slideLayout414.xml"/><Relationship Id="rId54" Type="http://schemas.openxmlformats.org/officeDocument/2006/relationships/image" Target="../media/image32.emf"/><Relationship Id="rId1" Type="http://schemas.openxmlformats.org/officeDocument/2006/relationships/slideLayout" Target="../slideLayouts/slideLayout374.xml"/><Relationship Id="rId6" Type="http://schemas.openxmlformats.org/officeDocument/2006/relationships/slideLayout" Target="../slideLayouts/slideLayout379.xml"/><Relationship Id="rId11" Type="http://schemas.openxmlformats.org/officeDocument/2006/relationships/slideLayout" Target="../slideLayouts/slideLayout384.xml"/><Relationship Id="rId24" Type="http://schemas.openxmlformats.org/officeDocument/2006/relationships/slideLayout" Target="../slideLayouts/slideLayout397.xml"/><Relationship Id="rId32" Type="http://schemas.openxmlformats.org/officeDocument/2006/relationships/slideLayout" Target="../slideLayouts/slideLayout405.xml"/><Relationship Id="rId37" Type="http://schemas.openxmlformats.org/officeDocument/2006/relationships/slideLayout" Target="../slideLayouts/slideLayout410.xml"/><Relationship Id="rId40" Type="http://schemas.openxmlformats.org/officeDocument/2006/relationships/slideLayout" Target="../slideLayouts/slideLayout413.xml"/><Relationship Id="rId45" Type="http://schemas.openxmlformats.org/officeDocument/2006/relationships/slideLayout" Target="../slideLayouts/slideLayout418.xml"/><Relationship Id="rId53" Type="http://schemas.openxmlformats.org/officeDocument/2006/relationships/oleObject" Target="../embeddings/oleObject1.bin"/><Relationship Id="rId5" Type="http://schemas.openxmlformats.org/officeDocument/2006/relationships/slideLayout" Target="../slideLayouts/slideLayout378.xml"/><Relationship Id="rId15" Type="http://schemas.openxmlformats.org/officeDocument/2006/relationships/slideLayout" Target="../slideLayouts/slideLayout388.xml"/><Relationship Id="rId23" Type="http://schemas.openxmlformats.org/officeDocument/2006/relationships/slideLayout" Target="../slideLayouts/slideLayout396.xml"/><Relationship Id="rId28" Type="http://schemas.openxmlformats.org/officeDocument/2006/relationships/slideLayout" Target="../slideLayouts/slideLayout401.xml"/><Relationship Id="rId36" Type="http://schemas.openxmlformats.org/officeDocument/2006/relationships/slideLayout" Target="../slideLayouts/slideLayout409.xml"/><Relationship Id="rId49" Type="http://schemas.openxmlformats.org/officeDocument/2006/relationships/slideLayout" Target="../slideLayouts/slideLayout422.xml"/><Relationship Id="rId10" Type="http://schemas.openxmlformats.org/officeDocument/2006/relationships/slideLayout" Target="../slideLayouts/slideLayout383.xml"/><Relationship Id="rId19" Type="http://schemas.openxmlformats.org/officeDocument/2006/relationships/slideLayout" Target="../slideLayouts/slideLayout392.xml"/><Relationship Id="rId31" Type="http://schemas.openxmlformats.org/officeDocument/2006/relationships/slideLayout" Target="../slideLayouts/slideLayout404.xml"/><Relationship Id="rId44" Type="http://schemas.openxmlformats.org/officeDocument/2006/relationships/slideLayout" Target="../slideLayouts/slideLayout417.xml"/><Relationship Id="rId52" Type="http://schemas.openxmlformats.org/officeDocument/2006/relationships/tags" Target="../tags/tag1.xml"/><Relationship Id="rId4" Type="http://schemas.openxmlformats.org/officeDocument/2006/relationships/slideLayout" Target="../slideLayouts/slideLayout377.xml"/><Relationship Id="rId9" Type="http://schemas.openxmlformats.org/officeDocument/2006/relationships/slideLayout" Target="../slideLayouts/slideLayout382.xml"/><Relationship Id="rId14" Type="http://schemas.openxmlformats.org/officeDocument/2006/relationships/slideLayout" Target="../slideLayouts/slideLayout387.xml"/><Relationship Id="rId22" Type="http://schemas.openxmlformats.org/officeDocument/2006/relationships/slideLayout" Target="../slideLayouts/slideLayout395.xml"/><Relationship Id="rId27" Type="http://schemas.openxmlformats.org/officeDocument/2006/relationships/slideLayout" Target="../slideLayouts/slideLayout400.xml"/><Relationship Id="rId30" Type="http://schemas.openxmlformats.org/officeDocument/2006/relationships/slideLayout" Target="../slideLayouts/slideLayout403.xml"/><Relationship Id="rId35" Type="http://schemas.openxmlformats.org/officeDocument/2006/relationships/slideLayout" Target="../slideLayouts/slideLayout408.xml"/><Relationship Id="rId43" Type="http://schemas.openxmlformats.org/officeDocument/2006/relationships/slideLayout" Target="../slideLayouts/slideLayout416.xml"/><Relationship Id="rId48" Type="http://schemas.openxmlformats.org/officeDocument/2006/relationships/slideLayout" Target="../slideLayouts/slideLayout421.xml"/><Relationship Id="rId56" Type="http://schemas.openxmlformats.org/officeDocument/2006/relationships/image" Target="../media/image2.svg"/><Relationship Id="rId8" Type="http://schemas.openxmlformats.org/officeDocument/2006/relationships/slideLayout" Target="../slideLayouts/slideLayout381.xml"/><Relationship Id="rId51" Type="http://schemas.openxmlformats.org/officeDocument/2006/relationships/theme" Target="../theme/theme9.xml"/><Relationship Id="rId3" Type="http://schemas.openxmlformats.org/officeDocument/2006/relationships/slideLayout" Target="../slideLayouts/slideLayout37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431.xml"/><Relationship Id="rId13" Type="http://schemas.openxmlformats.org/officeDocument/2006/relationships/slideLayout" Target="../slideLayouts/slideLayout436.xml"/><Relationship Id="rId18" Type="http://schemas.openxmlformats.org/officeDocument/2006/relationships/slideLayout" Target="../slideLayouts/slideLayout441.xml"/><Relationship Id="rId26" Type="http://schemas.openxmlformats.org/officeDocument/2006/relationships/slideLayout" Target="../slideLayouts/slideLayout449.xml"/><Relationship Id="rId3" Type="http://schemas.openxmlformats.org/officeDocument/2006/relationships/slideLayout" Target="../slideLayouts/slideLayout426.xml"/><Relationship Id="rId21" Type="http://schemas.openxmlformats.org/officeDocument/2006/relationships/slideLayout" Target="../slideLayouts/slideLayout444.xml"/><Relationship Id="rId34" Type="http://schemas.openxmlformats.org/officeDocument/2006/relationships/theme" Target="../theme/theme10.xml"/><Relationship Id="rId7" Type="http://schemas.openxmlformats.org/officeDocument/2006/relationships/slideLayout" Target="../slideLayouts/slideLayout430.xml"/><Relationship Id="rId12" Type="http://schemas.openxmlformats.org/officeDocument/2006/relationships/slideLayout" Target="../slideLayouts/slideLayout435.xml"/><Relationship Id="rId17" Type="http://schemas.openxmlformats.org/officeDocument/2006/relationships/slideLayout" Target="../slideLayouts/slideLayout440.xml"/><Relationship Id="rId25" Type="http://schemas.openxmlformats.org/officeDocument/2006/relationships/slideLayout" Target="../slideLayouts/slideLayout448.xml"/><Relationship Id="rId33" Type="http://schemas.openxmlformats.org/officeDocument/2006/relationships/slideLayout" Target="../slideLayouts/slideLayout456.xml"/><Relationship Id="rId2" Type="http://schemas.openxmlformats.org/officeDocument/2006/relationships/slideLayout" Target="../slideLayouts/slideLayout425.xml"/><Relationship Id="rId16" Type="http://schemas.openxmlformats.org/officeDocument/2006/relationships/slideLayout" Target="../slideLayouts/slideLayout439.xml"/><Relationship Id="rId20" Type="http://schemas.openxmlformats.org/officeDocument/2006/relationships/slideLayout" Target="../slideLayouts/slideLayout443.xml"/><Relationship Id="rId29" Type="http://schemas.openxmlformats.org/officeDocument/2006/relationships/slideLayout" Target="../slideLayouts/slideLayout452.xml"/><Relationship Id="rId1" Type="http://schemas.openxmlformats.org/officeDocument/2006/relationships/slideLayout" Target="../slideLayouts/slideLayout424.xml"/><Relationship Id="rId6" Type="http://schemas.openxmlformats.org/officeDocument/2006/relationships/slideLayout" Target="../slideLayouts/slideLayout429.xml"/><Relationship Id="rId11" Type="http://schemas.openxmlformats.org/officeDocument/2006/relationships/slideLayout" Target="../slideLayouts/slideLayout434.xml"/><Relationship Id="rId24" Type="http://schemas.openxmlformats.org/officeDocument/2006/relationships/slideLayout" Target="../slideLayouts/slideLayout447.xml"/><Relationship Id="rId32" Type="http://schemas.openxmlformats.org/officeDocument/2006/relationships/slideLayout" Target="../slideLayouts/slideLayout455.xml"/><Relationship Id="rId5" Type="http://schemas.openxmlformats.org/officeDocument/2006/relationships/slideLayout" Target="../slideLayouts/slideLayout428.xml"/><Relationship Id="rId15" Type="http://schemas.openxmlformats.org/officeDocument/2006/relationships/slideLayout" Target="../slideLayouts/slideLayout438.xml"/><Relationship Id="rId23" Type="http://schemas.openxmlformats.org/officeDocument/2006/relationships/slideLayout" Target="../slideLayouts/slideLayout446.xml"/><Relationship Id="rId28" Type="http://schemas.openxmlformats.org/officeDocument/2006/relationships/slideLayout" Target="../slideLayouts/slideLayout451.xml"/><Relationship Id="rId36" Type="http://schemas.openxmlformats.org/officeDocument/2006/relationships/image" Target="../media/image2.svg"/><Relationship Id="rId10" Type="http://schemas.openxmlformats.org/officeDocument/2006/relationships/slideLayout" Target="../slideLayouts/slideLayout433.xml"/><Relationship Id="rId19" Type="http://schemas.openxmlformats.org/officeDocument/2006/relationships/slideLayout" Target="../slideLayouts/slideLayout442.xml"/><Relationship Id="rId31" Type="http://schemas.openxmlformats.org/officeDocument/2006/relationships/slideLayout" Target="../slideLayouts/slideLayout454.xml"/><Relationship Id="rId4" Type="http://schemas.openxmlformats.org/officeDocument/2006/relationships/slideLayout" Target="../slideLayouts/slideLayout427.xml"/><Relationship Id="rId9" Type="http://schemas.openxmlformats.org/officeDocument/2006/relationships/slideLayout" Target="../slideLayouts/slideLayout432.xml"/><Relationship Id="rId14" Type="http://schemas.openxmlformats.org/officeDocument/2006/relationships/slideLayout" Target="../slideLayouts/slideLayout437.xml"/><Relationship Id="rId22" Type="http://schemas.openxmlformats.org/officeDocument/2006/relationships/slideLayout" Target="../slideLayouts/slideLayout445.xml"/><Relationship Id="rId27" Type="http://schemas.openxmlformats.org/officeDocument/2006/relationships/slideLayout" Target="../slideLayouts/slideLayout450.xml"/><Relationship Id="rId30" Type="http://schemas.openxmlformats.org/officeDocument/2006/relationships/slideLayout" Target="../slideLayouts/slideLayout45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Slide library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68573713"/>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 id="2147484127" r:id="rId8"/>
    <p:sldLayoutId id="2147484128" r:id="rId9"/>
    <p:sldLayoutId id="2147484129" r:id="rId10"/>
    <p:sldLayoutId id="2147484130" r:id="rId11"/>
    <p:sldLayoutId id="2147484131" r:id="rId12"/>
    <p:sldLayoutId id="2147484132" r:id="rId13"/>
    <p:sldLayoutId id="2147484133" r:id="rId14"/>
    <p:sldLayoutId id="2147484134" r:id="rId15"/>
    <p:sldLayoutId id="2147484135" r:id="rId16"/>
    <p:sldLayoutId id="2147484136" r:id="rId17"/>
    <p:sldLayoutId id="2147484137" r:id="rId18"/>
    <p:sldLayoutId id="2147484138" r:id="rId19"/>
    <p:sldLayoutId id="2147484139" r:id="rId20"/>
    <p:sldLayoutId id="2147484140" r:id="rId21"/>
    <p:sldLayoutId id="2147484141" r:id="rId22"/>
    <p:sldLayoutId id="2147484142" r:id="rId23"/>
    <p:sldLayoutId id="2147484143" r:id="rId24"/>
    <p:sldLayoutId id="2147484144" r:id="rId25"/>
    <p:sldLayoutId id="2147484145" r:id="rId26"/>
    <p:sldLayoutId id="2147484146" r:id="rId27"/>
    <p:sldLayoutId id="2147484147" r:id="rId28"/>
    <p:sldLayoutId id="2147484148" r:id="rId29"/>
    <p:sldLayoutId id="2147484149" r:id="rId30"/>
    <p:sldLayoutId id="2147484150" r:id="rId31"/>
    <p:sldLayoutId id="2147484151" r:id="rId32"/>
    <p:sldLayoutId id="2147484152" r:id="rId33"/>
    <p:sldLayoutId id="2147484153" r:id="rId34"/>
    <p:sldLayoutId id="2147484154"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guide id="7" orient="horz" pos="3657">
          <p15:clr>
            <a:srgbClr val="F26B43"/>
          </p15:clr>
        </p15:guide>
        <p15:guide id="8" pos="3751">
          <p15:clr>
            <a:srgbClr val="F26B43"/>
          </p15:clr>
        </p15:guide>
        <p15:guide id="9" pos="3922">
          <p15:clr>
            <a:srgbClr val="F26B43"/>
          </p15:clr>
        </p15:guide>
        <p15:guide id="10" pos="3840">
          <p15:clr>
            <a:srgbClr val="5ACBF0"/>
          </p15:clr>
        </p15:guide>
        <p15:guide id="11" pos="5118">
          <p15:clr>
            <a:srgbClr val="5ACBF0"/>
          </p15:clr>
        </p15:guide>
        <p15:guide id="12" pos="6399">
          <p15:clr>
            <a:srgbClr val="5ACBF0"/>
          </p15:clr>
        </p15:guide>
        <p15:guide id="13" pos="2559">
          <p15:clr>
            <a:srgbClr val="5ACBF0"/>
          </p15:clr>
        </p15:guide>
        <p15:guide id="14" pos="1280">
          <p15:clr>
            <a:srgbClr val="5ACBF0"/>
          </p15:clr>
        </p15:guide>
        <p15:guide id="15">
          <p15:clr>
            <a:srgbClr val="5ACBF0"/>
          </p15:clr>
        </p15:guide>
        <p15:guide id="17" pos="7680">
          <p15:clr>
            <a:srgbClr val="5ACBF0"/>
          </p15:clr>
        </p15:guide>
        <p15:guide id="18" pos="1940">
          <p15:clr>
            <a:srgbClr val="F26B43"/>
          </p15:clr>
        </p15:guide>
        <p15:guide id="19" pos="2111">
          <p15:clr>
            <a:srgbClr val="F26B43"/>
          </p15:clr>
        </p15:guide>
        <p15:guide id="20" pos="5562">
          <p15:clr>
            <a:srgbClr val="F26B43"/>
          </p15:clr>
        </p15:guide>
        <p15:guide id="21" pos="5736">
          <p15:clr>
            <a:srgbClr val="F26B43"/>
          </p15:clr>
        </p15:guide>
        <p15:guide id="22" orient="horz" pos="2160">
          <p15:clr>
            <a:srgbClr val="5ACBF0"/>
          </p15:clr>
        </p15:guide>
        <p15:guide id="23" orient="horz" pos="720">
          <p15:clr>
            <a:srgbClr val="5ACBF0"/>
          </p15:clr>
        </p15:guide>
        <p15:guide id="24" orient="horz" pos="1443">
          <p15:clr>
            <a:srgbClr val="5ACBF0"/>
          </p15:clr>
        </p15:guide>
        <p15:guide id="25" orient="horz" pos="2880">
          <p15:clr>
            <a:srgbClr val="5ACBF0"/>
          </p15:clr>
        </p15:guide>
        <p15:guide id="26" orient="horz" pos="360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57">
            <a:extLst>
              <a:ext uri="{96DAC541-7B7A-43D3-8B79-37D633B846F1}">
                <asvg:svgBlip xmlns:asvg="http://schemas.microsoft.com/office/drawing/2016/SVG/main" r:embed="rId58"/>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4243" r:id="rId1"/>
    <p:sldLayoutId id="2147484244" r:id="rId2"/>
    <p:sldLayoutId id="2147484245" r:id="rId3"/>
    <p:sldLayoutId id="2147484246" r:id="rId4"/>
    <p:sldLayoutId id="2147484247" r:id="rId5"/>
    <p:sldLayoutId id="2147484248" r:id="rId6"/>
    <p:sldLayoutId id="2147484249" r:id="rId7"/>
    <p:sldLayoutId id="2147484250" r:id="rId8"/>
    <p:sldLayoutId id="2147484251" r:id="rId9"/>
    <p:sldLayoutId id="2147484252" r:id="rId10"/>
    <p:sldLayoutId id="2147484253" r:id="rId11"/>
    <p:sldLayoutId id="2147484254" r:id="rId12"/>
    <p:sldLayoutId id="2147484255" r:id="rId13"/>
    <p:sldLayoutId id="2147484256" r:id="rId14"/>
    <p:sldLayoutId id="2147484257" r:id="rId15"/>
    <p:sldLayoutId id="2147484258" r:id="rId16"/>
    <p:sldLayoutId id="2147484259" r:id="rId17"/>
    <p:sldLayoutId id="2147484260" r:id="rId18"/>
    <p:sldLayoutId id="2147484261" r:id="rId19"/>
    <p:sldLayoutId id="2147484262" r:id="rId20"/>
    <p:sldLayoutId id="2147484263" r:id="rId21"/>
    <p:sldLayoutId id="2147484264" r:id="rId22"/>
    <p:sldLayoutId id="2147484265" r:id="rId23"/>
    <p:sldLayoutId id="2147484266" r:id="rId24"/>
    <p:sldLayoutId id="2147484267" r:id="rId25"/>
    <p:sldLayoutId id="2147484268" r:id="rId26"/>
    <p:sldLayoutId id="2147484269" r:id="rId27"/>
    <p:sldLayoutId id="2147484270" r:id="rId28"/>
    <p:sldLayoutId id="2147484271" r:id="rId29"/>
    <p:sldLayoutId id="2147484272" r:id="rId30"/>
    <p:sldLayoutId id="2147484273" r:id="rId31"/>
    <p:sldLayoutId id="2147484274" r:id="rId32"/>
    <p:sldLayoutId id="2147484275" r:id="rId33"/>
    <p:sldLayoutId id="2147484276" r:id="rId34"/>
    <p:sldLayoutId id="2147483766" r:id="rId35"/>
    <p:sldLayoutId id="2147483768" r:id="rId36"/>
    <p:sldLayoutId id="2147483772" r:id="rId37"/>
    <p:sldLayoutId id="2147483773" r:id="rId38"/>
    <p:sldLayoutId id="2147483774" r:id="rId39"/>
    <p:sldLayoutId id="2147483737" r:id="rId40"/>
    <p:sldLayoutId id="2147483739" r:id="rId41"/>
    <p:sldLayoutId id="2147483740" r:id="rId42"/>
    <p:sldLayoutId id="2147483742" r:id="rId43"/>
    <p:sldLayoutId id="2147483744" r:id="rId44"/>
    <p:sldLayoutId id="2147483747" r:id="rId45"/>
    <p:sldLayoutId id="2147483748" r:id="rId46"/>
    <p:sldLayoutId id="2147483749" r:id="rId47"/>
    <p:sldLayoutId id="2147483750" r:id="rId48"/>
    <p:sldLayoutId id="2147483751" r:id="rId49"/>
    <p:sldLayoutId id="2147483752" r:id="rId50"/>
    <p:sldLayoutId id="2147483753" r:id="rId51"/>
    <p:sldLayoutId id="2147483754" r:id="rId52"/>
    <p:sldLayoutId id="2147483761" r:id="rId53"/>
    <p:sldLayoutId id="2147483762" r:id="rId54"/>
    <p:sldLayoutId id="2147483763" r:id="rId55"/>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CEC Portfolio Update|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41088010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 id="2147483837" r:id="rId14"/>
    <p:sldLayoutId id="2147483838" r:id="rId15"/>
    <p:sldLayoutId id="2147483839" r:id="rId16"/>
    <p:sldLayoutId id="2147483840" r:id="rId17"/>
    <p:sldLayoutId id="2147483841" r:id="rId18"/>
    <p:sldLayoutId id="2147483842" r:id="rId19"/>
    <p:sldLayoutId id="2147483843" r:id="rId20"/>
    <p:sldLayoutId id="2147483844" r:id="rId21"/>
    <p:sldLayoutId id="2147483845" r:id="rId22"/>
    <p:sldLayoutId id="2147483846" r:id="rId23"/>
    <p:sldLayoutId id="2147483847" r:id="rId24"/>
    <p:sldLayoutId id="2147483848" r:id="rId25"/>
    <p:sldLayoutId id="2147483849" r:id="rId26"/>
    <p:sldLayoutId id="2147483850" r:id="rId27"/>
    <p:sldLayoutId id="2147483851" r:id="rId28"/>
    <p:sldLayoutId id="2147483852" r:id="rId29"/>
    <p:sldLayoutId id="2147483853" r:id="rId30"/>
    <p:sldLayoutId id="2147483854" r:id="rId31"/>
    <p:sldLayoutId id="2147483855" r:id="rId32"/>
    <p:sldLayoutId id="2147483856" r:id="rId33"/>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7">
            <a:extLst>
              <a:ext uri="{96DAC541-7B7A-43D3-8B79-37D633B846F1}">
                <asvg:svgBlip xmlns:asvg="http://schemas.microsoft.com/office/drawing/2016/SVG/main" r:embed="rId7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7005753"/>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0" r:id="rId43"/>
    <p:sldLayoutId id="2147483901" r:id="rId44"/>
    <p:sldLayoutId id="2147483903" r:id="rId45"/>
    <p:sldLayoutId id="2147483905" r:id="rId46"/>
    <p:sldLayoutId id="2147483906" r:id="rId47"/>
    <p:sldLayoutId id="2147483907" r:id="rId48"/>
    <p:sldLayoutId id="2147483909" r:id="rId49"/>
    <p:sldLayoutId id="2147483911" r:id="rId50"/>
    <p:sldLayoutId id="2147483912" r:id="rId51"/>
    <p:sldLayoutId id="2147483914" r:id="rId52"/>
    <p:sldLayoutId id="2147483915" r:id="rId53"/>
    <p:sldLayoutId id="2147483917" r:id="rId54"/>
    <p:sldLayoutId id="2147483924" r:id="rId55"/>
    <p:sldLayoutId id="2147483925" r:id="rId56"/>
    <p:sldLayoutId id="2147483926" r:id="rId57"/>
    <p:sldLayoutId id="2147483927" r:id="rId58"/>
    <p:sldLayoutId id="2147483928" r:id="rId59"/>
    <p:sldLayoutId id="2147483929" r:id="rId60"/>
    <p:sldLayoutId id="2147483930" r:id="rId61"/>
    <p:sldLayoutId id="2147483931" r:id="rId62"/>
    <p:sldLayoutId id="2147483934" r:id="rId63"/>
    <p:sldLayoutId id="2147484240" r:id="rId64"/>
    <p:sldLayoutId id="2147484241" r:id="rId65"/>
    <p:sldLayoutId id="2147483662" r:id="rId66"/>
    <p:sldLayoutId id="2147483663" r:id="rId67"/>
    <p:sldLayoutId id="2147483664" r:id="rId68"/>
    <p:sldLayoutId id="2147483685" r:id="rId69"/>
    <p:sldLayoutId id="2147483688" r:id="rId70"/>
    <p:sldLayoutId id="2147483689" r:id="rId71"/>
    <p:sldLayoutId id="2147483690" r:id="rId72"/>
    <p:sldLayoutId id="2147483691" r:id="rId73"/>
    <p:sldLayoutId id="2147483692" r:id="rId74"/>
    <p:sldLayoutId id="2147483733" r:id="rId7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31239621"/>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 id="2147483951" r:id="rId12"/>
    <p:sldLayoutId id="2147483952" r:id="rId13"/>
    <p:sldLayoutId id="2147483953" r:id="rId14"/>
    <p:sldLayoutId id="2147483954" r:id="rId15"/>
    <p:sldLayoutId id="2147483955" r:id="rId16"/>
    <p:sldLayoutId id="2147483956" r:id="rId17"/>
    <p:sldLayoutId id="2147483957" r:id="rId18"/>
    <p:sldLayoutId id="2147483958" r:id="rId19"/>
    <p:sldLayoutId id="2147483959" r:id="rId20"/>
    <p:sldLayoutId id="2147483960" r:id="rId21"/>
    <p:sldLayoutId id="2147483961" r:id="rId22"/>
    <p:sldLayoutId id="2147483962" r:id="rId23"/>
    <p:sldLayoutId id="2147483963" r:id="rId24"/>
    <p:sldLayoutId id="2147483964" r:id="rId25"/>
    <p:sldLayoutId id="2147483965" r:id="rId26"/>
    <p:sldLayoutId id="2147483966" r:id="rId27"/>
    <p:sldLayoutId id="2147483967" r:id="rId28"/>
    <p:sldLayoutId id="2147483968" r:id="rId29"/>
    <p:sldLayoutId id="2147483969" r:id="rId30"/>
    <p:sldLayoutId id="2147483970" r:id="rId31"/>
    <p:sldLayoutId id="2147483971" r:id="rId32"/>
    <p:sldLayoutId id="2147483972" r:id="rId33"/>
    <p:sldLayoutId id="2147483973" r:id="rId34"/>
    <p:sldLayoutId id="2147483974" r:id="rId35"/>
    <p:sldLayoutId id="2147483975" r:id="rId36"/>
    <p:sldLayoutId id="2147483976" r:id="rId37"/>
    <p:sldLayoutId id="2147483977" r:id="rId38"/>
    <p:sldLayoutId id="2147483978" r:id="rId39"/>
    <p:sldLayoutId id="2147483979" r:id="rId40"/>
    <p:sldLayoutId id="2147483980" r:id="rId41"/>
    <p:sldLayoutId id="2147483981" r:id="rId42"/>
    <p:sldLayoutId id="2147483982" r:id="rId43"/>
    <p:sldLayoutId id="2147483983" r:id="rId44"/>
    <p:sldLayoutId id="2147483984" r:id="rId45"/>
    <p:sldLayoutId id="2147483985" r:id="rId46"/>
    <p:sldLayoutId id="2147483986" r:id="rId47"/>
    <p:sldLayoutId id="2147483987" r:id="rId48"/>
    <p:sldLayoutId id="2147483988" r:id="rId49"/>
    <p:sldLayoutId id="2147483989" r:id="rId50"/>
    <p:sldLayoutId id="2147483990" r:id="rId51"/>
    <p:sldLayoutId id="2147483991" r:id="rId52"/>
    <p:sldLayoutId id="2147483992" r:id="rId53"/>
    <p:sldLayoutId id="2147483993" r:id="rId54"/>
    <p:sldLayoutId id="2147483994" r:id="rId55"/>
    <p:sldLayoutId id="2147483995" r:id="rId56"/>
    <p:sldLayoutId id="2147483996" r:id="rId57"/>
    <p:sldLayoutId id="2147483997" r:id="rId58"/>
    <p:sldLayoutId id="2147483998" r:id="rId59"/>
    <p:sldLayoutId id="2147483999" r:id="rId60"/>
    <p:sldLayoutId id="2147484000" r:id="rId61"/>
    <p:sldLayoutId id="2147484001" r:id="rId62"/>
    <p:sldLayoutId id="2147484002" r:id="rId63"/>
    <p:sldLayoutId id="2147484003" r:id="rId64"/>
    <p:sldLayoutId id="2147484004" r:id="rId65"/>
    <p:sldLayoutId id="2147484005" r:id="rId66"/>
    <p:sldLayoutId id="2147484006" r:id="rId67"/>
    <p:sldLayoutId id="2147484007" r:id="rId68"/>
    <p:sldLayoutId id="2147484008" r:id="rId69"/>
    <p:sldLayoutId id="2147484009" r:id="rId70"/>
    <p:sldLayoutId id="2147484010" r:id="rId71"/>
    <p:sldLayoutId id="2147484080" r:id="rId72"/>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CMR Avenciguat_sGC activator_Glomerulonephritides, 18th February 2025 - CONFIDENTIAL -</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101318937"/>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 id="2147484044"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36363264"/>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 id="2147484059" r:id="rId14"/>
    <p:sldLayoutId id="2147484060" r:id="rId15"/>
    <p:sldLayoutId id="2147484061" r:id="rId16"/>
    <p:sldLayoutId id="2147484062" r:id="rId17"/>
    <p:sldLayoutId id="2147484063" r:id="rId18"/>
    <p:sldLayoutId id="2147484064" r:id="rId19"/>
    <p:sldLayoutId id="2147484065" r:id="rId20"/>
    <p:sldLayoutId id="2147484066" r:id="rId21"/>
    <p:sldLayoutId id="2147484067" r:id="rId22"/>
    <p:sldLayoutId id="2147484068" r:id="rId23"/>
    <p:sldLayoutId id="2147484069" r:id="rId24"/>
    <p:sldLayoutId id="2147484070" r:id="rId25"/>
    <p:sldLayoutId id="2147484071" r:id="rId26"/>
    <p:sldLayoutId id="2147484072" r:id="rId27"/>
    <p:sldLayoutId id="2147484073" r:id="rId28"/>
    <p:sldLayoutId id="2147484074" r:id="rId29"/>
    <p:sldLayoutId id="2147484075" r:id="rId30"/>
    <p:sldLayoutId id="2147484076" r:id="rId31"/>
    <p:sldLayoutId id="2147484077" r:id="rId32"/>
    <p:sldLayoutId id="2147484078" r:id="rId33"/>
    <p:sldLayoutId id="2147484079"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IUPC CRM February 2025 | Confidential - Third-Party Collaboration Project</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2501741"/>
      </p:ext>
    </p:extLst>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 id="2147484097" r:id="rId15"/>
    <p:sldLayoutId id="2147484098" r:id="rId16"/>
    <p:sldLayoutId id="2147484099" r:id="rId17"/>
    <p:sldLayoutId id="2147484100" r:id="rId18"/>
    <p:sldLayoutId id="2147484101" r:id="rId19"/>
    <p:sldLayoutId id="2147484102" r:id="rId20"/>
    <p:sldLayoutId id="2147484103" r:id="rId21"/>
    <p:sldLayoutId id="2147484104" r:id="rId22"/>
    <p:sldLayoutId id="2147484105" r:id="rId23"/>
    <p:sldLayoutId id="2147484106" r:id="rId24"/>
    <p:sldLayoutId id="2147484107" r:id="rId25"/>
    <p:sldLayoutId id="2147484108" r:id="rId26"/>
    <p:sldLayoutId id="2147484109" r:id="rId27"/>
    <p:sldLayoutId id="2147484110" r:id="rId28"/>
    <p:sldLayoutId id="2147484111" r:id="rId29"/>
    <p:sldLayoutId id="2147484112" r:id="rId30"/>
    <p:sldLayoutId id="2147484113" r:id="rId31"/>
    <p:sldLayoutId id="2147484114" r:id="rId32"/>
    <p:sldLayoutId id="2147484115" r:id="rId33"/>
    <p:sldLayoutId id="2147484116" r:id="rId34"/>
    <p:sldLayoutId id="2147484117" r:id="rId35"/>
    <p:sldLayoutId id="2147484118" r:id="rId36"/>
  </p:sldLayoutIdLst>
  <p:hf sldNum="0"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75ECBFB-366F-AB59-A64B-19C76DAA8EEF}"/>
              </a:ext>
            </a:extLst>
          </p:cNvPr>
          <p:cNvGraphicFramePr>
            <a:graphicFrameLocks noChangeAspect="1"/>
          </p:cNvGraphicFramePr>
          <p:nvPr userDrawn="1">
            <p:custDataLst>
              <p:tags r:id="rId52"/>
            </p:custDataLst>
            <p:extLst>
              <p:ext uri="{D42A27DB-BD31-4B8C-83A1-F6EECF244321}">
                <p14:modId xmlns:p14="http://schemas.microsoft.com/office/powerpoint/2010/main" val="912455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3" imgW="416" imgH="416" progId="TCLayout.ActiveDocument.1">
                  <p:embed/>
                </p:oleObj>
              </mc:Choice>
              <mc:Fallback>
                <p:oleObj name="think-cell 幻灯片" r:id="rId53" imgW="416" imgH="416" progId="TCLayout.ActiveDocument.1">
                  <p:embed/>
                  <p:pic>
                    <p:nvPicPr>
                      <p:cNvPr id="9" name="think-cell data - do not delete" hidden="1">
                        <a:extLst>
                          <a:ext uri="{FF2B5EF4-FFF2-40B4-BE49-F238E27FC236}">
                            <a16:creationId xmlns:a16="http://schemas.microsoft.com/office/drawing/2014/main" id="{275ECBFB-366F-AB59-A64B-19C76DAA8EEF}"/>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Integrated Customer Plan 2025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75220294"/>
      </p:ext>
    </p:extLst>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 id="2147484171" r:id="rId16"/>
    <p:sldLayoutId id="2147484172" r:id="rId17"/>
    <p:sldLayoutId id="2147484173" r:id="rId18"/>
    <p:sldLayoutId id="2147484174" r:id="rId19"/>
    <p:sldLayoutId id="2147484175" r:id="rId20"/>
    <p:sldLayoutId id="2147484176" r:id="rId21"/>
    <p:sldLayoutId id="2147484177" r:id="rId22"/>
    <p:sldLayoutId id="2147484178" r:id="rId23"/>
    <p:sldLayoutId id="2147484179" r:id="rId24"/>
    <p:sldLayoutId id="2147484180" r:id="rId25"/>
    <p:sldLayoutId id="2147484181" r:id="rId26"/>
    <p:sldLayoutId id="2147484182" r:id="rId27"/>
    <p:sldLayoutId id="2147484183" r:id="rId28"/>
    <p:sldLayoutId id="2147484184" r:id="rId29"/>
    <p:sldLayoutId id="2147484185" r:id="rId30"/>
    <p:sldLayoutId id="2147484186" r:id="rId31"/>
    <p:sldLayoutId id="2147484187" r:id="rId32"/>
    <p:sldLayoutId id="2147484188" r:id="rId33"/>
    <p:sldLayoutId id="2147484189" r:id="rId34"/>
    <p:sldLayoutId id="2147484190" r:id="rId35"/>
    <p:sldLayoutId id="2147484191" r:id="rId36"/>
    <p:sldLayoutId id="2147484192" r:id="rId37"/>
    <p:sldLayoutId id="2147484193" r:id="rId38"/>
    <p:sldLayoutId id="2147484194" r:id="rId39"/>
    <p:sldLayoutId id="2147484195" r:id="rId40"/>
    <p:sldLayoutId id="2147484196" r:id="rId41"/>
    <p:sldLayoutId id="2147484197" r:id="rId42"/>
    <p:sldLayoutId id="2147484198" r:id="rId43"/>
    <p:sldLayoutId id="2147484199" r:id="rId44"/>
    <p:sldLayoutId id="2147484200" r:id="rId45"/>
    <p:sldLayoutId id="2147484201" r:id="rId46"/>
    <p:sldLayoutId id="2147484202" r:id="rId47"/>
    <p:sldLayoutId id="2147484203" r:id="rId48"/>
    <p:sldLayoutId id="2147484204" r:id="rId49"/>
    <p:sldLayoutId id="2147484205" r:id="rId50"/>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t>‹#›</a:t>
            </a:fld>
            <a:endParaRPr lang="en-US"/>
          </a:p>
        </p:txBody>
      </p:sp>
      <p:grpSp>
        <p:nvGrpSpPr>
          <p:cNvPr id="2082" name="Gruppieren 2081"/>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72624644"/>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 id="2147484224" r:id="rId18"/>
    <p:sldLayoutId id="2147484225" r:id="rId19"/>
    <p:sldLayoutId id="2147484226" r:id="rId20"/>
    <p:sldLayoutId id="2147484227" r:id="rId21"/>
    <p:sldLayoutId id="2147484228" r:id="rId22"/>
    <p:sldLayoutId id="2147484229" r:id="rId23"/>
    <p:sldLayoutId id="2147484230" r:id="rId24"/>
    <p:sldLayoutId id="2147484231" r:id="rId25"/>
    <p:sldLayoutId id="2147484232" r:id="rId26"/>
    <p:sldLayoutId id="2147484233" r:id="rId27"/>
    <p:sldLayoutId id="2147484234" r:id="rId28"/>
    <p:sldLayoutId id="2147484235" r:id="rId29"/>
    <p:sldLayoutId id="2147484236" r:id="rId30"/>
    <p:sldLayoutId id="2147484237" r:id="rId31"/>
    <p:sldLayoutId id="2147484238" r:id="rId32"/>
    <p:sldLayoutId id="2147484239"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00" indent="-215900" algn="l" defTabSz="914400" rtl="0" eaLnBrk="1" latinLnBrk="0" hangingPunct="1">
        <a:lnSpc>
          <a:spcPct val="140000"/>
        </a:lnSpc>
        <a:spcBef>
          <a:spcPts val="0"/>
        </a:spcBef>
        <a:spcAft>
          <a:spcPts val="600"/>
        </a:spcAft>
        <a:buFont typeface="Arial" panose="020B060402020209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hyperlink" Target="https://boehringer.sharepoint.com/:x:/r/sites/z365portfolioexecutivecommittee2/Shared%20Documents/New%20PEC/PEC%20actions%20log.xlsx?d=w51695c890a234c08810d2e563b8a8e55&amp;csf=1&amp;web=1&amp;e=WFmrWg" TargetMode="Externa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403.xml"/><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xml"/><Relationship Id="rId1" Type="http://schemas.openxmlformats.org/officeDocument/2006/relationships/slideLayout" Target="../slideLayouts/slideLayout435.xml"/></Relationships>
</file>

<file path=ppt/slides/_rels/slide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xml"/><Relationship Id="rId1" Type="http://schemas.openxmlformats.org/officeDocument/2006/relationships/slideLayout" Target="../slideLayouts/slideLayout447.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5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134.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image" Target="../media/image46.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image" Target="../media/image45.png"/><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image" Target="../media/image48.sv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image" Target="../media/image44.png"/><Relationship Id="rId30"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tags" Target="../tags/tag43.xml"/><Relationship Id="rId26" Type="http://schemas.openxmlformats.org/officeDocument/2006/relationships/tags" Target="../tags/tag51.xml"/><Relationship Id="rId3" Type="http://schemas.openxmlformats.org/officeDocument/2006/relationships/tags" Target="../tags/tag28.xml"/><Relationship Id="rId21" Type="http://schemas.openxmlformats.org/officeDocument/2006/relationships/tags" Target="../tags/tag46.xml"/><Relationship Id="rId34" Type="http://schemas.openxmlformats.org/officeDocument/2006/relationships/image" Target="../media/image47.png"/><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5" Type="http://schemas.openxmlformats.org/officeDocument/2006/relationships/tags" Target="../tags/tag50.xml"/><Relationship Id="rId33" Type="http://schemas.openxmlformats.org/officeDocument/2006/relationships/notesSlide" Target="../notesSlides/notesSlide8.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tags" Target="../tags/tag45.xml"/><Relationship Id="rId29" Type="http://schemas.openxmlformats.org/officeDocument/2006/relationships/tags" Target="../tags/tag54.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24" Type="http://schemas.openxmlformats.org/officeDocument/2006/relationships/tags" Target="../tags/tag49.xml"/><Relationship Id="rId32" Type="http://schemas.openxmlformats.org/officeDocument/2006/relationships/slideLayout" Target="../slideLayouts/slideLayout134.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tags" Target="../tags/tag48.xml"/><Relationship Id="rId28" Type="http://schemas.openxmlformats.org/officeDocument/2006/relationships/tags" Target="../tags/tag53.xml"/><Relationship Id="rId10" Type="http://schemas.openxmlformats.org/officeDocument/2006/relationships/tags" Target="../tags/tag35.xml"/><Relationship Id="rId19" Type="http://schemas.openxmlformats.org/officeDocument/2006/relationships/tags" Target="../tags/tag44.xml"/><Relationship Id="rId31" Type="http://schemas.openxmlformats.org/officeDocument/2006/relationships/tags" Target="../tags/tag56.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tags" Target="../tags/tag47.xml"/><Relationship Id="rId27" Type="http://schemas.openxmlformats.org/officeDocument/2006/relationships/tags" Target="../tags/tag52.xml"/><Relationship Id="rId30" Type="http://schemas.openxmlformats.org/officeDocument/2006/relationships/tags" Target="../tags/tag55.xml"/><Relationship Id="rId35" Type="http://schemas.openxmlformats.org/officeDocument/2006/relationships/image" Target="../media/image48.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16.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tags" Target="../tags/tag74.xml"/><Relationship Id="rId26" Type="http://schemas.openxmlformats.org/officeDocument/2006/relationships/notesSlide" Target="../notesSlides/notesSlide10.xml"/><Relationship Id="rId3" Type="http://schemas.openxmlformats.org/officeDocument/2006/relationships/tags" Target="../tags/tag59.xml"/><Relationship Id="rId21" Type="http://schemas.openxmlformats.org/officeDocument/2006/relationships/tags" Target="../tags/tag77.xml"/><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tags" Target="../tags/tag73.xml"/><Relationship Id="rId25" Type="http://schemas.openxmlformats.org/officeDocument/2006/relationships/slideLayout" Target="../slideLayouts/slideLayout153.xml"/><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tags" Target="../tags/tag76.xml"/><Relationship Id="rId29" Type="http://schemas.openxmlformats.org/officeDocument/2006/relationships/image" Target="../media/image50.png"/><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24" Type="http://schemas.openxmlformats.org/officeDocument/2006/relationships/tags" Target="../tags/tag80.xml"/><Relationship Id="rId5" Type="http://schemas.openxmlformats.org/officeDocument/2006/relationships/tags" Target="../tags/tag61.xml"/><Relationship Id="rId15" Type="http://schemas.openxmlformats.org/officeDocument/2006/relationships/tags" Target="../tags/tag71.xml"/><Relationship Id="rId23" Type="http://schemas.openxmlformats.org/officeDocument/2006/relationships/tags" Target="../tags/tag79.xml"/><Relationship Id="rId28" Type="http://schemas.openxmlformats.org/officeDocument/2006/relationships/image" Target="../media/image49.png"/><Relationship Id="rId10" Type="http://schemas.openxmlformats.org/officeDocument/2006/relationships/tags" Target="../tags/tag66.xml"/><Relationship Id="rId19" Type="http://schemas.openxmlformats.org/officeDocument/2006/relationships/tags" Target="../tags/tag75.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tags" Target="../tags/tag78.xml"/><Relationship Id="rId27"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50.png"/><Relationship Id="rId5" Type="http://schemas.openxmlformats.org/officeDocument/2006/relationships/notesSlide" Target="../notesSlides/notesSlide11.xml"/><Relationship Id="rId4" Type="http://schemas.openxmlformats.org/officeDocument/2006/relationships/slideLayout" Target="../slideLayouts/slideLayout1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9.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50.png"/><Relationship Id="rId5" Type="http://schemas.openxmlformats.org/officeDocument/2006/relationships/notesSlide" Target="../notesSlides/notesSlide12.xml"/><Relationship Id="rId4" Type="http://schemas.openxmlformats.org/officeDocument/2006/relationships/slideLayout" Target="../slideLayouts/slideLayout134.xml"/></Relationships>
</file>

<file path=ppt/slides/_rels/slide20.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notesSlide" Target="../notesSlides/notesSlide13.xml"/><Relationship Id="rId4" Type="http://schemas.openxmlformats.org/officeDocument/2006/relationships/slideLayout" Target="../slideLayouts/slideLayout134.xml"/></Relationships>
</file>

<file path=ppt/slides/_rels/slide21.xml.rels><?xml version="1.0" encoding="UTF-8" standalone="yes"?>
<Relationships xmlns="http://schemas.openxmlformats.org/package/2006/relationships"><Relationship Id="rId8" Type="http://schemas.openxmlformats.org/officeDocument/2006/relationships/package" Target="../embeddings/Microsoft_Excel_Worksheet.xlsx"/><Relationship Id="rId3" Type="http://schemas.openxmlformats.org/officeDocument/2006/relationships/chart" Target="../charts/chart1.xml"/><Relationship Id="rId7" Type="http://schemas.openxmlformats.org/officeDocument/2006/relationships/image" Target="../media/image53.svg"/><Relationship Id="rId2" Type="http://schemas.openxmlformats.org/officeDocument/2006/relationships/notesSlide" Target="../notesSlides/notesSlide14.xml"/><Relationship Id="rId1" Type="http://schemas.openxmlformats.org/officeDocument/2006/relationships/slideLayout" Target="../slideLayouts/slideLayout134.xml"/><Relationship Id="rId6" Type="http://schemas.openxmlformats.org/officeDocument/2006/relationships/image" Target="../media/image1.png"/><Relationship Id="rId5" Type="http://schemas.openxmlformats.org/officeDocument/2006/relationships/image" Target="../media/image52.svg"/><Relationship Id="rId10" Type="http://schemas.openxmlformats.org/officeDocument/2006/relationships/image" Target="../media/image55.png"/><Relationship Id="rId4" Type="http://schemas.openxmlformats.org/officeDocument/2006/relationships/image" Target="../media/image51.png"/><Relationship Id="rId9" Type="http://schemas.openxmlformats.org/officeDocument/2006/relationships/image" Target="../media/image54.emf"/></Relationships>
</file>

<file path=ppt/slides/_rels/slide22.xml.rels><?xml version="1.0" encoding="UTF-8" standalone="yes"?>
<Relationships xmlns="http://schemas.openxmlformats.org/package/2006/relationships"><Relationship Id="rId8" Type="http://schemas.openxmlformats.org/officeDocument/2006/relationships/package" Target="../embeddings/Microsoft_Excel_Worksheet1.xlsx"/><Relationship Id="rId3" Type="http://schemas.openxmlformats.org/officeDocument/2006/relationships/chart" Target="../charts/chart2.xml"/><Relationship Id="rId7" Type="http://schemas.openxmlformats.org/officeDocument/2006/relationships/image" Target="../media/image53.svg"/><Relationship Id="rId2" Type="http://schemas.openxmlformats.org/officeDocument/2006/relationships/notesSlide" Target="../notesSlides/notesSlide15.xml"/><Relationship Id="rId1" Type="http://schemas.openxmlformats.org/officeDocument/2006/relationships/slideLayout" Target="../slideLayouts/slideLayout134.xml"/><Relationship Id="rId6" Type="http://schemas.openxmlformats.org/officeDocument/2006/relationships/image" Target="../media/image1.png"/><Relationship Id="rId5" Type="http://schemas.openxmlformats.org/officeDocument/2006/relationships/image" Target="../media/image52.svg"/><Relationship Id="rId10" Type="http://schemas.openxmlformats.org/officeDocument/2006/relationships/image" Target="../media/image50.png"/><Relationship Id="rId4" Type="http://schemas.openxmlformats.org/officeDocument/2006/relationships/image" Target="../media/image51.png"/><Relationship Id="rId9" Type="http://schemas.openxmlformats.org/officeDocument/2006/relationships/image" Target="../media/image54.emf"/></Relationships>
</file>

<file path=ppt/slides/_rels/slide23.xml.rels><?xml version="1.0" encoding="UTF-8" standalone="yes"?>
<Relationships xmlns="http://schemas.openxmlformats.org/package/2006/relationships"><Relationship Id="rId8" Type="http://schemas.openxmlformats.org/officeDocument/2006/relationships/package" Target="../embeddings/Microsoft_Excel_Worksheet2.xlsx"/><Relationship Id="rId3" Type="http://schemas.openxmlformats.org/officeDocument/2006/relationships/chart" Target="../charts/chart3.xml"/><Relationship Id="rId7" Type="http://schemas.openxmlformats.org/officeDocument/2006/relationships/image" Target="../media/image53.svg"/><Relationship Id="rId2" Type="http://schemas.openxmlformats.org/officeDocument/2006/relationships/notesSlide" Target="../notesSlides/notesSlide16.xml"/><Relationship Id="rId1" Type="http://schemas.openxmlformats.org/officeDocument/2006/relationships/slideLayout" Target="../slideLayouts/slideLayout134.xml"/><Relationship Id="rId6" Type="http://schemas.openxmlformats.org/officeDocument/2006/relationships/image" Target="../media/image1.png"/><Relationship Id="rId5" Type="http://schemas.openxmlformats.org/officeDocument/2006/relationships/image" Target="../media/image52.svg"/><Relationship Id="rId10" Type="http://schemas.openxmlformats.org/officeDocument/2006/relationships/image" Target="../media/image50.png"/><Relationship Id="rId4" Type="http://schemas.openxmlformats.org/officeDocument/2006/relationships/image" Target="../media/image51.png"/><Relationship Id="rId9" Type="http://schemas.openxmlformats.org/officeDocument/2006/relationships/image" Target="../media/image56.emf"/></Relationships>
</file>

<file path=ppt/slides/_rels/slide2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hart" Target="../charts/chart4.xml"/><Relationship Id="rId7" Type="http://schemas.openxmlformats.org/officeDocument/2006/relationships/image" Target="../media/image53.svg"/><Relationship Id="rId2" Type="http://schemas.openxmlformats.org/officeDocument/2006/relationships/notesSlide" Target="../notesSlides/notesSlide17.xml"/><Relationship Id="rId1" Type="http://schemas.openxmlformats.org/officeDocument/2006/relationships/slideLayout" Target="../slideLayouts/slideLayout134.xml"/><Relationship Id="rId6" Type="http://schemas.openxmlformats.org/officeDocument/2006/relationships/image" Target="../media/image1.png"/><Relationship Id="rId5" Type="http://schemas.openxmlformats.org/officeDocument/2006/relationships/image" Target="../media/image52.sv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chart" Target="../charts/chart5.xml"/><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4.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4.emf"/><Relationship Id="rId4" Type="http://schemas.openxmlformats.org/officeDocument/2006/relationships/image" Target="../media/image55.png"/><Relationship Id="rId9" Type="http://schemas.openxmlformats.org/officeDocument/2006/relationships/package" Target="../embeddings/Microsoft_Excel_Worksheet3.xlsx"/></Relationships>
</file>

<file path=ppt/slides/_rels/slide26.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chart" Target="../charts/chart6.xml"/><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4.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4.emf"/><Relationship Id="rId4" Type="http://schemas.openxmlformats.org/officeDocument/2006/relationships/image" Target="../media/image55.png"/><Relationship Id="rId9" Type="http://schemas.openxmlformats.org/officeDocument/2006/relationships/package" Target="../embeddings/Microsoft_Excel_Worksheet4.xlsx"/></Relationships>
</file>

<file path=ppt/slides/_rels/slide27.xml.rels><?xml version="1.0" encoding="UTF-8" standalone="yes"?>
<Relationships xmlns="http://schemas.openxmlformats.org/package/2006/relationships"><Relationship Id="rId8" Type="http://schemas.openxmlformats.org/officeDocument/2006/relationships/package" Target="../embeddings/Microsoft_Excel_Worksheet5.xlsx"/><Relationship Id="rId3" Type="http://schemas.openxmlformats.org/officeDocument/2006/relationships/chart" Target="../charts/chart7.xml"/><Relationship Id="rId7" Type="http://schemas.openxmlformats.org/officeDocument/2006/relationships/image" Target="../media/image53.svg"/><Relationship Id="rId2" Type="http://schemas.openxmlformats.org/officeDocument/2006/relationships/notesSlide" Target="../notesSlides/notesSlide20.xml"/><Relationship Id="rId1" Type="http://schemas.openxmlformats.org/officeDocument/2006/relationships/slideLayout" Target="../slideLayouts/slideLayout134.xml"/><Relationship Id="rId6" Type="http://schemas.openxmlformats.org/officeDocument/2006/relationships/image" Target="../media/image1.png"/><Relationship Id="rId5" Type="http://schemas.openxmlformats.org/officeDocument/2006/relationships/image" Target="../media/image52.svg"/><Relationship Id="rId10" Type="http://schemas.openxmlformats.org/officeDocument/2006/relationships/image" Target="../media/image50.png"/><Relationship Id="rId4" Type="http://schemas.openxmlformats.org/officeDocument/2006/relationships/image" Target="../media/image51.png"/><Relationship Id="rId9" Type="http://schemas.openxmlformats.org/officeDocument/2006/relationships/image" Target="../media/image54.emf"/></Relationships>
</file>

<file path=ppt/slides/_rels/slide28.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chart" Target="../charts/chart8.xml"/><Relationship Id="rId7"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4.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4.emf"/><Relationship Id="rId4" Type="http://schemas.openxmlformats.org/officeDocument/2006/relationships/image" Target="../media/image55.png"/><Relationship Id="rId9" Type="http://schemas.openxmlformats.org/officeDocument/2006/relationships/package" Target="../embeddings/Microsoft_Excel_Worksheet6.xlsx"/></Relationships>
</file>

<file path=ppt/slides/_rels/slide29.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tags" Target="../tags/tag102.xml"/><Relationship Id="rId18" Type="http://schemas.openxmlformats.org/officeDocument/2006/relationships/tags" Target="../tags/tag107.xml"/><Relationship Id="rId26" Type="http://schemas.openxmlformats.org/officeDocument/2006/relationships/tags" Target="../tags/tag115.xml"/><Relationship Id="rId39" Type="http://schemas.openxmlformats.org/officeDocument/2006/relationships/tags" Target="../tags/tag128.xml"/><Relationship Id="rId3" Type="http://schemas.openxmlformats.org/officeDocument/2006/relationships/tags" Target="../tags/tag92.xml"/><Relationship Id="rId21" Type="http://schemas.openxmlformats.org/officeDocument/2006/relationships/tags" Target="../tags/tag110.xml"/><Relationship Id="rId34" Type="http://schemas.openxmlformats.org/officeDocument/2006/relationships/tags" Target="../tags/tag123.xml"/><Relationship Id="rId42" Type="http://schemas.openxmlformats.org/officeDocument/2006/relationships/slideLayout" Target="../slideLayouts/slideLayout154.xml"/><Relationship Id="rId7" Type="http://schemas.openxmlformats.org/officeDocument/2006/relationships/tags" Target="../tags/tag96.xml"/><Relationship Id="rId12" Type="http://schemas.openxmlformats.org/officeDocument/2006/relationships/tags" Target="../tags/tag101.xml"/><Relationship Id="rId17" Type="http://schemas.openxmlformats.org/officeDocument/2006/relationships/tags" Target="../tags/tag106.xml"/><Relationship Id="rId25" Type="http://schemas.openxmlformats.org/officeDocument/2006/relationships/tags" Target="../tags/tag114.xml"/><Relationship Id="rId33" Type="http://schemas.openxmlformats.org/officeDocument/2006/relationships/tags" Target="../tags/tag122.xml"/><Relationship Id="rId38" Type="http://schemas.openxmlformats.org/officeDocument/2006/relationships/tags" Target="../tags/tag127.xml"/><Relationship Id="rId46" Type="http://schemas.openxmlformats.org/officeDocument/2006/relationships/image" Target="../media/image55.png"/><Relationship Id="rId2" Type="http://schemas.openxmlformats.org/officeDocument/2006/relationships/tags" Target="../tags/tag91.xml"/><Relationship Id="rId16" Type="http://schemas.openxmlformats.org/officeDocument/2006/relationships/tags" Target="../tags/tag105.xml"/><Relationship Id="rId20" Type="http://schemas.openxmlformats.org/officeDocument/2006/relationships/tags" Target="../tags/tag109.xml"/><Relationship Id="rId29" Type="http://schemas.openxmlformats.org/officeDocument/2006/relationships/tags" Target="../tags/tag118.xml"/><Relationship Id="rId41" Type="http://schemas.openxmlformats.org/officeDocument/2006/relationships/tags" Target="../tags/tag130.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24" Type="http://schemas.openxmlformats.org/officeDocument/2006/relationships/tags" Target="../tags/tag113.xml"/><Relationship Id="rId32" Type="http://schemas.openxmlformats.org/officeDocument/2006/relationships/tags" Target="../tags/tag121.xml"/><Relationship Id="rId37" Type="http://schemas.openxmlformats.org/officeDocument/2006/relationships/tags" Target="../tags/tag126.xml"/><Relationship Id="rId40" Type="http://schemas.openxmlformats.org/officeDocument/2006/relationships/tags" Target="../tags/tag129.xml"/><Relationship Id="rId45" Type="http://schemas.openxmlformats.org/officeDocument/2006/relationships/image" Target="../media/image44.png"/><Relationship Id="rId5" Type="http://schemas.openxmlformats.org/officeDocument/2006/relationships/tags" Target="../tags/tag94.xml"/><Relationship Id="rId15" Type="http://schemas.openxmlformats.org/officeDocument/2006/relationships/tags" Target="../tags/tag104.xml"/><Relationship Id="rId23" Type="http://schemas.openxmlformats.org/officeDocument/2006/relationships/tags" Target="../tags/tag112.xml"/><Relationship Id="rId28" Type="http://schemas.openxmlformats.org/officeDocument/2006/relationships/tags" Target="../tags/tag117.xml"/><Relationship Id="rId36" Type="http://schemas.openxmlformats.org/officeDocument/2006/relationships/tags" Target="../tags/tag125.xml"/><Relationship Id="rId10" Type="http://schemas.openxmlformats.org/officeDocument/2006/relationships/tags" Target="../tags/tag99.xml"/><Relationship Id="rId19" Type="http://schemas.openxmlformats.org/officeDocument/2006/relationships/tags" Target="../tags/tag108.xml"/><Relationship Id="rId31" Type="http://schemas.openxmlformats.org/officeDocument/2006/relationships/tags" Target="../tags/tag120.xml"/><Relationship Id="rId44" Type="http://schemas.openxmlformats.org/officeDocument/2006/relationships/image" Target="../media/image45.png"/><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tags" Target="../tags/tag103.xml"/><Relationship Id="rId22" Type="http://schemas.openxmlformats.org/officeDocument/2006/relationships/tags" Target="../tags/tag111.xml"/><Relationship Id="rId27" Type="http://schemas.openxmlformats.org/officeDocument/2006/relationships/tags" Target="../tags/tag116.xml"/><Relationship Id="rId30" Type="http://schemas.openxmlformats.org/officeDocument/2006/relationships/tags" Target="../tags/tag119.xml"/><Relationship Id="rId35" Type="http://schemas.openxmlformats.org/officeDocument/2006/relationships/tags" Target="../tags/tag124.xml"/><Relationship Id="rId43"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jpeg"/><Relationship Id="rId2" Type="http://schemas.openxmlformats.org/officeDocument/2006/relationships/image" Target="../media/image46.png"/><Relationship Id="rId1" Type="http://schemas.openxmlformats.org/officeDocument/2006/relationships/slideLayout" Target="../slideLayouts/slideLayout13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svg"/></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3.png"/><Relationship Id="rId2" Type="http://schemas.openxmlformats.org/officeDocument/2006/relationships/image" Target="../media/image46.png"/><Relationship Id="rId1" Type="http://schemas.openxmlformats.org/officeDocument/2006/relationships/slideLayout" Target="../slideLayouts/slideLayout134.xml"/><Relationship Id="rId6" Type="http://schemas.openxmlformats.org/officeDocument/2006/relationships/image" Target="../media/image62.png"/><Relationship Id="rId5" Type="http://schemas.openxmlformats.org/officeDocument/2006/relationships/image" Target="../media/image59.png"/><Relationship Id="rId4" Type="http://schemas.openxmlformats.org/officeDocument/2006/relationships/image" Target="../media/image58.sv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134.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34.xml"/></Relationships>
</file>

<file path=ppt/slides/_rels/slide3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40.xml"/></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hart" Target="../charts/chart9.xml"/><Relationship Id="rId1" Type="http://schemas.openxmlformats.org/officeDocument/2006/relationships/slideLayout" Target="../slideLayouts/slideLayout187.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hart" Target="../charts/chart10.xml"/><Relationship Id="rId1" Type="http://schemas.openxmlformats.org/officeDocument/2006/relationships/slideLayout" Target="../slideLayouts/slideLayout188.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hart" Target="../charts/chart11.xml"/><Relationship Id="rId1" Type="http://schemas.openxmlformats.org/officeDocument/2006/relationships/slideLayout" Target="../slideLayouts/slideLayout187.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hart" Target="../charts/chart12.xml"/><Relationship Id="rId1" Type="http://schemas.openxmlformats.org/officeDocument/2006/relationships/slideLayout" Target="../slideLayouts/slideLayout188.xml"/></Relationships>
</file>

<file path=ppt/slides/_rels/slide4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88.xml"/></Relationships>
</file>

<file path=ppt/slides/_rels/slide4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88.xml"/></Relationships>
</file>

<file path=ppt/slides/_rels/slide43.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50.png"/><Relationship Id="rId5" Type="http://schemas.openxmlformats.org/officeDocument/2006/relationships/notesSlide" Target="../notesSlides/notesSlide24.xml"/><Relationship Id="rId4" Type="http://schemas.openxmlformats.org/officeDocument/2006/relationships/slideLayout" Target="../slideLayouts/slideLayout1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45.xml.rels><?xml version="1.0" encoding="UTF-8" standalone="yes"?>
<Relationships xmlns="http://schemas.openxmlformats.org/package/2006/relationships"><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50.png"/><Relationship Id="rId4" Type="http://schemas.openxmlformats.org/officeDocument/2006/relationships/slideLayout" Target="../slideLayouts/slideLayout101.xml"/></Relationships>
</file>

<file path=ppt/slides/_rels/slide46.xml.rels><?xml version="1.0" encoding="UTF-8" standalone="yes"?>
<Relationships xmlns="http://schemas.openxmlformats.org/package/2006/relationships"><Relationship Id="rId13" Type="http://schemas.openxmlformats.org/officeDocument/2006/relationships/tags" Target="../tags/tag149.xml"/><Relationship Id="rId18" Type="http://schemas.openxmlformats.org/officeDocument/2006/relationships/tags" Target="../tags/tag154.xml"/><Relationship Id="rId26" Type="http://schemas.openxmlformats.org/officeDocument/2006/relationships/tags" Target="../tags/tag162.xml"/><Relationship Id="rId39" Type="http://schemas.openxmlformats.org/officeDocument/2006/relationships/tags" Target="../tags/tag175.xml"/><Relationship Id="rId21" Type="http://schemas.openxmlformats.org/officeDocument/2006/relationships/tags" Target="../tags/tag157.xml"/><Relationship Id="rId34" Type="http://schemas.openxmlformats.org/officeDocument/2006/relationships/tags" Target="../tags/tag170.xml"/><Relationship Id="rId42" Type="http://schemas.openxmlformats.org/officeDocument/2006/relationships/tags" Target="../tags/tag178.xml"/><Relationship Id="rId47" Type="http://schemas.openxmlformats.org/officeDocument/2006/relationships/tags" Target="../tags/tag183.xml"/><Relationship Id="rId50" Type="http://schemas.openxmlformats.org/officeDocument/2006/relationships/tags" Target="../tags/tag186.xml"/><Relationship Id="rId55" Type="http://schemas.openxmlformats.org/officeDocument/2006/relationships/tags" Target="../tags/tag191.xml"/><Relationship Id="rId63" Type="http://schemas.openxmlformats.org/officeDocument/2006/relationships/tags" Target="../tags/tag199.xml"/><Relationship Id="rId68" Type="http://schemas.openxmlformats.org/officeDocument/2006/relationships/tags" Target="../tags/tag204.xml"/><Relationship Id="rId76" Type="http://schemas.openxmlformats.org/officeDocument/2006/relationships/tags" Target="../tags/tag212.xml"/><Relationship Id="rId7" Type="http://schemas.openxmlformats.org/officeDocument/2006/relationships/tags" Target="../tags/tag143.xml"/><Relationship Id="rId71" Type="http://schemas.openxmlformats.org/officeDocument/2006/relationships/tags" Target="../tags/tag207.xml"/><Relationship Id="rId2" Type="http://schemas.openxmlformats.org/officeDocument/2006/relationships/tags" Target="../tags/tag138.xml"/><Relationship Id="rId16" Type="http://schemas.openxmlformats.org/officeDocument/2006/relationships/tags" Target="../tags/tag152.xml"/><Relationship Id="rId29" Type="http://schemas.openxmlformats.org/officeDocument/2006/relationships/tags" Target="../tags/tag165.xml"/><Relationship Id="rId11" Type="http://schemas.openxmlformats.org/officeDocument/2006/relationships/tags" Target="../tags/tag147.xml"/><Relationship Id="rId24" Type="http://schemas.openxmlformats.org/officeDocument/2006/relationships/tags" Target="../tags/tag160.xml"/><Relationship Id="rId32" Type="http://schemas.openxmlformats.org/officeDocument/2006/relationships/tags" Target="../tags/tag168.xml"/><Relationship Id="rId37" Type="http://schemas.openxmlformats.org/officeDocument/2006/relationships/tags" Target="../tags/tag173.xml"/><Relationship Id="rId40" Type="http://schemas.openxmlformats.org/officeDocument/2006/relationships/tags" Target="../tags/tag176.xml"/><Relationship Id="rId45" Type="http://schemas.openxmlformats.org/officeDocument/2006/relationships/tags" Target="../tags/tag181.xml"/><Relationship Id="rId53" Type="http://schemas.openxmlformats.org/officeDocument/2006/relationships/tags" Target="../tags/tag189.xml"/><Relationship Id="rId58" Type="http://schemas.openxmlformats.org/officeDocument/2006/relationships/tags" Target="../tags/tag194.xml"/><Relationship Id="rId66" Type="http://schemas.openxmlformats.org/officeDocument/2006/relationships/tags" Target="../tags/tag202.xml"/><Relationship Id="rId74" Type="http://schemas.openxmlformats.org/officeDocument/2006/relationships/tags" Target="../tags/tag210.xml"/><Relationship Id="rId79" Type="http://schemas.openxmlformats.org/officeDocument/2006/relationships/slideLayout" Target="../slideLayouts/slideLayout228.xml"/><Relationship Id="rId5" Type="http://schemas.openxmlformats.org/officeDocument/2006/relationships/tags" Target="../tags/tag141.xml"/><Relationship Id="rId61" Type="http://schemas.openxmlformats.org/officeDocument/2006/relationships/tags" Target="../tags/tag197.xml"/><Relationship Id="rId10" Type="http://schemas.openxmlformats.org/officeDocument/2006/relationships/tags" Target="../tags/tag146.xml"/><Relationship Id="rId19" Type="http://schemas.openxmlformats.org/officeDocument/2006/relationships/tags" Target="../tags/tag155.xml"/><Relationship Id="rId31" Type="http://schemas.openxmlformats.org/officeDocument/2006/relationships/tags" Target="../tags/tag167.xml"/><Relationship Id="rId44" Type="http://schemas.openxmlformats.org/officeDocument/2006/relationships/tags" Target="../tags/tag180.xml"/><Relationship Id="rId52" Type="http://schemas.openxmlformats.org/officeDocument/2006/relationships/tags" Target="../tags/tag188.xml"/><Relationship Id="rId60" Type="http://schemas.openxmlformats.org/officeDocument/2006/relationships/tags" Target="../tags/tag196.xml"/><Relationship Id="rId65" Type="http://schemas.openxmlformats.org/officeDocument/2006/relationships/tags" Target="../tags/tag201.xml"/><Relationship Id="rId73" Type="http://schemas.openxmlformats.org/officeDocument/2006/relationships/tags" Target="../tags/tag209.xml"/><Relationship Id="rId78" Type="http://schemas.openxmlformats.org/officeDocument/2006/relationships/tags" Target="../tags/tag214.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tags" Target="../tags/tag158.xml"/><Relationship Id="rId27" Type="http://schemas.openxmlformats.org/officeDocument/2006/relationships/tags" Target="../tags/tag163.xml"/><Relationship Id="rId30" Type="http://schemas.openxmlformats.org/officeDocument/2006/relationships/tags" Target="../tags/tag166.xml"/><Relationship Id="rId35" Type="http://schemas.openxmlformats.org/officeDocument/2006/relationships/tags" Target="../tags/tag171.xml"/><Relationship Id="rId43" Type="http://schemas.openxmlformats.org/officeDocument/2006/relationships/tags" Target="../tags/tag179.xml"/><Relationship Id="rId48" Type="http://schemas.openxmlformats.org/officeDocument/2006/relationships/tags" Target="../tags/tag184.xml"/><Relationship Id="rId56" Type="http://schemas.openxmlformats.org/officeDocument/2006/relationships/tags" Target="../tags/tag192.xml"/><Relationship Id="rId64" Type="http://schemas.openxmlformats.org/officeDocument/2006/relationships/tags" Target="../tags/tag200.xml"/><Relationship Id="rId69" Type="http://schemas.openxmlformats.org/officeDocument/2006/relationships/tags" Target="../tags/tag205.xml"/><Relationship Id="rId77" Type="http://schemas.openxmlformats.org/officeDocument/2006/relationships/tags" Target="../tags/tag213.xml"/><Relationship Id="rId8" Type="http://schemas.openxmlformats.org/officeDocument/2006/relationships/tags" Target="../tags/tag144.xml"/><Relationship Id="rId51" Type="http://schemas.openxmlformats.org/officeDocument/2006/relationships/tags" Target="../tags/tag187.xml"/><Relationship Id="rId72" Type="http://schemas.openxmlformats.org/officeDocument/2006/relationships/tags" Target="../tags/tag208.xml"/><Relationship Id="rId80" Type="http://schemas.openxmlformats.org/officeDocument/2006/relationships/notesSlide" Target="../notesSlides/notesSlide25.xml"/><Relationship Id="rId3" Type="http://schemas.openxmlformats.org/officeDocument/2006/relationships/tags" Target="../tags/tag139.xml"/><Relationship Id="rId12" Type="http://schemas.openxmlformats.org/officeDocument/2006/relationships/tags" Target="../tags/tag148.xml"/><Relationship Id="rId17" Type="http://schemas.openxmlformats.org/officeDocument/2006/relationships/tags" Target="../tags/tag153.xml"/><Relationship Id="rId25" Type="http://schemas.openxmlformats.org/officeDocument/2006/relationships/tags" Target="../tags/tag161.xml"/><Relationship Id="rId33" Type="http://schemas.openxmlformats.org/officeDocument/2006/relationships/tags" Target="../tags/tag169.xml"/><Relationship Id="rId38" Type="http://schemas.openxmlformats.org/officeDocument/2006/relationships/tags" Target="../tags/tag174.xml"/><Relationship Id="rId46" Type="http://schemas.openxmlformats.org/officeDocument/2006/relationships/tags" Target="../tags/tag182.xml"/><Relationship Id="rId59" Type="http://schemas.openxmlformats.org/officeDocument/2006/relationships/tags" Target="../tags/tag195.xml"/><Relationship Id="rId67" Type="http://schemas.openxmlformats.org/officeDocument/2006/relationships/tags" Target="../tags/tag203.xml"/><Relationship Id="rId20" Type="http://schemas.openxmlformats.org/officeDocument/2006/relationships/tags" Target="../tags/tag156.xml"/><Relationship Id="rId41" Type="http://schemas.openxmlformats.org/officeDocument/2006/relationships/tags" Target="../tags/tag177.xml"/><Relationship Id="rId54" Type="http://schemas.openxmlformats.org/officeDocument/2006/relationships/tags" Target="../tags/tag190.xml"/><Relationship Id="rId62" Type="http://schemas.openxmlformats.org/officeDocument/2006/relationships/tags" Target="../tags/tag198.xml"/><Relationship Id="rId70" Type="http://schemas.openxmlformats.org/officeDocument/2006/relationships/tags" Target="../tags/tag206.xml"/><Relationship Id="rId75" Type="http://schemas.openxmlformats.org/officeDocument/2006/relationships/tags" Target="../tags/tag211.xml"/><Relationship Id="rId1" Type="http://schemas.openxmlformats.org/officeDocument/2006/relationships/tags" Target="../tags/tag137.xml"/><Relationship Id="rId6" Type="http://schemas.openxmlformats.org/officeDocument/2006/relationships/tags" Target="../tags/tag142.xml"/><Relationship Id="rId15" Type="http://schemas.openxmlformats.org/officeDocument/2006/relationships/tags" Target="../tags/tag151.xml"/><Relationship Id="rId23" Type="http://schemas.openxmlformats.org/officeDocument/2006/relationships/tags" Target="../tags/tag159.xml"/><Relationship Id="rId28" Type="http://schemas.openxmlformats.org/officeDocument/2006/relationships/tags" Target="../tags/tag164.xml"/><Relationship Id="rId36" Type="http://schemas.openxmlformats.org/officeDocument/2006/relationships/tags" Target="../tags/tag172.xml"/><Relationship Id="rId49" Type="http://schemas.openxmlformats.org/officeDocument/2006/relationships/tags" Target="../tags/tag185.xml"/><Relationship Id="rId57" Type="http://schemas.openxmlformats.org/officeDocument/2006/relationships/tags" Target="../tags/tag19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00.xml"/><Relationship Id="rId1" Type="http://schemas.openxmlformats.org/officeDocument/2006/relationships/tags" Target="../tags/tag215.xml"/><Relationship Id="rId6" Type="http://schemas.openxmlformats.org/officeDocument/2006/relationships/image" Target="../media/image68.png"/><Relationship Id="rId5" Type="http://schemas.openxmlformats.org/officeDocument/2006/relationships/image" Target="../media/image67.e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26" Type="http://schemas.openxmlformats.org/officeDocument/2006/relationships/tags" Target="../tags/tag241.xml"/><Relationship Id="rId21" Type="http://schemas.openxmlformats.org/officeDocument/2006/relationships/tags" Target="../tags/tag236.xml"/><Relationship Id="rId34" Type="http://schemas.openxmlformats.org/officeDocument/2006/relationships/tags" Target="../tags/tag249.xml"/><Relationship Id="rId42" Type="http://schemas.openxmlformats.org/officeDocument/2006/relationships/tags" Target="../tags/tag257.xml"/><Relationship Id="rId47" Type="http://schemas.openxmlformats.org/officeDocument/2006/relationships/tags" Target="../tags/tag262.xml"/><Relationship Id="rId50" Type="http://schemas.openxmlformats.org/officeDocument/2006/relationships/tags" Target="../tags/tag265.xml"/><Relationship Id="rId55" Type="http://schemas.openxmlformats.org/officeDocument/2006/relationships/tags" Target="../tags/tag270.xml"/><Relationship Id="rId63" Type="http://schemas.openxmlformats.org/officeDocument/2006/relationships/tags" Target="../tags/tag278.xml"/><Relationship Id="rId68" Type="http://schemas.openxmlformats.org/officeDocument/2006/relationships/tags" Target="../tags/tag283.xml"/><Relationship Id="rId76" Type="http://schemas.openxmlformats.org/officeDocument/2006/relationships/tags" Target="../tags/tag291.xml"/><Relationship Id="rId84" Type="http://schemas.openxmlformats.org/officeDocument/2006/relationships/tags" Target="../tags/tag299.xml"/><Relationship Id="rId89" Type="http://schemas.openxmlformats.org/officeDocument/2006/relationships/tags" Target="../tags/tag304.xml"/><Relationship Id="rId97" Type="http://schemas.openxmlformats.org/officeDocument/2006/relationships/notesSlide" Target="../notesSlides/notesSlide27.xml"/><Relationship Id="rId7" Type="http://schemas.openxmlformats.org/officeDocument/2006/relationships/tags" Target="../tags/tag222.xml"/><Relationship Id="rId71" Type="http://schemas.openxmlformats.org/officeDocument/2006/relationships/tags" Target="../tags/tag286.xml"/><Relationship Id="rId92" Type="http://schemas.openxmlformats.org/officeDocument/2006/relationships/tags" Target="../tags/tag307.xml"/><Relationship Id="rId2" Type="http://schemas.openxmlformats.org/officeDocument/2006/relationships/tags" Target="../tags/tag217.xml"/><Relationship Id="rId16" Type="http://schemas.openxmlformats.org/officeDocument/2006/relationships/tags" Target="../tags/tag231.xml"/><Relationship Id="rId29" Type="http://schemas.openxmlformats.org/officeDocument/2006/relationships/tags" Target="../tags/tag244.xml"/><Relationship Id="rId11" Type="http://schemas.openxmlformats.org/officeDocument/2006/relationships/tags" Target="../tags/tag226.xml"/><Relationship Id="rId24" Type="http://schemas.openxmlformats.org/officeDocument/2006/relationships/tags" Target="../tags/tag239.xml"/><Relationship Id="rId32" Type="http://schemas.openxmlformats.org/officeDocument/2006/relationships/tags" Target="../tags/tag247.xml"/><Relationship Id="rId37" Type="http://schemas.openxmlformats.org/officeDocument/2006/relationships/tags" Target="../tags/tag252.xml"/><Relationship Id="rId40" Type="http://schemas.openxmlformats.org/officeDocument/2006/relationships/tags" Target="../tags/tag255.xml"/><Relationship Id="rId45" Type="http://schemas.openxmlformats.org/officeDocument/2006/relationships/tags" Target="../tags/tag260.xml"/><Relationship Id="rId53" Type="http://schemas.openxmlformats.org/officeDocument/2006/relationships/tags" Target="../tags/tag268.xml"/><Relationship Id="rId58" Type="http://schemas.openxmlformats.org/officeDocument/2006/relationships/tags" Target="../tags/tag273.xml"/><Relationship Id="rId66" Type="http://schemas.openxmlformats.org/officeDocument/2006/relationships/tags" Target="../tags/tag281.xml"/><Relationship Id="rId74" Type="http://schemas.openxmlformats.org/officeDocument/2006/relationships/tags" Target="../tags/tag289.xml"/><Relationship Id="rId79" Type="http://schemas.openxmlformats.org/officeDocument/2006/relationships/tags" Target="../tags/tag294.xml"/><Relationship Id="rId87" Type="http://schemas.openxmlformats.org/officeDocument/2006/relationships/tags" Target="../tags/tag302.xml"/><Relationship Id="rId5" Type="http://schemas.openxmlformats.org/officeDocument/2006/relationships/tags" Target="../tags/tag220.xml"/><Relationship Id="rId61" Type="http://schemas.openxmlformats.org/officeDocument/2006/relationships/tags" Target="../tags/tag276.xml"/><Relationship Id="rId82" Type="http://schemas.openxmlformats.org/officeDocument/2006/relationships/tags" Target="../tags/tag297.xml"/><Relationship Id="rId90" Type="http://schemas.openxmlformats.org/officeDocument/2006/relationships/tags" Target="../tags/tag305.xml"/><Relationship Id="rId95" Type="http://schemas.openxmlformats.org/officeDocument/2006/relationships/tags" Target="../tags/tag310.xml"/><Relationship Id="rId19" Type="http://schemas.openxmlformats.org/officeDocument/2006/relationships/tags" Target="../tags/tag234.xml"/><Relationship Id="rId14" Type="http://schemas.openxmlformats.org/officeDocument/2006/relationships/tags" Target="../tags/tag229.xml"/><Relationship Id="rId22" Type="http://schemas.openxmlformats.org/officeDocument/2006/relationships/tags" Target="../tags/tag237.xml"/><Relationship Id="rId27" Type="http://schemas.openxmlformats.org/officeDocument/2006/relationships/tags" Target="../tags/tag242.xml"/><Relationship Id="rId30" Type="http://schemas.openxmlformats.org/officeDocument/2006/relationships/tags" Target="../tags/tag245.xml"/><Relationship Id="rId35" Type="http://schemas.openxmlformats.org/officeDocument/2006/relationships/tags" Target="../tags/tag250.xml"/><Relationship Id="rId43" Type="http://schemas.openxmlformats.org/officeDocument/2006/relationships/tags" Target="../tags/tag258.xml"/><Relationship Id="rId48" Type="http://schemas.openxmlformats.org/officeDocument/2006/relationships/tags" Target="../tags/tag263.xml"/><Relationship Id="rId56" Type="http://schemas.openxmlformats.org/officeDocument/2006/relationships/tags" Target="../tags/tag271.xml"/><Relationship Id="rId64" Type="http://schemas.openxmlformats.org/officeDocument/2006/relationships/tags" Target="../tags/tag279.xml"/><Relationship Id="rId69" Type="http://schemas.openxmlformats.org/officeDocument/2006/relationships/tags" Target="../tags/tag284.xml"/><Relationship Id="rId77" Type="http://schemas.openxmlformats.org/officeDocument/2006/relationships/tags" Target="../tags/tag292.xml"/><Relationship Id="rId8" Type="http://schemas.openxmlformats.org/officeDocument/2006/relationships/tags" Target="../tags/tag223.xml"/><Relationship Id="rId51" Type="http://schemas.openxmlformats.org/officeDocument/2006/relationships/tags" Target="../tags/tag266.xml"/><Relationship Id="rId72" Type="http://schemas.openxmlformats.org/officeDocument/2006/relationships/tags" Target="../tags/tag287.xml"/><Relationship Id="rId80" Type="http://schemas.openxmlformats.org/officeDocument/2006/relationships/tags" Target="../tags/tag295.xml"/><Relationship Id="rId85" Type="http://schemas.openxmlformats.org/officeDocument/2006/relationships/tags" Target="../tags/tag300.xml"/><Relationship Id="rId93" Type="http://schemas.openxmlformats.org/officeDocument/2006/relationships/tags" Target="../tags/tag308.xml"/><Relationship Id="rId3" Type="http://schemas.openxmlformats.org/officeDocument/2006/relationships/tags" Target="../tags/tag218.xml"/><Relationship Id="rId12" Type="http://schemas.openxmlformats.org/officeDocument/2006/relationships/tags" Target="../tags/tag227.xml"/><Relationship Id="rId17" Type="http://schemas.openxmlformats.org/officeDocument/2006/relationships/tags" Target="../tags/tag232.xml"/><Relationship Id="rId25" Type="http://schemas.openxmlformats.org/officeDocument/2006/relationships/tags" Target="../tags/tag240.xml"/><Relationship Id="rId33" Type="http://schemas.openxmlformats.org/officeDocument/2006/relationships/tags" Target="../tags/tag248.xml"/><Relationship Id="rId38" Type="http://schemas.openxmlformats.org/officeDocument/2006/relationships/tags" Target="../tags/tag253.xml"/><Relationship Id="rId46" Type="http://schemas.openxmlformats.org/officeDocument/2006/relationships/tags" Target="../tags/tag261.xml"/><Relationship Id="rId59" Type="http://schemas.openxmlformats.org/officeDocument/2006/relationships/tags" Target="../tags/tag274.xml"/><Relationship Id="rId67" Type="http://schemas.openxmlformats.org/officeDocument/2006/relationships/tags" Target="../tags/tag282.xml"/><Relationship Id="rId20" Type="http://schemas.openxmlformats.org/officeDocument/2006/relationships/tags" Target="../tags/tag235.xml"/><Relationship Id="rId41" Type="http://schemas.openxmlformats.org/officeDocument/2006/relationships/tags" Target="../tags/tag256.xml"/><Relationship Id="rId54" Type="http://schemas.openxmlformats.org/officeDocument/2006/relationships/tags" Target="../tags/tag269.xml"/><Relationship Id="rId62" Type="http://schemas.openxmlformats.org/officeDocument/2006/relationships/tags" Target="../tags/tag277.xml"/><Relationship Id="rId70" Type="http://schemas.openxmlformats.org/officeDocument/2006/relationships/tags" Target="../tags/tag285.xml"/><Relationship Id="rId75" Type="http://schemas.openxmlformats.org/officeDocument/2006/relationships/tags" Target="../tags/tag290.xml"/><Relationship Id="rId83" Type="http://schemas.openxmlformats.org/officeDocument/2006/relationships/tags" Target="../tags/tag298.xml"/><Relationship Id="rId88" Type="http://schemas.openxmlformats.org/officeDocument/2006/relationships/tags" Target="../tags/tag303.xml"/><Relationship Id="rId91" Type="http://schemas.openxmlformats.org/officeDocument/2006/relationships/tags" Target="../tags/tag306.xml"/><Relationship Id="rId96" Type="http://schemas.openxmlformats.org/officeDocument/2006/relationships/slideLayout" Target="../slideLayouts/slideLayout228.xml"/><Relationship Id="rId1" Type="http://schemas.openxmlformats.org/officeDocument/2006/relationships/tags" Target="../tags/tag216.xml"/><Relationship Id="rId6" Type="http://schemas.openxmlformats.org/officeDocument/2006/relationships/tags" Target="../tags/tag221.xml"/><Relationship Id="rId15" Type="http://schemas.openxmlformats.org/officeDocument/2006/relationships/tags" Target="../tags/tag230.xml"/><Relationship Id="rId23" Type="http://schemas.openxmlformats.org/officeDocument/2006/relationships/tags" Target="../tags/tag238.xml"/><Relationship Id="rId28" Type="http://schemas.openxmlformats.org/officeDocument/2006/relationships/tags" Target="../tags/tag243.xml"/><Relationship Id="rId36" Type="http://schemas.openxmlformats.org/officeDocument/2006/relationships/tags" Target="../tags/tag251.xml"/><Relationship Id="rId49" Type="http://schemas.openxmlformats.org/officeDocument/2006/relationships/tags" Target="../tags/tag264.xml"/><Relationship Id="rId57" Type="http://schemas.openxmlformats.org/officeDocument/2006/relationships/tags" Target="../tags/tag272.xml"/><Relationship Id="rId10" Type="http://schemas.openxmlformats.org/officeDocument/2006/relationships/tags" Target="../tags/tag225.xml"/><Relationship Id="rId31" Type="http://schemas.openxmlformats.org/officeDocument/2006/relationships/tags" Target="../tags/tag246.xml"/><Relationship Id="rId44" Type="http://schemas.openxmlformats.org/officeDocument/2006/relationships/tags" Target="../tags/tag259.xml"/><Relationship Id="rId52" Type="http://schemas.openxmlformats.org/officeDocument/2006/relationships/tags" Target="../tags/tag267.xml"/><Relationship Id="rId60" Type="http://schemas.openxmlformats.org/officeDocument/2006/relationships/tags" Target="../tags/tag275.xml"/><Relationship Id="rId65" Type="http://schemas.openxmlformats.org/officeDocument/2006/relationships/tags" Target="../tags/tag280.xml"/><Relationship Id="rId73" Type="http://schemas.openxmlformats.org/officeDocument/2006/relationships/tags" Target="../tags/tag288.xml"/><Relationship Id="rId78" Type="http://schemas.openxmlformats.org/officeDocument/2006/relationships/tags" Target="../tags/tag293.xml"/><Relationship Id="rId81" Type="http://schemas.openxmlformats.org/officeDocument/2006/relationships/tags" Target="../tags/tag296.xml"/><Relationship Id="rId86" Type="http://schemas.openxmlformats.org/officeDocument/2006/relationships/tags" Target="../tags/tag301.xml"/><Relationship Id="rId94" Type="http://schemas.openxmlformats.org/officeDocument/2006/relationships/tags" Target="../tags/tag309.xml"/><Relationship Id="rId4" Type="http://schemas.openxmlformats.org/officeDocument/2006/relationships/tags" Target="../tags/tag219.xml"/><Relationship Id="rId9" Type="http://schemas.openxmlformats.org/officeDocument/2006/relationships/tags" Target="../tags/tag224.xml"/><Relationship Id="rId13" Type="http://schemas.openxmlformats.org/officeDocument/2006/relationships/tags" Target="../tags/tag228.xml"/><Relationship Id="rId18" Type="http://schemas.openxmlformats.org/officeDocument/2006/relationships/tags" Target="../tags/tag233.xml"/><Relationship Id="rId39" Type="http://schemas.openxmlformats.org/officeDocument/2006/relationships/tags" Target="../tags/tag25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3.xml"/></Relationships>
</file>

<file path=ppt/slides/_rels/slide50.xml.rels><?xml version="1.0" encoding="UTF-8" standalone="yes"?>
<Relationships xmlns="http://schemas.openxmlformats.org/package/2006/relationships"><Relationship Id="rId13" Type="http://schemas.openxmlformats.org/officeDocument/2006/relationships/tags" Target="../tags/tag323.xml"/><Relationship Id="rId18" Type="http://schemas.openxmlformats.org/officeDocument/2006/relationships/tags" Target="../tags/tag328.xml"/><Relationship Id="rId26" Type="http://schemas.openxmlformats.org/officeDocument/2006/relationships/tags" Target="../tags/tag336.xml"/><Relationship Id="rId39" Type="http://schemas.openxmlformats.org/officeDocument/2006/relationships/tags" Target="../tags/tag349.xml"/><Relationship Id="rId21" Type="http://schemas.openxmlformats.org/officeDocument/2006/relationships/tags" Target="../tags/tag331.xml"/><Relationship Id="rId34" Type="http://schemas.openxmlformats.org/officeDocument/2006/relationships/tags" Target="../tags/tag344.xml"/><Relationship Id="rId42" Type="http://schemas.openxmlformats.org/officeDocument/2006/relationships/tags" Target="../tags/tag352.xml"/><Relationship Id="rId47" Type="http://schemas.openxmlformats.org/officeDocument/2006/relationships/tags" Target="../tags/tag357.xml"/><Relationship Id="rId50" Type="http://schemas.openxmlformats.org/officeDocument/2006/relationships/tags" Target="../tags/tag360.xml"/><Relationship Id="rId55" Type="http://schemas.openxmlformats.org/officeDocument/2006/relationships/tags" Target="../tags/tag365.xml"/><Relationship Id="rId63" Type="http://schemas.openxmlformats.org/officeDocument/2006/relationships/tags" Target="../tags/tag373.xml"/><Relationship Id="rId68" Type="http://schemas.openxmlformats.org/officeDocument/2006/relationships/slideLayout" Target="../slideLayouts/slideLayout228.xml"/><Relationship Id="rId7" Type="http://schemas.openxmlformats.org/officeDocument/2006/relationships/tags" Target="../tags/tag317.xml"/><Relationship Id="rId2" Type="http://schemas.openxmlformats.org/officeDocument/2006/relationships/tags" Target="../tags/tag312.xml"/><Relationship Id="rId16" Type="http://schemas.openxmlformats.org/officeDocument/2006/relationships/tags" Target="../tags/tag326.xml"/><Relationship Id="rId29" Type="http://schemas.openxmlformats.org/officeDocument/2006/relationships/tags" Target="../tags/tag339.xml"/><Relationship Id="rId1" Type="http://schemas.openxmlformats.org/officeDocument/2006/relationships/tags" Target="../tags/tag311.xml"/><Relationship Id="rId6" Type="http://schemas.openxmlformats.org/officeDocument/2006/relationships/tags" Target="../tags/tag316.xml"/><Relationship Id="rId11" Type="http://schemas.openxmlformats.org/officeDocument/2006/relationships/tags" Target="../tags/tag321.xml"/><Relationship Id="rId24" Type="http://schemas.openxmlformats.org/officeDocument/2006/relationships/tags" Target="../tags/tag334.xml"/><Relationship Id="rId32" Type="http://schemas.openxmlformats.org/officeDocument/2006/relationships/tags" Target="../tags/tag342.xml"/><Relationship Id="rId37" Type="http://schemas.openxmlformats.org/officeDocument/2006/relationships/tags" Target="../tags/tag347.xml"/><Relationship Id="rId40" Type="http://schemas.openxmlformats.org/officeDocument/2006/relationships/tags" Target="../tags/tag350.xml"/><Relationship Id="rId45" Type="http://schemas.openxmlformats.org/officeDocument/2006/relationships/tags" Target="../tags/tag355.xml"/><Relationship Id="rId53" Type="http://schemas.openxmlformats.org/officeDocument/2006/relationships/tags" Target="../tags/tag363.xml"/><Relationship Id="rId58" Type="http://schemas.openxmlformats.org/officeDocument/2006/relationships/tags" Target="../tags/tag368.xml"/><Relationship Id="rId66" Type="http://schemas.openxmlformats.org/officeDocument/2006/relationships/tags" Target="../tags/tag376.xml"/><Relationship Id="rId5" Type="http://schemas.openxmlformats.org/officeDocument/2006/relationships/tags" Target="../tags/tag315.xml"/><Relationship Id="rId15" Type="http://schemas.openxmlformats.org/officeDocument/2006/relationships/tags" Target="../tags/tag325.xml"/><Relationship Id="rId23" Type="http://schemas.openxmlformats.org/officeDocument/2006/relationships/tags" Target="../tags/tag333.xml"/><Relationship Id="rId28" Type="http://schemas.openxmlformats.org/officeDocument/2006/relationships/tags" Target="../tags/tag338.xml"/><Relationship Id="rId36" Type="http://schemas.openxmlformats.org/officeDocument/2006/relationships/tags" Target="../tags/tag346.xml"/><Relationship Id="rId49" Type="http://schemas.openxmlformats.org/officeDocument/2006/relationships/tags" Target="../tags/tag359.xml"/><Relationship Id="rId57" Type="http://schemas.openxmlformats.org/officeDocument/2006/relationships/tags" Target="../tags/tag367.xml"/><Relationship Id="rId61" Type="http://schemas.openxmlformats.org/officeDocument/2006/relationships/tags" Target="../tags/tag371.xml"/><Relationship Id="rId10" Type="http://schemas.openxmlformats.org/officeDocument/2006/relationships/tags" Target="../tags/tag320.xml"/><Relationship Id="rId19" Type="http://schemas.openxmlformats.org/officeDocument/2006/relationships/tags" Target="../tags/tag329.xml"/><Relationship Id="rId31" Type="http://schemas.openxmlformats.org/officeDocument/2006/relationships/tags" Target="../tags/tag341.xml"/><Relationship Id="rId44" Type="http://schemas.openxmlformats.org/officeDocument/2006/relationships/tags" Target="../tags/tag354.xml"/><Relationship Id="rId52" Type="http://schemas.openxmlformats.org/officeDocument/2006/relationships/tags" Target="../tags/tag362.xml"/><Relationship Id="rId60" Type="http://schemas.openxmlformats.org/officeDocument/2006/relationships/tags" Target="../tags/tag370.xml"/><Relationship Id="rId65" Type="http://schemas.openxmlformats.org/officeDocument/2006/relationships/tags" Target="../tags/tag375.xml"/><Relationship Id="rId4" Type="http://schemas.openxmlformats.org/officeDocument/2006/relationships/tags" Target="../tags/tag314.xml"/><Relationship Id="rId9" Type="http://schemas.openxmlformats.org/officeDocument/2006/relationships/tags" Target="../tags/tag319.xml"/><Relationship Id="rId14" Type="http://schemas.openxmlformats.org/officeDocument/2006/relationships/tags" Target="../tags/tag324.xml"/><Relationship Id="rId22" Type="http://schemas.openxmlformats.org/officeDocument/2006/relationships/tags" Target="../tags/tag332.xml"/><Relationship Id="rId27" Type="http://schemas.openxmlformats.org/officeDocument/2006/relationships/tags" Target="../tags/tag337.xml"/><Relationship Id="rId30" Type="http://schemas.openxmlformats.org/officeDocument/2006/relationships/tags" Target="../tags/tag340.xml"/><Relationship Id="rId35" Type="http://schemas.openxmlformats.org/officeDocument/2006/relationships/tags" Target="../tags/tag345.xml"/><Relationship Id="rId43" Type="http://schemas.openxmlformats.org/officeDocument/2006/relationships/tags" Target="../tags/tag353.xml"/><Relationship Id="rId48" Type="http://schemas.openxmlformats.org/officeDocument/2006/relationships/tags" Target="../tags/tag358.xml"/><Relationship Id="rId56" Type="http://schemas.openxmlformats.org/officeDocument/2006/relationships/tags" Target="../tags/tag366.xml"/><Relationship Id="rId64" Type="http://schemas.openxmlformats.org/officeDocument/2006/relationships/tags" Target="../tags/tag374.xml"/><Relationship Id="rId69" Type="http://schemas.openxmlformats.org/officeDocument/2006/relationships/notesSlide" Target="../notesSlides/notesSlide29.xml"/><Relationship Id="rId8" Type="http://schemas.openxmlformats.org/officeDocument/2006/relationships/tags" Target="../tags/tag318.xml"/><Relationship Id="rId51" Type="http://schemas.openxmlformats.org/officeDocument/2006/relationships/tags" Target="../tags/tag361.xml"/><Relationship Id="rId3" Type="http://schemas.openxmlformats.org/officeDocument/2006/relationships/tags" Target="../tags/tag313.xml"/><Relationship Id="rId12" Type="http://schemas.openxmlformats.org/officeDocument/2006/relationships/tags" Target="../tags/tag322.xml"/><Relationship Id="rId17" Type="http://schemas.openxmlformats.org/officeDocument/2006/relationships/tags" Target="../tags/tag327.xml"/><Relationship Id="rId25" Type="http://schemas.openxmlformats.org/officeDocument/2006/relationships/tags" Target="../tags/tag335.xml"/><Relationship Id="rId33" Type="http://schemas.openxmlformats.org/officeDocument/2006/relationships/tags" Target="../tags/tag343.xml"/><Relationship Id="rId38" Type="http://schemas.openxmlformats.org/officeDocument/2006/relationships/tags" Target="../tags/tag348.xml"/><Relationship Id="rId46" Type="http://schemas.openxmlformats.org/officeDocument/2006/relationships/tags" Target="../tags/tag356.xml"/><Relationship Id="rId59" Type="http://schemas.openxmlformats.org/officeDocument/2006/relationships/tags" Target="../tags/tag369.xml"/><Relationship Id="rId67" Type="http://schemas.openxmlformats.org/officeDocument/2006/relationships/tags" Target="../tags/tag377.xml"/><Relationship Id="rId20" Type="http://schemas.openxmlformats.org/officeDocument/2006/relationships/tags" Target="../tags/tag330.xml"/><Relationship Id="rId41" Type="http://schemas.openxmlformats.org/officeDocument/2006/relationships/tags" Target="../tags/tag351.xml"/><Relationship Id="rId54" Type="http://schemas.openxmlformats.org/officeDocument/2006/relationships/tags" Target="../tags/tag364.xml"/><Relationship Id="rId62" Type="http://schemas.openxmlformats.org/officeDocument/2006/relationships/tags" Target="../tags/tag372.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333.xml"/></Relationships>
</file>

<file path=ppt/slides/_rels/slide52.xml.rels><?xml version="1.0" encoding="UTF-8" standalone="yes"?>
<Relationships xmlns="http://schemas.openxmlformats.org/package/2006/relationships"><Relationship Id="rId13" Type="http://schemas.openxmlformats.org/officeDocument/2006/relationships/tags" Target="../tags/tag390.xml"/><Relationship Id="rId18" Type="http://schemas.openxmlformats.org/officeDocument/2006/relationships/tags" Target="../tags/tag395.xml"/><Relationship Id="rId26" Type="http://schemas.openxmlformats.org/officeDocument/2006/relationships/tags" Target="../tags/tag403.xml"/><Relationship Id="rId39" Type="http://schemas.openxmlformats.org/officeDocument/2006/relationships/tags" Target="../tags/tag416.xml"/><Relationship Id="rId21" Type="http://schemas.openxmlformats.org/officeDocument/2006/relationships/tags" Target="../tags/tag398.xml"/><Relationship Id="rId34" Type="http://schemas.openxmlformats.org/officeDocument/2006/relationships/tags" Target="../tags/tag411.xml"/><Relationship Id="rId42" Type="http://schemas.openxmlformats.org/officeDocument/2006/relationships/tags" Target="../tags/tag419.xml"/><Relationship Id="rId47" Type="http://schemas.openxmlformats.org/officeDocument/2006/relationships/tags" Target="../tags/tag424.xml"/><Relationship Id="rId50" Type="http://schemas.openxmlformats.org/officeDocument/2006/relationships/tags" Target="../tags/tag427.xml"/><Relationship Id="rId55" Type="http://schemas.openxmlformats.org/officeDocument/2006/relationships/tags" Target="../tags/tag432.xml"/><Relationship Id="rId63" Type="http://schemas.openxmlformats.org/officeDocument/2006/relationships/tags" Target="../tags/tag440.xml"/><Relationship Id="rId68" Type="http://schemas.openxmlformats.org/officeDocument/2006/relationships/tags" Target="../tags/tag445.xml"/><Relationship Id="rId7" Type="http://schemas.openxmlformats.org/officeDocument/2006/relationships/tags" Target="../tags/tag384.xml"/><Relationship Id="rId71" Type="http://schemas.openxmlformats.org/officeDocument/2006/relationships/slideLayout" Target="../slideLayouts/slideLayout228.xml"/><Relationship Id="rId2" Type="http://schemas.openxmlformats.org/officeDocument/2006/relationships/tags" Target="../tags/tag379.xml"/><Relationship Id="rId16" Type="http://schemas.openxmlformats.org/officeDocument/2006/relationships/tags" Target="../tags/tag393.xml"/><Relationship Id="rId29" Type="http://schemas.openxmlformats.org/officeDocument/2006/relationships/tags" Target="../tags/tag406.xml"/><Relationship Id="rId1" Type="http://schemas.openxmlformats.org/officeDocument/2006/relationships/tags" Target="../tags/tag378.xml"/><Relationship Id="rId6" Type="http://schemas.openxmlformats.org/officeDocument/2006/relationships/tags" Target="../tags/tag383.xml"/><Relationship Id="rId11" Type="http://schemas.openxmlformats.org/officeDocument/2006/relationships/tags" Target="../tags/tag388.xml"/><Relationship Id="rId24" Type="http://schemas.openxmlformats.org/officeDocument/2006/relationships/tags" Target="../tags/tag401.xml"/><Relationship Id="rId32" Type="http://schemas.openxmlformats.org/officeDocument/2006/relationships/tags" Target="../tags/tag409.xml"/><Relationship Id="rId37" Type="http://schemas.openxmlformats.org/officeDocument/2006/relationships/tags" Target="../tags/tag414.xml"/><Relationship Id="rId40" Type="http://schemas.openxmlformats.org/officeDocument/2006/relationships/tags" Target="../tags/tag417.xml"/><Relationship Id="rId45" Type="http://schemas.openxmlformats.org/officeDocument/2006/relationships/tags" Target="../tags/tag422.xml"/><Relationship Id="rId53" Type="http://schemas.openxmlformats.org/officeDocument/2006/relationships/tags" Target="../tags/tag430.xml"/><Relationship Id="rId58" Type="http://schemas.openxmlformats.org/officeDocument/2006/relationships/tags" Target="../tags/tag435.xml"/><Relationship Id="rId66" Type="http://schemas.openxmlformats.org/officeDocument/2006/relationships/tags" Target="../tags/tag443.xml"/><Relationship Id="rId5" Type="http://schemas.openxmlformats.org/officeDocument/2006/relationships/tags" Target="../tags/tag382.xml"/><Relationship Id="rId15" Type="http://schemas.openxmlformats.org/officeDocument/2006/relationships/tags" Target="../tags/tag392.xml"/><Relationship Id="rId23" Type="http://schemas.openxmlformats.org/officeDocument/2006/relationships/tags" Target="../tags/tag400.xml"/><Relationship Id="rId28" Type="http://schemas.openxmlformats.org/officeDocument/2006/relationships/tags" Target="../tags/tag405.xml"/><Relationship Id="rId36" Type="http://schemas.openxmlformats.org/officeDocument/2006/relationships/tags" Target="../tags/tag413.xml"/><Relationship Id="rId49" Type="http://schemas.openxmlformats.org/officeDocument/2006/relationships/tags" Target="../tags/tag426.xml"/><Relationship Id="rId57" Type="http://schemas.openxmlformats.org/officeDocument/2006/relationships/tags" Target="../tags/tag434.xml"/><Relationship Id="rId61" Type="http://schemas.openxmlformats.org/officeDocument/2006/relationships/tags" Target="../tags/tag438.xml"/><Relationship Id="rId10" Type="http://schemas.openxmlformats.org/officeDocument/2006/relationships/tags" Target="../tags/tag387.xml"/><Relationship Id="rId19" Type="http://schemas.openxmlformats.org/officeDocument/2006/relationships/tags" Target="../tags/tag396.xml"/><Relationship Id="rId31" Type="http://schemas.openxmlformats.org/officeDocument/2006/relationships/tags" Target="../tags/tag408.xml"/><Relationship Id="rId44" Type="http://schemas.openxmlformats.org/officeDocument/2006/relationships/tags" Target="../tags/tag421.xml"/><Relationship Id="rId52" Type="http://schemas.openxmlformats.org/officeDocument/2006/relationships/tags" Target="../tags/tag429.xml"/><Relationship Id="rId60" Type="http://schemas.openxmlformats.org/officeDocument/2006/relationships/tags" Target="../tags/tag437.xml"/><Relationship Id="rId65" Type="http://schemas.openxmlformats.org/officeDocument/2006/relationships/tags" Target="../tags/tag442.xml"/><Relationship Id="rId4" Type="http://schemas.openxmlformats.org/officeDocument/2006/relationships/tags" Target="../tags/tag381.xml"/><Relationship Id="rId9" Type="http://schemas.openxmlformats.org/officeDocument/2006/relationships/tags" Target="../tags/tag386.xml"/><Relationship Id="rId14" Type="http://schemas.openxmlformats.org/officeDocument/2006/relationships/tags" Target="../tags/tag391.xml"/><Relationship Id="rId22" Type="http://schemas.openxmlformats.org/officeDocument/2006/relationships/tags" Target="../tags/tag399.xml"/><Relationship Id="rId27" Type="http://schemas.openxmlformats.org/officeDocument/2006/relationships/tags" Target="../tags/tag404.xml"/><Relationship Id="rId30" Type="http://schemas.openxmlformats.org/officeDocument/2006/relationships/tags" Target="../tags/tag407.xml"/><Relationship Id="rId35" Type="http://schemas.openxmlformats.org/officeDocument/2006/relationships/tags" Target="../tags/tag412.xml"/><Relationship Id="rId43" Type="http://schemas.openxmlformats.org/officeDocument/2006/relationships/tags" Target="../tags/tag420.xml"/><Relationship Id="rId48" Type="http://schemas.openxmlformats.org/officeDocument/2006/relationships/tags" Target="../tags/tag425.xml"/><Relationship Id="rId56" Type="http://schemas.openxmlformats.org/officeDocument/2006/relationships/tags" Target="../tags/tag433.xml"/><Relationship Id="rId64" Type="http://schemas.openxmlformats.org/officeDocument/2006/relationships/tags" Target="../tags/tag441.xml"/><Relationship Id="rId69" Type="http://schemas.openxmlformats.org/officeDocument/2006/relationships/tags" Target="../tags/tag446.xml"/><Relationship Id="rId8" Type="http://schemas.openxmlformats.org/officeDocument/2006/relationships/tags" Target="../tags/tag385.xml"/><Relationship Id="rId51" Type="http://schemas.openxmlformats.org/officeDocument/2006/relationships/tags" Target="../tags/tag428.xml"/><Relationship Id="rId72" Type="http://schemas.openxmlformats.org/officeDocument/2006/relationships/notesSlide" Target="../notesSlides/notesSlide31.xml"/><Relationship Id="rId3" Type="http://schemas.openxmlformats.org/officeDocument/2006/relationships/tags" Target="../tags/tag380.xml"/><Relationship Id="rId12" Type="http://schemas.openxmlformats.org/officeDocument/2006/relationships/tags" Target="../tags/tag389.xml"/><Relationship Id="rId17" Type="http://schemas.openxmlformats.org/officeDocument/2006/relationships/tags" Target="../tags/tag394.xml"/><Relationship Id="rId25" Type="http://schemas.openxmlformats.org/officeDocument/2006/relationships/tags" Target="../tags/tag402.xml"/><Relationship Id="rId33" Type="http://schemas.openxmlformats.org/officeDocument/2006/relationships/tags" Target="../tags/tag410.xml"/><Relationship Id="rId38" Type="http://schemas.openxmlformats.org/officeDocument/2006/relationships/tags" Target="../tags/tag415.xml"/><Relationship Id="rId46" Type="http://schemas.openxmlformats.org/officeDocument/2006/relationships/tags" Target="../tags/tag423.xml"/><Relationship Id="rId59" Type="http://schemas.openxmlformats.org/officeDocument/2006/relationships/tags" Target="../tags/tag436.xml"/><Relationship Id="rId67" Type="http://schemas.openxmlformats.org/officeDocument/2006/relationships/tags" Target="../tags/tag444.xml"/><Relationship Id="rId20" Type="http://schemas.openxmlformats.org/officeDocument/2006/relationships/tags" Target="../tags/tag397.xml"/><Relationship Id="rId41" Type="http://schemas.openxmlformats.org/officeDocument/2006/relationships/tags" Target="../tags/tag418.xml"/><Relationship Id="rId54" Type="http://schemas.openxmlformats.org/officeDocument/2006/relationships/tags" Target="../tags/tag431.xml"/><Relationship Id="rId62" Type="http://schemas.openxmlformats.org/officeDocument/2006/relationships/tags" Target="../tags/tag439.xml"/><Relationship Id="rId70" Type="http://schemas.openxmlformats.org/officeDocument/2006/relationships/tags" Target="../tags/tag447.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28.xml"/></Relationships>
</file>

<file path=ppt/slides/_rels/slide54.xml.rels><?xml version="1.0" encoding="UTF-8" standalone="yes"?>
<Relationships xmlns="http://schemas.openxmlformats.org/package/2006/relationships"><Relationship Id="rId13" Type="http://schemas.openxmlformats.org/officeDocument/2006/relationships/tags" Target="../tags/tag460.xml"/><Relationship Id="rId18" Type="http://schemas.openxmlformats.org/officeDocument/2006/relationships/tags" Target="../tags/tag465.xml"/><Relationship Id="rId26" Type="http://schemas.openxmlformats.org/officeDocument/2006/relationships/tags" Target="../tags/tag473.xml"/><Relationship Id="rId39" Type="http://schemas.openxmlformats.org/officeDocument/2006/relationships/tags" Target="../tags/tag486.xml"/><Relationship Id="rId21" Type="http://schemas.openxmlformats.org/officeDocument/2006/relationships/tags" Target="../tags/tag468.xml"/><Relationship Id="rId34" Type="http://schemas.openxmlformats.org/officeDocument/2006/relationships/tags" Target="../tags/tag481.xml"/><Relationship Id="rId42" Type="http://schemas.openxmlformats.org/officeDocument/2006/relationships/tags" Target="../tags/tag489.xml"/><Relationship Id="rId47" Type="http://schemas.openxmlformats.org/officeDocument/2006/relationships/tags" Target="../tags/tag494.xml"/><Relationship Id="rId50" Type="http://schemas.openxmlformats.org/officeDocument/2006/relationships/tags" Target="../tags/tag497.xml"/><Relationship Id="rId55" Type="http://schemas.openxmlformats.org/officeDocument/2006/relationships/tags" Target="../tags/tag502.xml"/><Relationship Id="rId63" Type="http://schemas.openxmlformats.org/officeDocument/2006/relationships/tags" Target="../tags/tag510.xml"/><Relationship Id="rId68" Type="http://schemas.openxmlformats.org/officeDocument/2006/relationships/tags" Target="../tags/tag515.xml"/><Relationship Id="rId76" Type="http://schemas.openxmlformats.org/officeDocument/2006/relationships/tags" Target="../tags/tag523.xml"/><Relationship Id="rId84" Type="http://schemas.openxmlformats.org/officeDocument/2006/relationships/tags" Target="../tags/tag531.xml"/><Relationship Id="rId89" Type="http://schemas.openxmlformats.org/officeDocument/2006/relationships/tags" Target="../tags/tag536.xml"/><Relationship Id="rId7" Type="http://schemas.openxmlformats.org/officeDocument/2006/relationships/tags" Target="../tags/tag454.xml"/><Relationship Id="rId71" Type="http://schemas.openxmlformats.org/officeDocument/2006/relationships/tags" Target="../tags/tag518.xml"/><Relationship Id="rId92" Type="http://schemas.openxmlformats.org/officeDocument/2006/relationships/slideLayout" Target="../slideLayouts/slideLayout228.xml"/><Relationship Id="rId2" Type="http://schemas.openxmlformats.org/officeDocument/2006/relationships/tags" Target="../tags/tag449.xml"/><Relationship Id="rId16" Type="http://schemas.openxmlformats.org/officeDocument/2006/relationships/tags" Target="../tags/tag463.xml"/><Relationship Id="rId29" Type="http://schemas.openxmlformats.org/officeDocument/2006/relationships/tags" Target="../tags/tag476.xml"/><Relationship Id="rId11" Type="http://schemas.openxmlformats.org/officeDocument/2006/relationships/tags" Target="../tags/tag458.xml"/><Relationship Id="rId24" Type="http://schemas.openxmlformats.org/officeDocument/2006/relationships/tags" Target="../tags/tag471.xml"/><Relationship Id="rId32" Type="http://schemas.openxmlformats.org/officeDocument/2006/relationships/tags" Target="../tags/tag479.xml"/><Relationship Id="rId37" Type="http://schemas.openxmlformats.org/officeDocument/2006/relationships/tags" Target="../tags/tag484.xml"/><Relationship Id="rId40" Type="http://schemas.openxmlformats.org/officeDocument/2006/relationships/tags" Target="../tags/tag487.xml"/><Relationship Id="rId45" Type="http://schemas.openxmlformats.org/officeDocument/2006/relationships/tags" Target="../tags/tag492.xml"/><Relationship Id="rId53" Type="http://schemas.openxmlformats.org/officeDocument/2006/relationships/tags" Target="../tags/tag500.xml"/><Relationship Id="rId58" Type="http://schemas.openxmlformats.org/officeDocument/2006/relationships/tags" Target="../tags/tag505.xml"/><Relationship Id="rId66" Type="http://schemas.openxmlformats.org/officeDocument/2006/relationships/tags" Target="../tags/tag513.xml"/><Relationship Id="rId74" Type="http://schemas.openxmlformats.org/officeDocument/2006/relationships/tags" Target="../tags/tag521.xml"/><Relationship Id="rId79" Type="http://schemas.openxmlformats.org/officeDocument/2006/relationships/tags" Target="../tags/tag526.xml"/><Relationship Id="rId87" Type="http://schemas.openxmlformats.org/officeDocument/2006/relationships/tags" Target="../tags/tag534.xml"/><Relationship Id="rId5" Type="http://schemas.openxmlformats.org/officeDocument/2006/relationships/tags" Target="../tags/tag452.xml"/><Relationship Id="rId61" Type="http://schemas.openxmlformats.org/officeDocument/2006/relationships/tags" Target="../tags/tag508.xml"/><Relationship Id="rId82" Type="http://schemas.openxmlformats.org/officeDocument/2006/relationships/tags" Target="../tags/tag529.xml"/><Relationship Id="rId90" Type="http://schemas.openxmlformats.org/officeDocument/2006/relationships/tags" Target="../tags/tag537.xml"/><Relationship Id="rId19" Type="http://schemas.openxmlformats.org/officeDocument/2006/relationships/tags" Target="../tags/tag466.xml"/><Relationship Id="rId14" Type="http://schemas.openxmlformats.org/officeDocument/2006/relationships/tags" Target="../tags/tag461.xml"/><Relationship Id="rId22" Type="http://schemas.openxmlformats.org/officeDocument/2006/relationships/tags" Target="../tags/tag469.xml"/><Relationship Id="rId27" Type="http://schemas.openxmlformats.org/officeDocument/2006/relationships/tags" Target="../tags/tag474.xml"/><Relationship Id="rId30" Type="http://schemas.openxmlformats.org/officeDocument/2006/relationships/tags" Target="../tags/tag477.xml"/><Relationship Id="rId35" Type="http://schemas.openxmlformats.org/officeDocument/2006/relationships/tags" Target="../tags/tag482.xml"/><Relationship Id="rId43" Type="http://schemas.openxmlformats.org/officeDocument/2006/relationships/tags" Target="../tags/tag490.xml"/><Relationship Id="rId48" Type="http://schemas.openxmlformats.org/officeDocument/2006/relationships/tags" Target="../tags/tag495.xml"/><Relationship Id="rId56" Type="http://schemas.openxmlformats.org/officeDocument/2006/relationships/tags" Target="../tags/tag503.xml"/><Relationship Id="rId64" Type="http://schemas.openxmlformats.org/officeDocument/2006/relationships/tags" Target="../tags/tag511.xml"/><Relationship Id="rId69" Type="http://schemas.openxmlformats.org/officeDocument/2006/relationships/tags" Target="../tags/tag516.xml"/><Relationship Id="rId77" Type="http://schemas.openxmlformats.org/officeDocument/2006/relationships/tags" Target="../tags/tag524.xml"/><Relationship Id="rId8" Type="http://schemas.openxmlformats.org/officeDocument/2006/relationships/tags" Target="../tags/tag455.xml"/><Relationship Id="rId51" Type="http://schemas.openxmlformats.org/officeDocument/2006/relationships/tags" Target="../tags/tag498.xml"/><Relationship Id="rId72" Type="http://schemas.openxmlformats.org/officeDocument/2006/relationships/tags" Target="../tags/tag519.xml"/><Relationship Id="rId80" Type="http://schemas.openxmlformats.org/officeDocument/2006/relationships/tags" Target="../tags/tag527.xml"/><Relationship Id="rId85" Type="http://schemas.openxmlformats.org/officeDocument/2006/relationships/tags" Target="../tags/tag532.xml"/><Relationship Id="rId93" Type="http://schemas.openxmlformats.org/officeDocument/2006/relationships/notesSlide" Target="../notesSlides/notesSlide32.xml"/><Relationship Id="rId3" Type="http://schemas.openxmlformats.org/officeDocument/2006/relationships/tags" Target="../tags/tag450.xml"/><Relationship Id="rId12" Type="http://schemas.openxmlformats.org/officeDocument/2006/relationships/tags" Target="../tags/tag459.xml"/><Relationship Id="rId17" Type="http://schemas.openxmlformats.org/officeDocument/2006/relationships/tags" Target="../tags/tag464.xml"/><Relationship Id="rId25" Type="http://schemas.openxmlformats.org/officeDocument/2006/relationships/tags" Target="../tags/tag472.xml"/><Relationship Id="rId33" Type="http://schemas.openxmlformats.org/officeDocument/2006/relationships/tags" Target="../tags/tag480.xml"/><Relationship Id="rId38" Type="http://schemas.openxmlformats.org/officeDocument/2006/relationships/tags" Target="../tags/tag485.xml"/><Relationship Id="rId46" Type="http://schemas.openxmlformats.org/officeDocument/2006/relationships/tags" Target="../tags/tag493.xml"/><Relationship Id="rId59" Type="http://schemas.openxmlformats.org/officeDocument/2006/relationships/tags" Target="../tags/tag506.xml"/><Relationship Id="rId67" Type="http://schemas.openxmlformats.org/officeDocument/2006/relationships/tags" Target="../tags/tag514.xml"/><Relationship Id="rId20" Type="http://schemas.openxmlformats.org/officeDocument/2006/relationships/tags" Target="../tags/tag467.xml"/><Relationship Id="rId41" Type="http://schemas.openxmlformats.org/officeDocument/2006/relationships/tags" Target="../tags/tag488.xml"/><Relationship Id="rId54" Type="http://schemas.openxmlformats.org/officeDocument/2006/relationships/tags" Target="../tags/tag501.xml"/><Relationship Id="rId62" Type="http://schemas.openxmlformats.org/officeDocument/2006/relationships/tags" Target="../tags/tag509.xml"/><Relationship Id="rId70" Type="http://schemas.openxmlformats.org/officeDocument/2006/relationships/tags" Target="../tags/tag517.xml"/><Relationship Id="rId75" Type="http://schemas.openxmlformats.org/officeDocument/2006/relationships/tags" Target="../tags/tag522.xml"/><Relationship Id="rId83" Type="http://schemas.openxmlformats.org/officeDocument/2006/relationships/tags" Target="../tags/tag530.xml"/><Relationship Id="rId88" Type="http://schemas.openxmlformats.org/officeDocument/2006/relationships/tags" Target="../tags/tag535.xml"/><Relationship Id="rId91" Type="http://schemas.openxmlformats.org/officeDocument/2006/relationships/tags" Target="../tags/tag538.xml"/><Relationship Id="rId1" Type="http://schemas.openxmlformats.org/officeDocument/2006/relationships/tags" Target="../tags/tag448.xml"/><Relationship Id="rId6" Type="http://schemas.openxmlformats.org/officeDocument/2006/relationships/tags" Target="../tags/tag453.xml"/><Relationship Id="rId15" Type="http://schemas.openxmlformats.org/officeDocument/2006/relationships/tags" Target="../tags/tag462.xml"/><Relationship Id="rId23" Type="http://schemas.openxmlformats.org/officeDocument/2006/relationships/tags" Target="../tags/tag470.xml"/><Relationship Id="rId28" Type="http://schemas.openxmlformats.org/officeDocument/2006/relationships/tags" Target="../tags/tag475.xml"/><Relationship Id="rId36" Type="http://schemas.openxmlformats.org/officeDocument/2006/relationships/tags" Target="../tags/tag483.xml"/><Relationship Id="rId49" Type="http://schemas.openxmlformats.org/officeDocument/2006/relationships/tags" Target="../tags/tag496.xml"/><Relationship Id="rId57" Type="http://schemas.openxmlformats.org/officeDocument/2006/relationships/tags" Target="../tags/tag504.xml"/><Relationship Id="rId10" Type="http://schemas.openxmlformats.org/officeDocument/2006/relationships/tags" Target="../tags/tag457.xml"/><Relationship Id="rId31" Type="http://schemas.openxmlformats.org/officeDocument/2006/relationships/tags" Target="../tags/tag478.xml"/><Relationship Id="rId44" Type="http://schemas.openxmlformats.org/officeDocument/2006/relationships/tags" Target="../tags/tag491.xml"/><Relationship Id="rId52" Type="http://schemas.openxmlformats.org/officeDocument/2006/relationships/tags" Target="../tags/tag499.xml"/><Relationship Id="rId60" Type="http://schemas.openxmlformats.org/officeDocument/2006/relationships/tags" Target="../tags/tag507.xml"/><Relationship Id="rId65" Type="http://schemas.openxmlformats.org/officeDocument/2006/relationships/tags" Target="../tags/tag512.xml"/><Relationship Id="rId73" Type="http://schemas.openxmlformats.org/officeDocument/2006/relationships/tags" Target="../tags/tag520.xml"/><Relationship Id="rId78" Type="http://schemas.openxmlformats.org/officeDocument/2006/relationships/tags" Target="../tags/tag525.xml"/><Relationship Id="rId81" Type="http://schemas.openxmlformats.org/officeDocument/2006/relationships/tags" Target="../tags/tag528.xml"/><Relationship Id="rId86" Type="http://schemas.openxmlformats.org/officeDocument/2006/relationships/tags" Target="../tags/tag533.xml"/><Relationship Id="rId4" Type="http://schemas.openxmlformats.org/officeDocument/2006/relationships/tags" Target="../tags/tag451.xml"/><Relationship Id="rId9" Type="http://schemas.openxmlformats.org/officeDocument/2006/relationships/tags" Target="../tags/tag456.xml"/></Relationships>
</file>

<file path=ppt/slides/_rels/slide5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6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43.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270.xml"/></Relationships>
</file>

<file path=ppt/slides/_rels/slide5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0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46.xml"/></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6.xml"/><Relationship Id="rId5" Type="http://schemas.openxmlformats.org/officeDocument/2006/relationships/image" Target="../media/image75.png"/><Relationship Id="rId4" Type="http://schemas.openxmlformats.org/officeDocument/2006/relationships/image" Target="../media/image78.svg"/></Relationships>
</file>

<file path=ppt/slides/_rels/slide63.xml.rels><?xml version="1.0" encoding="UTF-8" standalone="yes"?>
<Relationships xmlns="http://schemas.openxmlformats.org/package/2006/relationships"><Relationship Id="rId3" Type="http://schemas.openxmlformats.org/officeDocument/2006/relationships/tags" Target="../tags/tag541.xml"/><Relationship Id="rId2" Type="http://schemas.openxmlformats.org/officeDocument/2006/relationships/tags" Target="../tags/tag540.xml"/><Relationship Id="rId1" Type="http://schemas.openxmlformats.org/officeDocument/2006/relationships/tags" Target="../tags/tag539.xml"/><Relationship Id="rId5" Type="http://schemas.openxmlformats.org/officeDocument/2006/relationships/image" Target="../media/image50.png"/><Relationship Id="rId4" Type="http://schemas.openxmlformats.org/officeDocument/2006/relationships/slideLayout" Target="../slideLayouts/slideLayout46.xml"/></Relationships>
</file>

<file path=ppt/slides/_rels/slide64.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46.xml"/><Relationship Id="rId5" Type="http://schemas.openxmlformats.org/officeDocument/2006/relationships/image" Target="../media/image82.svg"/><Relationship Id="rId4" Type="http://schemas.openxmlformats.org/officeDocument/2006/relationships/image" Target="../media/image81.png"/></Relationships>
</file>

<file path=ppt/slides/_rels/slide65.xml.rels><?xml version="1.0" encoding="UTF-8" standalone="yes"?>
<Relationships xmlns="http://schemas.openxmlformats.org/package/2006/relationships"><Relationship Id="rId8" Type="http://schemas.openxmlformats.org/officeDocument/2006/relationships/tags" Target="../tags/tag549.xml"/><Relationship Id="rId13" Type="http://schemas.openxmlformats.org/officeDocument/2006/relationships/tags" Target="../tags/tag554.xml"/><Relationship Id="rId18" Type="http://schemas.openxmlformats.org/officeDocument/2006/relationships/image" Target="../media/image47.png"/><Relationship Id="rId3" Type="http://schemas.openxmlformats.org/officeDocument/2006/relationships/tags" Target="../tags/tag544.xml"/><Relationship Id="rId7" Type="http://schemas.openxmlformats.org/officeDocument/2006/relationships/tags" Target="../tags/tag548.xml"/><Relationship Id="rId12" Type="http://schemas.openxmlformats.org/officeDocument/2006/relationships/tags" Target="../tags/tag553.xml"/><Relationship Id="rId17" Type="http://schemas.openxmlformats.org/officeDocument/2006/relationships/image" Target="../media/image84.png"/><Relationship Id="rId2" Type="http://schemas.openxmlformats.org/officeDocument/2006/relationships/tags" Target="../tags/tag543.xml"/><Relationship Id="rId16" Type="http://schemas.openxmlformats.org/officeDocument/2006/relationships/image" Target="../media/image83.png"/><Relationship Id="rId1" Type="http://schemas.openxmlformats.org/officeDocument/2006/relationships/tags" Target="../tags/tag542.xml"/><Relationship Id="rId6" Type="http://schemas.openxmlformats.org/officeDocument/2006/relationships/tags" Target="../tags/tag547.xml"/><Relationship Id="rId11" Type="http://schemas.openxmlformats.org/officeDocument/2006/relationships/tags" Target="../tags/tag552.xml"/><Relationship Id="rId5" Type="http://schemas.openxmlformats.org/officeDocument/2006/relationships/tags" Target="../tags/tag546.xml"/><Relationship Id="rId15" Type="http://schemas.openxmlformats.org/officeDocument/2006/relationships/slideLayout" Target="../slideLayouts/slideLayout46.xml"/><Relationship Id="rId10" Type="http://schemas.openxmlformats.org/officeDocument/2006/relationships/tags" Target="../tags/tag551.xml"/><Relationship Id="rId19" Type="http://schemas.openxmlformats.org/officeDocument/2006/relationships/image" Target="../media/image48.svg"/><Relationship Id="rId4" Type="http://schemas.openxmlformats.org/officeDocument/2006/relationships/tags" Target="../tags/tag545.xml"/><Relationship Id="rId9" Type="http://schemas.openxmlformats.org/officeDocument/2006/relationships/tags" Target="../tags/tag550.xml"/><Relationship Id="rId14" Type="http://schemas.openxmlformats.org/officeDocument/2006/relationships/tags" Target="../tags/tag555.xml"/></Relationships>
</file>

<file path=ppt/slides/_rels/slide66.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Portfolio Executive Committee (PEC) Review Meeting</a:t>
            </a:r>
            <a:br>
              <a:rPr lang="en-US" sz="3200"/>
            </a:br>
            <a:br>
              <a:rPr lang="en-US" sz="3200"/>
            </a:br>
            <a:r>
              <a:rPr lang="en-US" sz="3200"/>
              <a:t>TA CRM</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t>CRM Team | 15-Dec-2025 </a:t>
            </a:r>
            <a:r>
              <a:rPr lang="en-US" altLang="zh-CN"/>
              <a:t>| 20 min</a:t>
            </a:r>
            <a:r>
              <a:rPr lang="en-US"/>
              <a:t> </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DEEBB-CDFD-BBFA-517C-6C9314852D4C}"/>
              </a:ext>
            </a:extLst>
          </p:cNvPr>
          <p:cNvSpPr>
            <a:spLocks noGrp="1"/>
          </p:cNvSpPr>
          <p:nvPr>
            <p:ph type="ctrTitle"/>
          </p:nvPr>
        </p:nvSpPr>
        <p:spPr>
          <a:xfrm>
            <a:off x="479425" y="2637000"/>
            <a:ext cx="10474521" cy="1584000"/>
          </a:xfrm>
        </p:spPr>
        <p:txBody>
          <a:bodyPr vert="horz" lIns="0" tIns="0" rIns="0" bIns="0" rtlCol="0" anchor="b">
            <a:normAutofit fontScale="90000"/>
          </a:bodyPr>
          <a:lstStyle/>
          <a:p>
            <a:pPr marL="0" indent="0"/>
            <a:r>
              <a:rPr lang="en-US" altLang="zh-CN" b="1" i="0" kern="1200">
                <a:latin typeface="+mj-lt"/>
                <a:ea typeface="+mj-ea"/>
                <a:cs typeface="+mj-cs"/>
              </a:rPr>
              <a:t>Part I:</a:t>
            </a:r>
            <a:br>
              <a:rPr lang="en-US" altLang="zh-CN" b="1" i="0" kern="1200">
                <a:latin typeface="+mj-lt"/>
                <a:ea typeface="+mj-ea"/>
                <a:cs typeface="+mj-cs"/>
              </a:rPr>
            </a:br>
            <a:r>
              <a:rPr lang="en-US" altLang="zh-CN" b="1" i="0" kern="1200">
                <a:latin typeface="+mj-lt"/>
                <a:ea typeface="+mj-ea"/>
                <a:cs typeface="+mj-cs"/>
              </a:rPr>
              <a:t>Follow-up Actions from the Previous PEC</a:t>
            </a:r>
          </a:p>
        </p:txBody>
      </p:sp>
      <p:sp>
        <p:nvSpPr>
          <p:cNvPr id="7" name="TextBox 6">
            <a:extLst>
              <a:ext uri="{FF2B5EF4-FFF2-40B4-BE49-F238E27FC236}">
                <a16:creationId xmlns:a16="http://schemas.microsoft.com/office/drawing/2014/main" id="{7469B780-1BBC-792F-A6E5-B8CFDAFBCB97}"/>
              </a:ext>
            </a:extLst>
          </p:cNvPr>
          <p:cNvSpPr txBox="1"/>
          <p:nvPr/>
        </p:nvSpPr>
        <p:spPr bwMode="gray">
          <a:xfrm>
            <a:off x="479426" y="4437120"/>
            <a:ext cx="8281375" cy="936000"/>
          </a:xfrm>
          <a:prstGeom prst="rect">
            <a:avLst/>
          </a:prstGeom>
        </p:spPr>
        <p:txBody>
          <a:bodyPr vert="horz" lIns="0" tIns="0" rIns="0" bIns="0" rtlCol="0">
            <a:normAutofit/>
          </a:bodyPr>
          <a:lstStyle/>
          <a:p>
            <a:pPr defTabSz="914377">
              <a:spcAft>
                <a:spcPts val="2400"/>
              </a:spcAft>
            </a:pPr>
            <a:r>
              <a:rPr lang="en-US" altLang="zh-CN" sz="2400" u="sng">
                <a:solidFill>
                  <a:schemeClr val="bg2"/>
                </a:solidFill>
                <a:hlinkClick r:id="rId2"/>
              </a:rPr>
              <a:t>PEC action log</a:t>
            </a:r>
            <a:endParaRPr lang="en-US" altLang="zh-CN" sz="2400" u="sng">
              <a:solidFill>
                <a:schemeClr val="bg2"/>
              </a:solidFill>
            </a:endParaRPr>
          </a:p>
        </p:txBody>
      </p:sp>
      <p:sp>
        <p:nvSpPr>
          <p:cNvPr id="6" name="Slide Number Placeholder 5" hidden="1">
            <a:extLst>
              <a:ext uri="{FF2B5EF4-FFF2-40B4-BE49-F238E27FC236}">
                <a16:creationId xmlns:a16="http://schemas.microsoft.com/office/drawing/2014/main" id="{61BD01A9-C7E0-274E-262B-49239315BBD3}"/>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2</a:t>
            </a:fld>
            <a:endParaRPr lang="en-US"/>
          </a:p>
        </p:txBody>
      </p:sp>
    </p:spTree>
    <p:extLst>
      <p:ext uri="{BB962C8B-B14F-4D97-AF65-F5344CB8AC3E}">
        <p14:creationId xmlns:p14="http://schemas.microsoft.com/office/powerpoint/2010/main" val="251418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内容占位符 11">
            <a:extLst>
              <a:ext uri="{FF2B5EF4-FFF2-40B4-BE49-F238E27FC236}">
                <a16:creationId xmlns:a16="http://schemas.microsoft.com/office/drawing/2014/main" id="{DE876358-9BBE-AB5F-88AF-4D0C7455AAA5}"/>
              </a:ext>
            </a:extLst>
          </p:cNvPr>
          <p:cNvPicPr>
            <a:picLocks noGrp="1" noChangeAspect="1"/>
          </p:cNvPicPr>
          <p:nvPr>
            <p:ph idx="1"/>
          </p:nvPr>
        </p:nvPicPr>
        <p:blipFill>
          <a:blip r:embed="rId2"/>
          <a:stretch>
            <a:fillRect/>
          </a:stretch>
        </p:blipFill>
        <p:spPr>
          <a:xfrm>
            <a:off x="0" y="509814"/>
            <a:ext cx="12192000" cy="6234374"/>
          </a:xfrm>
          <a:prstGeom prst="rect">
            <a:avLst/>
          </a:prstGeom>
        </p:spPr>
      </p:pic>
    </p:spTree>
    <p:extLst>
      <p:ext uri="{BB962C8B-B14F-4D97-AF65-F5344CB8AC3E}">
        <p14:creationId xmlns:p14="http://schemas.microsoft.com/office/powerpoint/2010/main" val="500335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II: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4</a:t>
            </a:fld>
            <a:endParaRPr lang="en-US"/>
          </a:p>
        </p:txBody>
      </p:sp>
    </p:spTree>
    <p:extLst>
      <p:ext uri="{BB962C8B-B14F-4D97-AF65-F5344CB8AC3E}">
        <p14:creationId xmlns:p14="http://schemas.microsoft.com/office/powerpoint/2010/main" val="223087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63079CFE-F315-D119-A8C5-7A927EA9C20C}"/>
              </a:ext>
            </a:extLst>
          </p:cNvPr>
          <p:cNvPicPr>
            <a:picLocks noChangeAspect="1"/>
          </p:cNvPicPr>
          <p:nvPr/>
        </p:nvPicPr>
        <p:blipFill rotWithShape="1">
          <a:blip r:embed="rId3"/>
          <a:srcRect l="500" b="28342"/>
          <a:stretch>
            <a:fillRect/>
          </a:stretch>
        </p:blipFill>
        <p:spPr>
          <a:xfrm>
            <a:off x="0" y="0"/>
            <a:ext cx="12192000" cy="3790306"/>
          </a:xfrm>
          <a:prstGeom prst="rect">
            <a:avLst/>
          </a:prstGeom>
        </p:spPr>
      </p:pic>
      <p:sp>
        <p:nvSpPr>
          <p:cNvPr id="5" name="灯片编号占位符 4">
            <a:extLst>
              <a:ext uri="{FF2B5EF4-FFF2-40B4-BE49-F238E27FC236}">
                <a16:creationId xmlns:a16="http://schemas.microsoft.com/office/drawing/2014/main" id="{E86A9789-46AB-2876-46B7-AD90C3D65DD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Forward Text"/>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8312A"/>
              </a:solidFill>
              <a:effectLst/>
              <a:uLnTx/>
              <a:uFillTx/>
              <a:latin typeface="BoehringerForward Text"/>
              <a:ea typeface="黑体"/>
              <a:cs typeface="+mn-cs"/>
            </a:endParaRPr>
          </a:p>
        </p:txBody>
      </p:sp>
      <p:pic>
        <p:nvPicPr>
          <p:cNvPr id="3" name="图片 2">
            <a:extLst>
              <a:ext uri="{FF2B5EF4-FFF2-40B4-BE49-F238E27FC236}">
                <a16:creationId xmlns:a16="http://schemas.microsoft.com/office/drawing/2014/main" id="{CDFFF9C4-F30E-7768-E47A-4E8746B15B1A}"/>
              </a:ext>
            </a:extLst>
          </p:cNvPr>
          <p:cNvPicPr>
            <a:picLocks noChangeAspect="1"/>
          </p:cNvPicPr>
          <p:nvPr/>
        </p:nvPicPr>
        <p:blipFill>
          <a:blip r:embed="rId4"/>
          <a:srcRect t="10237"/>
          <a:stretch>
            <a:fillRect/>
          </a:stretch>
        </p:blipFill>
        <p:spPr>
          <a:xfrm>
            <a:off x="0" y="3893906"/>
            <a:ext cx="12192000" cy="2964094"/>
          </a:xfrm>
          <a:prstGeom prst="rect">
            <a:avLst/>
          </a:prstGeom>
        </p:spPr>
      </p:pic>
      <p:sp>
        <p:nvSpPr>
          <p:cNvPr id="4" name="文本框 3">
            <a:extLst>
              <a:ext uri="{FF2B5EF4-FFF2-40B4-BE49-F238E27FC236}">
                <a16:creationId xmlns:a16="http://schemas.microsoft.com/office/drawing/2014/main" id="{A35995E0-0F90-847D-F3F4-1F40D84316DC}"/>
              </a:ext>
            </a:extLst>
          </p:cNvPr>
          <p:cNvSpPr txBox="1"/>
          <p:nvPr/>
        </p:nvSpPr>
        <p:spPr bwMode="gray">
          <a:xfrm>
            <a:off x="10346076" y="2352782"/>
            <a:ext cx="1623317" cy="312650"/>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highlight>
                  <a:srgbClr val="FFFF00"/>
                </a:highlight>
                <a:uLnTx/>
                <a:uFillTx/>
                <a:latin typeface="BoehringerForward Text"/>
                <a:ea typeface="黑体"/>
                <a:cs typeface="+mn-cs"/>
              </a:rPr>
              <a:t>Dec 2024</a:t>
            </a:r>
            <a:endParaRPr kumimoji="0" lang="zh-CN" altLang="en-US" sz="1600" b="0" i="0" u="none" strike="noStrike" kern="1200" cap="none" spc="0" normalizeH="0" baseline="0" noProof="0">
              <a:ln>
                <a:noFill/>
              </a:ln>
              <a:solidFill>
                <a:prstClr val="black"/>
              </a:solidFill>
              <a:effectLst/>
              <a:highlight>
                <a:srgbClr val="FFFF00"/>
              </a:highlight>
              <a:uLnTx/>
              <a:uFillTx/>
              <a:latin typeface="BoehringerForward Text"/>
              <a:ea typeface="黑体"/>
              <a:cs typeface="+mn-cs"/>
            </a:endParaRPr>
          </a:p>
        </p:txBody>
      </p:sp>
      <p:sp>
        <p:nvSpPr>
          <p:cNvPr id="15" name="文本框 14">
            <a:extLst>
              <a:ext uri="{FF2B5EF4-FFF2-40B4-BE49-F238E27FC236}">
                <a16:creationId xmlns:a16="http://schemas.microsoft.com/office/drawing/2014/main" id="{D65FA41C-0DE5-7667-8CEF-B588CBEA23D0}"/>
              </a:ext>
            </a:extLst>
          </p:cNvPr>
          <p:cNvSpPr txBox="1"/>
          <p:nvPr/>
        </p:nvSpPr>
        <p:spPr bwMode="gray">
          <a:xfrm>
            <a:off x="10346075" y="5536059"/>
            <a:ext cx="1623317" cy="312650"/>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highlight>
                  <a:srgbClr val="00FF00"/>
                </a:highlight>
                <a:uLnTx/>
                <a:uFillTx/>
                <a:latin typeface="BoehringerForward Text"/>
                <a:ea typeface="黑体"/>
                <a:cs typeface="+mn-cs"/>
              </a:rPr>
              <a:t>Dec 2025</a:t>
            </a:r>
            <a:endParaRPr kumimoji="0" lang="zh-CN" altLang="en-US" sz="1600" b="0" i="0" u="none" strike="noStrike" kern="1200" cap="none" spc="0" normalizeH="0" baseline="0" noProof="0">
              <a:ln>
                <a:noFill/>
              </a:ln>
              <a:solidFill>
                <a:prstClr val="black"/>
              </a:solidFill>
              <a:effectLst/>
              <a:highlight>
                <a:srgbClr val="00FF00"/>
              </a:highlight>
              <a:uLnTx/>
              <a:uFillTx/>
              <a:latin typeface="BoehringerForward Text"/>
              <a:ea typeface="黑体"/>
              <a:cs typeface="+mn-cs"/>
            </a:endParaRPr>
          </a:p>
        </p:txBody>
      </p:sp>
      <p:sp>
        <p:nvSpPr>
          <p:cNvPr id="16" name="矩形: 圆角 15">
            <a:extLst>
              <a:ext uri="{FF2B5EF4-FFF2-40B4-BE49-F238E27FC236}">
                <a16:creationId xmlns:a16="http://schemas.microsoft.com/office/drawing/2014/main" id="{1F986F25-5251-4060-C497-5641D02AA70C}"/>
              </a:ext>
            </a:extLst>
          </p:cNvPr>
          <p:cNvSpPr/>
          <p:nvPr/>
        </p:nvSpPr>
        <p:spPr bwMode="gray">
          <a:xfrm>
            <a:off x="369869" y="5688748"/>
            <a:ext cx="1695236" cy="14968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Forward Text"/>
              <a:ea typeface="黑体"/>
              <a:cs typeface="+mn-cs"/>
            </a:endParaRPr>
          </a:p>
        </p:txBody>
      </p:sp>
      <p:sp>
        <p:nvSpPr>
          <p:cNvPr id="17" name="矩形: 圆角 16">
            <a:extLst>
              <a:ext uri="{FF2B5EF4-FFF2-40B4-BE49-F238E27FC236}">
                <a16:creationId xmlns:a16="http://schemas.microsoft.com/office/drawing/2014/main" id="{03608E7A-5DD9-83EA-4C45-41E2F044B0DE}"/>
              </a:ext>
            </a:extLst>
          </p:cNvPr>
          <p:cNvSpPr/>
          <p:nvPr/>
        </p:nvSpPr>
        <p:spPr bwMode="gray">
          <a:xfrm>
            <a:off x="369869" y="6385149"/>
            <a:ext cx="1695236" cy="14968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Forward Text"/>
              <a:ea typeface="黑体"/>
              <a:cs typeface="+mn-cs"/>
            </a:endParaRPr>
          </a:p>
        </p:txBody>
      </p:sp>
      <p:sp>
        <p:nvSpPr>
          <p:cNvPr id="20" name="矩形: 圆角 19">
            <a:extLst>
              <a:ext uri="{FF2B5EF4-FFF2-40B4-BE49-F238E27FC236}">
                <a16:creationId xmlns:a16="http://schemas.microsoft.com/office/drawing/2014/main" id="{7D3572A6-100E-47C3-103D-3C00D07B54F3}"/>
              </a:ext>
            </a:extLst>
          </p:cNvPr>
          <p:cNvSpPr/>
          <p:nvPr/>
        </p:nvSpPr>
        <p:spPr bwMode="gray">
          <a:xfrm>
            <a:off x="2813406" y="5195444"/>
            <a:ext cx="1695236" cy="14968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Forward Text"/>
              <a:ea typeface="黑体"/>
              <a:cs typeface="+mn-cs"/>
            </a:endParaRPr>
          </a:p>
        </p:txBody>
      </p:sp>
      <p:sp>
        <p:nvSpPr>
          <p:cNvPr id="23" name="矩形: 圆角 22">
            <a:extLst>
              <a:ext uri="{FF2B5EF4-FFF2-40B4-BE49-F238E27FC236}">
                <a16:creationId xmlns:a16="http://schemas.microsoft.com/office/drawing/2014/main" id="{26857044-247F-45EF-F54A-C3BEF31E4D69}"/>
              </a:ext>
            </a:extLst>
          </p:cNvPr>
          <p:cNvSpPr/>
          <p:nvPr/>
        </p:nvSpPr>
        <p:spPr bwMode="gray">
          <a:xfrm>
            <a:off x="2813406" y="6584495"/>
            <a:ext cx="1695236" cy="14968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Forward Text"/>
              <a:ea typeface="黑体"/>
              <a:cs typeface="+mn-cs"/>
            </a:endParaRPr>
          </a:p>
        </p:txBody>
      </p:sp>
      <p:sp>
        <p:nvSpPr>
          <p:cNvPr id="24" name="矩形: 圆角 23">
            <a:extLst>
              <a:ext uri="{FF2B5EF4-FFF2-40B4-BE49-F238E27FC236}">
                <a16:creationId xmlns:a16="http://schemas.microsoft.com/office/drawing/2014/main" id="{6DA1292D-29BD-74A3-AEA1-3ACF868CAF39}"/>
              </a:ext>
            </a:extLst>
          </p:cNvPr>
          <p:cNvSpPr/>
          <p:nvPr/>
        </p:nvSpPr>
        <p:spPr bwMode="gray">
          <a:xfrm>
            <a:off x="5248381" y="4814591"/>
            <a:ext cx="1861335" cy="14968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Forward Text"/>
              <a:ea typeface="黑体"/>
              <a:cs typeface="+mn-cs"/>
            </a:endParaRPr>
          </a:p>
        </p:txBody>
      </p:sp>
      <p:sp>
        <p:nvSpPr>
          <p:cNvPr id="25" name="矩形: 圆角 24">
            <a:extLst>
              <a:ext uri="{FF2B5EF4-FFF2-40B4-BE49-F238E27FC236}">
                <a16:creationId xmlns:a16="http://schemas.microsoft.com/office/drawing/2014/main" id="{7C399986-715C-266A-5E9F-C33E6B694E92}"/>
              </a:ext>
            </a:extLst>
          </p:cNvPr>
          <p:cNvSpPr/>
          <p:nvPr/>
        </p:nvSpPr>
        <p:spPr bwMode="gray">
          <a:xfrm>
            <a:off x="7691918" y="5014935"/>
            <a:ext cx="1861335" cy="14968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Forward Text"/>
              <a:ea typeface="黑体"/>
              <a:cs typeface="+mn-cs"/>
            </a:endParaRPr>
          </a:p>
        </p:txBody>
      </p:sp>
      <p:cxnSp>
        <p:nvCxnSpPr>
          <p:cNvPr id="30" name="直接连接符 29">
            <a:extLst>
              <a:ext uri="{FF2B5EF4-FFF2-40B4-BE49-F238E27FC236}">
                <a16:creationId xmlns:a16="http://schemas.microsoft.com/office/drawing/2014/main" id="{507B08CB-4A57-5334-ADF0-306CFE2B9347}"/>
              </a:ext>
            </a:extLst>
          </p:cNvPr>
          <p:cNvCxnSpPr/>
          <p:nvPr/>
        </p:nvCxnSpPr>
        <p:spPr bwMode="gray">
          <a:xfrm>
            <a:off x="0" y="3810854"/>
            <a:ext cx="121920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Rectangle 11">
            <a:extLst>
              <a:ext uri="{FF2B5EF4-FFF2-40B4-BE49-F238E27FC236}">
                <a16:creationId xmlns:a16="http://schemas.microsoft.com/office/drawing/2014/main" id="{D8F51EC5-4DCC-EBEF-79CC-2273BE1D041E}"/>
              </a:ext>
            </a:extLst>
          </p:cNvPr>
          <p:cNvSpPr/>
          <p:nvPr/>
        </p:nvSpPr>
        <p:spPr bwMode="gray">
          <a:xfrm>
            <a:off x="8802211" y="6357825"/>
            <a:ext cx="2910381" cy="338593"/>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lnSpc>
                <a:spcPct val="110000"/>
              </a:lnSpc>
            </a:pPr>
            <a:r>
              <a:rPr lang="en-US" altLang="zh-CN" sz="1600" b="1">
                <a:solidFill>
                  <a:srgbClr val="5D4495"/>
                </a:solidFill>
              </a:rPr>
              <a:t>No change since last meeting</a:t>
            </a:r>
            <a:endParaRPr lang="en-US" altLang="zh-CN" sz="1600" i="1">
              <a:solidFill>
                <a:schemeClr val="bg1">
                  <a:lumMod val="50000"/>
                </a:schemeClr>
              </a:solidFill>
            </a:endParaRPr>
          </a:p>
        </p:txBody>
      </p:sp>
      <p:sp>
        <p:nvSpPr>
          <p:cNvPr id="6" name="乘号 5">
            <a:extLst>
              <a:ext uri="{FF2B5EF4-FFF2-40B4-BE49-F238E27FC236}">
                <a16:creationId xmlns:a16="http://schemas.microsoft.com/office/drawing/2014/main" id="{D0948070-C925-34D6-8849-9FA0B7504EA8}"/>
              </a:ext>
            </a:extLst>
          </p:cNvPr>
          <p:cNvSpPr/>
          <p:nvPr/>
        </p:nvSpPr>
        <p:spPr bwMode="gray">
          <a:xfrm>
            <a:off x="2670424" y="2106202"/>
            <a:ext cx="285963" cy="246580"/>
          </a:xfrm>
          <a:prstGeom prst="mathMultiply">
            <a:avLst/>
          </a:prstGeom>
          <a:solidFill>
            <a:srgbClr val="C0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7" name="乘号 6">
            <a:extLst>
              <a:ext uri="{FF2B5EF4-FFF2-40B4-BE49-F238E27FC236}">
                <a16:creationId xmlns:a16="http://schemas.microsoft.com/office/drawing/2014/main" id="{85FAA443-96CA-98A4-5444-4B944AC39F67}"/>
              </a:ext>
            </a:extLst>
          </p:cNvPr>
          <p:cNvSpPr/>
          <p:nvPr/>
        </p:nvSpPr>
        <p:spPr bwMode="gray">
          <a:xfrm>
            <a:off x="7774967" y="1570088"/>
            <a:ext cx="285963" cy="246580"/>
          </a:xfrm>
          <a:prstGeom prst="mathMultiply">
            <a:avLst/>
          </a:prstGeom>
          <a:solidFill>
            <a:srgbClr val="C0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4272302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B40B4-308A-81EA-1B82-1DC886803D20}"/>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D2BD008C-C381-7A9C-EB41-0FC861C5D347}"/>
              </a:ext>
            </a:extLst>
          </p:cNvPr>
          <p:cNvSpPr>
            <a:spLocks noGrp="1"/>
          </p:cNvSpPr>
          <p:nvPr/>
        </p:nvSpPr>
        <p:spPr bwMode="gray">
          <a:xfrm>
            <a:off x="479424" y="477000"/>
            <a:ext cx="11233151" cy="720000"/>
          </a:xfrm>
          <a:prstGeom prst="rect">
            <a:avLst/>
          </a:prstGeom>
        </p:spPr>
        <p:txBody>
          <a:bodyPr vert="horz" lIns="0" tIns="0" rIns="0" bIns="0" rtlCol="0" anchor="ctr">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altLang="zh-CN" sz="2500" b="1" i="0" u="none" strike="noStrike" kern="1200" cap="none" spc="0" normalizeH="0" baseline="0" noProof="0">
                <a:ln>
                  <a:noFill/>
                </a:ln>
                <a:solidFill>
                  <a:srgbClr val="00E47C"/>
                </a:solidFill>
                <a:effectLst/>
                <a:uLnTx/>
                <a:uFillTx/>
                <a:latin typeface="Boehringer Forward Head"/>
                <a:ea typeface="+mj-ea"/>
                <a:cs typeface="+mj-cs"/>
              </a:rPr>
              <a:t>CRM TA Achievements in 2025</a:t>
            </a:r>
          </a:p>
        </p:txBody>
      </p:sp>
      <p:sp>
        <p:nvSpPr>
          <p:cNvPr id="18" name="文本框 17">
            <a:extLst>
              <a:ext uri="{FF2B5EF4-FFF2-40B4-BE49-F238E27FC236}">
                <a16:creationId xmlns:a16="http://schemas.microsoft.com/office/drawing/2014/main" id="{103E31C5-87CF-8B46-521C-762DCFED4ADD}"/>
              </a:ext>
            </a:extLst>
          </p:cNvPr>
          <p:cNvSpPr txBox="1"/>
          <p:nvPr/>
        </p:nvSpPr>
        <p:spPr bwMode="gray">
          <a:xfrm>
            <a:off x="479424" y="1412876"/>
            <a:ext cx="5521325" cy="4392000"/>
          </a:xfrm>
          <a:prstGeom prst="rect">
            <a:avLst/>
          </a:prstGeom>
        </p:spPr>
        <p:txBody>
          <a:bodyPr vert="horz" lIns="0" tIns="0" rIns="0" bIns="0" rtlCol="0">
            <a:normAutofit lnSpcReduction="10000"/>
          </a:bodyPr>
          <a:lstStyle/>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1</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BLA approval</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1</a:t>
            </a:r>
            <a:r>
              <a:rPr kumimoji="0" lang="en-US" altLang="zh-CN" sz="2000" b="1" i="0" u="none" strike="noStrike" kern="1200" cap="none" spc="0" normalizeH="0" baseline="0" noProof="0">
                <a:ln>
                  <a:noFill/>
                </a:ln>
                <a:solidFill>
                  <a:srgbClr val="FFE667"/>
                </a:solidFill>
                <a:effectLst/>
                <a:uLnTx/>
                <a:uFillTx/>
                <a:latin typeface="Boehringer Forward Text"/>
                <a:ea typeface="+mn-ea"/>
                <a:cs typeface="+mn-cs"/>
              </a:rPr>
              <a:t> </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BTD submission and approval (Global First!)</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5</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Pre-IND/</a:t>
            </a:r>
            <a:r>
              <a:rPr kumimoji="0" lang="en-US" altLang="zh-CN" sz="1600" b="0" i="0" u="none" strike="noStrike" kern="1200" cap="none" spc="0" normalizeH="0" baseline="0" noProof="0" err="1">
                <a:ln>
                  <a:noFill/>
                </a:ln>
                <a:solidFill>
                  <a:prstClr val="white"/>
                </a:solidFill>
                <a:effectLst/>
                <a:uLnTx/>
                <a:uFillTx/>
                <a:latin typeface="Boehringer Forward Text"/>
                <a:ea typeface="+mn-ea"/>
                <a:cs typeface="+mn-cs"/>
              </a:rPr>
              <a:t>EoPh</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II submission</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6</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CTA submission (1 global first CTA submission, </a:t>
            </a:r>
            <a:b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b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1 global first EC approval)</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More HA interactions for strategy consultation and protocol amendment etc.  </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endPar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endParaRP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4</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first site initiation </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6</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first subject screening</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1</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last subject completion</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r>
              <a:rPr kumimoji="0" lang="en-US" altLang="zh-CN" sz="2400" b="1" i="0" u="none" strike="noStrike" kern="1200" cap="none" spc="0" normalizeH="0" baseline="0" noProof="0">
                <a:ln>
                  <a:noFill/>
                </a:ln>
                <a:solidFill>
                  <a:srgbClr val="FFE667"/>
                </a:solidFill>
                <a:effectLst/>
                <a:uLnTx/>
                <a:uFillTx/>
                <a:latin typeface="Boehringer Forward Text"/>
                <a:ea typeface="+mn-ea"/>
                <a:cs typeface="+mn-cs"/>
              </a:rPr>
              <a:t>9</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Investigator Meetings (face-to-face and online) </a:t>
            </a:r>
          </a:p>
          <a:p>
            <a:pPr marL="215900" marR="0" lvl="0" indent="-215900" algn="l" defTabSz="914400" rtl="0" eaLnBrk="1" fontAlgn="auto" latinLnBrk="0" hangingPunct="1">
              <a:lnSpc>
                <a:spcPct val="100000"/>
              </a:lnSpc>
              <a:spcBef>
                <a:spcPts val="0"/>
              </a:spcBef>
              <a:spcAft>
                <a:spcPts val="600"/>
              </a:spcAft>
              <a:buClr>
                <a:srgbClr val="00E47C"/>
              </a:buClr>
              <a:buSzTx/>
              <a:buFont typeface="Arial" panose="020B0604020202090204" pitchFamily="34" charset="0"/>
              <a:buChar char="•"/>
              <a:tabLst/>
              <a:defRPr/>
            </a:pPr>
            <a:endPar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30" name="Footer Placeholder 4">
            <a:extLst>
              <a:ext uri="{FF2B5EF4-FFF2-40B4-BE49-F238E27FC236}">
                <a16:creationId xmlns:a16="http://schemas.microsoft.com/office/drawing/2014/main" id="{44C3B25E-0A74-138F-8C00-0A10FD1B3C3D}"/>
              </a:ext>
            </a:extLst>
          </p:cNvPr>
          <p:cNvSpPr>
            <a:spLocks noGrp="1"/>
          </p:cNvSpPr>
          <p:nvPr>
            <p:ph type="ftr" sz="quarter" idx="14"/>
          </p:nvPr>
        </p:nvSpPr>
        <p:spPr>
          <a:xfrm>
            <a:off x="6312024"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Presentation title    |    ONLY FOR INTERNAL USE</a:t>
            </a:r>
          </a:p>
        </p:txBody>
      </p:sp>
      <p:sp>
        <p:nvSpPr>
          <p:cNvPr id="31" name="Slide Number Placeholder 5">
            <a:extLst>
              <a:ext uri="{FF2B5EF4-FFF2-40B4-BE49-F238E27FC236}">
                <a16:creationId xmlns:a16="http://schemas.microsoft.com/office/drawing/2014/main" id="{A047F1D3-6345-5C61-E440-22F3B55547EF}"/>
              </a:ext>
            </a:extLst>
          </p:cNvPr>
          <p:cNvSpPr>
            <a:spLocks noGrp="1"/>
          </p:cNvSpPr>
          <p:nvPr>
            <p:ph type="sldNum" sz="quarter" idx="15"/>
          </p:nvPr>
        </p:nvSpPr>
        <p:spPr>
          <a:xfrm>
            <a:off x="11424592" y="6246836"/>
            <a:ext cx="288000" cy="2880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5" name="Footer Placeholder 4">
            <a:extLst>
              <a:ext uri="{FF2B5EF4-FFF2-40B4-BE49-F238E27FC236}">
                <a16:creationId xmlns:a16="http://schemas.microsoft.com/office/drawing/2014/main" id="{E24FA552-E09E-9804-89F1-BDF76D3839B6}"/>
              </a:ext>
            </a:extLst>
          </p:cNvPr>
          <p:cNvSpPr>
            <a:spLocks noGrp="1"/>
          </p:cNvSpPr>
          <p:nvPr>
            <p:ph type="ftr" sz="quarter" idx="14"/>
          </p:nvPr>
        </p:nvSpPr>
        <p:spPr>
          <a:xfrm>
            <a:off x="6312024"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Presentation title    |    ONLY FOR INTERNAL USE</a:t>
            </a:r>
          </a:p>
        </p:txBody>
      </p:sp>
      <p:sp>
        <p:nvSpPr>
          <p:cNvPr id="27" name="Slide Number Placeholder 5">
            <a:extLst>
              <a:ext uri="{FF2B5EF4-FFF2-40B4-BE49-F238E27FC236}">
                <a16:creationId xmlns:a16="http://schemas.microsoft.com/office/drawing/2014/main" id="{FB2DA3CB-A61A-AB8F-BE03-B67B14BFEEDB}"/>
              </a:ext>
            </a:extLst>
          </p:cNvPr>
          <p:cNvSpPr>
            <a:spLocks noGrp="1"/>
          </p:cNvSpPr>
          <p:nvPr>
            <p:ph type="sldNum" sz="quarter" idx="15"/>
          </p:nvPr>
        </p:nvSpPr>
        <p:spPr>
          <a:xfrm>
            <a:off x="11424592" y="6246836"/>
            <a:ext cx="288000" cy="2880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800" b="0" i="0" u="none" strike="noStrike" kern="1200" cap="none" spc="0" normalizeH="0" baseline="0" noProof="0">
              <a:ln>
                <a:noFill/>
              </a:ln>
              <a:solidFill>
                <a:prstClr val="white"/>
              </a:solidFill>
              <a:effectLst/>
              <a:uLnTx/>
              <a:uFillTx/>
              <a:latin typeface="Boehringer Forward Text"/>
              <a:ea typeface="+mn-ea"/>
              <a:cs typeface="+mn-cs"/>
            </a:endParaRPr>
          </a:p>
        </p:txBody>
      </p:sp>
      <p:pic>
        <p:nvPicPr>
          <p:cNvPr id="4" name="图片 3" descr="鼓掌的手的特写">
            <a:extLst>
              <a:ext uri="{FF2B5EF4-FFF2-40B4-BE49-F238E27FC236}">
                <a16:creationId xmlns:a16="http://schemas.microsoft.com/office/drawing/2014/main" id="{83ECB8CF-28CD-B095-23E4-170EDB253D0A}"/>
              </a:ext>
            </a:extLst>
          </p:cNvPr>
          <p:cNvPicPr>
            <a:picLocks noChangeAspect="1"/>
          </p:cNvPicPr>
          <p:nvPr/>
        </p:nvPicPr>
        <p:blipFill>
          <a:blip r:embed="rId3">
            <a:extLst>
              <a:ext uri="{28A0092B-C50C-407E-A947-70E740481C1C}">
                <a14:useLocalDpi xmlns:a14="http://schemas.microsoft.com/office/drawing/2010/main" val="0"/>
              </a:ext>
            </a:extLst>
          </a:blip>
          <a:srcRect l="15357" r="727" b="-3"/>
          <a:stretch>
            <a:fillRect/>
          </a:stretch>
        </p:blipFill>
        <p:spPr>
          <a:xfrm>
            <a:off x="6191249" y="1412876"/>
            <a:ext cx="5521325" cy="4392000"/>
          </a:xfrm>
          <a:prstGeom prst="rect">
            <a:avLst/>
          </a:prstGeom>
          <a:noFill/>
        </p:spPr>
      </p:pic>
    </p:spTree>
    <p:extLst>
      <p:ext uri="{BB962C8B-B14F-4D97-AF65-F5344CB8AC3E}">
        <p14:creationId xmlns:p14="http://schemas.microsoft.com/office/powerpoint/2010/main" val="3427102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E6E8-0897-809E-BA2F-28B8DD42F4EB}"/>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B8B0320F-12CC-68B5-D27A-9F8E991F1A1C}"/>
              </a:ext>
            </a:extLst>
          </p:cNvPr>
          <p:cNvSpPr>
            <a:spLocks noGrp="1"/>
          </p:cNvSpPr>
          <p:nvPr/>
        </p:nvSpPr>
        <p:spPr bwMode="gray">
          <a:xfrm>
            <a:off x="479424" y="477000"/>
            <a:ext cx="7380289" cy="72000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altLang="zh-CN" sz="2500" b="1" i="0" u="none" strike="noStrike" kern="1200" cap="none" spc="0" normalizeH="0" baseline="0" noProof="0">
                <a:ln>
                  <a:noFill/>
                </a:ln>
                <a:solidFill>
                  <a:srgbClr val="00E47C"/>
                </a:solidFill>
                <a:effectLst/>
                <a:uLnTx/>
                <a:uFillTx/>
                <a:latin typeface="Boehringer Forward Head"/>
                <a:ea typeface="+mj-ea"/>
                <a:cs typeface="+mj-cs"/>
              </a:rPr>
              <a:t>CRM TA Milestones in 2026</a:t>
            </a:r>
          </a:p>
        </p:txBody>
      </p:sp>
      <p:sp>
        <p:nvSpPr>
          <p:cNvPr id="18" name="文本框 17">
            <a:extLst>
              <a:ext uri="{FF2B5EF4-FFF2-40B4-BE49-F238E27FC236}">
                <a16:creationId xmlns:a16="http://schemas.microsoft.com/office/drawing/2014/main" id="{76D52598-1359-FDFA-2EA9-55B24C52B751}"/>
              </a:ext>
            </a:extLst>
          </p:cNvPr>
          <p:cNvSpPr txBox="1"/>
          <p:nvPr/>
        </p:nvSpPr>
        <p:spPr bwMode="gray">
          <a:xfrm>
            <a:off x="479424" y="940735"/>
            <a:ext cx="7380289" cy="5594101"/>
          </a:xfrm>
          <a:prstGeom prst="rect">
            <a:avLst/>
          </a:prstGeom>
          <a:solidFill>
            <a:srgbClr val="08312A"/>
          </a:solidFill>
        </p:spPr>
        <p:txBody>
          <a:bodyPr vert="horz" lIns="0" tIns="0" rIns="0" bIns="0" rtlCol="0">
            <a:noAutofit/>
          </a:bodyPr>
          <a:lstStyle/>
          <a:p>
            <a:pPr marL="215900" marR="0" lvl="0" indent="-215900" algn="l" defTabSz="914400" rtl="0" eaLnBrk="1" fontAlgn="auto" latinLnBrk="0" hangingPunct="1">
              <a:lnSpc>
                <a:spcPct val="100000"/>
              </a:lnSpc>
              <a:spcBef>
                <a:spcPts val="0"/>
              </a:spcBef>
              <a:spcAft>
                <a:spcPts val="500"/>
              </a:spcAft>
              <a:buClr>
                <a:srgbClr val="00E47C"/>
              </a:buClr>
              <a:buSzTx/>
              <a:buFont typeface="Arial" panose="020B0604020202090204" pitchFamily="34" charset="0"/>
              <a:buChar char="•"/>
              <a:tabLst/>
              <a:defRPr/>
            </a:pPr>
            <a:r>
              <a:rPr kumimoji="0" lang="en-US" altLang="zh-CN" sz="1400" b="1" i="0" u="none" strike="noStrike" kern="1200" cap="none" spc="0" normalizeH="0" baseline="0" noProof="0">
                <a:ln>
                  <a:noFill/>
                </a:ln>
                <a:solidFill>
                  <a:srgbClr val="FFE667"/>
                </a:solidFill>
                <a:effectLst/>
                <a:uLnTx/>
                <a:uFillTx/>
                <a:latin typeface="Boehringer Forward Text"/>
                <a:ea typeface="+mn-ea"/>
                <a:cs typeface="+mn-cs"/>
              </a:rPr>
              <a:t>CTA submission</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Avenciguat Ph III in GN (1366-0015) </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BI 3034701 (GGY2Ra.) Ph II in obesity (1507-0002)</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TRPC6i Ph II in DMD (1434-0019)</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BI 7703711 (SIRPa ant.) Ph IIb in MASH</a:t>
            </a:r>
          </a:p>
          <a:p>
            <a:pPr marL="215900" marR="0" lvl="0" indent="-215900" algn="l" defTabSz="914400" rtl="0" eaLnBrk="1" fontAlgn="auto" latinLnBrk="0" hangingPunct="1">
              <a:lnSpc>
                <a:spcPct val="100000"/>
              </a:lnSpc>
              <a:spcBef>
                <a:spcPts val="0"/>
              </a:spcBef>
              <a:spcAft>
                <a:spcPts val="500"/>
              </a:spcAft>
              <a:buClr>
                <a:srgbClr val="00E47C"/>
              </a:buClr>
              <a:buSzTx/>
              <a:buFont typeface="Arial" panose="020B0604020202090204" pitchFamily="34" charset="0"/>
              <a:buChar char="•"/>
              <a:tabLst/>
              <a:defRPr/>
            </a:pPr>
            <a:r>
              <a:rPr kumimoji="0" lang="en-US" altLang="zh-CN" sz="1400" b="1" i="0" u="none" strike="noStrike" kern="1200" cap="none" spc="0" normalizeH="0" baseline="0" noProof="0">
                <a:ln>
                  <a:noFill/>
                </a:ln>
                <a:solidFill>
                  <a:srgbClr val="FFE667"/>
                </a:solidFill>
                <a:effectLst/>
                <a:uLnTx/>
                <a:uFillTx/>
                <a:latin typeface="Boehringer Forward Text"/>
                <a:ea typeface="+mn-ea"/>
                <a:cs typeface="+mn-cs"/>
              </a:rPr>
              <a:t>Other HA interaction submission</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Survodutide in obesity for pediatric obesity, CMC pre-NDA, drug-device combination attribution definition</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Survodutide in  MASH for NIT</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Survodutide in ALD</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BI 3802876 (FAP/TRAILR2) in MASH for PK backloading</a:t>
            </a:r>
          </a:p>
          <a:p>
            <a:pPr marL="215900" marR="0" lvl="0" indent="-215900" algn="l" defTabSz="914400" rtl="0" eaLnBrk="1" fontAlgn="auto" latinLnBrk="0" hangingPunct="1">
              <a:lnSpc>
                <a:spcPct val="100000"/>
              </a:lnSpc>
              <a:spcBef>
                <a:spcPts val="0"/>
              </a:spcBef>
              <a:spcAft>
                <a:spcPts val="500"/>
              </a:spcAft>
              <a:buClr>
                <a:srgbClr val="00E47C"/>
              </a:buClr>
              <a:buSzTx/>
              <a:buFont typeface="Arial" panose="020B0604020202090204" pitchFamily="34" charset="0"/>
              <a:buChar char="•"/>
              <a:tabLst/>
              <a:defRPr/>
            </a:pPr>
            <a:r>
              <a:rPr kumimoji="0" lang="en-US" altLang="zh-CN" sz="1400" b="1" i="0" u="none" strike="noStrike" kern="1200" cap="none" spc="0" normalizeH="0" baseline="0" noProof="0">
                <a:ln>
                  <a:noFill/>
                </a:ln>
                <a:solidFill>
                  <a:srgbClr val="FFE667"/>
                </a:solidFill>
                <a:effectLst/>
                <a:uLnTx/>
                <a:uFillTx/>
                <a:latin typeface="Boehringer Forward Text"/>
                <a:ea typeface="+mn-ea"/>
                <a:cs typeface="+mn-cs"/>
              </a:rPr>
              <a:t>First Site Initiation</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TENACITY (Metalyse in AIS &gt;4.5h, 1123-0060)</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TRPC6i Ph III in </a:t>
            </a:r>
            <a:r>
              <a:rPr kumimoji="0" lang="en-US" altLang="zh-CN" sz="1400" b="0" i="0" u="none" strike="noStrike" kern="1200" cap="none" spc="0" normalizeH="0" baseline="0" noProof="0" err="1">
                <a:ln>
                  <a:noFill/>
                </a:ln>
                <a:solidFill>
                  <a:prstClr val="white"/>
                </a:solidFill>
                <a:effectLst/>
                <a:uLnTx/>
                <a:uFillTx/>
                <a:latin typeface="Boehringer Forward Text"/>
                <a:ea typeface="+mn-ea"/>
                <a:cs typeface="+mn-cs"/>
              </a:rPr>
              <a:t>pFSGS</a:t>
            </a: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 (1434-0017)</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TRPC6i Ph II in podocytopathies (1434-0027)</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TRPC6i Ph II in DMD (1434-0019) </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Avenciguat Ph III in GN (1366-0015) </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BI 3034701 (GGY2Ra.) Ph II in obesity (1507-0002)</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BI 7703711 (SIRPa ant.) Ph IIb in MASH</a:t>
            </a:r>
          </a:p>
          <a:p>
            <a:pPr marL="215900" marR="0" lvl="0" indent="-215900" algn="l" defTabSz="914400" rtl="0" eaLnBrk="1" fontAlgn="auto" latinLnBrk="0" hangingPunct="1">
              <a:lnSpc>
                <a:spcPct val="100000"/>
              </a:lnSpc>
              <a:spcBef>
                <a:spcPts val="0"/>
              </a:spcBef>
              <a:spcAft>
                <a:spcPts val="500"/>
              </a:spcAft>
              <a:buClr>
                <a:srgbClr val="00E47C"/>
              </a:buClr>
              <a:buSzTx/>
              <a:buFont typeface="Arial" panose="020B0604020202090204" pitchFamily="34" charset="0"/>
              <a:buChar char="•"/>
              <a:tabLst/>
              <a:defRPr/>
            </a:pPr>
            <a:r>
              <a:rPr kumimoji="0" lang="en-US" altLang="zh-CN" sz="1400" b="1" i="0" u="none" strike="noStrike" kern="1200" cap="none" spc="0" normalizeH="0" baseline="0" noProof="0">
                <a:ln>
                  <a:noFill/>
                </a:ln>
                <a:solidFill>
                  <a:srgbClr val="FFE667"/>
                </a:solidFill>
                <a:effectLst/>
                <a:uLnTx/>
                <a:uFillTx/>
                <a:latin typeface="Boehringer Forward Text"/>
                <a:ea typeface="+mn-ea"/>
                <a:cs typeface="+mn-cs"/>
              </a:rPr>
              <a:t>Last Subject Completion and Key results </a:t>
            </a:r>
          </a:p>
          <a:p>
            <a:pPr marL="742950" marR="0" lvl="2" indent="-285750" algn="l" defTabSz="914400" rtl="0" eaLnBrk="1" fontAlgn="auto" latinLnBrk="0" hangingPunct="1">
              <a:lnSpc>
                <a:spcPct val="100000"/>
              </a:lnSpc>
              <a:spcBef>
                <a:spcPts val="0"/>
              </a:spcBef>
              <a:spcAft>
                <a:spcPts val="500"/>
              </a:spcAft>
              <a:buClr>
                <a:srgbClr val="00E47C"/>
              </a:buClr>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SYNCHRONIZE I, II, CVOT and CN</a:t>
            </a:r>
          </a:p>
        </p:txBody>
      </p:sp>
      <p:pic>
        <p:nvPicPr>
          <p:cNvPr id="3" name="图片 2" descr="路上的彩色灯光">
            <a:extLst>
              <a:ext uri="{FF2B5EF4-FFF2-40B4-BE49-F238E27FC236}">
                <a16:creationId xmlns:a16="http://schemas.microsoft.com/office/drawing/2014/main" id="{166DBBDC-C7D4-618C-54C7-E115DF7EA811}"/>
              </a:ext>
            </a:extLst>
          </p:cNvPr>
          <p:cNvPicPr>
            <a:picLocks noChangeAspect="1"/>
          </p:cNvPicPr>
          <p:nvPr/>
        </p:nvPicPr>
        <p:blipFill>
          <a:blip r:embed="rId3">
            <a:extLst>
              <a:ext uri="{28A0092B-C50C-407E-A947-70E740481C1C}">
                <a14:useLocalDpi xmlns:a14="http://schemas.microsoft.com/office/drawing/2010/main" val="0"/>
              </a:ext>
            </a:extLst>
          </a:blip>
          <a:srcRect l="32935" r="27710" b="-1"/>
          <a:stretch>
            <a:fillRect/>
          </a:stretch>
        </p:blipFill>
        <p:spPr>
          <a:xfrm>
            <a:off x="8148637" y="10"/>
            <a:ext cx="4043361" cy="6857990"/>
          </a:xfrm>
          <a:prstGeom prst="rect">
            <a:avLst/>
          </a:prstGeom>
          <a:noFill/>
        </p:spPr>
      </p:pic>
      <p:sp>
        <p:nvSpPr>
          <p:cNvPr id="21" name="Slide Number Placeholder 5">
            <a:extLst>
              <a:ext uri="{FF2B5EF4-FFF2-40B4-BE49-F238E27FC236}">
                <a16:creationId xmlns:a16="http://schemas.microsoft.com/office/drawing/2014/main" id="{3D7F018C-9FCC-B1F2-E36D-A656D13B8D09}"/>
              </a:ext>
            </a:extLst>
          </p:cNvPr>
          <p:cNvSpPr>
            <a:spLocks noGrp="1"/>
          </p:cNvSpPr>
          <p:nvPr>
            <p:ph type="sldNum" sz="quarter" idx="15"/>
          </p:nvPr>
        </p:nvSpPr>
        <p:spPr>
          <a:xfrm>
            <a:off x="11424592" y="6246836"/>
            <a:ext cx="288000" cy="2880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2" name="Footer Placeholder 6">
            <a:extLst>
              <a:ext uri="{FF2B5EF4-FFF2-40B4-BE49-F238E27FC236}">
                <a16:creationId xmlns:a16="http://schemas.microsoft.com/office/drawing/2014/main" id="{FF598043-6D0F-56B4-2321-E4658D5F0E9D}"/>
              </a:ext>
            </a:extLst>
          </p:cNvPr>
          <p:cNvSpPr>
            <a:spLocks noGrp="1"/>
          </p:cNvSpPr>
          <p:nvPr>
            <p:ph type="ftr" sz="quarter" idx="16"/>
          </p:nvPr>
        </p:nvSpPr>
        <p:spPr>
          <a:xfrm>
            <a:off x="6312024"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Presentation title    |    ONLY FOR INTERNAL USE</a:t>
            </a:r>
          </a:p>
        </p:txBody>
      </p:sp>
    </p:spTree>
    <p:extLst>
      <p:ext uri="{BB962C8B-B14F-4D97-AF65-F5344CB8AC3E}">
        <p14:creationId xmlns:p14="http://schemas.microsoft.com/office/powerpoint/2010/main" val="1975753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CDC40205-C65F-3A55-3203-0D8F224E445C}"/>
              </a:ext>
            </a:extLst>
          </p:cNvPr>
          <p:cNvPicPr>
            <a:picLocks noChangeAspect="1"/>
          </p:cNvPicPr>
          <p:nvPr/>
        </p:nvPicPr>
        <p:blipFill>
          <a:blip r:embed="rId3"/>
          <a:stretch>
            <a:fillRect/>
          </a:stretch>
        </p:blipFill>
        <p:spPr>
          <a:xfrm>
            <a:off x="0" y="992951"/>
            <a:ext cx="12192000" cy="4582414"/>
          </a:xfrm>
          <a:prstGeom prst="rect">
            <a:avLst/>
          </a:prstGeom>
        </p:spPr>
      </p:pic>
      <p:sp>
        <p:nvSpPr>
          <p:cNvPr id="6" name="Slide Number Placeholder 5">
            <a:extLst>
              <a:ext uri="{FF2B5EF4-FFF2-40B4-BE49-F238E27FC236}">
                <a16:creationId xmlns:a16="http://schemas.microsoft.com/office/drawing/2014/main" id="{B0FB0175-A26D-9E05-AF1D-58BD56D75859}"/>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Title 1">
            <a:extLst>
              <a:ext uri="{FF2B5EF4-FFF2-40B4-BE49-F238E27FC236}">
                <a16:creationId xmlns:a16="http://schemas.microsoft.com/office/drawing/2014/main" id="{F4F28282-BF7E-606C-B627-069F1E758DFE}"/>
              </a:ext>
            </a:extLst>
          </p:cNvPr>
          <p:cNvSpPr>
            <a:spLocks noGrp="1"/>
          </p:cNvSpPr>
          <p:nvPr>
            <p:ph type="title"/>
          </p:nvPr>
        </p:nvSpPr>
        <p:spPr>
          <a:xfrm>
            <a:off x="479425" y="287710"/>
            <a:ext cx="11233150" cy="720725"/>
          </a:xfrm>
        </p:spPr>
        <p:txBody>
          <a:bodyPr/>
          <a:lstStyle/>
          <a:p>
            <a:r>
              <a:rPr lang="en-US" altLang="zh-CN"/>
              <a:t>TA CRM Portfolio Summary - </a:t>
            </a:r>
            <a:r>
              <a:rPr lang="en-US" altLang="zh-CN">
                <a:solidFill>
                  <a:srgbClr val="FF0000"/>
                </a:solidFill>
              </a:rPr>
              <a:t>PMS Studies</a:t>
            </a:r>
            <a:endParaRPr lang="zh-CN" altLang="en-US">
              <a:solidFill>
                <a:srgbClr val="FF0000"/>
              </a:solidFill>
            </a:endParaRPr>
          </a:p>
        </p:txBody>
      </p:sp>
      <p:sp>
        <p:nvSpPr>
          <p:cNvPr id="21" name="Oval 20">
            <a:extLst>
              <a:ext uri="{FF2B5EF4-FFF2-40B4-BE49-F238E27FC236}">
                <a16:creationId xmlns:a16="http://schemas.microsoft.com/office/drawing/2014/main" id="{71C93AD6-0950-D67D-9AF0-298289181D25}"/>
              </a:ext>
            </a:extLst>
          </p:cNvPr>
          <p:cNvSpPr/>
          <p:nvPr/>
        </p:nvSpPr>
        <p:spPr bwMode="gray">
          <a:xfrm>
            <a:off x="5675323" y="474470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Oval 21">
            <a:extLst>
              <a:ext uri="{FF2B5EF4-FFF2-40B4-BE49-F238E27FC236}">
                <a16:creationId xmlns:a16="http://schemas.microsoft.com/office/drawing/2014/main" id="{BF58F8A2-09DC-D528-D0B2-BBE071BD09CB}"/>
              </a:ext>
            </a:extLst>
          </p:cNvPr>
          <p:cNvSpPr/>
          <p:nvPr/>
        </p:nvSpPr>
        <p:spPr bwMode="gray">
          <a:xfrm>
            <a:off x="5675323" y="4509284"/>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Oval 20">
            <a:extLst>
              <a:ext uri="{FF2B5EF4-FFF2-40B4-BE49-F238E27FC236}">
                <a16:creationId xmlns:a16="http://schemas.microsoft.com/office/drawing/2014/main" id="{BD0A100A-C72C-7C99-0CE8-4302B82EF0AE}"/>
              </a:ext>
            </a:extLst>
          </p:cNvPr>
          <p:cNvSpPr/>
          <p:nvPr/>
        </p:nvSpPr>
        <p:spPr bwMode="gray">
          <a:xfrm>
            <a:off x="5675323" y="4996898"/>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val 20">
            <a:extLst>
              <a:ext uri="{FF2B5EF4-FFF2-40B4-BE49-F238E27FC236}">
                <a16:creationId xmlns:a16="http://schemas.microsoft.com/office/drawing/2014/main" id="{D36D5DA7-5DC9-17A4-1DDD-9AB58099FC8A}"/>
              </a:ext>
            </a:extLst>
          </p:cNvPr>
          <p:cNvSpPr/>
          <p:nvPr/>
        </p:nvSpPr>
        <p:spPr bwMode="gray">
          <a:xfrm>
            <a:off x="5675323" y="5247358"/>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val 20">
            <a:extLst>
              <a:ext uri="{FF2B5EF4-FFF2-40B4-BE49-F238E27FC236}">
                <a16:creationId xmlns:a16="http://schemas.microsoft.com/office/drawing/2014/main" id="{5B9AA544-65EC-1029-9836-195761896BF9}"/>
              </a:ext>
            </a:extLst>
          </p:cNvPr>
          <p:cNvSpPr/>
          <p:nvPr/>
        </p:nvSpPr>
        <p:spPr bwMode="gray">
          <a:xfrm>
            <a:off x="3707026" y="3252915"/>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val 21">
            <a:extLst>
              <a:ext uri="{FF2B5EF4-FFF2-40B4-BE49-F238E27FC236}">
                <a16:creationId xmlns:a16="http://schemas.microsoft.com/office/drawing/2014/main" id="{887AA57D-7396-F799-E4CF-0B3330E3A5A0}"/>
              </a:ext>
            </a:extLst>
          </p:cNvPr>
          <p:cNvSpPr/>
          <p:nvPr/>
        </p:nvSpPr>
        <p:spPr bwMode="gray">
          <a:xfrm>
            <a:off x="3707026" y="3008623"/>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Oval 20">
            <a:extLst>
              <a:ext uri="{FF2B5EF4-FFF2-40B4-BE49-F238E27FC236}">
                <a16:creationId xmlns:a16="http://schemas.microsoft.com/office/drawing/2014/main" id="{094AA41F-727C-97B2-4962-A0FDC2F83903}"/>
              </a:ext>
            </a:extLst>
          </p:cNvPr>
          <p:cNvSpPr/>
          <p:nvPr/>
        </p:nvSpPr>
        <p:spPr bwMode="gray">
          <a:xfrm>
            <a:off x="3707026" y="3492007"/>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val 20">
            <a:extLst>
              <a:ext uri="{FF2B5EF4-FFF2-40B4-BE49-F238E27FC236}">
                <a16:creationId xmlns:a16="http://schemas.microsoft.com/office/drawing/2014/main" id="{8944BC10-C3F4-CFF8-C515-5C21785195BE}"/>
              </a:ext>
            </a:extLst>
          </p:cNvPr>
          <p:cNvSpPr/>
          <p:nvPr/>
        </p:nvSpPr>
        <p:spPr bwMode="gray">
          <a:xfrm>
            <a:off x="3707026" y="3739539"/>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Oval 21">
            <a:extLst>
              <a:ext uri="{FF2B5EF4-FFF2-40B4-BE49-F238E27FC236}">
                <a16:creationId xmlns:a16="http://schemas.microsoft.com/office/drawing/2014/main" id="{3C412647-85FB-68A1-1ADE-72F778588959}"/>
              </a:ext>
            </a:extLst>
          </p:cNvPr>
          <p:cNvSpPr/>
          <p:nvPr/>
        </p:nvSpPr>
        <p:spPr bwMode="gray">
          <a:xfrm>
            <a:off x="3707026" y="2535187"/>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Oval 21">
            <a:extLst>
              <a:ext uri="{FF2B5EF4-FFF2-40B4-BE49-F238E27FC236}">
                <a16:creationId xmlns:a16="http://schemas.microsoft.com/office/drawing/2014/main" id="{D620D3F1-C834-FE78-67CE-9C7A45A9812F}"/>
              </a:ext>
            </a:extLst>
          </p:cNvPr>
          <p:cNvSpPr/>
          <p:nvPr/>
        </p:nvSpPr>
        <p:spPr bwMode="gray">
          <a:xfrm>
            <a:off x="1660406" y="3019759"/>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Oval 21">
            <a:extLst>
              <a:ext uri="{FF2B5EF4-FFF2-40B4-BE49-F238E27FC236}">
                <a16:creationId xmlns:a16="http://schemas.microsoft.com/office/drawing/2014/main" id="{4BC71188-23CD-2607-4B00-A8781C50F3A8}"/>
              </a:ext>
            </a:extLst>
          </p:cNvPr>
          <p:cNvSpPr/>
          <p:nvPr/>
        </p:nvSpPr>
        <p:spPr bwMode="gray">
          <a:xfrm>
            <a:off x="3707026" y="2775979"/>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Oval 21">
            <a:extLst>
              <a:ext uri="{FF2B5EF4-FFF2-40B4-BE49-F238E27FC236}">
                <a16:creationId xmlns:a16="http://schemas.microsoft.com/office/drawing/2014/main" id="{756C70F4-AB70-8B45-07E4-FFEEE4672104}"/>
              </a:ext>
            </a:extLst>
          </p:cNvPr>
          <p:cNvSpPr/>
          <p:nvPr/>
        </p:nvSpPr>
        <p:spPr bwMode="gray">
          <a:xfrm>
            <a:off x="3707026" y="3977124"/>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Rectangle 11">
            <a:extLst>
              <a:ext uri="{FF2B5EF4-FFF2-40B4-BE49-F238E27FC236}">
                <a16:creationId xmlns:a16="http://schemas.microsoft.com/office/drawing/2014/main" id="{35733CEB-AD8A-BE77-B456-30ED59D2C81F}"/>
              </a:ext>
            </a:extLst>
          </p:cNvPr>
          <p:cNvSpPr/>
          <p:nvPr/>
        </p:nvSpPr>
        <p:spPr bwMode="gray">
          <a:xfrm>
            <a:off x="8113790" y="5865049"/>
            <a:ext cx="3310802" cy="381787"/>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lnSpc>
                <a:spcPct val="110000"/>
              </a:lnSpc>
            </a:pPr>
            <a:r>
              <a:rPr lang="en-US" altLang="zh-CN" sz="1600" b="1">
                <a:solidFill>
                  <a:srgbClr val="5D4495"/>
                </a:solidFill>
              </a:rPr>
              <a:t>No change since last meeting</a:t>
            </a:r>
            <a:endParaRPr lang="en-US" altLang="zh-CN" sz="1600" i="1">
              <a:solidFill>
                <a:schemeClr val="bg1">
                  <a:lumMod val="50000"/>
                </a:schemeClr>
              </a:solidFill>
            </a:endParaRPr>
          </a:p>
        </p:txBody>
      </p:sp>
    </p:spTree>
    <p:extLst>
      <p:ext uri="{BB962C8B-B14F-4D97-AF65-F5344CB8AC3E}">
        <p14:creationId xmlns:p14="http://schemas.microsoft.com/office/powerpoint/2010/main" val="107637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479424" y="477000"/>
            <a:ext cx="11233151" cy="870537"/>
          </a:xfrm>
        </p:spPr>
        <p:txBody>
          <a:bodyPr/>
          <a:lstStyle/>
          <a:p>
            <a:r>
              <a:rPr lang="en-US" altLang="zh-CN"/>
              <a:t>TA Review Meeting </a:t>
            </a:r>
            <a:br>
              <a:rPr lang="en-US" altLang="zh-CN"/>
            </a:br>
            <a:r>
              <a:rPr lang="en-US" altLang="zh-CN"/>
              <a:t>Mature Product Overview Metabolism </a:t>
            </a:r>
          </a:p>
        </p:txBody>
      </p:sp>
      <p:sp>
        <p:nvSpPr>
          <p:cNvPr id="4" name="文本占位符 3">
            <a:extLst>
              <a:ext uri="{FF2B5EF4-FFF2-40B4-BE49-F238E27FC236}">
                <a16:creationId xmlns:a16="http://schemas.microsoft.com/office/drawing/2014/main" id="{AC2D6077-5438-81E7-68C7-803EC3696B95}"/>
              </a:ext>
            </a:extLst>
          </p:cNvPr>
          <p:cNvSpPr>
            <a:spLocks noGrp="1"/>
          </p:cNvSpPr>
          <p:nvPr>
            <p:ph type="body" sz="quarter" idx="13"/>
          </p:nvPr>
        </p:nvSpPr>
        <p:spPr/>
        <p:txBody>
          <a:bodyPr/>
          <a:lstStyle/>
          <a:p>
            <a:endParaRPr lang="zh-CN" altLang="en-US"/>
          </a:p>
        </p:txBody>
      </p:sp>
      <p:graphicFrame>
        <p:nvGraphicFramePr>
          <p:cNvPr id="5" name="表格 4">
            <a:extLst>
              <a:ext uri="{FF2B5EF4-FFF2-40B4-BE49-F238E27FC236}">
                <a16:creationId xmlns:a16="http://schemas.microsoft.com/office/drawing/2014/main" id="{D3DAFFB9-4E9F-9EB6-1273-2E3A376D9211}"/>
              </a:ext>
            </a:extLst>
          </p:cNvPr>
          <p:cNvGraphicFramePr>
            <a:graphicFrameLocks noGrp="1"/>
          </p:cNvGraphicFramePr>
          <p:nvPr>
            <p:extLst>
              <p:ext uri="{D42A27DB-BD31-4B8C-83A1-F6EECF244321}">
                <p14:modId xmlns:p14="http://schemas.microsoft.com/office/powerpoint/2010/main" val="924167384"/>
              </p:ext>
            </p:extLst>
          </p:nvPr>
        </p:nvGraphicFramePr>
        <p:xfrm>
          <a:off x="251922" y="1442943"/>
          <a:ext cx="11851869" cy="3190309"/>
        </p:xfrm>
        <a:graphic>
          <a:graphicData uri="http://schemas.openxmlformats.org/drawingml/2006/table">
            <a:tbl>
              <a:tblPr firstRow="1" bandRow="1">
                <a:tableStyleId>{21E4AEA4-8DFA-4A89-87EB-49C32662AFE0}</a:tableStyleId>
              </a:tblPr>
              <a:tblGrid>
                <a:gridCol w="926428">
                  <a:extLst>
                    <a:ext uri="{9D8B030D-6E8A-4147-A177-3AD203B41FA5}">
                      <a16:colId xmlns:a16="http://schemas.microsoft.com/office/drawing/2014/main" val="2087559983"/>
                    </a:ext>
                  </a:extLst>
                </a:gridCol>
                <a:gridCol w="1581555">
                  <a:extLst>
                    <a:ext uri="{9D8B030D-6E8A-4147-A177-3AD203B41FA5}">
                      <a16:colId xmlns:a16="http://schemas.microsoft.com/office/drawing/2014/main" val="873806999"/>
                    </a:ext>
                  </a:extLst>
                </a:gridCol>
                <a:gridCol w="1950627">
                  <a:extLst>
                    <a:ext uri="{9D8B030D-6E8A-4147-A177-3AD203B41FA5}">
                      <a16:colId xmlns:a16="http://schemas.microsoft.com/office/drawing/2014/main" val="3812779303"/>
                    </a:ext>
                  </a:extLst>
                </a:gridCol>
                <a:gridCol w="1271239">
                  <a:extLst>
                    <a:ext uri="{9D8B030D-6E8A-4147-A177-3AD203B41FA5}">
                      <a16:colId xmlns:a16="http://schemas.microsoft.com/office/drawing/2014/main" val="2538639655"/>
                    </a:ext>
                  </a:extLst>
                </a:gridCol>
                <a:gridCol w="1304693">
                  <a:extLst>
                    <a:ext uri="{9D8B030D-6E8A-4147-A177-3AD203B41FA5}">
                      <a16:colId xmlns:a16="http://schemas.microsoft.com/office/drawing/2014/main" val="1362959423"/>
                    </a:ext>
                  </a:extLst>
                </a:gridCol>
                <a:gridCol w="1416205">
                  <a:extLst>
                    <a:ext uri="{9D8B030D-6E8A-4147-A177-3AD203B41FA5}">
                      <a16:colId xmlns:a16="http://schemas.microsoft.com/office/drawing/2014/main" val="1527556270"/>
                    </a:ext>
                  </a:extLst>
                </a:gridCol>
                <a:gridCol w="3155795">
                  <a:extLst>
                    <a:ext uri="{9D8B030D-6E8A-4147-A177-3AD203B41FA5}">
                      <a16:colId xmlns:a16="http://schemas.microsoft.com/office/drawing/2014/main" val="2116820431"/>
                    </a:ext>
                  </a:extLst>
                </a:gridCol>
                <a:gridCol w="245327">
                  <a:extLst>
                    <a:ext uri="{9D8B030D-6E8A-4147-A177-3AD203B41FA5}">
                      <a16:colId xmlns:a16="http://schemas.microsoft.com/office/drawing/2014/main" val="1071587069"/>
                    </a:ext>
                  </a:extLst>
                </a:gridCol>
              </a:tblGrid>
              <a:tr h="1087193">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Product</a:t>
                      </a:r>
                      <a:endParaRPr lang="en-US" altLang="zh-CN" sz="15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a:t>
                      </a:r>
                      <a:r>
                        <a:rPr lang="en-US" sz="1500" kern="1200">
                          <a:solidFill>
                            <a:schemeClr val="bg1"/>
                          </a:solidFill>
                        </a:rPr>
                        <a:t>Indication</a:t>
                      </a:r>
                      <a:endParaRPr lang="en-US" sz="15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Study type/Global</a:t>
                      </a:r>
                      <a:r>
                        <a:rPr lang="en-US" altLang="zh-CN" sz="1500" kern="1200" baseline="0">
                          <a:solidFill>
                            <a:schemeClr val="bg1"/>
                          </a:solidFill>
                        </a:rPr>
                        <a:t> </a:t>
                      </a:r>
                      <a:r>
                        <a:rPr lang="en-US" altLang="zh-CN" sz="1500" kern="1200">
                          <a:solidFill>
                            <a:schemeClr val="bg1"/>
                          </a:solidFill>
                        </a:rPr>
                        <a:t>Status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(Study</a:t>
                      </a:r>
                      <a:r>
                        <a:rPr lang="en-US" altLang="zh-CN" sz="1500" kern="1200" baseline="0">
                          <a:solidFill>
                            <a:schemeClr val="bg1"/>
                          </a:solidFill>
                        </a:rPr>
                        <a:t> no.: FPI-LPO,</a:t>
                      </a:r>
                      <a:r>
                        <a:rPr lang="zh-CN" altLang="en-US" sz="1500" kern="1200" baseline="0">
                          <a:solidFill>
                            <a:schemeClr val="bg1"/>
                          </a:solidFill>
                        </a:rPr>
                        <a:t> </a:t>
                      </a:r>
                      <a:r>
                        <a:rPr lang="en-US" altLang="zh-CN" sz="1500" kern="1200" baseline="0">
                          <a:solidFill>
                            <a:schemeClr val="bg1"/>
                          </a:solidFill>
                        </a:rPr>
                        <a:t>CTR</a:t>
                      </a:r>
                      <a:r>
                        <a:rPr lang="en-US" altLang="zh-CN" sz="1500" kern="1200">
                          <a:solidFill>
                            <a:schemeClr val="bg1"/>
                          </a:solidFill>
                        </a:rPr>
                        <a:t>)</a:t>
                      </a: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500" b="1" kern="1200">
                          <a:solidFill>
                            <a:schemeClr val="bg1"/>
                          </a:solidFill>
                        </a:rPr>
                        <a:t>China</a:t>
                      </a:r>
                      <a:r>
                        <a:rPr lang="en-US" altLang="zh-CN" sz="1500" b="1" kern="1200" baseline="0">
                          <a:solidFill>
                            <a:schemeClr val="bg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baseline="0">
                          <a:solidFill>
                            <a:schemeClr val="bg1"/>
                          </a:solidFill>
                        </a:rPr>
                        <a:t>Dev. Strat.</a:t>
                      </a:r>
                      <a:r>
                        <a:rPr lang="en-US" altLang="zh-CN" sz="1500" b="1" kern="1200">
                          <a:solidFill>
                            <a:schemeClr val="bg1"/>
                          </a:solidFill>
                        </a:rPr>
                        <a:t>  </a:t>
                      </a: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a:solidFill>
                            <a:schemeClr val="bg1"/>
                          </a:solidFill>
                        </a:rPr>
                        <a:t>Current status</a:t>
                      </a:r>
                      <a:endParaRPr lang="zh-CN" altLang="en-US" sz="15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500" b="1" kern="1200">
                          <a:solidFill>
                            <a:schemeClr val="bg1"/>
                          </a:solidFill>
                        </a:rPr>
                        <a:t>Next Mile-stone</a:t>
                      </a:r>
                      <a:endParaRPr lang="zh-CN" altLang="en-US" sz="15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Key Updates</a:t>
                      </a: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extLst>
                  <a:ext uri="{0D108BD9-81ED-4DB2-BD59-A6C34878D82A}">
                    <a16:rowId xmlns:a16="http://schemas.microsoft.com/office/drawing/2014/main" val="25406406"/>
                  </a:ext>
                </a:extLst>
              </a:tr>
              <a:tr h="594754">
                <a:tc>
                  <a:txBody>
                    <a:bodyPr/>
                    <a:lstStyle/>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Jardiance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(Empagliflozin)</a:t>
                      </a:r>
                      <a:endParaRPr kumimoji="0" lang="zh-CN" altLang="en-US" sz="800" b="0" u="none" strike="noStrike" kern="1200" cap="none" spc="0" normalizeH="0" baseline="0">
                        <a:ln>
                          <a:noFill/>
                        </a:ln>
                        <a:solidFill>
                          <a:schemeClr val="tx1"/>
                        </a:solidFill>
                        <a:effectLst/>
                        <a:uLnTx/>
                        <a:uFillTx/>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sz="800" b="0" u="none" strike="noStrike" kern="1200" cap="none" spc="0" normalizeH="0" baseline="0" noProof="0" err="1">
                          <a:ln>
                            <a:noFill/>
                          </a:ln>
                          <a:solidFill>
                            <a:schemeClr val="tx1"/>
                          </a:solidFill>
                          <a:effectLst/>
                          <a:uLnTx/>
                          <a:uFillTx/>
                        </a:rPr>
                        <a:t>HFrEF</a:t>
                      </a:r>
                      <a:r>
                        <a:rPr lang="en-US" sz="800" b="0" u="none" strike="noStrike" kern="1200" cap="none" spc="0" normalizeH="0" baseline="0" noProof="0">
                          <a:ln>
                            <a:noFill/>
                          </a:ln>
                          <a:solidFill>
                            <a:schemeClr val="tx1"/>
                          </a:solidFill>
                          <a:effectLst/>
                          <a:uLnTx/>
                          <a:uFillTx/>
                        </a:rPr>
                        <a:t> </a:t>
                      </a:r>
                      <a:endParaRPr kumimoji="0" lang="en-US"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  China local </a:t>
                      </a:r>
                      <a:r>
                        <a:rPr lang="en-US" altLang="zh-CN" sz="800" b="0" u="none" strike="noStrike" kern="1200" err="1">
                          <a:solidFill>
                            <a:schemeClr val="tx1"/>
                          </a:solidFill>
                        </a:rPr>
                        <a:t>NISed</a:t>
                      </a:r>
                      <a:endParaRPr lang="en-US" altLang="zh-CN" sz="800" b="0" u="none" strike="noStrike" kern="12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(1245.0291:Nov 2021-Dec 2030)</a:t>
                      </a:r>
                      <a:endParaRPr lang="en-US" altLang="zh-CN" sz="8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IEC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a:t>Feasibility analysis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(2026 Jan)</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lumMod val="50000"/>
                              <a:lumOff val="50000"/>
                            </a:schemeClr>
                          </a:solidFill>
                          <a:latin typeface="+mn-lt"/>
                          <a:ea typeface="+mn-ea"/>
                          <a:cs typeface="+mn-cs"/>
                        </a:rPr>
                        <a:t>Current database enrolment delay: due to VBP, and drug switch situation</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lumMod val="50000"/>
                              <a:lumOff val="50000"/>
                            </a:schemeClr>
                          </a:solidFill>
                          <a:latin typeface="+mn-lt"/>
                          <a:ea typeface="+mn-ea"/>
                          <a:cs typeface="+mn-cs"/>
                        </a:rPr>
                        <a:t>HAI was sent on Jan 20</a:t>
                      </a:r>
                      <a:r>
                        <a:rPr lang="en-US" altLang="zh-CN" sz="800" b="0" i="0" u="none" strike="noStrike" kern="1200" baseline="30000" noProof="0">
                          <a:solidFill>
                            <a:schemeClr val="tx1">
                              <a:lumMod val="50000"/>
                              <a:lumOff val="50000"/>
                            </a:schemeClr>
                          </a:solidFill>
                          <a:latin typeface="+mn-lt"/>
                          <a:ea typeface="+mn-ea"/>
                          <a:cs typeface="+mn-cs"/>
                        </a:rPr>
                        <a:t>th</a:t>
                      </a:r>
                      <a:r>
                        <a:rPr lang="en-US" altLang="zh-CN" sz="800" b="0" i="0" u="none" strike="noStrike" kern="1200" noProof="0">
                          <a:solidFill>
                            <a:schemeClr val="tx1">
                              <a:lumMod val="50000"/>
                              <a:lumOff val="50000"/>
                            </a:schemeClr>
                          </a:solidFill>
                          <a:latin typeface="+mn-lt"/>
                          <a:ea typeface="+mn-ea"/>
                          <a:cs typeface="+mn-cs"/>
                        </a:rPr>
                        <a:t>, feedback on May 14</a:t>
                      </a:r>
                      <a:r>
                        <a:rPr lang="en-US" altLang="zh-CN" sz="800" b="0" i="0" u="none" strike="noStrike" kern="1200" baseline="30000" noProof="0">
                          <a:solidFill>
                            <a:schemeClr val="tx1">
                              <a:lumMod val="50000"/>
                              <a:lumOff val="50000"/>
                            </a:schemeClr>
                          </a:solidFill>
                          <a:latin typeface="+mn-lt"/>
                          <a:ea typeface="+mn-ea"/>
                          <a:cs typeface="+mn-cs"/>
                        </a:rPr>
                        <a:t>th</a:t>
                      </a:r>
                      <a:endParaRPr lang="en-US" altLang="zh-CN" sz="800" b="0" i="0" u="none" strike="noStrike" kern="1200" noProof="0">
                        <a:solidFill>
                          <a:schemeClr val="tx1">
                            <a:lumMod val="50000"/>
                            <a:lumOff val="50000"/>
                          </a:schemeClr>
                        </a:solidFill>
                        <a:latin typeface="+mn-lt"/>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Monthly meeting with PI to go through</a:t>
                      </a:r>
                      <a:r>
                        <a:rPr lang="en-US" sz="800" b="0" i="0" u="none" strike="noStrike" kern="1200" noProof="0">
                          <a:solidFill>
                            <a:schemeClr val="tx1"/>
                          </a:solidFill>
                        </a:rPr>
                        <a:t>: latest database enrolment, issues etc. Total 1450 as of Nov2025.</a:t>
                      </a:r>
                      <a:endParaRPr lang="en-US" altLang="zh-CN" sz="800" b="0" i="0" u="none" strike="noStrike" kern="1200" noProof="0">
                        <a:solidFill>
                          <a:schemeClr val="tx1"/>
                        </a:solidFill>
                        <a:latin typeface="+mn-lt"/>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Plan to make an onsite visit to communicate the CDE submission file, feasibility analysis  and  latest database enrolment</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noFill/>
                  </a:tcPr>
                </a:tc>
                <a:extLst>
                  <a:ext uri="{0D108BD9-81ED-4DB2-BD59-A6C34878D82A}">
                    <a16:rowId xmlns:a16="http://schemas.microsoft.com/office/drawing/2014/main" val="1124649643"/>
                  </a:ext>
                </a:extLst>
              </a:tr>
              <a:tr h="594754">
                <a:tc>
                  <a:txBody>
                    <a:bodyPr/>
                    <a:lstStyle/>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Jardiance</a:t>
                      </a:r>
                    </a:p>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(Empagliflozin)</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sz="800" b="0" u="none" strike="noStrike" kern="1200" cap="none" spc="0" normalizeH="0" baseline="0" noProof="0">
                          <a:ln>
                            <a:noFill/>
                          </a:ln>
                          <a:solidFill>
                            <a:schemeClr val="tx1"/>
                          </a:solidFill>
                          <a:effectLst/>
                          <a:uLnTx/>
                          <a:uFillTx/>
                        </a:rPr>
                        <a:t>HFpEF</a:t>
                      </a:r>
                      <a:endParaRPr kumimoji="0" lang="en-US"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  China local </a:t>
                      </a:r>
                      <a:r>
                        <a:rPr lang="en-US" altLang="zh-CN" sz="800" b="0" u="none" strike="noStrike" kern="1200" err="1">
                          <a:solidFill>
                            <a:schemeClr val="tx1"/>
                          </a:solidFill>
                        </a:rPr>
                        <a:t>NISed</a:t>
                      </a:r>
                      <a:endParaRPr lang="en-US" altLang="zh-CN" sz="800" b="0" u="none" strike="noStrike" kern="12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(1245.0313:Q4 2022-Dec 2030)</a:t>
                      </a:r>
                      <a:endParaRPr lang="en-US" altLang="zh-CN" sz="800" b="0" u="none" strike="noStrike" kern="1200" noProof="0">
                        <a:solidFill>
                          <a:schemeClr val="tx1"/>
                        </a:solidFill>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IEC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a:t>Feasibility analysis 1</a:t>
                      </a:r>
                    </a:p>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(2026 Jan)</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lumMod val="50000"/>
                              <a:lumOff val="50000"/>
                            </a:schemeClr>
                          </a:solidFill>
                          <a:latin typeface="+mn-lt"/>
                          <a:ea typeface="+mn-ea"/>
                          <a:cs typeface="+mn-cs"/>
                        </a:rPr>
                        <a:t>Current database enrolment delay: due to VBP, and drug switch situation</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lumMod val="50000"/>
                              <a:lumOff val="50000"/>
                            </a:schemeClr>
                          </a:solidFill>
                          <a:latin typeface="+mn-lt"/>
                          <a:ea typeface="+mn-ea"/>
                          <a:cs typeface="+mn-cs"/>
                        </a:rPr>
                        <a:t>HAI was sent on Jan 20</a:t>
                      </a:r>
                      <a:r>
                        <a:rPr lang="en-US" altLang="zh-CN" sz="800" b="0" i="0" u="none" strike="noStrike" kern="1200" baseline="30000" noProof="0">
                          <a:solidFill>
                            <a:schemeClr val="tx1">
                              <a:lumMod val="50000"/>
                              <a:lumOff val="50000"/>
                            </a:schemeClr>
                          </a:solidFill>
                          <a:latin typeface="+mn-lt"/>
                          <a:ea typeface="+mn-ea"/>
                          <a:cs typeface="+mn-cs"/>
                        </a:rPr>
                        <a:t>th</a:t>
                      </a:r>
                      <a:r>
                        <a:rPr lang="en-US" altLang="zh-CN" sz="800" b="0" i="0" u="none" strike="noStrike" kern="1200" noProof="0">
                          <a:solidFill>
                            <a:schemeClr val="tx1">
                              <a:lumMod val="50000"/>
                              <a:lumOff val="50000"/>
                            </a:schemeClr>
                          </a:solidFill>
                          <a:latin typeface="+mn-lt"/>
                          <a:ea typeface="+mn-ea"/>
                          <a:cs typeface="+mn-cs"/>
                        </a:rPr>
                        <a:t>, feedback on May 14</a:t>
                      </a:r>
                      <a:r>
                        <a:rPr lang="en-US" altLang="zh-CN" sz="800" b="0" i="0" u="none" strike="noStrike" kern="1200" baseline="30000" noProof="0">
                          <a:solidFill>
                            <a:schemeClr val="tx1">
                              <a:lumMod val="50000"/>
                              <a:lumOff val="50000"/>
                            </a:schemeClr>
                          </a:solidFill>
                          <a:latin typeface="+mn-lt"/>
                          <a:ea typeface="+mn-ea"/>
                          <a:cs typeface="+mn-cs"/>
                        </a:rPr>
                        <a:t>th</a:t>
                      </a:r>
                      <a:endParaRPr lang="en-US" altLang="zh-CN" sz="800" b="0" i="0" u="none" strike="noStrike" kern="1200" noProof="0">
                        <a:solidFill>
                          <a:schemeClr val="tx1">
                            <a:lumMod val="50000"/>
                            <a:lumOff val="50000"/>
                          </a:schemeClr>
                        </a:solidFill>
                        <a:latin typeface="+mn-lt"/>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Monthly meeting with PI to go through</a:t>
                      </a:r>
                      <a:r>
                        <a:rPr lang="en-US" sz="800" b="0" i="0" u="none" strike="noStrike" kern="1200" noProof="0">
                          <a:solidFill>
                            <a:schemeClr val="tx1"/>
                          </a:solidFill>
                        </a:rPr>
                        <a:t>: latest database enrolment, issues etc. Total 1450 as of Nov2025.</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Plan to make an onsite visit to communicate the CDE submission file, feasibility analysis  and  latest database enrolment</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noFill/>
                  </a:tcPr>
                </a:tc>
                <a:extLst>
                  <a:ext uri="{0D108BD9-81ED-4DB2-BD59-A6C34878D82A}">
                    <a16:rowId xmlns:a16="http://schemas.microsoft.com/office/drawing/2014/main" val="2095487014"/>
                  </a:ext>
                </a:extLst>
              </a:tr>
            </a:tbl>
          </a:graphicData>
        </a:graphic>
      </p:graphicFrame>
      <p:pic>
        <p:nvPicPr>
          <p:cNvPr id="2" name="图片 1">
            <a:extLst>
              <a:ext uri="{FF2B5EF4-FFF2-40B4-BE49-F238E27FC236}">
                <a16:creationId xmlns:a16="http://schemas.microsoft.com/office/drawing/2014/main" id="{4BD98540-675E-4D45-2928-631F17E55BF9}"/>
              </a:ext>
            </a:extLst>
          </p:cNvPr>
          <p:cNvPicPr>
            <a:picLocks noChangeAspect="1"/>
          </p:cNvPicPr>
          <p:nvPr/>
        </p:nvPicPr>
        <p:blipFill>
          <a:blip r:embed="rId3"/>
          <a:stretch>
            <a:fillRect/>
          </a:stretch>
        </p:blipFill>
        <p:spPr>
          <a:xfrm>
            <a:off x="11940078" y="2929692"/>
            <a:ext cx="115834" cy="109738"/>
          </a:xfrm>
          <a:prstGeom prst="rect">
            <a:avLst/>
          </a:prstGeom>
        </p:spPr>
      </p:pic>
      <p:pic>
        <p:nvPicPr>
          <p:cNvPr id="3" name="图片 2">
            <a:extLst>
              <a:ext uri="{FF2B5EF4-FFF2-40B4-BE49-F238E27FC236}">
                <a16:creationId xmlns:a16="http://schemas.microsoft.com/office/drawing/2014/main" id="{B6A852DF-BBBC-DF99-62D4-4C183574D2D7}"/>
              </a:ext>
            </a:extLst>
          </p:cNvPr>
          <p:cNvPicPr>
            <a:picLocks noChangeAspect="1"/>
          </p:cNvPicPr>
          <p:nvPr/>
        </p:nvPicPr>
        <p:blipFill>
          <a:blip r:embed="rId3"/>
          <a:stretch>
            <a:fillRect/>
          </a:stretch>
        </p:blipFill>
        <p:spPr>
          <a:xfrm>
            <a:off x="11935463" y="3815174"/>
            <a:ext cx="115834" cy="109738"/>
          </a:xfrm>
          <a:prstGeom prst="rect">
            <a:avLst/>
          </a:prstGeom>
        </p:spPr>
      </p:pic>
    </p:spTree>
    <p:extLst>
      <p:ext uri="{BB962C8B-B14F-4D97-AF65-F5344CB8AC3E}">
        <p14:creationId xmlns:p14="http://schemas.microsoft.com/office/powerpoint/2010/main" val="600153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39A045B-80C1-9BB7-07E5-7305FB4BDA87}"/>
              </a:ext>
            </a:extLst>
          </p:cNvPr>
          <p:cNvSpPr>
            <a:spLocks noGrp="1"/>
          </p:cNvSpPr>
          <p:nvPr>
            <p:ph type="title"/>
          </p:nvPr>
        </p:nvSpPr>
        <p:spPr/>
        <p:txBody>
          <a:bodyPr/>
          <a:lstStyle/>
          <a:p>
            <a:r>
              <a:rPr lang="en-US" altLang="zh-CN"/>
              <a:t>Challenges and next step</a:t>
            </a:r>
            <a:endParaRPr lang="zh-CN" altLang="en-US"/>
          </a:p>
        </p:txBody>
      </p:sp>
      <p:graphicFrame>
        <p:nvGraphicFramePr>
          <p:cNvPr id="12" name="内容占位符 11">
            <a:extLst>
              <a:ext uri="{FF2B5EF4-FFF2-40B4-BE49-F238E27FC236}">
                <a16:creationId xmlns:a16="http://schemas.microsoft.com/office/drawing/2014/main" id="{E2FA9167-9382-F0B1-2893-B52AC57C2CF3}"/>
              </a:ext>
            </a:extLst>
          </p:cNvPr>
          <p:cNvGraphicFramePr>
            <a:graphicFrameLocks noGrp="1"/>
          </p:cNvGraphicFramePr>
          <p:nvPr>
            <p:ph idx="1"/>
            <p:extLst>
              <p:ext uri="{D42A27DB-BD31-4B8C-83A1-F6EECF244321}">
                <p14:modId xmlns:p14="http://schemas.microsoft.com/office/powerpoint/2010/main" val="3371786150"/>
              </p:ext>
            </p:extLst>
          </p:nvPr>
        </p:nvGraphicFramePr>
        <p:xfrm>
          <a:off x="479425" y="1252551"/>
          <a:ext cx="11233148" cy="4552713"/>
        </p:xfrm>
        <a:graphic>
          <a:graphicData uri="http://schemas.openxmlformats.org/drawingml/2006/table">
            <a:tbl>
              <a:tblPr firstRow="1" bandRow="1">
                <a:tableStyleId>{5C22544A-7EE6-4342-B048-85BDC9FD1C3A}</a:tableStyleId>
              </a:tblPr>
              <a:tblGrid>
                <a:gridCol w="1901825">
                  <a:extLst>
                    <a:ext uri="{9D8B030D-6E8A-4147-A177-3AD203B41FA5}">
                      <a16:colId xmlns:a16="http://schemas.microsoft.com/office/drawing/2014/main" val="1057129775"/>
                    </a:ext>
                  </a:extLst>
                </a:gridCol>
                <a:gridCol w="2952750">
                  <a:extLst>
                    <a:ext uri="{9D8B030D-6E8A-4147-A177-3AD203B41FA5}">
                      <a16:colId xmlns:a16="http://schemas.microsoft.com/office/drawing/2014/main" val="3373041440"/>
                    </a:ext>
                  </a:extLst>
                </a:gridCol>
                <a:gridCol w="3570286">
                  <a:extLst>
                    <a:ext uri="{9D8B030D-6E8A-4147-A177-3AD203B41FA5}">
                      <a16:colId xmlns:a16="http://schemas.microsoft.com/office/drawing/2014/main" val="1982987120"/>
                    </a:ext>
                  </a:extLst>
                </a:gridCol>
                <a:gridCol w="2808287">
                  <a:extLst>
                    <a:ext uri="{9D8B030D-6E8A-4147-A177-3AD203B41FA5}">
                      <a16:colId xmlns:a16="http://schemas.microsoft.com/office/drawing/2014/main" val="1713994153"/>
                    </a:ext>
                  </a:extLst>
                </a:gridCol>
              </a:tblGrid>
              <a:tr h="686532">
                <a:tc gridSpan="2">
                  <a:txBody>
                    <a:bodyPr/>
                    <a:lstStyle/>
                    <a:p>
                      <a:pPr algn="ctr"/>
                      <a:r>
                        <a:rPr lang="en-US" altLang="zh-CN"/>
                        <a:t>Issues</a:t>
                      </a:r>
                      <a:endParaRPr lang="zh-CN" altLang="en-US"/>
                    </a:p>
                  </a:txBody>
                  <a:tcPr anchor="ctr"/>
                </a:tc>
                <a:tc hMerge="1">
                  <a:txBody>
                    <a:bodyPr/>
                    <a:lstStyle/>
                    <a:p>
                      <a:endParaRPr/>
                    </a:p>
                  </a:txBody>
                  <a:tcPr anchor="ctr"/>
                </a:tc>
                <a:tc>
                  <a:txBody>
                    <a:bodyPr/>
                    <a:lstStyle/>
                    <a:p>
                      <a:pPr algn="ctr"/>
                      <a:r>
                        <a:rPr lang="en-US" altLang="zh-CN"/>
                        <a:t>Follow up action</a:t>
                      </a:r>
                      <a:endParaRPr lang="zh-CN" altLang="en-US"/>
                    </a:p>
                  </a:txBody>
                  <a:tcPr anchor="ctr"/>
                </a:tc>
                <a:tc>
                  <a:txBody>
                    <a:bodyPr/>
                    <a:lstStyle/>
                    <a:p>
                      <a:pPr algn="ctr"/>
                      <a:r>
                        <a:rPr lang="en-US" altLang="zh-CN"/>
                        <a:t>Timeline </a:t>
                      </a:r>
                      <a:endParaRPr lang="zh-CN" altLang="en-US"/>
                    </a:p>
                  </a:txBody>
                  <a:tcPr anchor="ctr"/>
                </a:tc>
                <a:extLst>
                  <a:ext uri="{0D108BD9-81ED-4DB2-BD59-A6C34878D82A}">
                    <a16:rowId xmlns:a16="http://schemas.microsoft.com/office/drawing/2014/main" val="2518974975"/>
                  </a:ext>
                </a:extLst>
              </a:tr>
              <a:tr h="1050476">
                <a:tc>
                  <a:txBody>
                    <a:bodyPr/>
                    <a:lstStyle/>
                    <a:p>
                      <a:r>
                        <a:rPr lang="en-US" altLang="zh-CN" sz="1600"/>
                        <a:t>Study progress report to CDE</a:t>
                      </a:r>
                      <a:endParaRPr lang="zh-CN" altLang="en-US" sz="1600"/>
                    </a:p>
                  </a:txBody>
                  <a:tcPr anchor="ctr"/>
                </a:tc>
                <a:tc>
                  <a:txBody>
                    <a:bodyPr/>
                    <a:lstStyle/>
                    <a:p>
                      <a:r>
                        <a:rPr lang="en-US" altLang="zh-CN" sz="1600" kern="1200">
                          <a:solidFill>
                            <a:schemeClr val="dk1"/>
                          </a:solidFill>
                          <a:latin typeface="+mn-lt"/>
                          <a:ea typeface="+mn-ea"/>
                          <a:cs typeface="+mn-cs"/>
                        </a:rPr>
                        <a:t>Lack of latest data</a:t>
                      </a:r>
                      <a:endParaRPr lang="zh-CN" altLang="en-US" sz="1600" kern="1200">
                        <a:solidFill>
                          <a:schemeClr val="dk1"/>
                        </a:solidFill>
                        <a:latin typeface="+mn-lt"/>
                        <a:ea typeface="+mn-ea"/>
                        <a:cs typeface="+mn-cs"/>
                      </a:endParaRPr>
                    </a:p>
                  </a:txBody>
                  <a:tcPr anchor="ctr"/>
                </a:tc>
                <a:tc>
                  <a:txBody>
                    <a:bodyPr/>
                    <a:lstStyle/>
                    <a:p>
                      <a:pPr marL="342900" indent="-342900">
                        <a:buAutoNum type="arabicPeriod"/>
                      </a:pPr>
                      <a:r>
                        <a:rPr lang="en-US" altLang="zh-CN" sz="1600"/>
                        <a:t>Urge PI to provide the data and review the content of CDE file</a:t>
                      </a:r>
                    </a:p>
                    <a:p>
                      <a:pPr marL="342900" indent="-342900">
                        <a:buAutoNum type="arabicPeriod"/>
                      </a:pPr>
                      <a:r>
                        <a:rPr lang="en-US" altLang="zh-CN" sz="1600"/>
                        <a:t>Check the database on-site </a:t>
                      </a:r>
                      <a:endParaRPr lang="zh-CN" altLang="en-US" sz="1600"/>
                    </a:p>
                  </a:txBody>
                  <a:tcPr anchor="ctr"/>
                </a:tc>
                <a:tc>
                  <a:txBody>
                    <a:bodyPr/>
                    <a:lstStyle/>
                    <a:p>
                      <a:pPr marL="342900" indent="-342900">
                        <a:buAutoNum type="arabicPeriod"/>
                      </a:pPr>
                      <a:r>
                        <a:rPr lang="en-US" altLang="zh-CN" sz="1600" kern="1200">
                          <a:solidFill>
                            <a:schemeClr val="dk1"/>
                          </a:solidFill>
                          <a:latin typeface="+mn-lt"/>
                          <a:ea typeface="+mn-ea"/>
                          <a:cs typeface="+mn-cs"/>
                        </a:rPr>
                        <a:t>Continuously communicate with PI</a:t>
                      </a:r>
                    </a:p>
                    <a:p>
                      <a:pPr marL="342900" indent="-342900">
                        <a:buAutoNum type="arabicPeriod"/>
                      </a:pPr>
                      <a:r>
                        <a:rPr lang="en-US" altLang="zh-CN" sz="1600" kern="1200">
                          <a:solidFill>
                            <a:schemeClr val="dk1"/>
                          </a:solidFill>
                          <a:latin typeface="+mn-lt"/>
                          <a:ea typeface="+mn-ea"/>
                          <a:cs typeface="+mn-cs"/>
                        </a:rPr>
                        <a:t>Completed and found some issues</a:t>
                      </a:r>
                      <a:endParaRPr lang="zh-CN" altLang="en-US" sz="1600" kern="1200">
                        <a:solidFill>
                          <a:schemeClr val="dk1"/>
                        </a:solidFill>
                        <a:latin typeface="+mn-lt"/>
                        <a:ea typeface="+mn-ea"/>
                        <a:cs typeface="+mn-cs"/>
                      </a:endParaRPr>
                    </a:p>
                  </a:txBody>
                  <a:tcPr anchor="ctr"/>
                </a:tc>
                <a:extLst>
                  <a:ext uri="{0D108BD9-81ED-4DB2-BD59-A6C34878D82A}">
                    <a16:rowId xmlns:a16="http://schemas.microsoft.com/office/drawing/2014/main" val="3299397686"/>
                  </a:ext>
                </a:extLst>
              </a:tr>
              <a:tr h="2112849">
                <a:tc>
                  <a:txBody>
                    <a:bodyPr/>
                    <a:lstStyle/>
                    <a:p>
                      <a:r>
                        <a:rPr lang="en-US" altLang="zh-CN"/>
                        <a:t>Current status of data</a:t>
                      </a:r>
                      <a:endParaRPr lang="zh-CN" altLang="en-US"/>
                    </a:p>
                  </a:txBody>
                  <a:tcPr anchor="ctr"/>
                </a:tc>
                <a:tc>
                  <a:txBody>
                    <a:bodyPr/>
                    <a:lstStyle/>
                    <a:p>
                      <a:pPr marL="342900" indent="-342900">
                        <a:buAutoNum type="arabicPeriod"/>
                      </a:pPr>
                      <a:r>
                        <a:rPr lang="en-US" altLang="zh-CN" sz="1600"/>
                        <a:t>Available patients: 1,790 in the database; </a:t>
                      </a:r>
                    </a:p>
                    <a:p>
                      <a:pPr marL="342900" lvl="0" indent="-342900">
                        <a:buAutoNum type="arabicPeriod"/>
                      </a:pPr>
                      <a:r>
                        <a:rPr lang="en-US" altLang="zh-CN" sz="1600"/>
                        <a:t>Unclear diagnosis record of HFrEF/HFpEF;</a:t>
                      </a:r>
                    </a:p>
                    <a:p>
                      <a:pPr marL="342900" indent="-342900">
                        <a:buAutoNum type="arabicPeriod"/>
                      </a:pPr>
                      <a:r>
                        <a:rPr lang="en-US" altLang="zh-CN" sz="1600"/>
                        <a:t>Unstructured data including drug prescription and lab test ; </a:t>
                      </a:r>
                    </a:p>
                    <a:p>
                      <a:pPr marL="342900" indent="-342900">
                        <a:buAutoNum type="arabicPeriod"/>
                      </a:pPr>
                      <a:r>
                        <a:rPr lang="en-US" altLang="zh-CN" sz="1600"/>
                        <a:t>Lack of follow-up data</a:t>
                      </a:r>
                      <a:endParaRPr lang="zh-CN" altLang="en-US" sz="1600"/>
                    </a:p>
                  </a:txBody>
                  <a:tcPr anchor="ctr"/>
                </a:tc>
                <a:tc>
                  <a:txBody>
                    <a:bodyPr/>
                    <a:lstStyle/>
                    <a:p>
                      <a:r>
                        <a:rPr lang="en-US" altLang="zh-CN" sz="1600"/>
                        <a:t>Communicate with PI to improve database quality:</a:t>
                      </a:r>
                    </a:p>
                    <a:p>
                      <a:pPr marL="342900" indent="-342900">
                        <a:buAutoNum type="arabicPeriod"/>
                      </a:pPr>
                      <a:r>
                        <a:rPr lang="en-US" altLang="zh-CN" sz="1600"/>
                        <a:t>Improve diagnosis record of HFrEF and HFpEF</a:t>
                      </a:r>
                    </a:p>
                    <a:p>
                      <a:pPr marL="342900" indent="-342900">
                        <a:buAutoNum type="arabicPeriod"/>
                      </a:pPr>
                      <a:r>
                        <a:rPr lang="en-US" altLang="zh-CN" sz="1600"/>
                        <a:t>Need further data curation for unstructured data</a:t>
                      </a:r>
                      <a:endParaRPr lang="zh-CN" altLang="en-US" sz="1600"/>
                    </a:p>
                    <a:p>
                      <a:pPr marL="342900" lvl="0" indent="-342900">
                        <a:buAutoNum type="arabicPeriod"/>
                      </a:pPr>
                      <a:r>
                        <a:rPr lang="en-US" altLang="zh-CN" sz="1600"/>
                        <a:t>Improve follow-up visit record</a:t>
                      </a:r>
                      <a:endParaRPr lang="zh-CN" altLang="en-US" sz="1600"/>
                    </a:p>
                  </a:txBody>
                  <a:tcPr anchor="ctr"/>
                </a:tc>
                <a:tc>
                  <a:txBody>
                    <a:bodyPr/>
                    <a:lstStyle/>
                    <a:p>
                      <a:pPr marL="0" indent="0" algn="l" defTabSz="914400" rtl="0" eaLnBrk="1" latinLnBrk="0" hangingPunct="1">
                        <a:buNone/>
                      </a:pPr>
                      <a:r>
                        <a:rPr lang="en-US" altLang="zh-CN" sz="1600" kern="1200">
                          <a:solidFill>
                            <a:schemeClr val="dk1"/>
                          </a:solidFill>
                          <a:latin typeface="+mn-lt"/>
                          <a:ea typeface="+mn-ea"/>
                          <a:cs typeface="+mn-cs"/>
                        </a:rPr>
                        <a:t>Next on-site visit (expected within this week)</a:t>
                      </a:r>
                      <a:endParaRPr lang="zh-CN" altLang="en-US" sz="1600" kern="1200">
                        <a:solidFill>
                          <a:schemeClr val="dk1"/>
                        </a:solidFill>
                        <a:latin typeface="+mn-lt"/>
                        <a:ea typeface="+mn-ea"/>
                        <a:cs typeface="+mn-cs"/>
                      </a:endParaRPr>
                    </a:p>
                  </a:txBody>
                  <a:tcPr anchor="ctr"/>
                </a:tc>
                <a:extLst>
                  <a:ext uri="{0D108BD9-81ED-4DB2-BD59-A6C34878D82A}">
                    <a16:rowId xmlns:a16="http://schemas.microsoft.com/office/drawing/2014/main" val="1484854218"/>
                  </a:ext>
                </a:extLst>
              </a:tr>
              <a:tr h="686532">
                <a:tc>
                  <a:txBody>
                    <a:bodyPr/>
                    <a:lstStyle/>
                    <a:p>
                      <a:r>
                        <a:rPr lang="en-US" altLang="zh-CN"/>
                        <a:t>PI challenge</a:t>
                      </a:r>
                      <a:endParaRPr lang="zh-CN" altLang="en-US"/>
                    </a:p>
                  </a:txBody>
                  <a:tcPr anchor="ctr"/>
                </a:tc>
                <a:tc>
                  <a:txBody>
                    <a:bodyPr/>
                    <a:lstStyle/>
                    <a:p>
                      <a:r>
                        <a:rPr lang="en-US" altLang="zh-CN" sz="1600" kern="1200">
                          <a:solidFill>
                            <a:schemeClr val="dk1"/>
                          </a:solidFill>
                          <a:latin typeface="+mn-lt"/>
                          <a:ea typeface="+mn-ea"/>
                          <a:cs typeface="+mn-cs"/>
                        </a:rPr>
                        <a:t>Negative collaboration </a:t>
                      </a:r>
                      <a:endParaRPr lang="zh-CN" altLang="en-US" sz="1600" kern="1200">
                        <a:solidFill>
                          <a:schemeClr val="dk1"/>
                        </a:solidFill>
                        <a:latin typeface="+mn-lt"/>
                        <a:ea typeface="+mn-ea"/>
                        <a:cs typeface="+mn-cs"/>
                      </a:endParaRPr>
                    </a:p>
                  </a:txBody>
                  <a:tcPr anchor="ctr"/>
                </a:tc>
                <a:tc>
                  <a:txBody>
                    <a:bodyPr/>
                    <a:lstStyle/>
                    <a:p>
                      <a:r>
                        <a:rPr lang="en-US" altLang="zh-CN" sz="1600" kern="1200">
                          <a:solidFill>
                            <a:schemeClr val="dk1"/>
                          </a:solidFill>
                          <a:latin typeface="+mn-lt"/>
                          <a:ea typeface="+mn-ea"/>
                          <a:cs typeface="+mn-cs"/>
                        </a:rPr>
                        <a:t>Further engagement with PI</a:t>
                      </a:r>
                      <a:endParaRPr lang="zh-CN" altLang="en-US" sz="1600" kern="1200">
                        <a:solidFill>
                          <a:schemeClr val="dk1"/>
                        </a:solidFill>
                        <a:latin typeface="+mn-lt"/>
                        <a:ea typeface="+mn-ea"/>
                        <a:cs typeface="+mn-cs"/>
                      </a:endParaRPr>
                    </a:p>
                  </a:txBody>
                  <a:tcPr anchor="ctr"/>
                </a:tc>
                <a:tc>
                  <a:txBody>
                    <a:bodyPr/>
                    <a:lstStyle/>
                    <a:p>
                      <a:r>
                        <a:rPr lang="en-US" altLang="zh-CN" sz="1600" kern="1200">
                          <a:solidFill>
                            <a:schemeClr val="dk1"/>
                          </a:solidFill>
                          <a:latin typeface="+mn-lt"/>
                          <a:ea typeface="+mn-ea"/>
                          <a:cs typeface="+mn-cs"/>
                        </a:rPr>
                        <a:t>Continuously </a:t>
                      </a:r>
                      <a:endParaRPr lang="zh-CN" altLang="en-US" sz="1600" kern="1200">
                        <a:solidFill>
                          <a:schemeClr val="dk1"/>
                        </a:solidFill>
                        <a:latin typeface="+mn-lt"/>
                        <a:ea typeface="+mn-ea"/>
                        <a:cs typeface="+mn-cs"/>
                      </a:endParaRPr>
                    </a:p>
                  </a:txBody>
                  <a:tcPr anchor="ctr"/>
                </a:tc>
                <a:extLst>
                  <a:ext uri="{0D108BD9-81ED-4DB2-BD59-A6C34878D82A}">
                    <a16:rowId xmlns:a16="http://schemas.microsoft.com/office/drawing/2014/main" val="3691485786"/>
                  </a:ext>
                </a:extLst>
              </a:tr>
            </a:tbl>
          </a:graphicData>
        </a:graphic>
      </p:graphicFrame>
      <p:sp>
        <p:nvSpPr>
          <p:cNvPr id="8" name="文本占位符 7">
            <a:extLst>
              <a:ext uri="{FF2B5EF4-FFF2-40B4-BE49-F238E27FC236}">
                <a16:creationId xmlns:a16="http://schemas.microsoft.com/office/drawing/2014/main" id="{363941C2-E59A-CD49-DDAD-2B84A6AE543C}"/>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352382A7-FF57-AC32-3E92-1D72E3E0F498}"/>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0BFC14B6-66C9-5704-8D7B-621B1227831A}"/>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4238621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C5FB3-1C06-02FE-3BCD-3129603E20E5}"/>
              </a:ext>
            </a:extLst>
          </p:cNvPr>
          <p:cNvSpPr>
            <a:spLocks noGrp="1"/>
          </p:cNvSpPr>
          <p:nvPr>
            <p:ph type="title"/>
          </p:nvPr>
        </p:nvSpPr>
        <p:spPr/>
        <p:txBody>
          <a:bodyPr/>
          <a:lstStyle/>
          <a:p>
            <a:r>
              <a:rPr lang="en-US" altLang="zh-CN"/>
              <a:t>Metalyse</a:t>
            </a:r>
            <a:endParaRPr lang="zh-CN" altLang="en-US"/>
          </a:p>
        </p:txBody>
      </p:sp>
      <p:sp>
        <p:nvSpPr>
          <p:cNvPr id="3" name="副标题 2">
            <a:extLst>
              <a:ext uri="{FF2B5EF4-FFF2-40B4-BE49-F238E27FC236}">
                <a16:creationId xmlns:a16="http://schemas.microsoft.com/office/drawing/2014/main" id="{AEFD857E-910D-9125-3F3B-574A800C3860}"/>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8F2527C9-F2AF-EEAF-65C0-0D278F3816C5}"/>
              </a:ext>
            </a:extLst>
          </p:cNvPr>
          <p:cNvSpPr>
            <a:spLocks noGrp="1"/>
          </p:cNvSpPr>
          <p:nvPr>
            <p:ph type="sldNum" sz="quarter" idx="16"/>
          </p:nvPr>
        </p:nvSpPr>
        <p:spPr/>
        <p:txBody>
          <a:bodyPr/>
          <a:lstStyle/>
          <a:p>
            <a:fld id="{8FF9B0DE-3FEB-4AA0-B465-B80EF7C1333D}" type="slidenum">
              <a:rPr lang="en-US" smtClean="0"/>
              <a:pPr/>
              <a:t>11</a:t>
            </a:fld>
            <a:endParaRPr lang="en-US"/>
          </a:p>
        </p:txBody>
      </p:sp>
    </p:spTree>
    <p:extLst>
      <p:ext uri="{BB962C8B-B14F-4D97-AF65-F5344CB8AC3E}">
        <p14:creationId xmlns:p14="http://schemas.microsoft.com/office/powerpoint/2010/main" val="420292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E58266-F502-470C-58F5-B2A61A8320F6}"/>
              </a:ext>
            </a:extLst>
          </p:cNvPr>
          <p:cNvSpPr>
            <a:spLocks noGrp="1"/>
          </p:cNvSpPr>
          <p:nvPr>
            <p:ph type="title"/>
          </p:nvPr>
        </p:nvSpPr>
        <p:spPr>
          <a:xfrm>
            <a:off x="355828" y="477602"/>
            <a:ext cx="11233151" cy="720000"/>
          </a:xfrm>
        </p:spPr>
        <p:txBody>
          <a:bodyPr/>
          <a:lstStyle/>
          <a:p>
            <a:r>
              <a:rPr kumimoji="0" lang="en-US" altLang="zh-CN" sz="2500" b="1" i="0" u="none" strike="noStrike" kern="1200" cap="none" spc="0" normalizeH="0" baseline="0" noProof="0">
                <a:ln>
                  <a:noFill/>
                </a:ln>
                <a:solidFill>
                  <a:srgbClr val="08312A"/>
                </a:solidFill>
                <a:effectLst/>
                <a:uLnTx/>
                <a:uFillTx/>
                <a:latin typeface="Boehringer Forward Head"/>
                <a:ea typeface="+mj-ea"/>
                <a:cs typeface="+mj-cs"/>
              </a:rPr>
              <a:t>Metalyse Development Plan (TENACITY - Late time window indication)</a:t>
            </a:r>
            <a:endParaRPr lang="zh-CN" altLang="en-US"/>
          </a:p>
        </p:txBody>
      </p:sp>
      <p:sp>
        <p:nvSpPr>
          <p:cNvPr id="5" name="页脚占位符 4">
            <a:extLst>
              <a:ext uri="{FF2B5EF4-FFF2-40B4-BE49-F238E27FC236}">
                <a16:creationId xmlns:a16="http://schemas.microsoft.com/office/drawing/2014/main" id="{90AA29C2-73D8-FB3E-CBBB-92FCB20AE2C6}"/>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dirty="0">
                <a:ln>
                  <a:noFill/>
                </a:ln>
                <a:solidFill>
                  <a:srgbClr val="08312A"/>
                </a:solidFill>
                <a:effectLst/>
                <a:uLnTx/>
                <a:uFillTx/>
                <a:latin typeface="Boehringer Forward Text"/>
                <a:ea typeface="+mn-ea"/>
                <a:cs typeface="+mn-cs"/>
              </a:rPr>
              <a:t>Presentation title    |    ONLY FOR INTERNAL USE</a:t>
            </a:r>
          </a:p>
        </p:txBody>
      </p:sp>
      <p:sp>
        <p:nvSpPr>
          <p:cNvPr id="6" name="灯片编号占位符 5">
            <a:extLst>
              <a:ext uri="{FF2B5EF4-FFF2-40B4-BE49-F238E27FC236}">
                <a16:creationId xmlns:a16="http://schemas.microsoft.com/office/drawing/2014/main" id="{29E36A3A-5AEC-D0C1-E20E-E677A5CB442F}"/>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7" name="表格 6">
            <a:extLst>
              <a:ext uri="{FF2B5EF4-FFF2-40B4-BE49-F238E27FC236}">
                <a16:creationId xmlns:a16="http://schemas.microsoft.com/office/drawing/2014/main" id="{3AE6136D-A5B5-1ABF-798A-7EECEA43A0AB}"/>
              </a:ext>
            </a:extLst>
          </p:cNvPr>
          <p:cNvGraphicFramePr>
            <a:graphicFrameLocks noGrp="1"/>
          </p:cNvGraphicFramePr>
          <p:nvPr/>
        </p:nvGraphicFramePr>
        <p:xfrm>
          <a:off x="1060741" y="1317085"/>
          <a:ext cx="10615280" cy="510540"/>
        </p:xfrm>
        <a:graphic>
          <a:graphicData uri="http://schemas.openxmlformats.org/drawingml/2006/table">
            <a:tbl>
              <a:tblPr firstRow="1" bandRow="1">
                <a:tableStyleId>{5C22544A-7EE6-4342-B048-85BDC9FD1C3A}</a:tableStyleId>
              </a:tblPr>
              <a:tblGrid>
                <a:gridCol w="530764">
                  <a:extLst>
                    <a:ext uri="{9D8B030D-6E8A-4147-A177-3AD203B41FA5}">
                      <a16:colId xmlns:a16="http://schemas.microsoft.com/office/drawing/2014/main" val="3785311854"/>
                    </a:ext>
                  </a:extLst>
                </a:gridCol>
                <a:gridCol w="530764">
                  <a:extLst>
                    <a:ext uri="{9D8B030D-6E8A-4147-A177-3AD203B41FA5}">
                      <a16:colId xmlns:a16="http://schemas.microsoft.com/office/drawing/2014/main" val="3932488537"/>
                    </a:ext>
                  </a:extLst>
                </a:gridCol>
                <a:gridCol w="530764">
                  <a:extLst>
                    <a:ext uri="{9D8B030D-6E8A-4147-A177-3AD203B41FA5}">
                      <a16:colId xmlns:a16="http://schemas.microsoft.com/office/drawing/2014/main" val="3394873220"/>
                    </a:ext>
                  </a:extLst>
                </a:gridCol>
                <a:gridCol w="530764">
                  <a:extLst>
                    <a:ext uri="{9D8B030D-6E8A-4147-A177-3AD203B41FA5}">
                      <a16:colId xmlns:a16="http://schemas.microsoft.com/office/drawing/2014/main" val="403805082"/>
                    </a:ext>
                  </a:extLst>
                </a:gridCol>
                <a:gridCol w="530764">
                  <a:extLst>
                    <a:ext uri="{9D8B030D-6E8A-4147-A177-3AD203B41FA5}">
                      <a16:colId xmlns:a16="http://schemas.microsoft.com/office/drawing/2014/main" val="1502066311"/>
                    </a:ext>
                  </a:extLst>
                </a:gridCol>
                <a:gridCol w="530764">
                  <a:extLst>
                    <a:ext uri="{9D8B030D-6E8A-4147-A177-3AD203B41FA5}">
                      <a16:colId xmlns:a16="http://schemas.microsoft.com/office/drawing/2014/main" val="1078825649"/>
                    </a:ext>
                  </a:extLst>
                </a:gridCol>
                <a:gridCol w="530764">
                  <a:extLst>
                    <a:ext uri="{9D8B030D-6E8A-4147-A177-3AD203B41FA5}">
                      <a16:colId xmlns:a16="http://schemas.microsoft.com/office/drawing/2014/main" val="307221141"/>
                    </a:ext>
                  </a:extLst>
                </a:gridCol>
                <a:gridCol w="530764">
                  <a:extLst>
                    <a:ext uri="{9D8B030D-6E8A-4147-A177-3AD203B41FA5}">
                      <a16:colId xmlns:a16="http://schemas.microsoft.com/office/drawing/2014/main" val="4263978768"/>
                    </a:ext>
                  </a:extLst>
                </a:gridCol>
                <a:gridCol w="530764">
                  <a:extLst>
                    <a:ext uri="{9D8B030D-6E8A-4147-A177-3AD203B41FA5}">
                      <a16:colId xmlns:a16="http://schemas.microsoft.com/office/drawing/2014/main" val="2415447908"/>
                    </a:ext>
                  </a:extLst>
                </a:gridCol>
                <a:gridCol w="530764">
                  <a:extLst>
                    <a:ext uri="{9D8B030D-6E8A-4147-A177-3AD203B41FA5}">
                      <a16:colId xmlns:a16="http://schemas.microsoft.com/office/drawing/2014/main" val="457411630"/>
                    </a:ext>
                  </a:extLst>
                </a:gridCol>
                <a:gridCol w="530764">
                  <a:extLst>
                    <a:ext uri="{9D8B030D-6E8A-4147-A177-3AD203B41FA5}">
                      <a16:colId xmlns:a16="http://schemas.microsoft.com/office/drawing/2014/main" val="3912468353"/>
                    </a:ext>
                  </a:extLst>
                </a:gridCol>
                <a:gridCol w="530764">
                  <a:extLst>
                    <a:ext uri="{9D8B030D-6E8A-4147-A177-3AD203B41FA5}">
                      <a16:colId xmlns:a16="http://schemas.microsoft.com/office/drawing/2014/main" val="4023208423"/>
                    </a:ext>
                  </a:extLst>
                </a:gridCol>
                <a:gridCol w="530764">
                  <a:extLst>
                    <a:ext uri="{9D8B030D-6E8A-4147-A177-3AD203B41FA5}">
                      <a16:colId xmlns:a16="http://schemas.microsoft.com/office/drawing/2014/main" val="3166337906"/>
                    </a:ext>
                  </a:extLst>
                </a:gridCol>
                <a:gridCol w="530764">
                  <a:extLst>
                    <a:ext uri="{9D8B030D-6E8A-4147-A177-3AD203B41FA5}">
                      <a16:colId xmlns:a16="http://schemas.microsoft.com/office/drawing/2014/main" val="3573938434"/>
                    </a:ext>
                  </a:extLst>
                </a:gridCol>
                <a:gridCol w="530764">
                  <a:extLst>
                    <a:ext uri="{9D8B030D-6E8A-4147-A177-3AD203B41FA5}">
                      <a16:colId xmlns:a16="http://schemas.microsoft.com/office/drawing/2014/main" val="21364384"/>
                    </a:ext>
                  </a:extLst>
                </a:gridCol>
                <a:gridCol w="530764">
                  <a:extLst>
                    <a:ext uri="{9D8B030D-6E8A-4147-A177-3AD203B41FA5}">
                      <a16:colId xmlns:a16="http://schemas.microsoft.com/office/drawing/2014/main" val="3513749545"/>
                    </a:ext>
                  </a:extLst>
                </a:gridCol>
                <a:gridCol w="530764">
                  <a:extLst>
                    <a:ext uri="{9D8B030D-6E8A-4147-A177-3AD203B41FA5}">
                      <a16:colId xmlns:a16="http://schemas.microsoft.com/office/drawing/2014/main" val="2591754953"/>
                    </a:ext>
                  </a:extLst>
                </a:gridCol>
                <a:gridCol w="530764">
                  <a:extLst>
                    <a:ext uri="{9D8B030D-6E8A-4147-A177-3AD203B41FA5}">
                      <a16:colId xmlns:a16="http://schemas.microsoft.com/office/drawing/2014/main" val="3436882205"/>
                    </a:ext>
                  </a:extLst>
                </a:gridCol>
                <a:gridCol w="530764">
                  <a:extLst>
                    <a:ext uri="{9D8B030D-6E8A-4147-A177-3AD203B41FA5}">
                      <a16:colId xmlns:a16="http://schemas.microsoft.com/office/drawing/2014/main" val="1858644724"/>
                    </a:ext>
                  </a:extLst>
                </a:gridCol>
                <a:gridCol w="530764">
                  <a:extLst>
                    <a:ext uri="{9D8B030D-6E8A-4147-A177-3AD203B41FA5}">
                      <a16:colId xmlns:a16="http://schemas.microsoft.com/office/drawing/2014/main" val="3126517440"/>
                    </a:ext>
                  </a:extLst>
                </a:gridCol>
              </a:tblGrid>
              <a:tr h="200057">
                <a:tc gridSpan="4">
                  <a:txBody>
                    <a:bodyPr/>
                    <a:lstStyle/>
                    <a:p>
                      <a:pPr algn="ctr"/>
                      <a:r>
                        <a:rPr lang="en-US" altLang="zh-CN" sz="1050"/>
                        <a:t>2025</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2026</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2027</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2028</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2029</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extLst>
                  <a:ext uri="{0D108BD9-81ED-4DB2-BD59-A6C34878D82A}">
                    <a16:rowId xmlns:a16="http://schemas.microsoft.com/office/drawing/2014/main" val="2760742378"/>
                  </a:ext>
                </a:extLst>
              </a:tr>
              <a:tr h="200057">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extLst>
                  <a:ext uri="{0D108BD9-81ED-4DB2-BD59-A6C34878D82A}">
                    <a16:rowId xmlns:a16="http://schemas.microsoft.com/office/drawing/2014/main" val="3089569247"/>
                  </a:ext>
                </a:extLst>
              </a:tr>
            </a:tbl>
          </a:graphicData>
        </a:graphic>
      </p:graphicFrame>
      <p:sp>
        <p:nvSpPr>
          <p:cNvPr id="8" name="文本框 7">
            <a:extLst>
              <a:ext uri="{FF2B5EF4-FFF2-40B4-BE49-F238E27FC236}">
                <a16:creationId xmlns:a16="http://schemas.microsoft.com/office/drawing/2014/main" id="{8102CF76-6886-7567-88EF-2CEC0BCEE50D}"/>
              </a:ext>
            </a:extLst>
          </p:cNvPr>
          <p:cNvSpPr txBox="1"/>
          <p:nvPr/>
        </p:nvSpPr>
        <p:spPr bwMode="gray">
          <a:xfrm>
            <a:off x="874862" y="4184574"/>
            <a:ext cx="51844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Jan 10 </a:t>
            </a:r>
          </a:p>
        </p:txBody>
      </p:sp>
      <p:grpSp>
        <p:nvGrpSpPr>
          <p:cNvPr id="9" name="组合 8">
            <a:extLst>
              <a:ext uri="{FF2B5EF4-FFF2-40B4-BE49-F238E27FC236}">
                <a16:creationId xmlns:a16="http://schemas.microsoft.com/office/drawing/2014/main" id="{5312CD72-082A-889D-04E5-0DB475F90B70}"/>
              </a:ext>
            </a:extLst>
          </p:cNvPr>
          <p:cNvGrpSpPr/>
          <p:nvPr/>
        </p:nvGrpSpPr>
        <p:grpSpPr>
          <a:xfrm>
            <a:off x="36555" y="4460394"/>
            <a:ext cx="999295" cy="388377"/>
            <a:chOff x="0" y="3230959"/>
            <a:chExt cx="1078256" cy="447229"/>
          </a:xfrm>
        </p:grpSpPr>
        <p:grpSp>
          <p:nvGrpSpPr>
            <p:cNvPr id="10" name="Group 14">
              <a:extLst>
                <a:ext uri="{FF2B5EF4-FFF2-40B4-BE49-F238E27FC236}">
                  <a16:creationId xmlns:a16="http://schemas.microsoft.com/office/drawing/2014/main" id="{46E4B9F6-3710-093D-2C95-1309DA77866D}"/>
                </a:ext>
              </a:extLst>
            </p:cNvPr>
            <p:cNvGrpSpPr/>
            <p:nvPr/>
          </p:nvGrpSpPr>
          <p:grpSpPr>
            <a:xfrm>
              <a:off x="0" y="3230959"/>
              <a:ext cx="1078256" cy="447229"/>
              <a:chOff x="0" y="2654487"/>
              <a:chExt cx="808692" cy="335422"/>
            </a:xfrm>
          </p:grpSpPr>
          <p:sp>
            <p:nvSpPr>
              <p:cNvPr id="12" name="Freeform: Shape 152">
                <a:extLst>
                  <a:ext uri="{FF2B5EF4-FFF2-40B4-BE49-F238E27FC236}">
                    <a16:creationId xmlns:a16="http://schemas.microsoft.com/office/drawing/2014/main" id="{9CB55AAC-BD0E-A667-291C-6789F8DB96D5}"/>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13" name="Oval 134">
                <a:extLst>
                  <a:ext uri="{FF2B5EF4-FFF2-40B4-BE49-F238E27FC236}">
                    <a16:creationId xmlns:a16="http://schemas.microsoft.com/office/drawing/2014/main" id="{2C8EC00B-BB93-374A-EFD7-126FDC0D2435}"/>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14" name="Rectangle: Rounded Corners 116">
                <a:extLst>
                  <a:ext uri="{FF2B5EF4-FFF2-40B4-BE49-F238E27FC236}">
                    <a16:creationId xmlns:a16="http://schemas.microsoft.com/office/drawing/2014/main" id="{C9691F43-40EA-D43A-9E1A-D1077BE9E28E}"/>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grpSp>
        <p:pic>
          <p:nvPicPr>
            <p:cNvPr id="11" name="Picture 2" descr="Image result for China flag circle png">
              <a:extLst>
                <a:ext uri="{FF2B5EF4-FFF2-40B4-BE49-F238E27FC236}">
                  <a16:creationId xmlns:a16="http://schemas.microsoft.com/office/drawing/2014/main" id="{0306F4B5-485B-D7AA-C3B1-E564F6C5AB9E}"/>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组合 14">
            <a:extLst>
              <a:ext uri="{FF2B5EF4-FFF2-40B4-BE49-F238E27FC236}">
                <a16:creationId xmlns:a16="http://schemas.microsoft.com/office/drawing/2014/main" id="{D51A559A-EE0C-9140-65E6-8CE30CB02016}"/>
              </a:ext>
            </a:extLst>
          </p:cNvPr>
          <p:cNvGrpSpPr/>
          <p:nvPr/>
        </p:nvGrpSpPr>
        <p:grpSpPr>
          <a:xfrm>
            <a:off x="47280" y="2473120"/>
            <a:ext cx="1013461" cy="388379"/>
            <a:chOff x="16026" y="1475391"/>
            <a:chExt cx="1078255" cy="447229"/>
          </a:xfrm>
        </p:grpSpPr>
        <p:sp>
          <p:nvSpPr>
            <p:cNvPr id="16" name="Freeform: Shape 147">
              <a:extLst>
                <a:ext uri="{FF2B5EF4-FFF2-40B4-BE49-F238E27FC236}">
                  <a16:creationId xmlns:a16="http://schemas.microsoft.com/office/drawing/2014/main" id="{88106366-3166-DC17-985D-145DBA5D9E5E}"/>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EU</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17" name="Oval 4">
              <a:extLst>
                <a:ext uri="{FF2B5EF4-FFF2-40B4-BE49-F238E27FC236}">
                  <a16:creationId xmlns:a16="http://schemas.microsoft.com/office/drawing/2014/main" id="{E6B439E6-7F2B-8A0B-78A8-474C270E970A}"/>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18" name="Rectangle: Rounded Corners 116">
              <a:extLst>
                <a:ext uri="{FF2B5EF4-FFF2-40B4-BE49-F238E27FC236}">
                  <a16:creationId xmlns:a16="http://schemas.microsoft.com/office/drawing/2014/main" id="{94090302-3909-8473-51D4-8A639BC5A66C}"/>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19" name="Picture 6" descr="Image result for world circle png">
              <a:extLst>
                <a:ext uri="{FF2B5EF4-FFF2-40B4-BE49-F238E27FC236}">
                  <a16:creationId xmlns:a16="http://schemas.microsoft.com/office/drawing/2014/main" id="{9CCDA631-678E-A9C2-0EF8-D3E052A7C0CE}"/>
                </a:ext>
              </a:extLst>
            </p:cNvPr>
            <p:cNvPicPr>
              <a:picLocks noChangeAspect="1" noChangeArrowheads="1"/>
            </p:cNvPicPr>
            <p:nvPr/>
          </p:nvPicPr>
          <p:blipFill rotWithShape="1">
            <a:blip r:embed="rId28" cstate="print">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文本框 19">
            <a:extLst>
              <a:ext uri="{FF2B5EF4-FFF2-40B4-BE49-F238E27FC236}">
                <a16:creationId xmlns:a16="http://schemas.microsoft.com/office/drawing/2014/main" id="{B898F0AD-6DD2-CBDF-05A6-8FD9B3F533E8}"/>
              </a:ext>
            </a:extLst>
          </p:cNvPr>
          <p:cNvSpPr txBox="1"/>
          <p:nvPr/>
        </p:nvSpPr>
        <p:spPr bwMode="gray">
          <a:xfrm>
            <a:off x="1518410" y="2320796"/>
            <a:ext cx="351058"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Mar 27</a:t>
            </a:r>
          </a:p>
        </p:txBody>
      </p:sp>
      <p:pic>
        <p:nvPicPr>
          <p:cNvPr id="21" name="Picture 2">
            <a:extLst>
              <a:ext uri="{FF2B5EF4-FFF2-40B4-BE49-F238E27FC236}">
                <a16:creationId xmlns:a16="http://schemas.microsoft.com/office/drawing/2014/main" id="{E744B54A-54A1-FB5D-BC12-6072020986F1}"/>
              </a:ext>
            </a:extLst>
          </p:cNvPr>
          <p:cNvPicPr>
            <a:picLocks noChangeAspect="1"/>
          </p:cNvPicPr>
          <p:nvPr/>
        </p:nvPicPr>
        <p:blipFill>
          <a:blip r:embed="rId29"/>
          <a:stretch>
            <a:fillRect/>
          </a:stretch>
        </p:blipFill>
        <p:spPr>
          <a:xfrm>
            <a:off x="10800000" y="360000"/>
            <a:ext cx="1208232" cy="491197"/>
          </a:xfrm>
          <a:prstGeom prst="rect">
            <a:avLst/>
          </a:prstGeom>
        </p:spPr>
      </p:pic>
      <p:sp>
        <p:nvSpPr>
          <p:cNvPr id="24" name="OTLSHAPE_T_e17f3958430f4cff8650518c93c7635e_Shape">
            <a:extLst>
              <a:ext uri="{FF2B5EF4-FFF2-40B4-BE49-F238E27FC236}">
                <a16:creationId xmlns:a16="http://schemas.microsoft.com/office/drawing/2014/main" id="{590373D5-EAD9-B854-9D89-98FD193C6E51}"/>
              </a:ext>
            </a:extLst>
          </p:cNvPr>
          <p:cNvSpPr/>
          <p:nvPr>
            <p:custDataLst>
              <p:tags r:id="rId1"/>
            </p:custDataLst>
          </p:nvPr>
        </p:nvSpPr>
        <p:spPr bwMode="auto">
          <a:xfrm>
            <a:off x="3525832" y="4496995"/>
            <a:ext cx="2972914" cy="324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30 sites, N=~339</a:t>
            </a:r>
          </a:p>
        </p:txBody>
      </p:sp>
      <p:sp>
        <p:nvSpPr>
          <p:cNvPr id="25" name="OTLSHAPE_T_e17f3958430f4cff8650518c93c7635e_StartDate">
            <a:extLst>
              <a:ext uri="{FF2B5EF4-FFF2-40B4-BE49-F238E27FC236}">
                <a16:creationId xmlns:a16="http://schemas.microsoft.com/office/drawing/2014/main" id="{1D26DF0B-6697-665B-F30B-D182AA391B2B}"/>
              </a:ext>
            </a:extLst>
          </p:cNvPr>
          <p:cNvSpPr txBox="1"/>
          <p:nvPr>
            <p:custDataLst>
              <p:tags r:id="rId2"/>
            </p:custDataLst>
          </p:nvPr>
        </p:nvSpPr>
        <p:spPr>
          <a:xfrm>
            <a:off x="2981385" y="4227014"/>
            <a:ext cx="109643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Feb 2026</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26" name="OTLSHAPE_T_e17f3958430f4cff8650518c93c7635e_Shape">
            <a:extLst>
              <a:ext uri="{FF2B5EF4-FFF2-40B4-BE49-F238E27FC236}">
                <a16:creationId xmlns:a16="http://schemas.microsoft.com/office/drawing/2014/main" id="{C35A7A54-3B12-6BDD-D0F2-C0C6B4C4B71D}"/>
              </a:ext>
            </a:extLst>
          </p:cNvPr>
          <p:cNvSpPr/>
          <p:nvPr>
            <p:custDataLst>
              <p:tags r:id="rId3"/>
            </p:custDataLst>
          </p:nvPr>
        </p:nvSpPr>
        <p:spPr bwMode="auto">
          <a:xfrm>
            <a:off x="2327273" y="4496995"/>
            <a:ext cx="1200727" cy="324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7" name="OTLSHAPE_T_e17f3958430f4cff8650518c93c7635e_StartDate">
            <a:extLst>
              <a:ext uri="{FF2B5EF4-FFF2-40B4-BE49-F238E27FC236}">
                <a16:creationId xmlns:a16="http://schemas.microsoft.com/office/drawing/2014/main" id="{4B8CB3D4-6708-63F3-A0D3-BB975B15B7E3}"/>
              </a:ext>
            </a:extLst>
          </p:cNvPr>
          <p:cNvSpPr txBox="1"/>
          <p:nvPr>
            <p:custDataLst>
              <p:tags r:id="rId4"/>
            </p:custDataLst>
          </p:nvPr>
        </p:nvSpPr>
        <p:spPr>
          <a:xfrm>
            <a:off x="2055495" y="4235806"/>
            <a:ext cx="910164"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8 Aug 2025</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28" name="Rectangle 77">
            <a:extLst>
              <a:ext uri="{FF2B5EF4-FFF2-40B4-BE49-F238E27FC236}">
                <a16:creationId xmlns:a16="http://schemas.microsoft.com/office/drawing/2014/main" id="{1F1ECB6D-F682-3E32-F8D7-D198749B72A2}"/>
              </a:ext>
            </a:extLst>
          </p:cNvPr>
          <p:cNvSpPr/>
          <p:nvPr/>
        </p:nvSpPr>
        <p:spPr>
          <a:xfrm>
            <a:off x="3253986" y="4992170"/>
            <a:ext cx="626660" cy="246221"/>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1</a:t>
            </a:r>
            <a:r>
              <a:rPr kumimoji="0" lang="en-US" altLang="zh-CN" sz="1000" b="1" i="0" u="none" strike="noStrike" kern="1200" cap="none" spc="0" normalizeH="0" baseline="3000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st</a:t>
            </a: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9" name="OTLSHAPE_M_39ea6ebc19a94c9fab6ef5006c31df58_Shape">
            <a:extLst>
              <a:ext uri="{FF2B5EF4-FFF2-40B4-BE49-F238E27FC236}">
                <a16:creationId xmlns:a16="http://schemas.microsoft.com/office/drawing/2014/main" id="{0905811D-38C7-7CDE-0488-0E2CD7A0E851}"/>
              </a:ext>
            </a:extLst>
          </p:cNvPr>
          <p:cNvSpPr/>
          <p:nvPr>
            <p:custDataLst>
              <p:tags r:id="rId5"/>
            </p:custDataLst>
          </p:nvPr>
        </p:nvSpPr>
        <p:spPr bwMode="auto">
          <a:xfrm rot="16200000">
            <a:off x="2391210" y="474199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0" name="OTLSHAPE_M_39ea6ebc19a94c9fab6ef5006c31df58_Title">
            <a:extLst>
              <a:ext uri="{FF2B5EF4-FFF2-40B4-BE49-F238E27FC236}">
                <a16:creationId xmlns:a16="http://schemas.microsoft.com/office/drawing/2014/main" id="{C44A83CC-2589-9F8D-C283-E935DC557262}"/>
              </a:ext>
            </a:extLst>
          </p:cNvPr>
          <p:cNvSpPr txBox="1"/>
          <p:nvPr>
            <p:custDataLst>
              <p:tags r:id="rId6"/>
            </p:custDataLst>
          </p:nvPr>
        </p:nvSpPr>
        <p:spPr>
          <a:xfrm>
            <a:off x="2146657" y="5033339"/>
            <a:ext cx="928201" cy="153888"/>
          </a:xfrm>
          <a:prstGeom prst="rect">
            <a:avLst/>
          </a:prstGeom>
          <a:noFill/>
        </p:spPr>
        <p:txBody>
          <a:bodyPr vert="horz" wrap="square" lIns="0" tIns="0" rIns="0" bIns="0" rtlCol="0" anchor="ctr" anchorCtr="0">
            <a:spAutoFit/>
          </a:bodyPr>
          <a:lstStyle/>
          <a:p>
            <a:pPr marL="0" marR="0" lvl="0" indent="0" algn="l"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 Sub</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1" name="Rectangle 73">
            <a:extLst>
              <a:ext uri="{FF2B5EF4-FFF2-40B4-BE49-F238E27FC236}">
                <a16:creationId xmlns:a16="http://schemas.microsoft.com/office/drawing/2014/main" id="{FA8774E1-31D8-15C2-FFDD-5593AFE67CBA}"/>
              </a:ext>
            </a:extLst>
          </p:cNvPr>
          <p:cNvSpPr/>
          <p:nvPr/>
        </p:nvSpPr>
        <p:spPr>
          <a:xfrm>
            <a:off x="6352373" y="5015934"/>
            <a:ext cx="375423"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5" name="Star: 4 Points 143">
            <a:extLst>
              <a:ext uri="{FF2B5EF4-FFF2-40B4-BE49-F238E27FC236}">
                <a16:creationId xmlns:a16="http://schemas.microsoft.com/office/drawing/2014/main" id="{DF99D0E4-E552-72B9-85AC-1FFD3D93D965}"/>
              </a:ext>
            </a:extLst>
          </p:cNvPr>
          <p:cNvSpPr/>
          <p:nvPr/>
        </p:nvSpPr>
        <p:spPr bwMode="auto">
          <a:xfrm>
            <a:off x="3444230" y="47899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6" name="Star: 4 Points 143">
            <a:extLst>
              <a:ext uri="{FF2B5EF4-FFF2-40B4-BE49-F238E27FC236}">
                <a16:creationId xmlns:a16="http://schemas.microsoft.com/office/drawing/2014/main" id="{262A737A-06DA-1630-9885-B452E61230BF}"/>
              </a:ext>
            </a:extLst>
          </p:cNvPr>
          <p:cNvSpPr/>
          <p:nvPr/>
        </p:nvSpPr>
        <p:spPr bwMode="auto">
          <a:xfrm>
            <a:off x="6433679" y="481846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8" name="Rectangle 100">
            <a:extLst>
              <a:ext uri="{FF2B5EF4-FFF2-40B4-BE49-F238E27FC236}">
                <a16:creationId xmlns:a16="http://schemas.microsoft.com/office/drawing/2014/main" id="{07A2521A-57BA-99FF-126D-BB0634D46E95}"/>
              </a:ext>
            </a:extLst>
          </p:cNvPr>
          <p:cNvSpPr/>
          <p:nvPr/>
        </p:nvSpPr>
        <p:spPr>
          <a:xfrm>
            <a:off x="7778510" y="4333632"/>
            <a:ext cx="681598"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May 2028</a:t>
            </a:r>
            <a:endParaRPr kumimoji="0" lang="en-US" altLang="zh-CN" sz="800"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9" name="Rectangle 55">
            <a:extLst>
              <a:ext uri="{FF2B5EF4-FFF2-40B4-BE49-F238E27FC236}">
                <a16:creationId xmlns:a16="http://schemas.microsoft.com/office/drawing/2014/main" id="{5BA4FB3A-BAFD-D58E-7021-6B8B5E3094EC}"/>
              </a:ext>
            </a:extLst>
          </p:cNvPr>
          <p:cNvSpPr/>
          <p:nvPr/>
        </p:nvSpPr>
        <p:spPr>
          <a:xfrm>
            <a:off x="7777798" y="5006553"/>
            <a:ext cx="761747"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sub.</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40" name="Rectangle 100">
            <a:extLst>
              <a:ext uri="{FF2B5EF4-FFF2-40B4-BE49-F238E27FC236}">
                <a16:creationId xmlns:a16="http://schemas.microsoft.com/office/drawing/2014/main" id="{6DF961BA-8E87-9791-8005-03EED2AC85A9}"/>
              </a:ext>
            </a:extLst>
          </p:cNvPr>
          <p:cNvSpPr/>
          <p:nvPr/>
        </p:nvSpPr>
        <p:spPr>
          <a:xfrm>
            <a:off x="9882840" y="4346609"/>
            <a:ext cx="705642"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May 2029</a:t>
            </a:r>
          </a:p>
        </p:txBody>
      </p:sp>
      <p:sp>
        <p:nvSpPr>
          <p:cNvPr id="41" name="五角星 55">
            <a:extLst>
              <a:ext uri="{FF2B5EF4-FFF2-40B4-BE49-F238E27FC236}">
                <a16:creationId xmlns:a16="http://schemas.microsoft.com/office/drawing/2014/main" id="{F42AF406-95E1-B8DB-F84C-1463479641F8}"/>
              </a:ext>
            </a:extLst>
          </p:cNvPr>
          <p:cNvSpPr>
            <a:spLocks/>
          </p:cNvSpPr>
          <p:nvPr/>
        </p:nvSpPr>
        <p:spPr bwMode="auto">
          <a:xfrm>
            <a:off x="8054737" y="4603185"/>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42" name="Rectangle 55">
            <a:extLst>
              <a:ext uri="{FF2B5EF4-FFF2-40B4-BE49-F238E27FC236}">
                <a16:creationId xmlns:a16="http://schemas.microsoft.com/office/drawing/2014/main" id="{F60E878A-DA88-CECE-5CCC-FC4B51034870}"/>
              </a:ext>
            </a:extLst>
          </p:cNvPr>
          <p:cNvSpPr/>
          <p:nvPr/>
        </p:nvSpPr>
        <p:spPr>
          <a:xfrm>
            <a:off x="9849980" y="5002494"/>
            <a:ext cx="771365"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app.</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43" name="Graphic 317" descr="Flag with solid fill">
            <a:extLst>
              <a:ext uri="{FF2B5EF4-FFF2-40B4-BE49-F238E27FC236}">
                <a16:creationId xmlns:a16="http://schemas.microsoft.com/office/drawing/2014/main" id="{52138AAD-E88B-5824-14D2-077D330BDF16}"/>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0130507" y="4570029"/>
            <a:ext cx="210312" cy="210312"/>
          </a:xfrm>
          <a:prstGeom prst="rect">
            <a:avLst/>
          </a:prstGeom>
        </p:spPr>
      </p:pic>
      <p:sp>
        <p:nvSpPr>
          <p:cNvPr id="44" name="OTLSHAPE_T_e17f3958430f4cff8650518c93c7635e_Shape">
            <a:extLst>
              <a:ext uri="{FF2B5EF4-FFF2-40B4-BE49-F238E27FC236}">
                <a16:creationId xmlns:a16="http://schemas.microsoft.com/office/drawing/2014/main" id="{6693D0F3-7F4B-BB84-A13D-AD05E8EB4D3A}"/>
              </a:ext>
            </a:extLst>
          </p:cNvPr>
          <p:cNvSpPr/>
          <p:nvPr>
            <p:custDataLst>
              <p:tags r:id="rId7"/>
            </p:custDataLst>
          </p:nvPr>
        </p:nvSpPr>
        <p:spPr bwMode="auto">
          <a:xfrm>
            <a:off x="1062965" y="4496995"/>
            <a:ext cx="802286" cy="324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45" name="OTLSHAPE_M_39ea6ebc19a94c9fab6ef5006c31df58_Title">
            <a:extLst>
              <a:ext uri="{FF2B5EF4-FFF2-40B4-BE49-F238E27FC236}">
                <a16:creationId xmlns:a16="http://schemas.microsoft.com/office/drawing/2014/main" id="{AECCCE01-EFC2-E640-0A1E-6BD15B9871F7}"/>
              </a:ext>
            </a:extLst>
          </p:cNvPr>
          <p:cNvSpPr txBox="1"/>
          <p:nvPr>
            <p:custDataLst>
              <p:tags r:id="rId8"/>
            </p:custDataLst>
          </p:nvPr>
        </p:nvSpPr>
        <p:spPr>
          <a:xfrm>
            <a:off x="627818" y="5040485"/>
            <a:ext cx="928201" cy="153888"/>
          </a:xfrm>
          <a:prstGeom prst="rect">
            <a:avLst/>
          </a:prstGeom>
          <a:noFill/>
        </p:spPr>
        <p:txBody>
          <a:bodyPr vert="horz" wrap="square" lIns="0" tIns="0" rIns="0" bIns="0" rtlCol="0" anchor="ctr" anchorCtr="0">
            <a:spAutoFit/>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Pre - IND</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46" name="文本框 45">
            <a:extLst>
              <a:ext uri="{FF2B5EF4-FFF2-40B4-BE49-F238E27FC236}">
                <a16:creationId xmlns:a16="http://schemas.microsoft.com/office/drawing/2014/main" id="{CEEF0323-08D8-0A11-1F55-37693BBAC3AA}"/>
              </a:ext>
            </a:extLst>
          </p:cNvPr>
          <p:cNvSpPr txBox="1"/>
          <p:nvPr/>
        </p:nvSpPr>
        <p:spPr bwMode="gray">
          <a:xfrm>
            <a:off x="748819" y="2278475"/>
            <a:ext cx="62322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Jan 13 </a:t>
            </a:r>
          </a:p>
        </p:txBody>
      </p:sp>
      <p:sp>
        <p:nvSpPr>
          <p:cNvPr id="47" name="OTLSHAPE_T_5a934a26f311425e8ebaa0f45e6533ad_Shape">
            <a:extLst>
              <a:ext uri="{FF2B5EF4-FFF2-40B4-BE49-F238E27FC236}">
                <a16:creationId xmlns:a16="http://schemas.microsoft.com/office/drawing/2014/main" id="{B74C5DF1-2521-B08E-1A73-E59AB0572EBB}"/>
              </a:ext>
            </a:extLst>
          </p:cNvPr>
          <p:cNvSpPr/>
          <p:nvPr>
            <p:custDataLst>
              <p:tags r:id="rId9"/>
            </p:custDataLst>
          </p:nvPr>
        </p:nvSpPr>
        <p:spPr bwMode="auto">
          <a:xfrm>
            <a:off x="6506276" y="2505920"/>
            <a:ext cx="660222" cy="324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48" name="OTLSHAPE_T_e17f3958430f4cff8650518c93c7635e_Shape">
            <a:extLst>
              <a:ext uri="{FF2B5EF4-FFF2-40B4-BE49-F238E27FC236}">
                <a16:creationId xmlns:a16="http://schemas.microsoft.com/office/drawing/2014/main" id="{7AEDFACF-2B33-8005-947F-D8B35D158F24}"/>
              </a:ext>
            </a:extLst>
          </p:cNvPr>
          <p:cNvSpPr/>
          <p:nvPr>
            <p:custDataLst>
              <p:tags r:id="rId10"/>
            </p:custDataLst>
          </p:nvPr>
        </p:nvSpPr>
        <p:spPr bwMode="auto">
          <a:xfrm>
            <a:off x="3513233" y="2496822"/>
            <a:ext cx="2985512" cy="324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N=1325</a:t>
            </a:r>
          </a:p>
        </p:txBody>
      </p:sp>
      <p:sp>
        <p:nvSpPr>
          <p:cNvPr id="49" name="OTLSHAPE_T_e17f3958430f4cff8650518c93c7635e_StartDate">
            <a:extLst>
              <a:ext uri="{FF2B5EF4-FFF2-40B4-BE49-F238E27FC236}">
                <a16:creationId xmlns:a16="http://schemas.microsoft.com/office/drawing/2014/main" id="{A06128FF-E70C-1164-6FDD-ECB621835AE6}"/>
              </a:ext>
            </a:extLst>
          </p:cNvPr>
          <p:cNvSpPr txBox="1"/>
          <p:nvPr>
            <p:custDataLst>
              <p:tags r:id="rId11"/>
            </p:custDataLst>
          </p:nvPr>
        </p:nvSpPr>
        <p:spPr>
          <a:xfrm>
            <a:off x="3206052" y="2309667"/>
            <a:ext cx="709719"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Feb 2026</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50" name="OTLSHAPE_T_e17f3958430f4cff8650518c93c7635e_Shape">
            <a:extLst>
              <a:ext uri="{FF2B5EF4-FFF2-40B4-BE49-F238E27FC236}">
                <a16:creationId xmlns:a16="http://schemas.microsoft.com/office/drawing/2014/main" id="{F9A4DB18-9CCD-70CA-56C7-DCB850892416}"/>
              </a:ext>
            </a:extLst>
          </p:cNvPr>
          <p:cNvSpPr/>
          <p:nvPr>
            <p:custDataLst>
              <p:tags r:id="rId12"/>
            </p:custDataLst>
          </p:nvPr>
        </p:nvSpPr>
        <p:spPr bwMode="auto">
          <a:xfrm>
            <a:off x="2853679" y="2496822"/>
            <a:ext cx="660221" cy="324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 + 1</a:t>
            </a:r>
            <a:r>
              <a:rPr kumimoji="0" lang="en-US" altLang="zh-CN" sz="700" b="1" i="0" u="none" strike="noStrike" kern="1200" cap="none" spc="0" normalizeH="0" baseline="3000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51" name="OTLSHAPE_T_e17f3958430f4cff8650518c93c7635e_StartDate">
            <a:extLst>
              <a:ext uri="{FF2B5EF4-FFF2-40B4-BE49-F238E27FC236}">
                <a16:creationId xmlns:a16="http://schemas.microsoft.com/office/drawing/2014/main" id="{B053855E-2F49-3F7A-DA8A-BB3B91B4DF67}"/>
              </a:ext>
            </a:extLst>
          </p:cNvPr>
          <p:cNvSpPr txBox="1"/>
          <p:nvPr>
            <p:custDataLst>
              <p:tags r:id="rId13"/>
            </p:custDataLst>
          </p:nvPr>
        </p:nvSpPr>
        <p:spPr>
          <a:xfrm>
            <a:off x="2436799" y="2302083"/>
            <a:ext cx="910164"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4 Nov  2025</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52" name="Rectangle 77">
            <a:extLst>
              <a:ext uri="{FF2B5EF4-FFF2-40B4-BE49-F238E27FC236}">
                <a16:creationId xmlns:a16="http://schemas.microsoft.com/office/drawing/2014/main" id="{440CD9C0-5031-041E-C663-32AE2D127F61}"/>
              </a:ext>
            </a:extLst>
          </p:cNvPr>
          <p:cNvSpPr/>
          <p:nvPr/>
        </p:nvSpPr>
        <p:spPr>
          <a:xfrm>
            <a:off x="3245670" y="2976505"/>
            <a:ext cx="626660" cy="246221"/>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1</a:t>
            </a:r>
            <a:r>
              <a:rPr kumimoji="0" lang="en-US" altLang="zh-CN" sz="1000" b="1" i="0" u="none" strike="noStrike" kern="1200" cap="none" spc="0" normalizeH="0" baseline="3000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st</a:t>
            </a: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53" name="OTLSHAPE_M_39ea6ebc19a94c9fab6ef5006c31df58_Shape">
            <a:extLst>
              <a:ext uri="{FF2B5EF4-FFF2-40B4-BE49-F238E27FC236}">
                <a16:creationId xmlns:a16="http://schemas.microsoft.com/office/drawing/2014/main" id="{D074998E-A092-D87E-A7F1-ACE139878F9F}"/>
              </a:ext>
            </a:extLst>
          </p:cNvPr>
          <p:cNvSpPr/>
          <p:nvPr>
            <p:custDataLst>
              <p:tags r:id="rId14"/>
            </p:custDataLst>
          </p:nvPr>
        </p:nvSpPr>
        <p:spPr bwMode="auto">
          <a:xfrm rot="16200000">
            <a:off x="2829383" y="2766870"/>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54" name="OTLSHAPE_M_39ea6ebc19a94c9fab6ef5006c31df58_Title">
            <a:extLst>
              <a:ext uri="{FF2B5EF4-FFF2-40B4-BE49-F238E27FC236}">
                <a16:creationId xmlns:a16="http://schemas.microsoft.com/office/drawing/2014/main" id="{A1BDCD3E-E9DD-4520-2DE3-AF2E33E157A8}"/>
              </a:ext>
            </a:extLst>
          </p:cNvPr>
          <p:cNvSpPr txBox="1"/>
          <p:nvPr>
            <p:custDataLst>
              <p:tags r:id="rId15"/>
            </p:custDataLst>
          </p:nvPr>
        </p:nvSpPr>
        <p:spPr>
          <a:xfrm>
            <a:off x="2650289" y="3011490"/>
            <a:ext cx="928201" cy="153888"/>
          </a:xfrm>
          <a:prstGeom prst="rect">
            <a:avLst/>
          </a:prstGeom>
          <a:noFill/>
        </p:spPr>
        <p:txBody>
          <a:bodyPr vert="horz" wrap="square" lIns="0" tIns="0" rIns="0" bIns="0" rtlCol="0" anchor="ctr" anchorCtr="0">
            <a:spAutoFit/>
          </a:bodyPr>
          <a:lstStyle/>
          <a:p>
            <a:pPr marL="0" marR="0" lvl="0" indent="0" algn="l"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 Sub</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55" name="Rectangle 73">
            <a:extLst>
              <a:ext uri="{FF2B5EF4-FFF2-40B4-BE49-F238E27FC236}">
                <a16:creationId xmlns:a16="http://schemas.microsoft.com/office/drawing/2014/main" id="{6A62C7FE-6BF0-3255-A8DD-B8AF6E5708F9}"/>
              </a:ext>
            </a:extLst>
          </p:cNvPr>
          <p:cNvSpPr/>
          <p:nvPr/>
        </p:nvSpPr>
        <p:spPr>
          <a:xfrm>
            <a:off x="6305423" y="3007245"/>
            <a:ext cx="375423"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56" name="OTLSHAPE_T_e17f3958430f4cff8650518c93c7635e_StartDate">
            <a:extLst>
              <a:ext uri="{FF2B5EF4-FFF2-40B4-BE49-F238E27FC236}">
                <a16:creationId xmlns:a16="http://schemas.microsoft.com/office/drawing/2014/main" id="{E73DBB71-FF62-24F3-2D39-5FF5F42C396B}"/>
              </a:ext>
            </a:extLst>
          </p:cNvPr>
          <p:cNvSpPr txBox="1"/>
          <p:nvPr>
            <p:custDataLst>
              <p:tags r:id="rId16"/>
            </p:custDataLst>
          </p:nvPr>
        </p:nvSpPr>
        <p:spPr>
          <a:xfrm>
            <a:off x="6014256" y="2283037"/>
            <a:ext cx="91114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Jul 2027</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57" name="Rectangle 55">
            <a:extLst>
              <a:ext uri="{FF2B5EF4-FFF2-40B4-BE49-F238E27FC236}">
                <a16:creationId xmlns:a16="http://schemas.microsoft.com/office/drawing/2014/main" id="{E6EB7D46-DD37-CBEC-CD6F-C2A52A4AD536}"/>
              </a:ext>
            </a:extLst>
          </p:cNvPr>
          <p:cNvSpPr/>
          <p:nvPr/>
        </p:nvSpPr>
        <p:spPr>
          <a:xfrm>
            <a:off x="7420467" y="3007245"/>
            <a:ext cx="453971"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59" name="Star: 4 Points 143">
            <a:extLst>
              <a:ext uri="{FF2B5EF4-FFF2-40B4-BE49-F238E27FC236}">
                <a16:creationId xmlns:a16="http://schemas.microsoft.com/office/drawing/2014/main" id="{2E4F3BE8-8ED6-EAA4-BC75-3771180DB67F}"/>
              </a:ext>
            </a:extLst>
          </p:cNvPr>
          <p:cNvSpPr/>
          <p:nvPr/>
        </p:nvSpPr>
        <p:spPr bwMode="auto">
          <a:xfrm>
            <a:off x="3424566" y="28474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0" name="Star: 4 Points 143">
            <a:extLst>
              <a:ext uri="{FF2B5EF4-FFF2-40B4-BE49-F238E27FC236}">
                <a16:creationId xmlns:a16="http://schemas.microsoft.com/office/drawing/2014/main" id="{7A542434-1636-DA53-0B89-7950836A073E}"/>
              </a:ext>
            </a:extLst>
          </p:cNvPr>
          <p:cNvSpPr/>
          <p:nvPr/>
        </p:nvSpPr>
        <p:spPr bwMode="auto">
          <a:xfrm>
            <a:off x="6395319" y="284013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1" name="Star: 4 Points 143">
            <a:extLst>
              <a:ext uri="{FF2B5EF4-FFF2-40B4-BE49-F238E27FC236}">
                <a16:creationId xmlns:a16="http://schemas.microsoft.com/office/drawing/2014/main" id="{5C61BF8A-188B-0B2B-7E48-B1231BB24C1D}"/>
              </a:ext>
            </a:extLst>
          </p:cNvPr>
          <p:cNvSpPr/>
          <p:nvPr/>
        </p:nvSpPr>
        <p:spPr bwMode="auto">
          <a:xfrm>
            <a:off x="7072254" y="284180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2" name="Rectangle 100">
            <a:extLst>
              <a:ext uri="{FF2B5EF4-FFF2-40B4-BE49-F238E27FC236}">
                <a16:creationId xmlns:a16="http://schemas.microsoft.com/office/drawing/2014/main" id="{0350790F-A599-6BEC-625B-F453A1EB9BCB}"/>
              </a:ext>
            </a:extLst>
          </p:cNvPr>
          <p:cNvSpPr/>
          <p:nvPr/>
        </p:nvSpPr>
        <p:spPr>
          <a:xfrm>
            <a:off x="7714750" y="2359833"/>
            <a:ext cx="665568"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Apr 2028</a:t>
            </a:r>
            <a:endParaRPr kumimoji="0" lang="en-US" altLang="zh-CN" sz="800"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63" name="Rectangle 55">
            <a:extLst>
              <a:ext uri="{FF2B5EF4-FFF2-40B4-BE49-F238E27FC236}">
                <a16:creationId xmlns:a16="http://schemas.microsoft.com/office/drawing/2014/main" id="{D7B4C09E-0D7B-407C-15C5-E8276A0EB8BA}"/>
              </a:ext>
            </a:extLst>
          </p:cNvPr>
          <p:cNvSpPr/>
          <p:nvPr/>
        </p:nvSpPr>
        <p:spPr>
          <a:xfrm>
            <a:off x="7712533" y="3025873"/>
            <a:ext cx="761747"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sub.</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64" name="Rectangle 100">
            <a:extLst>
              <a:ext uri="{FF2B5EF4-FFF2-40B4-BE49-F238E27FC236}">
                <a16:creationId xmlns:a16="http://schemas.microsoft.com/office/drawing/2014/main" id="{7E626035-754C-59E8-8336-E66F8B24FBC5}"/>
              </a:ext>
            </a:extLst>
          </p:cNvPr>
          <p:cNvSpPr/>
          <p:nvPr/>
        </p:nvSpPr>
        <p:spPr>
          <a:xfrm>
            <a:off x="9885736" y="2377893"/>
            <a:ext cx="641522"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Apr 2029</a:t>
            </a:r>
          </a:p>
        </p:txBody>
      </p:sp>
      <p:sp>
        <p:nvSpPr>
          <p:cNvPr id="65" name="五角星 55">
            <a:extLst>
              <a:ext uri="{FF2B5EF4-FFF2-40B4-BE49-F238E27FC236}">
                <a16:creationId xmlns:a16="http://schemas.microsoft.com/office/drawing/2014/main" id="{F2FDD318-CA0C-7BB0-0B2A-561E14F76DEE}"/>
              </a:ext>
            </a:extLst>
          </p:cNvPr>
          <p:cNvSpPr>
            <a:spLocks/>
          </p:cNvSpPr>
          <p:nvPr/>
        </p:nvSpPr>
        <p:spPr bwMode="auto">
          <a:xfrm>
            <a:off x="7859170" y="2591229"/>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66" name="Rectangle 55">
            <a:extLst>
              <a:ext uri="{FF2B5EF4-FFF2-40B4-BE49-F238E27FC236}">
                <a16:creationId xmlns:a16="http://schemas.microsoft.com/office/drawing/2014/main" id="{4CADCC43-190D-901C-E354-19F3686581FC}"/>
              </a:ext>
            </a:extLst>
          </p:cNvPr>
          <p:cNvSpPr/>
          <p:nvPr/>
        </p:nvSpPr>
        <p:spPr>
          <a:xfrm>
            <a:off x="9832836" y="2977784"/>
            <a:ext cx="771365"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app.</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67" name="Graphic 317" descr="Flag with solid fill">
            <a:extLst>
              <a:ext uri="{FF2B5EF4-FFF2-40B4-BE49-F238E27FC236}">
                <a16:creationId xmlns:a16="http://schemas.microsoft.com/office/drawing/2014/main" id="{F48C4305-FF82-86D2-7D63-52AAFBE91D05}"/>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0082288" y="2565306"/>
            <a:ext cx="210312" cy="210312"/>
          </a:xfrm>
          <a:prstGeom prst="rect">
            <a:avLst/>
          </a:prstGeom>
        </p:spPr>
      </p:pic>
      <p:sp>
        <p:nvSpPr>
          <p:cNvPr id="68" name="OTLSHAPE_T_e17f3958430f4cff8650518c93c7635e_Shape">
            <a:extLst>
              <a:ext uri="{FF2B5EF4-FFF2-40B4-BE49-F238E27FC236}">
                <a16:creationId xmlns:a16="http://schemas.microsoft.com/office/drawing/2014/main" id="{37E5BF1C-8075-79D3-7726-C25FC919692A}"/>
              </a:ext>
            </a:extLst>
          </p:cNvPr>
          <p:cNvSpPr/>
          <p:nvPr>
            <p:custDataLst>
              <p:tags r:id="rId17"/>
            </p:custDataLst>
          </p:nvPr>
        </p:nvSpPr>
        <p:spPr bwMode="auto">
          <a:xfrm>
            <a:off x="1107551" y="2496822"/>
            <a:ext cx="531055" cy="324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69" name="OTLSHAPE_M_39ea6ebc19a94c9fab6ef5006c31df58_Title">
            <a:extLst>
              <a:ext uri="{FF2B5EF4-FFF2-40B4-BE49-F238E27FC236}">
                <a16:creationId xmlns:a16="http://schemas.microsoft.com/office/drawing/2014/main" id="{707FC96D-7312-43F9-534A-D3B7AFFF221C}"/>
              </a:ext>
            </a:extLst>
          </p:cNvPr>
          <p:cNvSpPr txBox="1"/>
          <p:nvPr>
            <p:custDataLst>
              <p:tags r:id="rId18"/>
            </p:custDataLst>
          </p:nvPr>
        </p:nvSpPr>
        <p:spPr>
          <a:xfrm>
            <a:off x="622588" y="3017157"/>
            <a:ext cx="928201" cy="153888"/>
          </a:xfrm>
          <a:prstGeom prst="rect">
            <a:avLst/>
          </a:prstGeom>
          <a:noFill/>
        </p:spPr>
        <p:txBody>
          <a:bodyPr vert="horz" wrap="square" lIns="0" tIns="0" rIns="0" bIns="0" rtlCol="0" anchor="ctr" anchorCtr="0">
            <a:spAutoFit/>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Pre - IND</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70" name="文本框 69">
            <a:extLst>
              <a:ext uri="{FF2B5EF4-FFF2-40B4-BE49-F238E27FC236}">
                <a16:creationId xmlns:a16="http://schemas.microsoft.com/office/drawing/2014/main" id="{B06EA2E1-625D-43D2-9C4D-152EA5CA1E17}"/>
              </a:ext>
            </a:extLst>
          </p:cNvPr>
          <p:cNvSpPr txBox="1"/>
          <p:nvPr/>
        </p:nvSpPr>
        <p:spPr bwMode="gray">
          <a:xfrm>
            <a:off x="1572820" y="4184573"/>
            <a:ext cx="571534"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May 28</a:t>
            </a:r>
          </a:p>
        </p:txBody>
      </p:sp>
      <p:sp>
        <p:nvSpPr>
          <p:cNvPr id="71" name="Star: 4 Points 143">
            <a:extLst>
              <a:ext uri="{FF2B5EF4-FFF2-40B4-BE49-F238E27FC236}">
                <a16:creationId xmlns:a16="http://schemas.microsoft.com/office/drawing/2014/main" id="{BBEDB1C1-2868-AB77-5F09-67780E85F71A}"/>
              </a:ext>
            </a:extLst>
          </p:cNvPr>
          <p:cNvSpPr/>
          <p:nvPr/>
        </p:nvSpPr>
        <p:spPr bwMode="auto">
          <a:xfrm>
            <a:off x="2317288" y="480435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grpSp>
        <p:nvGrpSpPr>
          <p:cNvPr id="72" name="Group 49">
            <a:extLst>
              <a:ext uri="{FF2B5EF4-FFF2-40B4-BE49-F238E27FC236}">
                <a16:creationId xmlns:a16="http://schemas.microsoft.com/office/drawing/2014/main" id="{1F7BAE07-6759-447E-E7AF-0FA38689DC72}"/>
              </a:ext>
            </a:extLst>
          </p:cNvPr>
          <p:cNvGrpSpPr/>
          <p:nvPr/>
        </p:nvGrpSpPr>
        <p:grpSpPr>
          <a:xfrm>
            <a:off x="3217487" y="805848"/>
            <a:ext cx="277320" cy="5728988"/>
            <a:chOff x="5091021" y="1316702"/>
            <a:chExt cx="214589" cy="5435974"/>
          </a:xfrm>
          <a:solidFill>
            <a:srgbClr val="00B050"/>
          </a:solidFill>
        </p:grpSpPr>
        <p:sp>
          <p:nvSpPr>
            <p:cNvPr id="73" name="TextBox 50">
              <a:extLst>
                <a:ext uri="{FF2B5EF4-FFF2-40B4-BE49-F238E27FC236}">
                  <a16:creationId xmlns:a16="http://schemas.microsoft.com/office/drawing/2014/main" id="{E3BBDABB-1864-5E1C-0F44-0E53DC37DA8A}"/>
                </a:ext>
              </a:extLst>
            </p:cNvPr>
            <p:cNvSpPr txBox="1"/>
            <p:nvPr/>
          </p:nvSpPr>
          <p:spPr>
            <a:xfrm>
              <a:off x="5091021" y="1316702"/>
              <a:ext cx="214589" cy="132702"/>
            </a:xfrm>
            <a:prstGeom prst="rect">
              <a:avLst/>
            </a:prstGeom>
            <a:grpFill/>
          </p:spPr>
          <p:txBody>
            <a:bodyPr wrap="none" lIns="0" tIns="0" rIns="0" bIns="0" rtlCol="0">
              <a:spAutoFit/>
            </a:bodyPr>
            <a:lstStyle/>
            <a:p>
              <a:pPr marL="0" marR="0" lvl="0" indent="0" algn="l" defTabSz="914128" rtl="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a:ln>
                    <a:noFill/>
                  </a:ln>
                  <a:solidFill>
                    <a:srgbClr val="FFFFFF"/>
                  </a:solidFill>
                  <a:effectLst/>
                  <a:highlight>
                    <a:srgbClr val="FF0000"/>
                  </a:highlight>
                  <a:uLnTx/>
                  <a:uFillTx/>
                  <a:latin typeface="BoehringerForward Text"/>
                  <a:ea typeface="黑体"/>
                  <a:cs typeface="+mn-cs"/>
                  <a:sym typeface="+mn-lt"/>
                </a:rPr>
                <a:t>today</a:t>
              </a:r>
              <a:endParaRPr kumimoji="0" lang="zh-CN" altLang="en-US" sz="900" b="1" i="0" u="none" strike="noStrike" kern="0" cap="none" spc="0" normalizeH="0" baseline="0" noProof="0">
                <a:ln>
                  <a:noFill/>
                </a:ln>
                <a:solidFill>
                  <a:srgbClr val="FFFFFF"/>
                </a:solidFill>
                <a:effectLst/>
                <a:highlight>
                  <a:srgbClr val="FF0000"/>
                </a:highlight>
                <a:uLnTx/>
                <a:uFillTx/>
                <a:latin typeface="BoehringerForward Text"/>
                <a:ea typeface="黑体"/>
                <a:cs typeface="+mn-cs"/>
                <a:sym typeface="+mn-lt"/>
              </a:endParaRPr>
            </a:p>
          </p:txBody>
        </p:sp>
        <p:cxnSp>
          <p:nvCxnSpPr>
            <p:cNvPr id="74" name="Straight Connector 51">
              <a:extLst>
                <a:ext uri="{FF2B5EF4-FFF2-40B4-BE49-F238E27FC236}">
                  <a16:creationId xmlns:a16="http://schemas.microsoft.com/office/drawing/2014/main" id="{85FF3DF9-0E1A-FCD1-F56D-BA290224D925}"/>
                </a:ext>
              </a:extLst>
            </p:cNvPr>
            <p:cNvCxnSpPr>
              <a:cxnSpLocks/>
            </p:cNvCxnSpPr>
            <p:nvPr/>
          </p:nvCxnSpPr>
          <p:spPr>
            <a:xfrm flipH="1">
              <a:off x="5192837" y="1448786"/>
              <a:ext cx="2913" cy="5303890"/>
            </a:xfrm>
            <a:prstGeom prst="line">
              <a:avLst/>
            </a:prstGeom>
            <a:grpFill/>
            <a:ln w="12700" cap="flat" cmpd="sng" algn="ctr">
              <a:solidFill>
                <a:srgbClr val="FF0000"/>
              </a:solidFill>
              <a:prstDash val="sysDot"/>
              <a:miter lim="800000"/>
            </a:ln>
            <a:effectLst/>
          </p:spPr>
        </p:cxnSp>
      </p:grpSp>
      <p:cxnSp>
        <p:nvCxnSpPr>
          <p:cNvPr id="75" name="Straight Connector 147">
            <a:extLst>
              <a:ext uri="{FF2B5EF4-FFF2-40B4-BE49-F238E27FC236}">
                <a16:creationId xmlns:a16="http://schemas.microsoft.com/office/drawing/2014/main" id="{37C3712A-9029-9C2B-5018-528BCC5AA647}"/>
              </a:ext>
            </a:extLst>
          </p:cNvPr>
          <p:cNvCxnSpPr>
            <a:cxnSpLocks/>
          </p:cNvCxnSpPr>
          <p:nvPr/>
        </p:nvCxnSpPr>
        <p:spPr bwMode="auto">
          <a:xfrm flipH="1">
            <a:off x="-236808" y="3976079"/>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3" name="OTLSHAPE_T_e17f3958430f4cff8650518c93c7635e_StartDate">
            <a:extLst>
              <a:ext uri="{FF2B5EF4-FFF2-40B4-BE49-F238E27FC236}">
                <a16:creationId xmlns:a16="http://schemas.microsoft.com/office/drawing/2014/main" id="{77AF04FC-2726-60DD-518B-5F3F7826DDD5}"/>
              </a:ext>
            </a:extLst>
          </p:cNvPr>
          <p:cNvSpPr txBox="1"/>
          <p:nvPr>
            <p:custDataLst>
              <p:tags r:id="rId19"/>
            </p:custDataLst>
          </p:nvPr>
        </p:nvSpPr>
        <p:spPr>
          <a:xfrm>
            <a:off x="6019145" y="4250653"/>
            <a:ext cx="91114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Jul 2027</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4" name="OTLSHAPE_T_e17f3958430f4cff8650518c93c7635e_StartDate">
            <a:extLst>
              <a:ext uri="{FF2B5EF4-FFF2-40B4-BE49-F238E27FC236}">
                <a16:creationId xmlns:a16="http://schemas.microsoft.com/office/drawing/2014/main" id="{0423EAE4-F155-74D1-752A-018AD24BC402}"/>
              </a:ext>
            </a:extLst>
          </p:cNvPr>
          <p:cNvSpPr txBox="1"/>
          <p:nvPr>
            <p:custDataLst>
              <p:tags r:id="rId20"/>
            </p:custDataLst>
          </p:nvPr>
        </p:nvSpPr>
        <p:spPr>
          <a:xfrm>
            <a:off x="6616681" y="2271424"/>
            <a:ext cx="91114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Nov 2027</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76" name="Rectangle 73">
            <a:extLst>
              <a:ext uri="{FF2B5EF4-FFF2-40B4-BE49-F238E27FC236}">
                <a16:creationId xmlns:a16="http://schemas.microsoft.com/office/drawing/2014/main" id="{EE201340-F2CE-B951-1F40-F6C5CDC312D4}"/>
              </a:ext>
            </a:extLst>
          </p:cNvPr>
          <p:cNvSpPr/>
          <p:nvPr/>
        </p:nvSpPr>
        <p:spPr>
          <a:xfrm>
            <a:off x="6646173" y="3007245"/>
            <a:ext cx="976549" cy="353943"/>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 +1W)</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77" name="OTLSHAPE_T_5a934a26f311425e8ebaa0f45e6533ad_Shape">
            <a:extLst>
              <a:ext uri="{FF2B5EF4-FFF2-40B4-BE49-F238E27FC236}">
                <a16:creationId xmlns:a16="http://schemas.microsoft.com/office/drawing/2014/main" id="{83A06EC1-4486-07D6-D569-3410D02C2CF9}"/>
              </a:ext>
            </a:extLst>
          </p:cNvPr>
          <p:cNvSpPr/>
          <p:nvPr>
            <p:custDataLst>
              <p:tags r:id="rId21"/>
            </p:custDataLst>
          </p:nvPr>
        </p:nvSpPr>
        <p:spPr bwMode="auto">
          <a:xfrm>
            <a:off x="7174030" y="2505920"/>
            <a:ext cx="451000" cy="324000"/>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78" name="Rectangle 100">
            <a:extLst>
              <a:ext uri="{FF2B5EF4-FFF2-40B4-BE49-F238E27FC236}">
                <a16:creationId xmlns:a16="http://schemas.microsoft.com/office/drawing/2014/main" id="{EC38061F-B4BE-2AE8-F571-9C67EA60F2E6}"/>
              </a:ext>
            </a:extLst>
          </p:cNvPr>
          <p:cNvSpPr/>
          <p:nvPr/>
        </p:nvSpPr>
        <p:spPr>
          <a:xfrm>
            <a:off x="7302762" y="2234409"/>
            <a:ext cx="639920"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Jan 2028</a:t>
            </a:r>
            <a:endParaRPr kumimoji="0" lang="en-US" altLang="zh-CN" sz="8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825967EC-9590-C83F-29E0-8FBF74CD847E}"/>
              </a:ext>
            </a:extLst>
          </p:cNvPr>
          <p:cNvSpPr/>
          <p:nvPr/>
        </p:nvSpPr>
        <p:spPr bwMode="auto">
          <a:xfrm>
            <a:off x="7550583" y="284423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3" name="OTLSHAPE_T_5a934a26f311425e8ebaa0f45e6533ad_Shape">
            <a:extLst>
              <a:ext uri="{FF2B5EF4-FFF2-40B4-BE49-F238E27FC236}">
                <a16:creationId xmlns:a16="http://schemas.microsoft.com/office/drawing/2014/main" id="{3ADFD4B2-C9CC-31EB-A579-B4D71FF1DF2E}"/>
              </a:ext>
            </a:extLst>
          </p:cNvPr>
          <p:cNvSpPr/>
          <p:nvPr>
            <p:custDataLst>
              <p:tags r:id="rId22"/>
            </p:custDataLst>
          </p:nvPr>
        </p:nvSpPr>
        <p:spPr bwMode="auto">
          <a:xfrm>
            <a:off x="6501735" y="4506093"/>
            <a:ext cx="656850" cy="324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84" name="Rectangle 55">
            <a:extLst>
              <a:ext uri="{FF2B5EF4-FFF2-40B4-BE49-F238E27FC236}">
                <a16:creationId xmlns:a16="http://schemas.microsoft.com/office/drawing/2014/main" id="{410E53AF-A78A-DFC9-DF0F-F9D6E0E6A8FB}"/>
              </a:ext>
            </a:extLst>
          </p:cNvPr>
          <p:cNvSpPr/>
          <p:nvPr/>
        </p:nvSpPr>
        <p:spPr>
          <a:xfrm>
            <a:off x="7343708" y="5015934"/>
            <a:ext cx="453970"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85" name="Star: 4 Points 143">
            <a:extLst>
              <a:ext uri="{FF2B5EF4-FFF2-40B4-BE49-F238E27FC236}">
                <a16:creationId xmlns:a16="http://schemas.microsoft.com/office/drawing/2014/main" id="{5C2F00E2-A289-F9DC-1323-C714503E6E69}"/>
              </a:ext>
            </a:extLst>
          </p:cNvPr>
          <p:cNvSpPr/>
          <p:nvPr/>
        </p:nvSpPr>
        <p:spPr bwMode="auto">
          <a:xfrm>
            <a:off x="7057895" y="480331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6" name="OTLSHAPE_T_e17f3958430f4cff8650518c93c7635e_StartDate">
            <a:extLst>
              <a:ext uri="{FF2B5EF4-FFF2-40B4-BE49-F238E27FC236}">
                <a16:creationId xmlns:a16="http://schemas.microsoft.com/office/drawing/2014/main" id="{AA49E23E-E65A-4093-6573-E825018CC4E5}"/>
              </a:ext>
            </a:extLst>
          </p:cNvPr>
          <p:cNvSpPr txBox="1"/>
          <p:nvPr>
            <p:custDataLst>
              <p:tags r:id="rId23"/>
            </p:custDataLst>
          </p:nvPr>
        </p:nvSpPr>
        <p:spPr>
          <a:xfrm>
            <a:off x="6676155" y="4240285"/>
            <a:ext cx="91114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Nov 2027</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87" name="Rectangle 73">
            <a:extLst>
              <a:ext uri="{FF2B5EF4-FFF2-40B4-BE49-F238E27FC236}">
                <a16:creationId xmlns:a16="http://schemas.microsoft.com/office/drawing/2014/main" id="{B86F6B8B-7781-5A4C-7F77-AC9F02EFE4C0}"/>
              </a:ext>
            </a:extLst>
          </p:cNvPr>
          <p:cNvSpPr/>
          <p:nvPr/>
        </p:nvSpPr>
        <p:spPr>
          <a:xfrm>
            <a:off x="6667678" y="4976715"/>
            <a:ext cx="976549" cy="353943"/>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 +1W)</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88" name="OTLSHAPE_T_5a934a26f311425e8ebaa0f45e6533ad_Shape">
            <a:extLst>
              <a:ext uri="{FF2B5EF4-FFF2-40B4-BE49-F238E27FC236}">
                <a16:creationId xmlns:a16="http://schemas.microsoft.com/office/drawing/2014/main" id="{B9E42EAD-A5C7-0A55-2C1D-067397890335}"/>
              </a:ext>
            </a:extLst>
          </p:cNvPr>
          <p:cNvSpPr/>
          <p:nvPr>
            <p:custDataLst>
              <p:tags r:id="rId24"/>
            </p:custDataLst>
          </p:nvPr>
        </p:nvSpPr>
        <p:spPr bwMode="auto">
          <a:xfrm>
            <a:off x="7158584" y="4506093"/>
            <a:ext cx="464137" cy="324000"/>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89" name="Rectangle 100">
            <a:extLst>
              <a:ext uri="{FF2B5EF4-FFF2-40B4-BE49-F238E27FC236}">
                <a16:creationId xmlns:a16="http://schemas.microsoft.com/office/drawing/2014/main" id="{ACB990F8-453A-E5F9-C968-DCB03D592020}"/>
              </a:ext>
            </a:extLst>
          </p:cNvPr>
          <p:cNvSpPr/>
          <p:nvPr/>
        </p:nvSpPr>
        <p:spPr>
          <a:xfrm>
            <a:off x="7407176" y="4195473"/>
            <a:ext cx="639920"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Jan 2028</a:t>
            </a:r>
            <a:endParaRPr kumimoji="0" lang="en-US" altLang="zh-CN" sz="8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90" name="Star: 4 Points 143">
            <a:extLst>
              <a:ext uri="{FF2B5EF4-FFF2-40B4-BE49-F238E27FC236}">
                <a16:creationId xmlns:a16="http://schemas.microsoft.com/office/drawing/2014/main" id="{4C56F1F3-06C6-50EC-36F0-5838A6C5968D}"/>
              </a:ext>
            </a:extLst>
          </p:cNvPr>
          <p:cNvSpPr/>
          <p:nvPr/>
        </p:nvSpPr>
        <p:spPr bwMode="auto">
          <a:xfrm>
            <a:off x="7523233" y="48224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Tree>
    <p:extLst>
      <p:ext uri="{BB962C8B-B14F-4D97-AF65-F5344CB8AC3E}">
        <p14:creationId xmlns:p14="http://schemas.microsoft.com/office/powerpoint/2010/main" val="3947803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141DE-5FC5-6E20-65F2-938928E88C2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EFFE66-1929-617E-62AF-1CD46CA521A5}"/>
              </a:ext>
            </a:extLst>
          </p:cNvPr>
          <p:cNvSpPr>
            <a:spLocks noGrp="1"/>
          </p:cNvSpPr>
          <p:nvPr>
            <p:ph type="title"/>
          </p:nvPr>
        </p:nvSpPr>
        <p:spPr>
          <a:xfrm>
            <a:off x="355828" y="477602"/>
            <a:ext cx="11233151" cy="720000"/>
          </a:xfrm>
        </p:spPr>
        <p:txBody>
          <a:bodyPr/>
          <a:lstStyle/>
          <a:p>
            <a:r>
              <a:rPr lang="en-US" altLang="zh-CN">
                <a:solidFill>
                  <a:srgbClr val="08312A"/>
                </a:solidFill>
                <a:latin typeface="Boehringer Forward Head"/>
              </a:rPr>
              <a:t>Metalyse development plan</a:t>
            </a:r>
            <a:endParaRPr lang="zh-CN" altLang="en-US"/>
          </a:p>
        </p:txBody>
      </p:sp>
      <p:sp>
        <p:nvSpPr>
          <p:cNvPr id="5" name="页脚占位符 4">
            <a:extLst>
              <a:ext uri="{FF2B5EF4-FFF2-40B4-BE49-F238E27FC236}">
                <a16:creationId xmlns:a16="http://schemas.microsoft.com/office/drawing/2014/main" id="{2E56DBDB-3DF5-2B29-B9CE-2C453C0EEDBC}"/>
              </a:ext>
            </a:extLst>
          </p:cNvPr>
          <p:cNvSpPr>
            <a:spLocks noGrp="1"/>
          </p:cNvSpPr>
          <p:nvPr>
            <p:ph type="ftr" sz="quarter" idx="19"/>
          </p:nvPr>
        </p:nvSpPr>
        <p:spPr>
          <a:xfrm>
            <a:off x="6267822" y="6251628"/>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灯片编号占位符 5">
            <a:extLst>
              <a:ext uri="{FF2B5EF4-FFF2-40B4-BE49-F238E27FC236}">
                <a16:creationId xmlns:a16="http://schemas.microsoft.com/office/drawing/2014/main" id="{F19B5B34-4A64-E90A-5E11-022848A1D2E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7" name="表格 6">
            <a:extLst>
              <a:ext uri="{FF2B5EF4-FFF2-40B4-BE49-F238E27FC236}">
                <a16:creationId xmlns:a16="http://schemas.microsoft.com/office/drawing/2014/main" id="{A5BD77DD-7A99-5D77-3FB7-2C2E7A603109}"/>
              </a:ext>
            </a:extLst>
          </p:cNvPr>
          <p:cNvGraphicFramePr>
            <a:graphicFrameLocks noGrp="1"/>
          </p:cNvGraphicFramePr>
          <p:nvPr/>
        </p:nvGraphicFramePr>
        <p:xfrm>
          <a:off x="794041" y="1187545"/>
          <a:ext cx="10615280" cy="510540"/>
        </p:xfrm>
        <a:graphic>
          <a:graphicData uri="http://schemas.openxmlformats.org/drawingml/2006/table">
            <a:tbl>
              <a:tblPr firstRow="1" bandRow="1">
                <a:tableStyleId>{5C22544A-7EE6-4342-B048-85BDC9FD1C3A}</a:tableStyleId>
              </a:tblPr>
              <a:tblGrid>
                <a:gridCol w="530764">
                  <a:extLst>
                    <a:ext uri="{9D8B030D-6E8A-4147-A177-3AD203B41FA5}">
                      <a16:colId xmlns:a16="http://schemas.microsoft.com/office/drawing/2014/main" val="3785311854"/>
                    </a:ext>
                  </a:extLst>
                </a:gridCol>
                <a:gridCol w="530764">
                  <a:extLst>
                    <a:ext uri="{9D8B030D-6E8A-4147-A177-3AD203B41FA5}">
                      <a16:colId xmlns:a16="http://schemas.microsoft.com/office/drawing/2014/main" val="3932488537"/>
                    </a:ext>
                  </a:extLst>
                </a:gridCol>
                <a:gridCol w="530764">
                  <a:extLst>
                    <a:ext uri="{9D8B030D-6E8A-4147-A177-3AD203B41FA5}">
                      <a16:colId xmlns:a16="http://schemas.microsoft.com/office/drawing/2014/main" val="3394873220"/>
                    </a:ext>
                  </a:extLst>
                </a:gridCol>
                <a:gridCol w="530764">
                  <a:extLst>
                    <a:ext uri="{9D8B030D-6E8A-4147-A177-3AD203B41FA5}">
                      <a16:colId xmlns:a16="http://schemas.microsoft.com/office/drawing/2014/main" val="403805082"/>
                    </a:ext>
                  </a:extLst>
                </a:gridCol>
                <a:gridCol w="530764">
                  <a:extLst>
                    <a:ext uri="{9D8B030D-6E8A-4147-A177-3AD203B41FA5}">
                      <a16:colId xmlns:a16="http://schemas.microsoft.com/office/drawing/2014/main" val="1502066311"/>
                    </a:ext>
                  </a:extLst>
                </a:gridCol>
                <a:gridCol w="530764">
                  <a:extLst>
                    <a:ext uri="{9D8B030D-6E8A-4147-A177-3AD203B41FA5}">
                      <a16:colId xmlns:a16="http://schemas.microsoft.com/office/drawing/2014/main" val="1078825649"/>
                    </a:ext>
                  </a:extLst>
                </a:gridCol>
                <a:gridCol w="530764">
                  <a:extLst>
                    <a:ext uri="{9D8B030D-6E8A-4147-A177-3AD203B41FA5}">
                      <a16:colId xmlns:a16="http://schemas.microsoft.com/office/drawing/2014/main" val="307221141"/>
                    </a:ext>
                  </a:extLst>
                </a:gridCol>
                <a:gridCol w="530764">
                  <a:extLst>
                    <a:ext uri="{9D8B030D-6E8A-4147-A177-3AD203B41FA5}">
                      <a16:colId xmlns:a16="http://schemas.microsoft.com/office/drawing/2014/main" val="4263978768"/>
                    </a:ext>
                  </a:extLst>
                </a:gridCol>
                <a:gridCol w="530764">
                  <a:extLst>
                    <a:ext uri="{9D8B030D-6E8A-4147-A177-3AD203B41FA5}">
                      <a16:colId xmlns:a16="http://schemas.microsoft.com/office/drawing/2014/main" val="2415447908"/>
                    </a:ext>
                  </a:extLst>
                </a:gridCol>
                <a:gridCol w="530764">
                  <a:extLst>
                    <a:ext uri="{9D8B030D-6E8A-4147-A177-3AD203B41FA5}">
                      <a16:colId xmlns:a16="http://schemas.microsoft.com/office/drawing/2014/main" val="457411630"/>
                    </a:ext>
                  </a:extLst>
                </a:gridCol>
                <a:gridCol w="530764">
                  <a:extLst>
                    <a:ext uri="{9D8B030D-6E8A-4147-A177-3AD203B41FA5}">
                      <a16:colId xmlns:a16="http://schemas.microsoft.com/office/drawing/2014/main" val="3912468353"/>
                    </a:ext>
                  </a:extLst>
                </a:gridCol>
                <a:gridCol w="530764">
                  <a:extLst>
                    <a:ext uri="{9D8B030D-6E8A-4147-A177-3AD203B41FA5}">
                      <a16:colId xmlns:a16="http://schemas.microsoft.com/office/drawing/2014/main" val="4023208423"/>
                    </a:ext>
                  </a:extLst>
                </a:gridCol>
                <a:gridCol w="530764">
                  <a:extLst>
                    <a:ext uri="{9D8B030D-6E8A-4147-A177-3AD203B41FA5}">
                      <a16:colId xmlns:a16="http://schemas.microsoft.com/office/drawing/2014/main" val="3166337906"/>
                    </a:ext>
                  </a:extLst>
                </a:gridCol>
                <a:gridCol w="530764">
                  <a:extLst>
                    <a:ext uri="{9D8B030D-6E8A-4147-A177-3AD203B41FA5}">
                      <a16:colId xmlns:a16="http://schemas.microsoft.com/office/drawing/2014/main" val="3573938434"/>
                    </a:ext>
                  </a:extLst>
                </a:gridCol>
                <a:gridCol w="530764">
                  <a:extLst>
                    <a:ext uri="{9D8B030D-6E8A-4147-A177-3AD203B41FA5}">
                      <a16:colId xmlns:a16="http://schemas.microsoft.com/office/drawing/2014/main" val="21364384"/>
                    </a:ext>
                  </a:extLst>
                </a:gridCol>
                <a:gridCol w="530764">
                  <a:extLst>
                    <a:ext uri="{9D8B030D-6E8A-4147-A177-3AD203B41FA5}">
                      <a16:colId xmlns:a16="http://schemas.microsoft.com/office/drawing/2014/main" val="3513749545"/>
                    </a:ext>
                  </a:extLst>
                </a:gridCol>
                <a:gridCol w="530764">
                  <a:extLst>
                    <a:ext uri="{9D8B030D-6E8A-4147-A177-3AD203B41FA5}">
                      <a16:colId xmlns:a16="http://schemas.microsoft.com/office/drawing/2014/main" val="2591754953"/>
                    </a:ext>
                  </a:extLst>
                </a:gridCol>
                <a:gridCol w="530764">
                  <a:extLst>
                    <a:ext uri="{9D8B030D-6E8A-4147-A177-3AD203B41FA5}">
                      <a16:colId xmlns:a16="http://schemas.microsoft.com/office/drawing/2014/main" val="3436882205"/>
                    </a:ext>
                  </a:extLst>
                </a:gridCol>
                <a:gridCol w="530764">
                  <a:extLst>
                    <a:ext uri="{9D8B030D-6E8A-4147-A177-3AD203B41FA5}">
                      <a16:colId xmlns:a16="http://schemas.microsoft.com/office/drawing/2014/main" val="1858644724"/>
                    </a:ext>
                  </a:extLst>
                </a:gridCol>
                <a:gridCol w="530764">
                  <a:extLst>
                    <a:ext uri="{9D8B030D-6E8A-4147-A177-3AD203B41FA5}">
                      <a16:colId xmlns:a16="http://schemas.microsoft.com/office/drawing/2014/main" val="3126517440"/>
                    </a:ext>
                  </a:extLst>
                </a:gridCol>
              </a:tblGrid>
              <a:tr h="200057">
                <a:tc gridSpan="4">
                  <a:txBody>
                    <a:bodyPr/>
                    <a:lstStyle/>
                    <a:p>
                      <a:pPr algn="ctr"/>
                      <a:r>
                        <a:rPr lang="en-US" altLang="zh-CN" sz="1050"/>
                        <a:t>2025</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2026</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2027</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2028</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2">
                  <a:txBody>
                    <a:bodyPr/>
                    <a:lstStyle/>
                    <a:p>
                      <a:pPr algn="ctr"/>
                      <a:r>
                        <a:rPr lang="en-US" altLang="zh-CN" sz="1050"/>
                        <a:t>2029</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gridSpan="2">
                  <a:txBody>
                    <a:bodyPr/>
                    <a:lstStyle/>
                    <a:p>
                      <a:pPr algn="ctr"/>
                      <a:r>
                        <a:rPr lang="en-US" altLang="zh-CN" sz="1050"/>
                        <a:t>2030</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extLst>
                  <a:ext uri="{0D108BD9-81ED-4DB2-BD59-A6C34878D82A}">
                    <a16:rowId xmlns:a16="http://schemas.microsoft.com/office/drawing/2014/main" val="2760742378"/>
                  </a:ext>
                </a:extLst>
              </a:tr>
              <a:tr h="200057">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H1</a:t>
                      </a:r>
                      <a:endParaRPr lang="zh-CN" altLang="en-US" sz="1100"/>
                    </a:p>
                  </a:txBody>
                  <a:tcPr anchor="ctr">
                    <a:solidFill>
                      <a:srgbClr val="00E47C"/>
                    </a:solidFill>
                  </a:tcPr>
                </a:tc>
                <a:tc>
                  <a:txBody>
                    <a:bodyPr/>
                    <a:lstStyle/>
                    <a:p>
                      <a:pPr algn="ctr"/>
                      <a:r>
                        <a:rPr lang="en-US" altLang="zh-CN" sz="1100"/>
                        <a:t>H2</a:t>
                      </a:r>
                      <a:endParaRPr lang="zh-CN" altLang="en-US" sz="1100"/>
                    </a:p>
                  </a:txBody>
                  <a:tcPr anchor="ctr">
                    <a:solidFill>
                      <a:srgbClr val="00E47C"/>
                    </a:solidFill>
                  </a:tcPr>
                </a:tc>
                <a:tc>
                  <a:txBody>
                    <a:bodyPr/>
                    <a:lstStyle/>
                    <a:p>
                      <a:pPr algn="ctr"/>
                      <a:r>
                        <a:rPr lang="en-US" altLang="zh-CN" sz="1100"/>
                        <a:t>H1</a:t>
                      </a:r>
                      <a:endParaRPr lang="zh-CN" altLang="en-US" sz="1100"/>
                    </a:p>
                  </a:txBody>
                  <a:tcPr anchor="ctr">
                    <a:solidFill>
                      <a:srgbClr val="00E47C"/>
                    </a:solidFill>
                  </a:tcPr>
                </a:tc>
                <a:tc>
                  <a:txBody>
                    <a:bodyPr/>
                    <a:lstStyle/>
                    <a:p>
                      <a:pPr algn="ctr"/>
                      <a:r>
                        <a:rPr lang="en-US" altLang="zh-CN" sz="1100"/>
                        <a:t>H2</a:t>
                      </a:r>
                      <a:endParaRPr lang="zh-CN" altLang="en-US" sz="1100"/>
                    </a:p>
                  </a:txBody>
                  <a:tcPr anchor="ctr">
                    <a:solidFill>
                      <a:srgbClr val="00E47C"/>
                    </a:solidFill>
                  </a:tcPr>
                </a:tc>
                <a:extLst>
                  <a:ext uri="{0D108BD9-81ED-4DB2-BD59-A6C34878D82A}">
                    <a16:rowId xmlns:a16="http://schemas.microsoft.com/office/drawing/2014/main" val="3089569247"/>
                  </a:ext>
                </a:extLst>
              </a:tr>
            </a:tbl>
          </a:graphicData>
        </a:graphic>
      </p:graphicFrame>
      <p:cxnSp>
        <p:nvCxnSpPr>
          <p:cNvPr id="20" name="直接连接符 19">
            <a:extLst>
              <a:ext uri="{FF2B5EF4-FFF2-40B4-BE49-F238E27FC236}">
                <a16:creationId xmlns:a16="http://schemas.microsoft.com/office/drawing/2014/main" id="{AD5AA67E-F2F1-04D4-B25D-812FD675BEE1}"/>
              </a:ext>
            </a:extLst>
          </p:cNvPr>
          <p:cNvCxnSpPr>
            <a:cxnSpLocks/>
          </p:cNvCxnSpPr>
          <p:nvPr/>
        </p:nvCxnSpPr>
        <p:spPr bwMode="gray">
          <a:xfrm>
            <a:off x="705469" y="3235182"/>
            <a:ext cx="11124706" cy="5361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4" name="文本框 53">
            <a:extLst>
              <a:ext uri="{FF2B5EF4-FFF2-40B4-BE49-F238E27FC236}">
                <a16:creationId xmlns:a16="http://schemas.microsoft.com/office/drawing/2014/main" id="{923814A1-CDB4-A456-8F58-DF2598233FC1}"/>
              </a:ext>
            </a:extLst>
          </p:cNvPr>
          <p:cNvSpPr txBox="1"/>
          <p:nvPr/>
        </p:nvSpPr>
        <p:spPr bwMode="gray">
          <a:xfrm>
            <a:off x="1365580" y="4346317"/>
            <a:ext cx="4312735" cy="88166"/>
          </a:xfrm>
          <a:prstGeom prst="rect">
            <a:avLst/>
          </a:prstGeom>
          <a:noFill/>
        </p:spPr>
        <p:txBody>
          <a:bodyPr wrap="square" lIns="0" tIns="0" rIns="0" bIns="0" rtlCol="0">
            <a:spAutoFit/>
          </a:bodyPr>
          <a:lstStyle/>
          <a:p>
            <a:pPr marL="0" marR="0" lvl="0" indent="0" algn="l" defTabSz="914400" rtl="0" eaLnBrk="1" fontAlgn="auto" latinLnBrk="0" hangingPunct="1">
              <a:lnSpc>
                <a:spcPts val="600"/>
              </a:lnSpc>
              <a:spcBef>
                <a:spcPts val="600"/>
              </a:spcBef>
              <a:spcAft>
                <a:spcPts val="60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Inter"/>
                <a:ea typeface="+mn-ea"/>
                <a:cs typeface="+mn-cs"/>
              </a:rPr>
              <a:t>*</a:t>
            </a:r>
          </a:p>
        </p:txBody>
      </p:sp>
      <p:sp>
        <p:nvSpPr>
          <p:cNvPr id="150" name="矩形 149">
            <a:extLst>
              <a:ext uri="{FF2B5EF4-FFF2-40B4-BE49-F238E27FC236}">
                <a16:creationId xmlns:a16="http://schemas.microsoft.com/office/drawing/2014/main" id="{614BF73D-BCC0-3ED9-DBD6-B6140126E8AF}"/>
              </a:ext>
            </a:extLst>
          </p:cNvPr>
          <p:cNvSpPr/>
          <p:nvPr/>
        </p:nvSpPr>
        <p:spPr bwMode="gray">
          <a:xfrm>
            <a:off x="666446" y="1984510"/>
            <a:ext cx="1378788" cy="1141213"/>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TENACITY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Previous timeline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(~5m acceleration, TBC by global)</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2" name="OTLSHAPE_T_5a934a26f311425e8ebaa0f45e6533ad_Shape">
            <a:extLst>
              <a:ext uri="{FF2B5EF4-FFF2-40B4-BE49-F238E27FC236}">
                <a16:creationId xmlns:a16="http://schemas.microsoft.com/office/drawing/2014/main" id="{7110FD25-0BE8-0BB5-E4CC-8E367DA2480C}"/>
              </a:ext>
            </a:extLst>
          </p:cNvPr>
          <p:cNvSpPr/>
          <p:nvPr>
            <p:custDataLst>
              <p:tags r:id="rId1"/>
            </p:custDataLst>
          </p:nvPr>
        </p:nvSpPr>
        <p:spPr bwMode="auto">
          <a:xfrm>
            <a:off x="6341436" y="2084978"/>
            <a:ext cx="660222" cy="324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93" name="OTLSHAPE_T_e17f3958430f4cff8650518c93c7635e_Shape">
            <a:extLst>
              <a:ext uri="{FF2B5EF4-FFF2-40B4-BE49-F238E27FC236}">
                <a16:creationId xmlns:a16="http://schemas.microsoft.com/office/drawing/2014/main" id="{92926DF6-C79F-6CE1-2AC8-C339B87D4C4E}"/>
              </a:ext>
            </a:extLst>
          </p:cNvPr>
          <p:cNvSpPr/>
          <p:nvPr>
            <p:custDataLst>
              <p:tags r:id="rId2"/>
            </p:custDataLst>
          </p:nvPr>
        </p:nvSpPr>
        <p:spPr bwMode="auto">
          <a:xfrm>
            <a:off x="3348393" y="2075880"/>
            <a:ext cx="2985512" cy="324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N=1325 (China ~ 340pts), 18M</a:t>
            </a:r>
          </a:p>
        </p:txBody>
      </p:sp>
      <p:sp>
        <p:nvSpPr>
          <p:cNvPr id="95" name="OTLSHAPE_T_e17f3958430f4cff8650518c93c7635e_Shape">
            <a:extLst>
              <a:ext uri="{FF2B5EF4-FFF2-40B4-BE49-F238E27FC236}">
                <a16:creationId xmlns:a16="http://schemas.microsoft.com/office/drawing/2014/main" id="{C06D7E10-507B-09B2-E151-0567DF74703F}"/>
              </a:ext>
            </a:extLst>
          </p:cNvPr>
          <p:cNvSpPr/>
          <p:nvPr>
            <p:custDataLst>
              <p:tags r:id="rId3"/>
            </p:custDataLst>
          </p:nvPr>
        </p:nvSpPr>
        <p:spPr bwMode="auto">
          <a:xfrm>
            <a:off x="2688839" y="2075880"/>
            <a:ext cx="660221" cy="324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 + 1</a:t>
            </a:r>
            <a:r>
              <a:rPr kumimoji="0" lang="en-US" altLang="zh-CN" sz="700" b="1" i="0" u="none" strike="noStrike" kern="1200" cap="none" spc="0" normalizeH="0" baseline="3000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97" name="Rectangle 77">
            <a:extLst>
              <a:ext uri="{FF2B5EF4-FFF2-40B4-BE49-F238E27FC236}">
                <a16:creationId xmlns:a16="http://schemas.microsoft.com/office/drawing/2014/main" id="{7DBE7C8B-8C38-EF45-7EC9-C3851CA4B2E0}"/>
              </a:ext>
            </a:extLst>
          </p:cNvPr>
          <p:cNvSpPr/>
          <p:nvPr/>
        </p:nvSpPr>
        <p:spPr>
          <a:xfrm>
            <a:off x="3035063" y="2566034"/>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1</a:t>
            </a:r>
            <a:r>
              <a:rPr kumimoji="0" lang="en-US" altLang="zh-CN" sz="700" b="1" i="0" u="none" strike="noStrike" kern="1200" cap="none" spc="0" normalizeH="0" baseline="3000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st</a:t>
            </a: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SIV</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Feb 2026</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98" name="OTLSHAPE_M_39ea6ebc19a94c9fab6ef5006c31df58_Shape">
            <a:extLst>
              <a:ext uri="{FF2B5EF4-FFF2-40B4-BE49-F238E27FC236}">
                <a16:creationId xmlns:a16="http://schemas.microsoft.com/office/drawing/2014/main" id="{3B487D1B-C1B4-5DFA-43BC-E21E197E397B}"/>
              </a:ext>
            </a:extLst>
          </p:cNvPr>
          <p:cNvSpPr/>
          <p:nvPr>
            <p:custDataLst>
              <p:tags r:id="rId4"/>
            </p:custDataLst>
          </p:nvPr>
        </p:nvSpPr>
        <p:spPr bwMode="auto">
          <a:xfrm rot="16200000">
            <a:off x="2664543" y="2345928"/>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100" name="OTLSHAPE_M_39ea6ebc19a94c9fab6ef5006c31df58_Title">
            <a:extLst>
              <a:ext uri="{FF2B5EF4-FFF2-40B4-BE49-F238E27FC236}">
                <a16:creationId xmlns:a16="http://schemas.microsoft.com/office/drawing/2014/main" id="{28216078-048D-568B-4572-7C59448F3EC3}"/>
              </a:ext>
            </a:extLst>
          </p:cNvPr>
          <p:cNvSpPr txBox="1"/>
          <p:nvPr>
            <p:custDataLst>
              <p:tags r:id="rId5"/>
            </p:custDataLst>
          </p:nvPr>
        </p:nvSpPr>
        <p:spPr>
          <a:xfrm>
            <a:off x="2211457" y="2585951"/>
            <a:ext cx="928201" cy="215444"/>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CTA-s</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4 Nov  2025</a:t>
            </a:r>
          </a:p>
        </p:txBody>
      </p:sp>
      <p:sp>
        <p:nvSpPr>
          <p:cNvPr id="101" name="Rectangle 73">
            <a:extLst>
              <a:ext uri="{FF2B5EF4-FFF2-40B4-BE49-F238E27FC236}">
                <a16:creationId xmlns:a16="http://schemas.microsoft.com/office/drawing/2014/main" id="{9FE489C6-0717-7FE8-3E77-6730567F593D}"/>
              </a:ext>
            </a:extLst>
          </p:cNvPr>
          <p:cNvSpPr/>
          <p:nvPr/>
        </p:nvSpPr>
        <p:spPr>
          <a:xfrm>
            <a:off x="6046006" y="2586303"/>
            <a:ext cx="564577"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Jul 2027</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03" name="Rectangle 55">
            <a:extLst>
              <a:ext uri="{FF2B5EF4-FFF2-40B4-BE49-F238E27FC236}">
                <a16:creationId xmlns:a16="http://schemas.microsoft.com/office/drawing/2014/main" id="{E70BAEE6-F6EA-D85A-8E81-43D881E52B24}"/>
              </a:ext>
            </a:extLst>
          </p:cNvPr>
          <p:cNvSpPr/>
          <p:nvPr/>
        </p:nvSpPr>
        <p:spPr>
          <a:xfrm>
            <a:off x="7214914" y="2579049"/>
            <a:ext cx="585417"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Jan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04" name="Star: 4 Points 143">
            <a:extLst>
              <a:ext uri="{FF2B5EF4-FFF2-40B4-BE49-F238E27FC236}">
                <a16:creationId xmlns:a16="http://schemas.microsoft.com/office/drawing/2014/main" id="{F75F7277-E527-C16D-43CB-67F0318C05A9}"/>
              </a:ext>
            </a:extLst>
          </p:cNvPr>
          <p:cNvSpPr/>
          <p:nvPr/>
        </p:nvSpPr>
        <p:spPr bwMode="auto">
          <a:xfrm>
            <a:off x="3259726" y="242650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05" name="Star: 4 Points 143">
            <a:extLst>
              <a:ext uri="{FF2B5EF4-FFF2-40B4-BE49-F238E27FC236}">
                <a16:creationId xmlns:a16="http://schemas.microsoft.com/office/drawing/2014/main" id="{3CE46B5A-5FAB-5111-7C40-8996FA638350}"/>
              </a:ext>
            </a:extLst>
          </p:cNvPr>
          <p:cNvSpPr/>
          <p:nvPr/>
        </p:nvSpPr>
        <p:spPr bwMode="auto">
          <a:xfrm>
            <a:off x="6230479" y="24191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06" name="Star: 4 Points 143">
            <a:extLst>
              <a:ext uri="{FF2B5EF4-FFF2-40B4-BE49-F238E27FC236}">
                <a16:creationId xmlns:a16="http://schemas.microsoft.com/office/drawing/2014/main" id="{9CADA030-CEC5-D2C0-CEF4-CF91AA705595}"/>
              </a:ext>
            </a:extLst>
          </p:cNvPr>
          <p:cNvSpPr/>
          <p:nvPr/>
        </p:nvSpPr>
        <p:spPr bwMode="auto">
          <a:xfrm>
            <a:off x="6907414" y="242086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08" name="Rectangle 55">
            <a:extLst>
              <a:ext uri="{FF2B5EF4-FFF2-40B4-BE49-F238E27FC236}">
                <a16:creationId xmlns:a16="http://schemas.microsoft.com/office/drawing/2014/main" id="{DBE5FC07-B11B-768C-F768-D0689A828226}"/>
              </a:ext>
            </a:extLst>
          </p:cNvPr>
          <p:cNvSpPr/>
          <p:nvPr/>
        </p:nvSpPr>
        <p:spPr>
          <a:xfrm>
            <a:off x="7655492" y="2340082"/>
            <a:ext cx="724878"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EU NDA sub.</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Apr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10" name="五角星 55">
            <a:extLst>
              <a:ext uri="{FF2B5EF4-FFF2-40B4-BE49-F238E27FC236}">
                <a16:creationId xmlns:a16="http://schemas.microsoft.com/office/drawing/2014/main" id="{B93AA41D-5633-4DA4-E943-8D9A8858ADA6}"/>
              </a:ext>
            </a:extLst>
          </p:cNvPr>
          <p:cNvSpPr>
            <a:spLocks/>
          </p:cNvSpPr>
          <p:nvPr/>
        </p:nvSpPr>
        <p:spPr bwMode="auto">
          <a:xfrm>
            <a:off x="7873930" y="217068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111" name="Rectangle 55">
            <a:extLst>
              <a:ext uri="{FF2B5EF4-FFF2-40B4-BE49-F238E27FC236}">
                <a16:creationId xmlns:a16="http://schemas.microsoft.com/office/drawing/2014/main" id="{92D3C758-83A0-8A19-61F1-103F1073C38C}"/>
              </a:ext>
            </a:extLst>
          </p:cNvPr>
          <p:cNvSpPr/>
          <p:nvPr/>
        </p:nvSpPr>
        <p:spPr>
          <a:xfrm>
            <a:off x="9462136" y="2375924"/>
            <a:ext cx="729688"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EU NDA app.</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Apr 2029</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112" name="Graphic 317" descr="Flag with solid fill">
            <a:extLst>
              <a:ext uri="{FF2B5EF4-FFF2-40B4-BE49-F238E27FC236}">
                <a16:creationId xmlns:a16="http://schemas.microsoft.com/office/drawing/2014/main" id="{60DFCC97-697C-0FE5-E646-C59D1C93C490}"/>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768006" y="2164366"/>
            <a:ext cx="210312" cy="210312"/>
          </a:xfrm>
          <a:prstGeom prst="rect">
            <a:avLst/>
          </a:prstGeom>
        </p:spPr>
      </p:pic>
      <p:sp>
        <p:nvSpPr>
          <p:cNvPr id="117" name="Rectangle 73">
            <a:extLst>
              <a:ext uri="{FF2B5EF4-FFF2-40B4-BE49-F238E27FC236}">
                <a16:creationId xmlns:a16="http://schemas.microsoft.com/office/drawing/2014/main" id="{74FCD865-C9EF-C46C-FCAE-D64B6C3B6BAB}"/>
              </a:ext>
            </a:extLst>
          </p:cNvPr>
          <p:cNvSpPr/>
          <p:nvPr/>
        </p:nvSpPr>
        <p:spPr>
          <a:xfrm>
            <a:off x="6694002" y="2591602"/>
            <a:ext cx="611065"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Nov 2027</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19" name="OTLSHAPE_T_5a934a26f311425e8ebaa0f45e6533ad_Shape">
            <a:extLst>
              <a:ext uri="{FF2B5EF4-FFF2-40B4-BE49-F238E27FC236}">
                <a16:creationId xmlns:a16="http://schemas.microsoft.com/office/drawing/2014/main" id="{E03A8D30-F557-7155-CE1F-0B5F9489684E}"/>
              </a:ext>
            </a:extLst>
          </p:cNvPr>
          <p:cNvSpPr/>
          <p:nvPr>
            <p:custDataLst>
              <p:tags r:id="rId6"/>
            </p:custDataLst>
          </p:nvPr>
        </p:nvSpPr>
        <p:spPr bwMode="auto">
          <a:xfrm>
            <a:off x="7009190" y="2084978"/>
            <a:ext cx="451000" cy="324000"/>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121" name="Star: 4 Points 143">
            <a:extLst>
              <a:ext uri="{FF2B5EF4-FFF2-40B4-BE49-F238E27FC236}">
                <a16:creationId xmlns:a16="http://schemas.microsoft.com/office/drawing/2014/main" id="{F7A0FA92-E40A-7475-31D7-9302B730C3C0}"/>
              </a:ext>
            </a:extLst>
          </p:cNvPr>
          <p:cNvSpPr/>
          <p:nvPr/>
        </p:nvSpPr>
        <p:spPr bwMode="auto">
          <a:xfrm>
            <a:off x="7389894" y="238470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70" name="OTLSHAPE_T_e17f3958430f4cff8650518c93c7635e_StartDate">
            <a:extLst>
              <a:ext uri="{FF2B5EF4-FFF2-40B4-BE49-F238E27FC236}">
                <a16:creationId xmlns:a16="http://schemas.microsoft.com/office/drawing/2014/main" id="{776D5992-3F2B-B1DF-A338-90655DF0A233}"/>
              </a:ext>
            </a:extLst>
          </p:cNvPr>
          <p:cNvSpPr txBox="1"/>
          <p:nvPr>
            <p:custDataLst>
              <p:tags r:id="rId7"/>
            </p:custDataLst>
          </p:nvPr>
        </p:nvSpPr>
        <p:spPr>
          <a:xfrm>
            <a:off x="7525694" y="448520"/>
            <a:ext cx="709719" cy="76944"/>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5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Dec 2025</a:t>
            </a:r>
            <a:endParaRPr kumimoji="0" lang="zh-CN" altLang="en-US" sz="5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 name="OTLSHAPE_T_e17f3958430f4cff8650518c93c7635e_Shape">
            <a:extLst>
              <a:ext uri="{FF2B5EF4-FFF2-40B4-BE49-F238E27FC236}">
                <a16:creationId xmlns:a16="http://schemas.microsoft.com/office/drawing/2014/main" id="{85DF9A97-2C35-8D08-1734-C22D906A6B2B}"/>
              </a:ext>
            </a:extLst>
          </p:cNvPr>
          <p:cNvSpPr/>
          <p:nvPr>
            <p:custDataLst>
              <p:tags r:id="rId8"/>
            </p:custDataLst>
          </p:nvPr>
        </p:nvSpPr>
        <p:spPr bwMode="auto">
          <a:xfrm>
            <a:off x="3214305" y="3782723"/>
            <a:ext cx="565941" cy="25267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5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HAI</a:t>
            </a:r>
            <a:r>
              <a:rPr kumimoji="0" lang="zh-CN" altLang="en-US" sz="5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a:t>
            </a:r>
            <a:r>
              <a:rPr kumimoji="0" lang="en-US" altLang="zh-CN" sz="5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15+60WD)</a:t>
            </a:r>
          </a:p>
        </p:txBody>
      </p:sp>
      <p:sp>
        <p:nvSpPr>
          <p:cNvPr id="4" name="OTLSHAPE_T_e17f3958430f4cff8650518c93c7635e_Shape">
            <a:extLst>
              <a:ext uri="{FF2B5EF4-FFF2-40B4-BE49-F238E27FC236}">
                <a16:creationId xmlns:a16="http://schemas.microsoft.com/office/drawing/2014/main" id="{57CD2F5B-B798-0897-B426-38054B14E517}"/>
              </a:ext>
            </a:extLst>
          </p:cNvPr>
          <p:cNvSpPr/>
          <p:nvPr>
            <p:custDataLst>
              <p:tags r:id="rId9"/>
            </p:custDataLst>
          </p:nvPr>
        </p:nvSpPr>
        <p:spPr bwMode="auto">
          <a:xfrm>
            <a:off x="2825604" y="3772177"/>
            <a:ext cx="454023" cy="274964"/>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ts val="600"/>
              </a:lnSpc>
              <a:spcBef>
                <a:spcPct val="0"/>
              </a:spcBef>
              <a:spcAft>
                <a:spcPct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TDO </a:t>
            </a:r>
            <a:r>
              <a:rPr kumimoji="0" lang="en-US" altLang="zh-CN" sz="6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a:t>
            </a:r>
            <a:endParaRPr kumimoji="0" lang="zh-CN" altLang="en-US" sz="6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16" name="OTLSHAPE_T_e17f3958430f4cff8650518c93c7635e_Shape">
            <a:extLst>
              <a:ext uri="{FF2B5EF4-FFF2-40B4-BE49-F238E27FC236}">
                <a16:creationId xmlns:a16="http://schemas.microsoft.com/office/drawing/2014/main" id="{E2799AAB-3D98-753D-8F61-B3171F0B8981}"/>
              </a:ext>
            </a:extLst>
          </p:cNvPr>
          <p:cNvSpPr/>
          <p:nvPr>
            <p:custDataLst>
              <p:tags r:id="rId10"/>
            </p:custDataLst>
          </p:nvPr>
        </p:nvSpPr>
        <p:spPr bwMode="auto">
          <a:xfrm>
            <a:off x="2825604" y="3343738"/>
            <a:ext cx="2991426" cy="318493"/>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IMP readiness for site shipment: Metalyse + Antiplatelet (Placebo) </a:t>
            </a:r>
            <a:r>
              <a:rPr kumimoji="0" lang="en-US" altLang="zh-CN" sz="9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~16 M</a:t>
            </a:r>
            <a:endParaRPr kumimoji="0" lang="en-US" altLang="zh-CN" sz="7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17" name="OTLSHAPE_T_e17f3958430f4cff8650518c93c7635e_StartDate">
            <a:extLst>
              <a:ext uri="{FF2B5EF4-FFF2-40B4-BE49-F238E27FC236}">
                <a16:creationId xmlns:a16="http://schemas.microsoft.com/office/drawing/2014/main" id="{E1BF518F-03CF-71BE-DC62-E4CF61C41F82}"/>
              </a:ext>
            </a:extLst>
          </p:cNvPr>
          <p:cNvSpPr txBox="1"/>
          <p:nvPr>
            <p:custDataLst>
              <p:tags r:id="rId11"/>
            </p:custDataLst>
          </p:nvPr>
        </p:nvSpPr>
        <p:spPr>
          <a:xfrm>
            <a:off x="2382070" y="4116609"/>
            <a:ext cx="709719" cy="10772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rPr>
              <a:t>Dec 2025</a:t>
            </a:r>
            <a:endParaRPr kumimoji="0" lang="zh-CN" altLang="en-US"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endParaRPr>
          </a:p>
        </p:txBody>
      </p:sp>
      <p:sp>
        <p:nvSpPr>
          <p:cNvPr id="18" name="OTLSHAPE_T_e17f3958430f4cff8650518c93c7635e_StartDate">
            <a:extLst>
              <a:ext uri="{FF2B5EF4-FFF2-40B4-BE49-F238E27FC236}">
                <a16:creationId xmlns:a16="http://schemas.microsoft.com/office/drawing/2014/main" id="{FF59CB2E-5F6F-6DA3-CBD4-6C041EC7F07B}"/>
              </a:ext>
            </a:extLst>
          </p:cNvPr>
          <p:cNvSpPr txBox="1"/>
          <p:nvPr>
            <p:custDataLst>
              <p:tags r:id="rId12"/>
            </p:custDataLst>
          </p:nvPr>
        </p:nvSpPr>
        <p:spPr>
          <a:xfrm>
            <a:off x="2904866" y="4112528"/>
            <a:ext cx="709719" cy="10772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rPr>
              <a:t>Jan 2026</a:t>
            </a:r>
            <a:endParaRPr kumimoji="0" lang="zh-CN" altLang="en-US"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endParaRPr>
          </a:p>
        </p:txBody>
      </p:sp>
      <p:sp>
        <p:nvSpPr>
          <p:cNvPr id="21" name="OTLSHAPE_T_e17f3958430f4cff8650518c93c7635e_Shape">
            <a:extLst>
              <a:ext uri="{FF2B5EF4-FFF2-40B4-BE49-F238E27FC236}">
                <a16:creationId xmlns:a16="http://schemas.microsoft.com/office/drawing/2014/main" id="{C9BDF0D1-0CD6-FB95-5AD6-39775C78C7C4}"/>
              </a:ext>
            </a:extLst>
          </p:cNvPr>
          <p:cNvSpPr/>
          <p:nvPr>
            <p:custDataLst>
              <p:tags r:id="rId13"/>
            </p:custDataLst>
          </p:nvPr>
        </p:nvSpPr>
        <p:spPr bwMode="auto">
          <a:xfrm>
            <a:off x="6061273" y="3786514"/>
            <a:ext cx="1551199" cy="26283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 N=200 (9 M)</a:t>
            </a:r>
          </a:p>
        </p:txBody>
      </p:sp>
      <p:sp>
        <p:nvSpPr>
          <p:cNvPr id="22" name="OTLSHAPE_T_e17f3958430f4cff8650518c93c7635e_Shape">
            <a:extLst>
              <a:ext uri="{FF2B5EF4-FFF2-40B4-BE49-F238E27FC236}">
                <a16:creationId xmlns:a16="http://schemas.microsoft.com/office/drawing/2014/main" id="{35CCE579-3F5D-5908-25FB-7C2076B67E58}"/>
              </a:ext>
            </a:extLst>
          </p:cNvPr>
          <p:cNvSpPr/>
          <p:nvPr>
            <p:custDataLst>
              <p:tags r:id="rId14"/>
            </p:custDataLst>
          </p:nvPr>
        </p:nvSpPr>
        <p:spPr bwMode="auto">
          <a:xfrm>
            <a:off x="4954520" y="3790452"/>
            <a:ext cx="520302" cy="255411"/>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a:t>
            </a:r>
            <a:endParaRPr kumimoji="0" lang="zh-CN" altLang="en-US"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2" name="OTLSHAPE_T_e17f3958430f4cff8650518c93c7635e_StartDate">
            <a:extLst>
              <a:ext uri="{FF2B5EF4-FFF2-40B4-BE49-F238E27FC236}">
                <a16:creationId xmlns:a16="http://schemas.microsoft.com/office/drawing/2014/main" id="{B749FE1E-0BAF-F848-6162-D3CE84A97664}"/>
              </a:ext>
            </a:extLst>
          </p:cNvPr>
          <p:cNvSpPr txBox="1"/>
          <p:nvPr>
            <p:custDataLst>
              <p:tags r:id="rId15"/>
            </p:custDataLst>
          </p:nvPr>
        </p:nvSpPr>
        <p:spPr>
          <a:xfrm>
            <a:off x="3421151" y="4110227"/>
            <a:ext cx="709719" cy="10772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rPr>
              <a:t>Apr 2026</a:t>
            </a:r>
            <a:endParaRPr kumimoji="0" lang="zh-CN" altLang="en-US"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endParaRPr>
          </a:p>
        </p:txBody>
      </p:sp>
      <p:sp>
        <p:nvSpPr>
          <p:cNvPr id="34" name="OTLSHAPE_T_e17f3958430f4cff8650518c93c7635e_Shape">
            <a:extLst>
              <a:ext uri="{FF2B5EF4-FFF2-40B4-BE49-F238E27FC236}">
                <a16:creationId xmlns:a16="http://schemas.microsoft.com/office/drawing/2014/main" id="{52E05F7E-0E47-95B1-C52B-501414066DB0}"/>
              </a:ext>
            </a:extLst>
          </p:cNvPr>
          <p:cNvSpPr/>
          <p:nvPr>
            <p:custDataLst>
              <p:tags r:id="rId16"/>
            </p:custDataLst>
          </p:nvPr>
        </p:nvSpPr>
        <p:spPr bwMode="auto">
          <a:xfrm>
            <a:off x="4341937" y="3795024"/>
            <a:ext cx="607208" cy="247924"/>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ts val="600"/>
              </a:lnSpc>
              <a:spcBef>
                <a:spcPct val="0"/>
              </a:spcBef>
              <a:spcAft>
                <a:spcPct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Boehringer Forward Text"/>
                <a:ea typeface="+mn-ea"/>
                <a:cs typeface="+mn-cs"/>
              </a:rPr>
              <a:t>Placebo IMPD Prep**</a:t>
            </a:r>
            <a:endParaRPr kumimoji="0" lang="zh-CN" altLang="en-US"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47" name="Rectangle 77">
            <a:extLst>
              <a:ext uri="{FF2B5EF4-FFF2-40B4-BE49-F238E27FC236}">
                <a16:creationId xmlns:a16="http://schemas.microsoft.com/office/drawing/2014/main" id="{2158B8D4-1C4C-274E-BEB2-DDD4B976F1FE}"/>
              </a:ext>
            </a:extLst>
          </p:cNvPr>
          <p:cNvSpPr/>
          <p:nvPr/>
        </p:nvSpPr>
        <p:spPr>
          <a:xfrm>
            <a:off x="5756298" y="4233960"/>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SIV</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May 2027</a:t>
            </a:r>
          </a:p>
        </p:txBody>
      </p:sp>
      <p:sp>
        <p:nvSpPr>
          <p:cNvPr id="48" name="OTLSHAPE_T_5a934a26f311425e8ebaa0f45e6533ad_Shape">
            <a:extLst>
              <a:ext uri="{FF2B5EF4-FFF2-40B4-BE49-F238E27FC236}">
                <a16:creationId xmlns:a16="http://schemas.microsoft.com/office/drawing/2014/main" id="{F0FD6704-4EA4-F60A-08E6-6187DF4343E6}"/>
              </a:ext>
            </a:extLst>
          </p:cNvPr>
          <p:cNvSpPr/>
          <p:nvPr>
            <p:custDataLst>
              <p:tags r:id="rId17"/>
            </p:custDataLst>
          </p:nvPr>
        </p:nvSpPr>
        <p:spPr bwMode="auto">
          <a:xfrm>
            <a:off x="7624550" y="3795024"/>
            <a:ext cx="589870" cy="26215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50" name="Rectangle 55">
            <a:extLst>
              <a:ext uri="{FF2B5EF4-FFF2-40B4-BE49-F238E27FC236}">
                <a16:creationId xmlns:a16="http://schemas.microsoft.com/office/drawing/2014/main" id="{E356742C-AED6-556A-B831-EB34164C1C58}"/>
              </a:ext>
            </a:extLst>
          </p:cNvPr>
          <p:cNvSpPr/>
          <p:nvPr/>
        </p:nvSpPr>
        <p:spPr>
          <a:xfrm>
            <a:off x="8414074" y="4237849"/>
            <a:ext cx="603050"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Aug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52" name="OTLSHAPE_T_5a934a26f311425e8ebaa0f45e6533ad_Shape">
            <a:extLst>
              <a:ext uri="{FF2B5EF4-FFF2-40B4-BE49-F238E27FC236}">
                <a16:creationId xmlns:a16="http://schemas.microsoft.com/office/drawing/2014/main" id="{BE27031A-2949-1A5B-2066-CECD3AF9995F}"/>
              </a:ext>
            </a:extLst>
          </p:cNvPr>
          <p:cNvSpPr/>
          <p:nvPr>
            <p:custDataLst>
              <p:tags r:id="rId18"/>
            </p:custDataLst>
          </p:nvPr>
        </p:nvSpPr>
        <p:spPr bwMode="auto">
          <a:xfrm>
            <a:off x="8225055" y="3778589"/>
            <a:ext cx="542782" cy="288363"/>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57" name="文本框 56">
            <a:extLst>
              <a:ext uri="{FF2B5EF4-FFF2-40B4-BE49-F238E27FC236}">
                <a16:creationId xmlns:a16="http://schemas.microsoft.com/office/drawing/2014/main" id="{93C6A36C-9BCB-49B2-8342-F4A8590502A1}"/>
              </a:ext>
            </a:extLst>
          </p:cNvPr>
          <p:cNvSpPr txBox="1"/>
          <p:nvPr/>
        </p:nvSpPr>
        <p:spPr bwMode="gray">
          <a:xfrm>
            <a:off x="7856823" y="4228697"/>
            <a:ext cx="645536" cy="307777"/>
          </a:xfrm>
          <a:prstGeom prst="rect">
            <a:avLst/>
          </a:prstGeom>
          <a:noFill/>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Jun 2028</a:t>
            </a:r>
          </a:p>
        </p:txBody>
      </p:sp>
      <p:sp>
        <p:nvSpPr>
          <p:cNvPr id="58" name="Rectangle 55">
            <a:extLst>
              <a:ext uri="{FF2B5EF4-FFF2-40B4-BE49-F238E27FC236}">
                <a16:creationId xmlns:a16="http://schemas.microsoft.com/office/drawing/2014/main" id="{C5FA0E1C-E2AE-4549-B731-F3BFAC443932}"/>
              </a:ext>
            </a:extLst>
          </p:cNvPr>
          <p:cNvSpPr/>
          <p:nvPr/>
        </p:nvSpPr>
        <p:spPr>
          <a:xfrm>
            <a:off x="8877480" y="4121564"/>
            <a:ext cx="628698"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sub.*</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Oct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59" name="五角星 55">
            <a:extLst>
              <a:ext uri="{FF2B5EF4-FFF2-40B4-BE49-F238E27FC236}">
                <a16:creationId xmlns:a16="http://schemas.microsoft.com/office/drawing/2014/main" id="{051E9DDA-5004-A08A-A89F-968049454191}"/>
              </a:ext>
            </a:extLst>
          </p:cNvPr>
          <p:cNvSpPr>
            <a:spLocks/>
          </p:cNvSpPr>
          <p:nvPr/>
        </p:nvSpPr>
        <p:spPr bwMode="auto">
          <a:xfrm>
            <a:off x="9114002" y="3907949"/>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60" name="Rectangle 55">
            <a:extLst>
              <a:ext uri="{FF2B5EF4-FFF2-40B4-BE49-F238E27FC236}">
                <a16:creationId xmlns:a16="http://schemas.microsoft.com/office/drawing/2014/main" id="{4BABCBB5-237A-38B4-D8F6-68DC405DABD3}"/>
              </a:ext>
            </a:extLst>
          </p:cNvPr>
          <p:cNvSpPr/>
          <p:nvPr/>
        </p:nvSpPr>
        <p:spPr>
          <a:xfrm>
            <a:off x="9669817" y="4159352"/>
            <a:ext cx="611065"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app.</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Oct 2029</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72" name="Graphic 317" descr="Flag with solid fill">
            <a:extLst>
              <a:ext uri="{FF2B5EF4-FFF2-40B4-BE49-F238E27FC236}">
                <a16:creationId xmlns:a16="http://schemas.microsoft.com/office/drawing/2014/main" id="{ABDB47E6-9E8C-E1BB-6129-250C585C0DDB}"/>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935595" y="3930240"/>
            <a:ext cx="210312" cy="210312"/>
          </a:xfrm>
          <a:prstGeom prst="rect">
            <a:avLst/>
          </a:prstGeom>
        </p:spPr>
      </p:pic>
      <p:sp>
        <p:nvSpPr>
          <p:cNvPr id="73" name="Rectangle 73">
            <a:extLst>
              <a:ext uri="{FF2B5EF4-FFF2-40B4-BE49-F238E27FC236}">
                <a16:creationId xmlns:a16="http://schemas.microsoft.com/office/drawing/2014/main" id="{C9557302-16C9-CD22-F9F9-3C8A580A9F4B}"/>
              </a:ext>
            </a:extLst>
          </p:cNvPr>
          <p:cNvSpPr/>
          <p:nvPr/>
        </p:nvSpPr>
        <p:spPr>
          <a:xfrm>
            <a:off x="7325158" y="4227033"/>
            <a:ext cx="587020"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Feb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74" name="矩形 73">
            <a:extLst>
              <a:ext uri="{FF2B5EF4-FFF2-40B4-BE49-F238E27FC236}">
                <a16:creationId xmlns:a16="http://schemas.microsoft.com/office/drawing/2014/main" id="{5E8CB98E-D7FB-9D39-D145-455D64204EEB}"/>
              </a:ext>
            </a:extLst>
          </p:cNvPr>
          <p:cNvSpPr/>
          <p:nvPr/>
        </p:nvSpPr>
        <p:spPr bwMode="gray">
          <a:xfrm>
            <a:off x="666445" y="3595711"/>
            <a:ext cx="1390965" cy="1828922"/>
          </a:xfrm>
          <a:prstGeom prst="rect">
            <a:avLst/>
          </a:prstGeom>
          <a:solidFill>
            <a:srgbClr val="E0E1F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China</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Join TENACITY as original plan and conduct a China blinding sister trial in parallel</a:t>
            </a:r>
          </a:p>
        </p:txBody>
      </p:sp>
      <p:sp>
        <p:nvSpPr>
          <p:cNvPr id="75" name="Star: 4 Points 143">
            <a:extLst>
              <a:ext uri="{FF2B5EF4-FFF2-40B4-BE49-F238E27FC236}">
                <a16:creationId xmlns:a16="http://schemas.microsoft.com/office/drawing/2014/main" id="{B91D1B3C-233F-687C-B4D1-1505DF990D19}"/>
              </a:ext>
            </a:extLst>
          </p:cNvPr>
          <p:cNvSpPr/>
          <p:nvPr/>
        </p:nvSpPr>
        <p:spPr bwMode="auto">
          <a:xfrm>
            <a:off x="6003179" y="4076693"/>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77" name="Star: 4 Points 143">
            <a:extLst>
              <a:ext uri="{FF2B5EF4-FFF2-40B4-BE49-F238E27FC236}">
                <a16:creationId xmlns:a16="http://schemas.microsoft.com/office/drawing/2014/main" id="{1CA4E56B-9502-2E5C-CAE9-1F253A74845A}"/>
              </a:ext>
            </a:extLst>
          </p:cNvPr>
          <p:cNvSpPr/>
          <p:nvPr/>
        </p:nvSpPr>
        <p:spPr bwMode="auto">
          <a:xfrm>
            <a:off x="7555787" y="4070343"/>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78" name="Star: 4 Points 143">
            <a:extLst>
              <a:ext uri="{FF2B5EF4-FFF2-40B4-BE49-F238E27FC236}">
                <a16:creationId xmlns:a16="http://schemas.microsoft.com/office/drawing/2014/main" id="{5E91A805-AAC2-7790-F7F4-C0FB86F0F01C}"/>
              </a:ext>
            </a:extLst>
          </p:cNvPr>
          <p:cNvSpPr/>
          <p:nvPr/>
        </p:nvSpPr>
        <p:spPr bwMode="auto">
          <a:xfrm>
            <a:off x="8164144" y="4084710"/>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0D9CF982-7813-7DB0-D839-7865C62D37A6}"/>
              </a:ext>
            </a:extLst>
          </p:cNvPr>
          <p:cNvSpPr/>
          <p:nvPr/>
        </p:nvSpPr>
        <p:spPr bwMode="auto">
          <a:xfrm>
            <a:off x="8668629" y="4094425"/>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5B434A5-D828-E590-D719-F4169B6A0138}"/>
              </a:ext>
            </a:extLst>
          </p:cNvPr>
          <p:cNvSpPr/>
          <p:nvPr>
            <p:custDataLst>
              <p:tags r:id="rId19"/>
            </p:custDataLst>
          </p:nvPr>
        </p:nvSpPr>
        <p:spPr bwMode="auto">
          <a:xfrm>
            <a:off x="5489531" y="3797826"/>
            <a:ext cx="556264" cy="25899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ts val="700"/>
              </a:lnSpc>
              <a:spcBef>
                <a:spcPts val="0"/>
              </a:spcBef>
              <a:spcAft>
                <a:spcPts val="0"/>
              </a:spcAft>
              <a:buClrTx/>
              <a:buSzTx/>
              <a:buFontTx/>
              <a:buNone/>
              <a:tabLst/>
              <a:defRPr/>
            </a:pPr>
            <a:r>
              <a:rPr kumimoji="0" lang="en-US" altLang="zh-CN"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EC -approval</a:t>
            </a:r>
          </a:p>
        </p:txBody>
      </p:sp>
      <p:sp>
        <p:nvSpPr>
          <p:cNvPr id="10" name="Rectangle 77">
            <a:extLst>
              <a:ext uri="{FF2B5EF4-FFF2-40B4-BE49-F238E27FC236}">
                <a16:creationId xmlns:a16="http://schemas.microsoft.com/office/drawing/2014/main" id="{3E096092-CE95-7CFF-9C81-E93BD2B38725}"/>
              </a:ext>
            </a:extLst>
          </p:cNvPr>
          <p:cNvSpPr/>
          <p:nvPr/>
        </p:nvSpPr>
        <p:spPr>
          <a:xfrm>
            <a:off x="4638057" y="4227874"/>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CTA-s</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Nov 2026</a:t>
            </a:r>
          </a:p>
        </p:txBody>
      </p:sp>
      <p:sp>
        <p:nvSpPr>
          <p:cNvPr id="13" name="Star: 4 Points 143">
            <a:extLst>
              <a:ext uri="{FF2B5EF4-FFF2-40B4-BE49-F238E27FC236}">
                <a16:creationId xmlns:a16="http://schemas.microsoft.com/office/drawing/2014/main" id="{08D15B84-052F-8B88-7D1D-8C9921A69346}"/>
              </a:ext>
            </a:extLst>
          </p:cNvPr>
          <p:cNvSpPr/>
          <p:nvPr/>
        </p:nvSpPr>
        <p:spPr bwMode="auto">
          <a:xfrm>
            <a:off x="4901372" y="4070343"/>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 name="文本框 7">
            <a:extLst>
              <a:ext uri="{FF2B5EF4-FFF2-40B4-BE49-F238E27FC236}">
                <a16:creationId xmlns:a16="http://schemas.microsoft.com/office/drawing/2014/main" id="{D0C05C44-8B35-D35F-308B-D0F74F81D24F}"/>
              </a:ext>
            </a:extLst>
          </p:cNvPr>
          <p:cNvSpPr txBox="1"/>
          <p:nvPr/>
        </p:nvSpPr>
        <p:spPr bwMode="gray">
          <a:xfrm>
            <a:off x="2057410" y="6133520"/>
            <a:ext cx="7763256" cy="56547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 China NDA submissions must include results from the TENACITY trial and sister trial.</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**Placebo IMPD preparation timeline will be further evaluated once placebo candidate is selected.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 Under evaluation by Global team </a:t>
            </a:r>
          </a:p>
        </p:txBody>
      </p:sp>
      <p:sp>
        <p:nvSpPr>
          <p:cNvPr id="14" name="文本框 13">
            <a:extLst>
              <a:ext uri="{FF2B5EF4-FFF2-40B4-BE49-F238E27FC236}">
                <a16:creationId xmlns:a16="http://schemas.microsoft.com/office/drawing/2014/main" id="{5FE9C451-4D02-8504-B431-31F8AD8311B8}"/>
              </a:ext>
            </a:extLst>
          </p:cNvPr>
          <p:cNvSpPr txBox="1"/>
          <p:nvPr/>
        </p:nvSpPr>
        <p:spPr bwMode="gray">
          <a:xfrm>
            <a:off x="2137737" y="3525598"/>
            <a:ext cx="626775" cy="207301"/>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Base case</a:t>
            </a:r>
            <a:endPar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 name="Star: 4 Points 143">
            <a:extLst>
              <a:ext uri="{FF2B5EF4-FFF2-40B4-BE49-F238E27FC236}">
                <a16:creationId xmlns:a16="http://schemas.microsoft.com/office/drawing/2014/main" id="{72CCB1A3-F4FF-0714-66CD-D8458137B661}"/>
              </a:ext>
            </a:extLst>
          </p:cNvPr>
          <p:cNvSpPr/>
          <p:nvPr/>
        </p:nvSpPr>
        <p:spPr bwMode="auto">
          <a:xfrm>
            <a:off x="5785873" y="3419113"/>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6" name="Rectangle 77">
            <a:extLst>
              <a:ext uri="{FF2B5EF4-FFF2-40B4-BE49-F238E27FC236}">
                <a16:creationId xmlns:a16="http://schemas.microsoft.com/office/drawing/2014/main" id="{E6F854A4-5B42-1148-EABE-FC6CA15C5B40}"/>
              </a:ext>
            </a:extLst>
          </p:cNvPr>
          <p:cNvSpPr/>
          <p:nvPr/>
        </p:nvSpPr>
        <p:spPr>
          <a:xfrm>
            <a:off x="5762537" y="3397431"/>
            <a:ext cx="626660" cy="20005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Apr 2027</a:t>
            </a:r>
          </a:p>
        </p:txBody>
      </p:sp>
      <p:sp>
        <p:nvSpPr>
          <p:cNvPr id="27" name="Star: 4 Points 143">
            <a:extLst>
              <a:ext uri="{FF2B5EF4-FFF2-40B4-BE49-F238E27FC236}">
                <a16:creationId xmlns:a16="http://schemas.microsoft.com/office/drawing/2014/main" id="{2F2A2E7D-A3DC-33B2-2A71-6CF48B35501D}"/>
              </a:ext>
            </a:extLst>
          </p:cNvPr>
          <p:cNvSpPr/>
          <p:nvPr/>
        </p:nvSpPr>
        <p:spPr bwMode="auto">
          <a:xfrm>
            <a:off x="5441757" y="4064609"/>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8" name="Rectangle 77">
            <a:extLst>
              <a:ext uri="{FF2B5EF4-FFF2-40B4-BE49-F238E27FC236}">
                <a16:creationId xmlns:a16="http://schemas.microsoft.com/office/drawing/2014/main" id="{A28ED91E-4844-E4D9-224F-4A1748CF99B7}"/>
              </a:ext>
            </a:extLst>
          </p:cNvPr>
          <p:cNvSpPr/>
          <p:nvPr/>
        </p:nvSpPr>
        <p:spPr>
          <a:xfrm>
            <a:off x="5190370" y="4233960"/>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EC-s</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Feb 2027</a:t>
            </a:r>
          </a:p>
        </p:txBody>
      </p:sp>
      <p:sp>
        <p:nvSpPr>
          <p:cNvPr id="12" name="矩形 11">
            <a:extLst>
              <a:ext uri="{FF2B5EF4-FFF2-40B4-BE49-F238E27FC236}">
                <a16:creationId xmlns:a16="http://schemas.microsoft.com/office/drawing/2014/main" id="{434F71EB-72DA-93A1-128D-D9E8966CDF09}"/>
              </a:ext>
            </a:extLst>
          </p:cNvPr>
          <p:cNvSpPr/>
          <p:nvPr/>
        </p:nvSpPr>
        <p:spPr bwMode="gray">
          <a:xfrm>
            <a:off x="8805594" y="2940011"/>
            <a:ext cx="2783385" cy="317839"/>
          </a:xfrm>
          <a:prstGeom prst="rect">
            <a:avLst/>
          </a:prstGeom>
          <a:solidFill>
            <a:schemeClr val="bg1"/>
          </a:solidFill>
          <a:ln w="12700">
            <a:solidFill>
              <a:schemeClr val="accent2"/>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08312A"/>
                </a:solidFill>
                <a:effectLst/>
                <a:uLnTx/>
                <a:uFillTx/>
                <a:latin typeface="Inter"/>
                <a:ea typeface="+mn-ea"/>
                <a:cs typeface="+mn-cs"/>
              </a:rPr>
              <a:t>Global Study Team requests China to achieve </a:t>
            </a:r>
            <a:r>
              <a:rPr kumimoji="0" lang="en-US" altLang="zh-CN" sz="1100" b="1" i="0" u="none" strike="noStrike" kern="1200" cap="none" spc="0" normalizeH="0" baseline="0" noProof="0" dirty="0">
                <a:ln>
                  <a:noFill/>
                </a:ln>
                <a:solidFill>
                  <a:srgbClr val="08312A"/>
                </a:solidFill>
                <a:effectLst/>
                <a:uLnTx/>
                <a:uFillTx/>
                <a:latin typeface="Inter"/>
                <a:ea typeface="+mn-ea"/>
                <a:cs typeface="+mn-cs"/>
              </a:rPr>
              <a:t>25% </a:t>
            </a:r>
            <a:r>
              <a:rPr kumimoji="0" lang="en-US" altLang="zh-CN" sz="1100" b="0" i="0" u="none" strike="noStrike" kern="1200" cap="none" spc="0" normalizeH="0" baseline="0" noProof="0" dirty="0">
                <a:ln>
                  <a:noFill/>
                </a:ln>
                <a:solidFill>
                  <a:srgbClr val="08312A"/>
                </a:solidFill>
                <a:effectLst/>
                <a:uLnTx/>
                <a:uFillTx/>
                <a:latin typeface="Inter"/>
                <a:ea typeface="+mn-ea"/>
                <a:cs typeface="+mn-cs"/>
              </a:rPr>
              <a:t>enrollment in TENACITY (base/best cases)</a:t>
            </a:r>
            <a:endParaRPr kumimoji="0" lang="zh-CN" altLang="en-US" sz="1100" b="0" i="0" u="none" strike="noStrike" kern="1200" cap="none" spc="0" normalizeH="0" baseline="0" noProof="0" dirty="0">
              <a:ln>
                <a:noFill/>
              </a:ln>
              <a:solidFill>
                <a:srgbClr val="08312A"/>
              </a:solidFill>
              <a:effectLst/>
              <a:uLnTx/>
              <a:uFillTx/>
              <a:latin typeface="Boehringer Forward Text"/>
              <a:ea typeface="+mn-ea"/>
              <a:cs typeface="+mn-cs"/>
            </a:endParaRPr>
          </a:p>
        </p:txBody>
      </p:sp>
      <p:sp>
        <p:nvSpPr>
          <p:cNvPr id="15" name="OTLSHAPE_T_e17f3958430f4cff8650518c93c7635e_Shape">
            <a:extLst>
              <a:ext uri="{FF2B5EF4-FFF2-40B4-BE49-F238E27FC236}">
                <a16:creationId xmlns:a16="http://schemas.microsoft.com/office/drawing/2014/main" id="{8B8C6321-865A-21A7-DE5E-61362E235FAF}"/>
              </a:ext>
            </a:extLst>
          </p:cNvPr>
          <p:cNvSpPr/>
          <p:nvPr>
            <p:custDataLst>
              <p:tags r:id="rId20"/>
            </p:custDataLst>
          </p:nvPr>
        </p:nvSpPr>
        <p:spPr bwMode="auto">
          <a:xfrm>
            <a:off x="3213491" y="5124145"/>
            <a:ext cx="565941" cy="25267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5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HAI</a:t>
            </a:r>
            <a:r>
              <a:rPr kumimoji="0" lang="zh-CN" altLang="en-US" sz="5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a:t>
            </a:r>
            <a:r>
              <a:rPr kumimoji="0" lang="en-US" altLang="zh-CN" sz="5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15+60WD)</a:t>
            </a:r>
          </a:p>
        </p:txBody>
      </p:sp>
      <p:sp>
        <p:nvSpPr>
          <p:cNvPr id="19" name="OTLSHAPE_T_e17f3958430f4cff8650518c93c7635e_Shape">
            <a:extLst>
              <a:ext uri="{FF2B5EF4-FFF2-40B4-BE49-F238E27FC236}">
                <a16:creationId xmlns:a16="http://schemas.microsoft.com/office/drawing/2014/main" id="{786B7581-C413-994B-87B0-32410B52A1F7}"/>
              </a:ext>
            </a:extLst>
          </p:cNvPr>
          <p:cNvSpPr/>
          <p:nvPr>
            <p:custDataLst>
              <p:tags r:id="rId21"/>
            </p:custDataLst>
          </p:nvPr>
        </p:nvSpPr>
        <p:spPr bwMode="auto">
          <a:xfrm>
            <a:off x="2824790" y="5113599"/>
            <a:ext cx="454023" cy="274964"/>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ts val="600"/>
              </a:lnSpc>
              <a:spcBef>
                <a:spcPct val="0"/>
              </a:spcBef>
              <a:spcAft>
                <a:spcPct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TDO </a:t>
            </a:r>
            <a:r>
              <a:rPr kumimoji="0" lang="en-US" altLang="zh-CN" sz="6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a:t>
            </a:r>
            <a:endParaRPr kumimoji="0" lang="zh-CN" altLang="en-US" sz="6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3" name="OTLSHAPE_T_e17f3958430f4cff8650518c93c7635e_Shape">
            <a:extLst>
              <a:ext uri="{FF2B5EF4-FFF2-40B4-BE49-F238E27FC236}">
                <a16:creationId xmlns:a16="http://schemas.microsoft.com/office/drawing/2014/main" id="{38084A6B-F3C0-1362-7D83-A79263B587D6}"/>
              </a:ext>
            </a:extLst>
          </p:cNvPr>
          <p:cNvSpPr/>
          <p:nvPr>
            <p:custDataLst>
              <p:tags r:id="rId22"/>
            </p:custDataLst>
          </p:nvPr>
        </p:nvSpPr>
        <p:spPr bwMode="auto">
          <a:xfrm>
            <a:off x="2824790" y="4685161"/>
            <a:ext cx="2221884" cy="351306"/>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IMP readiness for site shipment: Metalyse + Antiplatelet (Placebo) </a:t>
            </a:r>
            <a:r>
              <a:rPr kumimoji="0" lang="en-US" altLang="zh-CN" sz="9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~12 M***</a:t>
            </a:r>
            <a:endParaRPr kumimoji="0" lang="en-US" altLang="zh-CN" sz="7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4" name="OTLSHAPE_T_e17f3958430f4cff8650518c93c7635e_StartDate">
            <a:extLst>
              <a:ext uri="{FF2B5EF4-FFF2-40B4-BE49-F238E27FC236}">
                <a16:creationId xmlns:a16="http://schemas.microsoft.com/office/drawing/2014/main" id="{04AFF8A8-6238-7531-A8E9-749798EDA8DB}"/>
              </a:ext>
            </a:extLst>
          </p:cNvPr>
          <p:cNvSpPr txBox="1"/>
          <p:nvPr>
            <p:custDataLst>
              <p:tags r:id="rId23"/>
            </p:custDataLst>
          </p:nvPr>
        </p:nvSpPr>
        <p:spPr>
          <a:xfrm>
            <a:off x="2381256" y="5458031"/>
            <a:ext cx="709719" cy="10772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rPr>
              <a:t>Dec 2025</a:t>
            </a:r>
            <a:endParaRPr kumimoji="0" lang="zh-CN" altLang="en-US"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4387C5CB-9D39-F4DF-50AF-E1272FE67E8F}"/>
              </a:ext>
            </a:extLst>
          </p:cNvPr>
          <p:cNvSpPr txBox="1"/>
          <p:nvPr>
            <p:custDataLst>
              <p:tags r:id="rId24"/>
            </p:custDataLst>
          </p:nvPr>
        </p:nvSpPr>
        <p:spPr>
          <a:xfrm>
            <a:off x="2904052" y="5453950"/>
            <a:ext cx="709719" cy="10772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rPr>
              <a:t>Jan 2026</a:t>
            </a:r>
            <a:endParaRPr kumimoji="0" lang="zh-CN" altLang="en-US"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endParaRPr>
          </a:p>
        </p:txBody>
      </p:sp>
      <p:sp>
        <p:nvSpPr>
          <p:cNvPr id="30" name="OTLSHAPE_T_e17f3958430f4cff8650518c93c7635e_Shape">
            <a:extLst>
              <a:ext uri="{FF2B5EF4-FFF2-40B4-BE49-F238E27FC236}">
                <a16:creationId xmlns:a16="http://schemas.microsoft.com/office/drawing/2014/main" id="{93262668-7B75-1566-FE47-B0D59D37E81F}"/>
              </a:ext>
            </a:extLst>
          </p:cNvPr>
          <p:cNvSpPr/>
          <p:nvPr>
            <p:custDataLst>
              <p:tags r:id="rId25"/>
            </p:custDataLst>
          </p:nvPr>
        </p:nvSpPr>
        <p:spPr bwMode="auto">
          <a:xfrm>
            <a:off x="5360689" y="5126373"/>
            <a:ext cx="1551199" cy="26283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 N=200 (9 M)</a:t>
            </a:r>
          </a:p>
        </p:txBody>
      </p:sp>
      <p:sp>
        <p:nvSpPr>
          <p:cNvPr id="31" name="OTLSHAPE_T_e17f3958430f4cff8650518c93c7635e_Shape">
            <a:extLst>
              <a:ext uri="{FF2B5EF4-FFF2-40B4-BE49-F238E27FC236}">
                <a16:creationId xmlns:a16="http://schemas.microsoft.com/office/drawing/2014/main" id="{30BAF45F-9D9B-C0D0-CA10-152C1210DB45}"/>
              </a:ext>
            </a:extLst>
          </p:cNvPr>
          <p:cNvSpPr/>
          <p:nvPr>
            <p:custDataLst>
              <p:tags r:id="rId26"/>
            </p:custDataLst>
          </p:nvPr>
        </p:nvSpPr>
        <p:spPr bwMode="auto">
          <a:xfrm>
            <a:off x="4317944" y="5130311"/>
            <a:ext cx="520302" cy="255411"/>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a:t>
            </a:r>
            <a:endParaRPr kumimoji="0" lang="zh-CN" altLang="en-US"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3" name="OTLSHAPE_T_e17f3958430f4cff8650518c93c7635e_StartDate">
            <a:extLst>
              <a:ext uri="{FF2B5EF4-FFF2-40B4-BE49-F238E27FC236}">
                <a16:creationId xmlns:a16="http://schemas.microsoft.com/office/drawing/2014/main" id="{B9625B50-7B4D-3919-EC33-1CC6C2DA294E}"/>
              </a:ext>
            </a:extLst>
          </p:cNvPr>
          <p:cNvSpPr txBox="1"/>
          <p:nvPr>
            <p:custDataLst>
              <p:tags r:id="rId27"/>
            </p:custDataLst>
          </p:nvPr>
        </p:nvSpPr>
        <p:spPr>
          <a:xfrm>
            <a:off x="3420337" y="5451649"/>
            <a:ext cx="709719" cy="10772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rPr>
              <a:t>Apr 2026</a:t>
            </a:r>
            <a:endParaRPr kumimoji="0" lang="zh-CN" altLang="en-US" sz="700" b="1" i="1" u="none" strike="noStrike" kern="1200" cap="none" spc="0" normalizeH="0" baseline="0" noProof="0">
              <a:ln>
                <a:noFill/>
              </a:ln>
              <a:solidFill>
                <a:srgbClr val="08312A"/>
              </a:solidFill>
              <a:effectLst/>
              <a:uLnTx/>
              <a:uFillTx/>
              <a:latin typeface="Boehringer Forward Text"/>
              <a:ea typeface="等线" panose="02010600030101010101" pitchFamily="2" charset="-122"/>
              <a:cs typeface="Calibri" panose="020F0502020204030204" pitchFamily="34" charset="0"/>
            </a:endParaRPr>
          </a:p>
        </p:txBody>
      </p:sp>
      <p:sp>
        <p:nvSpPr>
          <p:cNvPr id="35" name="OTLSHAPE_T_e17f3958430f4cff8650518c93c7635e_Shape">
            <a:extLst>
              <a:ext uri="{FF2B5EF4-FFF2-40B4-BE49-F238E27FC236}">
                <a16:creationId xmlns:a16="http://schemas.microsoft.com/office/drawing/2014/main" id="{222D2351-5C85-4E0D-B7D7-DB054BC608C6}"/>
              </a:ext>
            </a:extLst>
          </p:cNvPr>
          <p:cNvSpPr/>
          <p:nvPr>
            <p:custDataLst>
              <p:tags r:id="rId28"/>
            </p:custDataLst>
          </p:nvPr>
        </p:nvSpPr>
        <p:spPr bwMode="auto">
          <a:xfrm>
            <a:off x="3705361" y="5134883"/>
            <a:ext cx="607208" cy="247924"/>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ts val="600"/>
              </a:lnSpc>
              <a:spcBef>
                <a:spcPct val="0"/>
              </a:spcBef>
              <a:spcAft>
                <a:spcPct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Boehringer Forward Text"/>
                <a:ea typeface="+mn-ea"/>
                <a:cs typeface="+mn-cs"/>
              </a:rPr>
              <a:t>Placebo IMPD Prep**</a:t>
            </a:r>
            <a:endParaRPr kumimoji="0" lang="zh-CN" altLang="en-US"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6" name="Rectangle 77">
            <a:extLst>
              <a:ext uri="{FF2B5EF4-FFF2-40B4-BE49-F238E27FC236}">
                <a16:creationId xmlns:a16="http://schemas.microsoft.com/office/drawing/2014/main" id="{DD7FA8F9-8ED0-BD89-8840-4D0B91756728}"/>
              </a:ext>
            </a:extLst>
          </p:cNvPr>
          <p:cNvSpPr/>
          <p:nvPr/>
        </p:nvSpPr>
        <p:spPr>
          <a:xfrm>
            <a:off x="5119722" y="5573819"/>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SIV</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Jan 2027</a:t>
            </a:r>
          </a:p>
        </p:txBody>
      </p:sp>
      <p:sp>
        <p:nvSpPr>
          <p:cNvPr id="37" name="OTLSHAPE_T_5a934a26f311425e8ebaa0f45e6533ad_Shape">
            <a:extLst>
              <a:ext uri="{FF2B5EF4-FFF2-40B4-BE49-F238E27FC236}">
                <a16:creationId xmlns:a16="http://schemas.microsoft.com/office/drawing/2014/main" id="{45E3FBE0-5298-EBC3-5A04-FA9C16015FF2}"/>
              </a:ext>
            </a:extLst>
          </p:cNvPr>
          <p:cNvSpPr/>
          <p:nvPr>
            <p:custDataLst>
              <p:tags r:id="rId29"/>
            </p:custDataLst>
          </p:nvPr>
        </p:nvSpPr>
        <p:spPr bwMode="auto">
          <a:xfrm>
            <a:off x="6923966" y="5134883"/>
            <a:ext cx="589870" cy="26215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38" name="Rectangle 55">
            <a:extLst>
              <a:ext uri="{FF2B5EF4-FFF2-40B4-BE49-F238E27FC236}">
                <a16:creationId xmlns:a16="http://schemas.microsoft.com/office/drawing/2014/main" id="{925861F8-C3B8-6DC3-0700-59A8A2266C21}"/>
              </a:ext>
            </a:extLst>
          </p:cNvPr>
          <p:cNvSpPr/>
          <p:nvPr/>
        </p:nvSpPr>
        <p:spPr>
          <a:xfrm>
            <a:off x="7722306" y="5577708"/>
            <a:ext cx="585417"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Apr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9" name="OTLSHAPE_T_5a934a26f311425e8ebaa0f45e6533ad_Shape">
            <a:extLst>
              <a:ext uri="{FF2B5EF4-FFF2-40B4-BE49-F238E27FC236}">
                <a16:creationId xmlns:a16="http://schemas.microsoft.com/office/drawing/2014/main" id="{8EC22F46-455F-C8DF-FF23-7D8FCBCE5A24}"/>
              </a:ext>
            </a:extLst>
          </p:cNvPr>
          <p:cNvSpPr/>
          <p:nvPr>
            <p:custDataLst>
              <p:tags r:id="rId30"/>
            </p:custDataLst>
          </p:nvPr>
        </p:nvSpPr>
        <p:spPr bwMode="auto">
          <a:xfrm>
            <a:off x="7524471" y="5118448"/>
            <a:ext cx="542782" cy="288363"/>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40" name="文本框 39">
            <a:extLst>
              <a:ext uri="{FF2B5EF4-FFF2-40B4-BE49-F238E27FC236}">
                <a16:creationId xmlns:a16="http://schemas.microsoft.com/office/drawing/2014/main" id="{F62D3F52-4073-50DB-9D7A-BC1D695C6116}"/>
              </a:ext>
            </a:extLst>
          </p:cNvPr>
          <p:cNvSpPr txBox="1"/>
          <p:nvPr/>
        </p:nvSpPr>
        <p:spPr bwMode="gray">
          <a:xfrm>
            <a:off x="7156239" y="5568556"/>
            <a:ext cx="645536" cy="307777"/>
          </a:xfrm>
          <a:prstGeom prst="rect">
            <a:avLst/>
          </a:prstGeom>
          <a:noFill/>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Feb 2028</a:t>
            </a:r>
          </a:p>
        </p:txBody>
      </p:sp>
      <p:sp>
        <p:nvSpPr>
          <p:cNvPr id="41" name="Rectangle 55">
            <a:extLst>
              <a:ext uri="{FF2B5EF4-FFF2-40B4-BE49-F238E27FC236}">
                <a16:creationId xmlns:a16="http://schemas.microsoft.com/office/drawing/2014/main" id="{522D4D05-AAFA-FEBC-ECFA-AEFB5D55F852}"/>
              </a:ext>
            </a:extLst>
          </p:cNvPr>
          <p:cNvSpPr/>
          <p:nvPr/>
        </p:nvSpPr>
        <p:spPr>
          <a:xfrm>
            <a:off x="8176896" y="5461423"/>
            <a:ext cx="628698"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sub.*</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Jun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42" name="五角星 55">
            <a:extLst>
              <a:ext uri="{FF2B5EF4-FFF2-40B4-BE49-F238E27FC236}">
                <a16:creationId xmlns:a16="http://schemas.microsoft.com/office/drawing/2014/main" id="{C2D861BE-FCDD-2DC0-7AA4-7FF1A701D175}"/>
              </a:ext>
            </a:extLst>
          </p:cNvPr>
          <p:cNvSpPr>
            <a:spLocks/>
          </p:cNvSpPr>
          <p:nvPr/>
        </p:nvSpPr>
        <p:spPr bwMode="auto">
          <a:xfrm>
            <a:off x="8413418" y="5247808"/>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43" name="Rectangle 55">
            <a:extLst>
              <a:ext uri="{FF2B5EF4-FFF2-40B4-BE49-F238E27FC236}">
                <a16:creationId xmlns:a16="http://schemas.microsoft.com/office/drawing/2014/main" id="{7B050734-5ABD-132B-5722-8F325BEB5814}"/>
              </a:ext>
            </a:extLst>
          </p:cNvPr>
          <p:cNvSpPr/>
          <p:nvPr/>
        </p:nvSpPr>
        <p:spPr>
          <a:xfrm>
            <a:off x="9491421" y="5456377"/>
            <a:ext cx="611065"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app.</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Jun 2029</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44" name="Graphic 317" descr="Flag with solid fill">
            <a:extLst>
              <a:ext uri="{FF2B5EF4-FFF2-40B4-BE49-F238E27FC236}">
                <a16:creationId xmlns:a16="http://schemas.microsoft.com/office/drawing/2014/main" id="{734AA40E-20CB-1446-9E6E-CE4AF23B1A93}"/>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757199" y="5227265"/>
            <a:ext cx="210312" cy="210312"/>
          </a:xfrm>
          <a:prstGeom prst="rect">
            <a:avLst/>
          </a:prstGeom>
        </p:spPr>
      </p:pic>
      <p:sp>
        <p:nvSpPr>
          <p:cNvPr id="45" name="Rectangle 73">
            <a:extLst>
              <a:ext uri="{FF2B5EF4-FFF2-40B4-BE49-F238E27FC236}">
                <a16:creationId xmlns:a16="http://schemas.microsoft.com/office/drawing/2014/main" id="{B3C5A6D0-0B55-EDE1-5060-4424F663DFE1}"/>
              </a:ext>
            </a:extLst>
          </p:cNvPr>
          <p:cNvSpPr/>
          <p:nvPr/>
        </p:nvSpPr>
        <p:spPr>
          <a:xfrm>
            <a:off x="6651023" y="5566892"/>
            <a:ext cx="534121" cy="307777"/>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Oct 202</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46" name="Star: 4 Points 143">
            <a:extLst>
              <a:ext uri="{FF2B5EF4-FFF2-40B4-BE49-F238E27FC236}">
                <a16:creationId xmlns:a16="http://schemas.microsoft.com/office/drawing/2014/main" id="{56CE3954-2EC0-FE34-4FFE-AB339E4921FE}"/>
              </a:ext>
            </a:extLst>
          </p:cNvPr>
          <p:cNvSpPr/>
          <p:nvPr/>
        </p:nvSpPr>
        <p:spPr bwMode="auto">
          <a:xfrm>
            <a:off x="5366603" y="5416552"/>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49" name="Star: 4 Points 143">
            <a:extLst>
              <a:ext uri="{FF2B5EF4-FFF2-40B4-BE49-F238E27FC236}">
                <a16:creationId xmlns:a16="http://schemas.microsoft.com/office/drawing/2014/main" id="{6042B4CE-F326-5976-512E-83C462B877FB}"/>
              </a:ext>
            </a:extLst>
          </p:cNvPr>
          <p:cNvSpPr/>
          <p:nvPr/>
        </p:nvSpPr>
        <p:spPr bwMode="auto">
          <a:xfrm>
            <a:off x="6855203" y="5410202"/>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51" name="Star: 4 Points 143">
            <a:extLst>
              <a:ext uri="{FF2B5EF4-FFF2-40B4-BE49-F238E27FC236}">
                <a16:creationId xmlns:a16="http://schemas.microsoft.com/office/drawing/2014/main" id="{BF158237-2442-6589-39C1-C7A5D122E398}"/>
              </a:ext>
            </a:extLst>
          </p:cNvPr>
          <p:cNvSpPr/>
          <p:nvPr/>
        </p:nvSpPr>
        <p:spPr bwMode="auto">
          <a:xfrm>
            <a:off x="7463560" y="5424569"/>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53" name="Star: 4 Points 143">
            <a:extLst>
              <a:ext uri="{FF2B5EF4-FFF2-40B4-BE49-F238E27FC236}">
                <a16:creationId xmlns:a16="http://schemas.microsoft.com/office/drawing/2014/main" id="{2A3C6373-42C3-E414-6FE4-1D43241D17E1}"/>
              </a:ext>
            </a:extLst>
          </p:cNvPr>
          <p:cNvSpPr/>
          <p:nvPr/>
        </p:nvSpPr>
        <p:spPr bwMode="auto">
          <a:xfrm>
            <a:off x="7968045" y="5434284"/>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55" name="OTLSHAPE_T_5a934a26f311425e8ebaa0f45e6533ad_Shape">
            <a:extLst>
              <a:ext uri="{FF2B5EF4-FFF2-40B4-BE49-F238E27FC236}">
                <a16:creationId xmlns:a16="http://schemas.microsoft.com/office/drawing/2014/main" id="{2D7B14D6-1E1E-91C8-CE38-2941C43B817C}"/>
              </a:ext>
            </a:extLst>
          </p:cNvPr>
          <p:cNvSpPr/>
          <p:nvPr>
            <p:custDataLst>
              <p:tags r:id="rId31"/>
            </p:custDataLst>
          </p:nvPr>
        </p:nvSpPr>
        <p:spPr bwMode="auto">
          <a:xfrm>
            <a:off x="4852955" y="5137684"/>
            <a:ext cx="492611" cy="26215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ts val="700"/>
              </a:lnSpc>
              <a:spcBef>
                <a:spcPts val="0"/>
              </a:spcBef>
              <a:spcAft>
                <a:spcPts val="0"/>
              </a:spcAft>
              <a:buClrTx/>
              <a:buSzTx/>
              <a:buFontTx/>
              <a:buNone/>
              <a:tabLst/>
              <a:defRPr/>
            </a:pPr>
            <a:r>
              <a:rPr kumimoji="0" lang="en-US" altLang="zh-CN" sz="5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EC -approval</a:t>
            </a:r>
          </a:p>
        </p:txBody>
      </p:sp>
      <p:sp>
        <p:nvSpPr>
          <p:cNvPr id="56" name="Rectangle 77">
            <a:extLst>
              <a:ext uri="{FF2B5EF4-FFF2-40B4-BE49-F238E27FC236}">
                <a16:creationId xmlns:a16="http://schemas.microsoft.com/office/drawing/2014/main" id="{0466CBA5-DB1F-0EDB-8B31-A52D42902253}"/>
              </a:ext>
            </a:extLst>
          </p:cNvPr>
          <p:cNvSpPr/>
          <p:nvPr/>
        </p:nvSpPr>
        <p:spPr>
          <a:xfrm>
            <a:off x="4001481" y="5567733"/>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CTA-s</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Jul 2026</a:t>
            </a:r>
          </a:p>
        </p:txBody>
      </p:sp>
      <p:sp>
        <p:nvSpPr>
          <p:cNvPr id="61" name="Star: 4 Points 143">
            <a:extLst>
              <a:ext uri="{FF2B5EF4-FFF2-40B4-BE49-F238E27FC236}">
                <a16:creationId xmlns:a16="http://schemas.microsoft.com/office/drawing/2014/main" id="{5C6B6CF5-36E6-A67F-0ECA-DF98D887A012}"/>
              </a:ext>
            </a:extLst>
          </p:cNvPr>
          <p:cNvSpPr/>
          <p:nvPr/>
        </p:nvSpPr>
        <p:spPr bwMode="auto">
          <a:xfrm>
            <a:off x="4264796" y="5410202"/>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2" name="文本框 61">
            <a:extLst>
              <a:ext uri="{FF2B5EF4-FFF2-40B4-BE49-F238E27FC236}">
                <a16:creationId xmlns:a16="http://schemas.microsoft.com/office/drawing/2014/main" id="{948B16EF-3CEB-65F6-D571-AEAF01A2BA1A}"/>
              </a:ext>
            </a:extLst>
          </p:cNvPr>
          <p:cNvSpPr txBox="1"/>
          <p:nvPr/>
        </p:nvSpPr>
        <p:spPr bwMode="gray">
          <a:xfrm>
            <a:off x="2136923" y="4867020"/>
            <a:ext cx="607539" cy="207301"/>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Best case</a:t>
            </a:r>
            <a:endPar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Star: 4 Points 143">
            <a:extLst>
              <a:ext uri="{FF2B5EF4-FFF2-40B4-BE49-F238E27FC236}">
                <a16:creationId xmlns:a16="http://schemas.microsoft.com/office/drawing/2014/main" id="{9B28FE6A-AB66-E66B-A373-AE376E1499B2}"/>
              </a:ext>
            </a:extLst>
          </p:cNvPr>
          <p:cNvSpPr/>
          <p:nvPr/>
        </p:nvSpPr>
        <p:spPr bwMode="auto">
          <a:xfrm>
            <a:off x="4988580" y="4789764"/>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4" name="Rectangle 77">
            <a:extLst>
              <a:ext uri="{FF2B5EF4-FFF2-40B4-BE49-F238E27FC236}">
                <a16:creationId xmlns:a16="http://schemas.microsoft.com/office/drawing/2014/main" id="{B5B8D6D7-0D8A-15FD-F68B-6A0891DCB8A9}"/>
              </a:ext>
            </a:extLst>
          </p:cNvPr>
          <p:cNvSpPr/>
          <p:nvPr/>
        </p:nvSpPr>
        <p:spPr>
          <a:xfrm>
            <a:off x="4969762" y="4774951"/>
            <a:ext cx="626660" cy="20005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Dec 2026</a:t>
            </a:r>
          </a:p>
        </p:txBody>
      </p:sp>
      <p:sp>
        <p:nvSpPr>
          <p:cNvPr id="65" name="Star: 4 Points 143">
            <a:extLst>
              <a:ext uri="{FF2B5EF4-FFF2-40B4-BE49-F238E27FC236}">
                <a16:creationId xmlns:a16="http://schemas.microsoft.com/office/drawing/2014/main" id="{E062139E-926E-2BB5-3336-5DBA84F10F30}"/>
              </a:ext>
            </a:extLst>
          </p:cNvPr>
          <p:cNvSpPr/>
          <p:nvPr/>
        </p:nvSpPr>
        <p:spPr bwMode="auto">
          <a:xfrm>
            <a:off x="4805181" y="5404468"/>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6" name="Rectangle 77">
            <a:extLst>
              <a:ext uri="{FF2B5EF4-FFF2-40B4-BE49-F238E27FC236}">
                <a16:creationId xmlns:a16="http://schemas.microsoft.com/office/drawing/2014/main" id="{62E5D02B-4D85-16CF-7A62-AB7110A6FF14}"/>
              </a:ext>
            </a:extLst>
          </p:cNvPr>
          <p:cNvSpPr/>
          <p:nvPr/>
        </p:nvSpPr>
        <p:spPr>
          <a:xfrm>
            <a:off x="4553794" y="5573819"/>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EC-s</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Oct 2026</a:t>
            </a:r>
          </a:p>
        </p:txBody>
      </p:sp>
    </p:spTree>
    <p:extLst>
      <p:ext uri="{BB962C8B-B14F-4D97-AF65-F5344CB8AC3E}">
        <p14:creationId xmlns:p14="http://schemas.microsoft.com/office/powerpoint/2010/main" val="2537101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9560C80-99DF-78A2-6276-D44280B2CB19}"/>
              </a:ext>
            </a:extLst>
          </p:cNvPr>
          <p:cNvSpPr>
            <a:spLocks noGrp="1"/>
          </p:cNvSpPr>
          <p:nvPr>
            <p:ph type="title"/>
          </p:nvPr>
        </p:nvSpPr>
        <p:spPr>
          <a:xfrm>
            <a:off x="479424" y="477000"/>
            <a:ext cx="11233150" cy="720000"/>
          </a:xfrm>
        </p:spPr>
        <p:txBody>
          <a:bodyPr/>
          <a:lstStyle/>
          <a:p>
            <a:r>
              <a:rPr lang="en-US" altLang="zh-CN" sz="2400"/>
              <a:t>Key Update on Metalyse China Late Time Window (LTW) Indication Development</a:t>
            </a:r>
            <a:br>
              <a:rPr lang="en-US" altLang="zh-CN" sz="2400"/>
            </a:br>
            <a:endParaRPr lang="zh-CN" altLang="en-US" sz="2400"/>
          </a:p>
        </p:txBody>
      </p:sp>
      <p:sp>
        <p:nvSpPr>
          <p:cNvPr id="4" name="页脚占位符 3">
            <a:extLst>
              <a:ext uri="{FF2B5EF4-FFF2-40B4-BE49-F238E27FC236}">
                <a16:creationId xmlns:a16="http://schemas.microsoft.com/office/drawing/2014/main" id="{19026A93-A01C-EF03-F145-AB6764B8E44C}"/>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ONLY FOR INTERNAL USE</a:t>
            </a:r>
          </a:p>
        </p:txBody>
      </p:sp>
      <p:sp>
        <p:nvSpPr>
          <p:cNvPr id="8" name="文本框 7">
            <a:extLst>
              <a:ext uri="{FF2B5EF4-FFF2-40B4-BE49-F238E27FC236}">
                <a16:creationId xmlns:a16="http://schemas.microsoft.com/office/drawing/2014/main" id="{3348E609-3967-9AED-F403-4413231BCC3D}"/>
              </a:ext>
            </a:extLst>
          </p:cNvPr>
          <p:cNvSpPr txBox="1"/>
          <p:nvPr/>
        </p:nvSpPr>
        <p:spPr bwMode="gray">
          <a:xfrm>
            <a:off x="479425" y="1786659"/>
            <a:ext cx="11233150" cy="286552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Boehringer Forward Text"/>
                <a:ea typeface="+mn-ea"/>
                <a:cs typeface="+mn-cs"/>
              </a:rPr>
              <a:t>The decision from BUPC (11 Dec 2025)</a:t>
            </a:r>
          </a:p>
          <a:p>
            <a:pPr marL="357188" marR="0" lvl="0" indent="-174625"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Boehringer Forward Text"/>
                <a:ea typeface="+mn-ea"/>
                <a:cs typeface="+mn-cs"/>
              </a:rPr>
              <a:t>Approval for the acceleration (by 5 months) of global Tenacity trial and the China sister trial involving 200 patients remains contingent upon the completion of a 30% cost reduction assessment </a:t>
            </a:r>
            <a:r>
              <a:rPr kumimoji="0" lang="en-US" altLang="zh-CN" sz="1800" b="0" i="0" u="none" strike="noStrike" kern="1200" cap="none" spc="0" normalizeH="0" baseline="0" noProof="0" dirty="0">
                <a:ln>
                  <a:noFill/>
                </a:ln>
                <a:solidFill>
                  <a:schemeClr val="tx2"/>
                </a:solidFill>
                <a:effectLst/>
                <a:uLnTx/>
                <a:uFillTx/>
                <a:latin typeface="Boehringer Forward Text"/>
                <a:ea typeface="+mn-ea"/>
                <a:cs typeface="+mn-cs"/>
              </a:rPr>
              <a:t>– </a:t>
            </a:r>
            <a:r>
              <a:rPr kumimoji="0" lang="en-US" altLang="zh-CN" sz="1600" b="0" i="1" u="sng" strike="noStrike" kern="1200" cap="none" spc="0" normalizeH="0" baseline="0" noProof="0" dirty="0">
                <a:ln>
                  <a:noFill/>
                </a:ln>
                <a:solidFill>
                  <a:schemeClr val="tx2"/>
                </a:solidFill>
                <a:effectLst/>
                <a:uLnTx/>
                <a:uFillTx/>
                <a:latin typeface="Boehringer Forward Text"/>
                <a:ea typeface="+mn-ea"/>
                <a:cs typeface="+mn-cs"/>
              </a:rPr>
              <a:t>Based on informal communications, the global team will prioritize the budget for the </a:t>
            </a:r>
            <a:r>
              <a:rPr kumimoji="0" lang="en-US" altLang="zh-CN" sz="1600" b="1" i="1" u="sng" strike="noStrike" kern="1200" cap="none" spc="0" normalizeH="0" baseline="0" noProof="0" dirty="0">
                <a:ln>
                  <a:noFill/>
                </a:ln>
                <a:solidFill>
                  <a:schemeClr val="tx2"/>
                </a:solidFill>
                <a:effectLst/>
                <a:uLnTx/>
                <a:uFillTx/>
                <a:latin typeface="Boehringer Forward Text"/>
                <a:ea typeface="+mn-ea"/>
                <a:cs typeface="+mn-cs"/>
              </a:rPr>
              <a:t>China sister trial</a:t>
            </a:r>
            <a:r>
              <a:rPr kumimoji="0" lang="en-US" altLang="zh-CN" sz="1600" b="0" i="1" u="sng" strike="noStrike" kern="1200" cap="none" spc="0" normalizeH="0" baseline="0" noProof="0" dirty="0">
                <a:ln>
                  <a:noFill/>
                </a:ln>
                <a:solidFill>
                  <a:schemeClr val="tx2"/>
                </a:solidFill>
                <a:effectLst/>
                <a:uLnTx/>
                <a:uFillTx/>
                <a:latin typeface="Boehringer Forward Text"/>
                <a:ea typeface="+mn-ea"/>
                <a:cs typeface="+mn-cs"/>
              </a:rPr>
              <a:t> </a:t>
            </a:r>
          </a:p>
          <a:p>
            <a:pPr marL="357188" marR="0" lvl="0" indent="-174625"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altLang="zh-CN" sz="1800" b="1" i="0" u="sng" strike="noStrike" kern="1200" cap="none" spc="0" normalizeH="0" baseline="0" noProof="0" dirty="0">
              <a:ln>
                <a:noFill/>
              </a:ln>
              <a:solidFill>
                <a:prstClr val="black"/>
              </a:solidFill>
              <a:effectLst/>
              <a:uLnTx/>
              <a:uFillTx/>
              <a:latin typeface="Boehringer Forward Text"/>
              <a:ea typeface="+mn-ea"/>
              <a:cs typeface="+mn-cs"/>
            </a:endParaRPr>
          </a:p>
          <a:p>
            <a:pPr marL="357188" marR="0" lvl="0" indent="-174625"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Boehringer Forward Text"/>
                <a:ea typeface="+mn-ea"/>
                <a:cs typeface="+mn-cs"/>
              </a:rPr>
              <a:t>Global recommends submitting the CTA directly, without pre-IND. (</a:t>
            </a:r>
            <a:r>
              <a:rPr kumimoji="0" lang="en-US" altLang="zh-CN" sz="1800" b="0" i="0" u="sng" strike="noStrike" kern="1200" cap="none" spc="0" normalizeH="0" baseline="0" noProof="0" dirty="0">
                <a:ln>
                  <a:noFill/>
                </a:ln>
                <a:solidFill>
                  <a:prstClr val="black"/>
                </a:solidFill>
                <a:effectLst/>
                <a:uLnTx/>
                <a:uFillTx/>
                <a:latin typeface="Boehringer Forward Text"/>
                <a:ea typeface="+mn-ea"/>
                <a:cs typeface="+mn-cs"/>
              </a:rPr>
              <a:t>concerns: CDE may not give clear feedback; even mandate a full-power trial</a:t>
            </a:r>
            <a:r>
              <a:rPr kumimoji="0" lang="en-US" altLang="zh-CN" sz="1800" b="0" i="0" u="none" strike="noStrike" kern="1200" cap="none" spc="0" normalizeH="0" baseline="0" noProof="0" dirty="0">
                <a:ln>
                  <a:noFill/>
                </a:ln>
                <a:solidFill>
                  <a:prstClr val="black"/>
                </a:solidFill>
                <a:effectLst/>
                <a:uLnTx/>
                <a:uFillTx/>
                <a:latin typeface="Boehringer Forward Text"/>
                <a:ea typeface="+mn-ea"/>
                <a:cs typeface="+mn-cs"/>
              </a:rPr>
              <a:t>). The regulatory strategy for the China sister trial is pending CN RA agreement. </a:t>
            </a:r>
          </a:p>
        </p:txBody>
      </p:sp>
    </p:spTree>
    <p:extLst>
      <p:ext uri="{BB962C8B-B14F-4D97-AF65-F5344CB8AC3E}">
        <p14:creationId xmlns:p14="http://schemas.microsoft.com/office/powerpoint/2010/main" val="143700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C5FB3-1C06-02FE-3BCD-3129603E20E5}"/>
              </a:ext>
            </a:extLst>
          </p:cNvPr>
          <p:cNvSpPr>
            <a:spLocks noGrp="1"/>
          </p:cNvSpPr>
          <p:nvPr>
            <p:ph type="title"/>
          </p:nvPr>
        </p:nvSpPr>
        <p:spPr/>
        <p:txBody>
          <a:bodyPr/>
          <a:lstStyle/>
          <a:p>
            <a:r>
              <a:rPr lang="en-US" altLang="zh-CN"/>
              <a:t>Survodutide</a:t>
            </a:r>
            <a:endParaRPr lang="zh-CN" altLang="en-US"/>
          </a:p>
        </p:txBody>
      </p:sp>
      <p:sp>
        <p:nvSpPr>
          <p:cNvPr id="3" name="副标题 2">
            <a:extLst>
              <a:ext uri="{FF2B5EF4-FFF2-40B4-BE49-F238E27FC236}">
                <a16:creationId xmlns:a16="http://schemas.microsoft.com/office/drawing/2014/main" id="{AEFD857E-910D-9125-3F3B-574A800C3860}"/>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8F2527C9-F2AF-EEAF-65C0-0D278F3816C5}"/>
              </a:ext>
            </a:extLst>
          </p:cNvPr>
          <p:cNvSpPr>
            <a:spLocks noGrp="1"/>
          </p:cNvSpPr>
          <p:nvPr>
            <p:ph type="sldNum" sz="quarter" idx="16"/>
          </p:nvPr>
        </p:nvSpPr>
        <p:spPr/>
        <p:txBody>
          <a:bodyPr/>
          <a:lstStyle/>
          <a:p>
            <a:fld id="{8FF9B0DE-3FEB-4AA0-B465-B80EF7C1333D}" type="slidenum">
              <a:rPr lang="en-US" smtClean="0"/>
              <a:pPr/>
              <a:t>15</a:t>
            </a:fld>
            <a:endParaRPr lang="en-US"/>
          </a:p>
        </p:txBody>
      </p:sp>
    </p:spTree>
    <p:extLst>
      <p:ext uri="{BB962C8B-B14F-4D97-AF65-F5344CB8AC3E}">
        <p14:creationId xmlns:p14="http://schemas.microsoft.com/office/powerpoint/2010/main" val="625904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0CAB3F3-47E9-6436-0876-686EDE9D1A3B}"/>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Slide Number Placeholder 4">
            <a:extLst>
              <a:ext uri="{FF2B5EF4-FFF2-40B4-BE49-F238E27FC236}">
                <a16:creationId xmlns:a16="http://schemas.microsoft.com/office/drawing/2014/main" id="{6B272C07-A90A-A658-63C7-142C9C28C2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灯片编号占位符 10">
            <a:extLst>
              <a:ext uri="{FF2B5EF4-FFF2-40B4-BE49-F238E27FC236}">
                <a16:creationId xmlns:a16="http://schemas.microsoft.com/office/drawing/2014/main" id="{A9973894-F67D-B811-5802-16E9CA8E8D55}"/>
              </a:ext>
            </a:extLst>
          </p:cNvPr>
          <p:cNvSpPr txBox="1">
            <a:spLocks/>
          </p:cNvSpPr>
          <p:nvPr/>
        </p:nvSpPr>
        <p:spPr bwMode="gray">
          <a:xfrm>
            <a:off x="8467461" y="5925595"/>
            <a:ext cx="216000" cy="216000"/>
          </a:xfrm>
          <a:prstGeom prst="rect">
            <a:avLst/>
          </a:prstGeom>
        </p:spPr>
        <p:txBody>
          <a:bodyPr vert="horz" lIns="0" tIns="0" rIns="0" bIns="0" rtlCol="0" anchor="b">
            <a:noAutofit/>
          </a:bodyPr>
          <a:lstStyle>
            <a:defPPr>
              <a:defRPr lang="en-US"/>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8" name="Table 7">
            <a:extLst>
              <a:ext uri="{FF2B5EF4-FFF2-40B4-BE49-F238E27FC236}">
                <a16:creationId xmlns:a16="http://schemas.microsoft.com/office/drawing/2014/main" id="{9C6C84D9-0DF1-B35E-E52E-E16B26B6E413}"/>
              </a:ext>
            </a:extLst>
          </p:cNvPr>
          <p:cNvGraphicFramePr>
            <a:graphicFrameLocks noGrp="1"/>
          </p:cNvGraphicFramePr>
          <p:nvPr/>
        </p:nvGraphicFramePr>
        <p:xfrm>
          <a:off x="1220180" y="1286088"/>
          <a:ext cx="10379798" cy="494319"/>
        </p:xfrm>
        <a:graphic>
          <a:graphicData uri="http://schemas.openxmlformats.org/drawingml/2006/table">
            <a:tbl>
              <a:tblPr firstRow="1" bandRow="1"/>
              <a:tblGrid>
                <a:gridCol w="471809">
                  <a:extLst>
                    <a:ext uri="{9D8B030D-6E8A-4147-A177-3AD203B41FA5}">
                      <a16:colId xmlns:a16="http://schemas.microsoft.com/office/drawing/2014/main" val="3411862845"/>
                    </a:ext>
                  </a:extLst>
                </a:gridCol>
                <a:gridCol w="471809">
                  <a:extLst>
                    <a:ext uri="{9D8B030D-6E8A-4147-A177-3AD203B41FA5}">
                      <a16:colId xmlns:a16="http://schemas.microsoft.com/office/drawing/2014/main" val="2851474774"/>
                    </a:ext>
                  </a:extLst>
                </a:gridCol>
                <a:gridCol w="471809">
                  <a:extLst>
                    <a:ext uri="{9D8B030D-6E8A-4147-A177-3AD203B41FA5}">
                      <a16:colId xmlns:a16="http://schemas.microsoft.com/office/drawing/2014/main" val="107595344"/>
                    </a:ext>
                  </a:extLst>
                </a:gridCol>
                <a:gridCol w="471809">
                  <a:extLst>
                    <a:ext uri="{9D8B030D-6E8A-4147-A177-3AD203B41FA5}">
                      <a16:colId xmlns:a16="http://schemas.microsoft.com/office/drawing/2014/main" val="1666999431"/>
                    </a:ext>
                  </a:extLst>
                </a:gridCol>
                <a:gridCol w="471809">
                  <a:extLst>
                    <a:ext uri="{9D8B030D-6E8A-4147-A177-3AD203B41FA5}">
                      <a16:colId xmlns:a16="http://schemas.microsoft.com/office/drawing/2014/main" val="3696607442"/>
                    </a:ext>
                  </a:extLst>
                </a:gridCol>
                <a:gridCol w="471809">
                  <a:extLst>
                    <a:ext uri="{9D8B030D-6E8A-4147-A177-3AD203B41FA5}">
                      <a16:colId xmlns:a16="http://schemas.microsoft.com/office/drawing/2014/main" val="223989776"/>
                    </a:ext>
                  </a:extLst>
                </a:gridCol>
                <a:gridCol w="471809">
                  <a:extLst>
                    <a:ext uri="{9D8B030D-6E8A-4147-A177-3AD203B41FA5}">
                      <a16:colId xmlns:a16="http://schemas.microsoft.com/office/drawing/2014/main" val="124731204"/>
                    </a:ext>
                  </a:extLst>
                </a:gridCol>
                <a:gridCol w="471809">
                  <a:extLst>
                    <a:ext uri="{9D8B030D-6E8A-4147-A177-3AD203B41FA5}">
                      <a16:colId xmlns:a16="http://schemas.microsoft.com/office/drawing/2014/main" val="3066978585"/>
                    </a:ext>
                  </a:extLst>
                </a:gridCol>
                <a:gridCol w="471809">
                  <a:extLst>
                    <a:ext uri="{9D8B030D-6E8A-4147-A177-3AD203B41FA5}">
                      <a16:colId xmlns:a16="http://schemas.microsoft.com/office/drawing/2014/main" val="1064917641"/>
                    </a:ext>
                  </a:extLst>
                </a:gridCol>
                <a:gridCol w="471809">
                  <a:extLst>
                    <a:ext uri="{9D8B030D-6E8A-4147-A177-3AD203B41FA5}">
                      <a16:colId xmlns:a16="http://schemas.microsoft.com/office/drawing/2014/main" val="4221117315"/>
                    </a:ext>
                  </a:extLst>
                </a:gridCol>
                <a:gridCol w="471809">
                  <a:extLst>
                    <a:ext uri="{9D8B030D-6E8A-4147-A177-3AD203B41FA5}">
                      <a16:colId xmlns:a16="http://schemas.microsoft.com/office/drawing/2014/main" val="3266065341"/>
                    </a:ext>
                  </a:extLst>
                </a:gridCol>
                <a:gridCol w="471809">
                  <a:extLst>
                    <a:ext uri="{9D8B030D-6E8A-4147-A177-3AD203B41FA5}">
                      <a16:colId xmlns:a16="http://schemas.microsoft.com/office/drawing/2014/main" val="2374051224"/>
                    </a:ext>
                  </a:extLst>
                </a:gridCol>
                <a:gridCol w="471809">
                  <a:extLst>
                    <a:ext uri="{9D8B030D-6E8A-4147-A177-3AD203B41FA5}">
                      <a16:colId xmlns:a16="http://schemas.microsoft.com/office/drawing/2014/main" val="1840388365"/>
                    </a:ext>
                  </a:extLst>
                </a:gridCol>
                <a:gridCol w="471809">
                  <a:extLst>
                    <a:ext uri="{9D8B030D-6E8A-4147-A177-3AD203B41FA5}">
                      <a16:colId xmlns:a16="http://schemas.microsoft.com/office/drawing/2014/main" val="267750830"/>
                    </a:ext>
                  </a:extLst>
                </a:gridCol>
                <a:gridCol w="471809">
                  <a:extLst>
                    <a:ext uri="{9D8B030D-6E8A-4147-A177-3AD203B41FA5}">
                      <a16:colId xmlns:a16="http://schemas.microsoft.com/office/drawing/2014/main" val="3966469970"/>
                    </a:ext>
                  </a:extLst>
                </a:gridCol>
                <a:gridCol w="471809">
                  <a:extLst>
                    <a:ext uri="{9D8B030D-6E8A-4147-A177-3AD203B41FA5}">
                      <a16:colId xmlns:a16="http://schemas.microsoft.com/office/drawing/2014/main" val="2522973146"/>
                    </a:ext>
                  </a:extLst>
                </a:gridCol>
                <a:gridCol w="471809">
                  <a:extLst>
                    <a:ext uri="{9D8B030D-6E8A-4147-A177-3AD203B41FA5}">
                      <a16:colId xmlns:a16="http://schemas.microsoft.com/office/drawing/2014/main" val="563935249"/>
                    </a:ext>
                  </a:extLst>
                </a:gridCol>
                <a:gridCol w="471809">
                  <a:extLst>
                    <a:ext uri="{9D8B030D-6E8A-4147-A177-3AD203B41FA5}">
                      <a16:colId xmlns:a16="http://schemas.microsoft.com/office/drawing/2014/main" val="1680324380"/>
                    </a:ext>
                  </a:extLst>
                </a:gridCol>
                <a:gridCol w="471809">
                  <a:extLst>
                    <a:ext uri="{9D8B030D-6E8A-4147-A177-3AD203B41FA5}">
                      <a16:colId xmlns:a16="http://schemas.microsoft.com/office/drawing/2014/main" val="859964207"/>
                    </a:ext>
                  </a:extLst>
                </a:gridCol>
                <a:gridCol w="471809">
                  <a:extLst>
                    <a:ext uri="{9D8B030D-6E8A-4147-A177-3AD203B41FA5}">
                      <a16:colId xmlns:a16="http://schemas.microsoft.com/office/drawing/2014/main" val="3210838491"/>
                    </a:ext>
                  </a:extLst>
                </a:gridCol>
                <a:gridCol w="471809">
                  <a:extLst>
                    <a:ext uri="{9D8B030D-6E8A-4147-A177-3AD203B41FA5}">
                      <a16:colId xmlns:a16="http://schemas.microsoft.com/office/drawing/2014/main" val="1530322159"/>
                    </a:ext>
                  </a:extLst>
                </a:gridCol>
                <a:gridCol w="471809">
                  <a:extLst>
                    <a:ext uri="{9D8B030D-6E8A-4147-A177-3AD203B41FA5}">
                      <a16:colId xmlns:a16="http://schemas.microsoft.com/office/drawing/2014/main" val="274591749"/>
                    </a:ext>
                  </a:extLst>
                </a:gridCol>
              </a:tblGrid>
              <a:tr h="218822">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2026</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7549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390AAA42-1FE3-938B-4458-FEE392E9A6EA}"/>
              </a:ext>
            </a:extLst>
          </p:cNvPr>
          <p:cNvSpPr/>
          <p:nvPr/>
        </p:nvSpPr>
        <p:spPr>
          <a:xfrm rot="16200000" flipH="1">
            <a:off x="908158" y="1437330"/>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11" name="Isosceles Triangle 10">
            <a:extLst>
              <a:ext uri="{FF2B5EF4-FFF2-40B4-BE49-F238E27FC236}">
                <a16:creationId xmlns:a16="http://schemas.microsoft.com/office/drawing/2014/main" id="{2B5B5A67-1D82-E0BD-FF5F-B5E74CA19697}"/>
              </a:ext>
            </a:extLst>
          </p:cNvPr>
          <p:cNvSpPr/>
          <p:nvPr/>
        </p:nvSpPr>
        <p:spPr>
          <a:xfrm rot="5400000">
            <a:off x="11424509" y="1456467"/>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25" name="TextBox 146">
            <a:extLst>
              <a:ext uri="{FF2B5EF4-FFF2-40B4-BE49-F238E27FC236}">
                <a16:creationId xmlns:a16="http://schemas.microsoft.com/office/drawing/2014/main" id="{ED6D8807-BB61-9EDB-7F02-ACDC23E80711}"/>
              </a:ext>
            </a:extLst>
          </p:cNvPr>
          <p:cNvSpPr txBox="1"/>
          <p:nvPr/>
        </p:nvSpPr>
        <p:spPr>
          <a:xfrm>
            <a:off x="533401" y="2500989"/>
            <a:ext cx="464405" cy="369332"/>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Ph3-1404.44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FOS trial</a:t>
            </a:r>
          </a:p>
        </p:txBody>
      </p:sp>
      <p:sp>
        <p:nvSpPr>
          <p:cNvPr id="30" name="TextBox 172">
            <a:extLst>
              <a:ext uri="{FF2B5EF4-FFF2-40B4-BE49-F238E27FC236}">
                <a16:creationId xmlns:a16="http://schemas.microsoft.com/office/drawing/2014/main" id="{A6D04B89-CE9B-3D42-7ED2-F0C94A731ECA}"/>
              </a:ext>
            </a:extLst>
          </p:cNvPr>
          <p:cNvSpPr txBox="1"/>
          <p:nvPr/>
        </p:nvSpPr>
        <p:spPr>
          <a:xfrm>
            <a:off x="533401" y="4551936"/>
            <a:ext cx="464405" cy="369332"/>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Ph3-1404.44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FOS trial</a:t>
            </a:r>
          </a:p>
        </p:txBody>
      </p:sp>
      <p:sp>
        <p:nvSpPr>
          <p:cNvPr id="34" name="OTLSHAPE_T_5a934a26f311425e8ebaa0f45e6533ad_Shape">
            <a:extLst>
              <a:ext uri="{FF2B5EF4-FFF2-40B4-BE49-F238E27FC236}">
                <a16:creationId xmlns:a16="http://schemas.microsoft.com/office/drawing/2014/main" id="{6FAB7F49-7D1B-5965-A03C-9D790B97F13B}"/>
              </a:ext>
            </a:extLst>
          </p:cNvPr>
          <p:cNvSpPr/>
          <p:nvPr>
            <p:custDataLst>
              <p:tags r:id="rId1"/>
            </p:custDataLst>
          </p:nvPr>
        </p:nvSpPr>
        <p:spPr bwMode="auto">
          <a:xfrm>
            <a:off x="3261787" y="4777298"/>
            <a:ext cx="8541351" cy="201960"/>
          </a:xfrm>
          <a:prstGeom prst="roundRect">
            <a:avLst/>
          </a:prstGeom>
          <a:solidFill>
            <a:schemeClr val="tx2">
              <a:lumMod val="20000"/>
              <a:lumOff val="8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00000"/>
              </a:solidFill>
              <a:effectLst/>
              <a:uLnTx/>
              <a:uFillTx/>
              <a:latin typeface="Boehringer Forward Text"/>
              <a:ea typeface="+mn-ea"/>
              <a:cs typeface="+mn-cs"/>
            </a:endParaRPr>
          </a:p>
        </p:txBody>
      </p:sp>
      <p:sp>
        <p:nvSpPr>
          <p:cNvPr id="38" name="Rectangle 135">
            <a:extLst>
              <a:ext uri="{FF2B5EF4-FFF2-40B4-BE49-F238E27FC236}">
                <a16:creationId xmlns:a16="http://schemas.microsoft.com/office/drawing/2014/main" id="{A24C9D89-86DF-103D-A975-BEFCD2C3BD8B}"/>
              </a:ext>
            </a:extLst>
          </p:cNvPr>
          <p:cNvSpPr/>
          <p:nvPr/>
        </p:nvSpPr>
        <p:spPr>
          <a:xfrm>
            <a:off x="2595263" y="2765164"/>
            <a:ext cx="36260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9" name="OTLSHAPE_T_e17f3958430f4cff8650518c93c7635e_StartDate">
            <a:extLst>
              <a:ext uri="{FF2B5EF4-FFF2-40B4-BE49-F238E27FC236}">
                <a16:creationId xmlns:a16="http://schemas.microsoft.com/office/drawing/2014/main" id="{C07665E7-2977-9898-B80B-890B232F0BD1}"/>
              </a:ext>
            </a:extLst>
          </p:cNvPr>
          <p:cNvSpPr txBox="1"/>
          <p:nvPr>
            <p:custDataLst>
              <p:tags r:id="rId2"/>
            </p:custDataLst>
          </p:nvPr>
        </p:nvSpPr>
        <p:spPr>
          <a:xfrm>
            <a:off x="2463800" y="2379576"/>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 </a:t>
            </a: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19 Oct 2024</a:t>
            </a: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29165881-7D89-501C-F05F-FD7A3E20D5EB}"/>
              </a:ext>
            </a:extLst>
          </p:cNvPr>
          <p:cNvSpPr txBox="1"/>
          <p:nvPr>
            <p:custDataLst>
              <p:tags r:id="rId3"/>
            </p:custDataLst>
          </p:nvPr>
        </p:nvSpPr>
        <p:spPr>
          <a:xfrm>
            <a:off x="11479504" y="2381900"/>
            <a:ext cx="64008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50" b="1">
                <a:solidFill>
                  <a:srgbClr val="08312A"/>
                </a:solidFill>
                <a:latin typeface="Boehringer Forward Text"/>
                <a:cs typeface="Calibri" panose="020F0502020204030204" pitchFamily="34" charset="0"/>
              </a:rPr>
              <a:t>Mar</a:t>
            </a:r>
            <a:r>
              <a:rPr kumimoji="0" lang="en-US" altLang="zh-CN" sz="75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2032</a:t>
            </a:r>
            <a:endParaRPr kumimoji="0" lang="zh-CN" altLang="en-US" sz="75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41" name="Rectangle 148">
            <a:extLst>
              <a:ext uri="{FF2B5EF4-FFF2-40B4-BE49-F238E27FC236}">
                <a16:creationId xmlns:a16="http://schemas.microsoft.com/office/drawing/2014/main" id="{94529B1C-DAF4-CF5F-CE27-F507253636E6}"/>
              </a:ext>
            </a:extLst>
          </p:cNvPr>
          <p:cNvSpPr/>
          <p:nvPr/>
        </p:nvSpPr>
        <p:spPr>
          <a:xfrm>
            <a:off x="11655812" y="2812290"/>
            <a:ext cx="37382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2" name="Star: 4 Points 143">
            <a:extLst>
              <a:ext uri="{FF2B5EF4-FFF2-40B4-BE49-F238E27FC236}">
                <a16:creationId xmlns:a16="http://schemas.microsoft.com/office/drawing/2014/main" id="{A616DCAD-92AC-5B51-B43A-7BF763A4A50C}"/>
              </a:ext>
            </a:extLst>
          </p:cNvPr>
          <p:cNvSpPr/>
          <p:nvPr/>
        </p:nvSpPr>
        <p:spPr bwMode="auto">
          <a:xfrm>
            <a:off x="2722140" y="26404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44" name="OTLSHAPE_T_e17f3958430f4cff8650518c93c7635e_Shape">
            <a:extLst>
              <a:ext uri="{FF2B5EF4-FFF2-40B4-BE49-F238E27FC236}">
                <a16:creationId xmlns:a16="http://schemas.microsoft.com/office/drawing/2014/main" id="{6115D9F0-1DF2-9939-172B-8DB774EB5D0B}"/>
              </a:ext>
            </a:extLst>
          </p:cNvPr>
          <p:cNvSpPr/>
          <p:nvPr>
            <p:custDataLst>
              <p:tags r:id="rId4"/>
            </p:custDataLst>
          </p:nvPr>
        </p:nvSpPr>
        <p:spPr bwMode="auto">
          <a:xfrm>
            <a:off x="2794000" y="2552699"/>
            <a:ext cx="9009150" cy="190501"/>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45" name="Star: 4 Points 143">
            <a:extLst>
              <a:ext uri="{FF2B5EF4-FFF2-40B4-BE49-F238E27FC236}">
                <a16:creationId xmlns:a16="http://schemas.microsoft.com/office/drawing/2014/main" id="{BD2568E6-433A-AD6E-DBF1-59C19FDACD15}"/>
              </a:ext>
            </a:extLst>
          </p:cNvPr>
          <p:cNvSpPr/>
          <p:nvPr/>
        </p:nvSpPr>
        <p:spPr bwMode="auto">
          <a:xfrm>
            <a:off x="11750330" y="267966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46" name="OTLSHAPE_M_39ea6ebc19a94c9fab6ef5006c31df58_Title">
            <a:extLst>
              <a:ext uri="{FF2B5EF4-FFF2-40B4-BE49-F238E27FC236}">
                <a16:creationId xmlns:a16="http://schemas.microsoft.com/office/drawing/2014/main" id="{E7963649-634F-695F-1BC9-7FF2B181976B}"/>
              </a:ext>
            </a:extLst>
          </p:cNvPr>
          <p:cNvSpPr txBox="1"/>
          <p:nvPr>
            <p:custDataLst>
              <p:tags r:id="rId5"/>
            </p:custDataLst>
          </p:nvPr>
        </p:nvSpPr>
        <p:spPr>
          <a:xfrm>
            <a:off x="8195631" y="1945304"/>
            <a:ext cx="1205639" cy="215444"/>
          </a:xfrm>
          <a:prstGeom prst="rect">
            <a:avLst/>
          </a:prstGeom>
          <a:solidFill>
            <a:srgbClr val="99CCFF"/>
          </a:solid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Accelerated sub/appr (F2/3): Oct 2027/Mar 2028 </a:t>
            </a:r>
            <a:endPar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47" name="五角星 55">
            <a:extLst>
              <a:ext uri="{FF2B5EF4-FFF2-40B4-BE49-F238E27FC236}">
                <a16:creationId xmlns:a16="http://schemas.microsoft.com/office/drawing/2014/main" id="{A04A6F2A-73C1-691C-1EAC-BEA0CAF92493}"/>
              </a:ext>
            </a:extLst>
          </p:cNvPr>
          <p:cNvSpPr/>
          <p:nvPr/>
        </p:nvSpPr>
        <p:spPr bwMode="auto">
          <a:xfrm>
            <a:off x="8699500" y="2781300"/>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48" name="五角星 55">
            <a:extLst>
              <a:ext uri="{FF2B5EF4-FFF2-40B4-BE49-F238E27FC236}">
                <a16:creationId xmlns:a16="http://schemas.microsoft.com/office/drawing/2014/main" id="{2E647361-8E3C-55ED-6064-D59BF64C865F}"/>
              </a:ext>
            </a:extLst>
          </p:cNvPr>
          <p:cNvSpPr/>
          <p:nvPr/>
        </p:nvSpPr>
        <p:spPr bwMode="auto">
          <a:xfrm>
            <a:off x="8820894" y="580120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grpSp>
        <p:nvGrpSpPr>
          <p:cNvPr id="97" name="Group 96">
            <a:extLst>
              <a:ext uri="{FF2B5EF4-FFF2-40B4-BE49-F238E27FC236}">
                <a16:creationId xmlns:a16="http://schemas.microsoft.com/office/drawing/2014/main" id="{8441A64B-7E44-9FAB-8849-F0590C24C001}"/>
              </a:ext>
            </a:extLst>
          </p:cNvPr>
          <p:cNvGrpSpPr/>
          <p:nvPr/>
        </p:nvGrpSpPr>
        <p:grpSpPr>
          <a:xfrm>
            <a:off x="455180" y="3734010"/>
            <a:ext cx="813765" cy="335422"/>
            <a:chOff x="533400" y="3505200"/>
            <a:chExt cx="813765" cy="335422"/>
          </a:xfrm>
        </p:grpSpPr>
        <p:sp>
          <p:nvSpPr>
            <p:cNvPr id="93" name="Freeform: Shape 152">
              <a:extLst>
                <a:ext uri="{FF2B5EF4-FFF2-40B4-BE49-F238E27FC236}">
                  <a16:creationId xmlns:a16="http://schemas.microsoft.com/office/drawing/2014/main" id="{42BC9862-F6BA-7633-0C3A-2BEDDE42D666}"/>
                </a:ext>
              </a:extLst>
            </p:cNvPr>
            <p:cNvSpPr/>
            <p:nvPr/>
          </p:nvSpPr>
          <p:spPr bwMode="auto">
            <a:xfrm>
              <a:off x="550341" y="3565975"/>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825"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China</a:t>
              </a:r>
              <a:endParaRPr kumimoji="0" lang="zh-CN" altLang="en-US" sz="825"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94" name="Oval 134">
              <a:extLst>
                <a:ext uri="{FF2B5EF4-FFF2-40B4-BE49-F238E27FC236}">
                  <a16:creationId xmlns:a16="http://schemas.microsoft.com/office/drawing/2014/main" id="{C7164AED-167A-DF08-B587-6EBE36684D84}"/>
                </a:ext>
              </a:extLst>
            </p:cNvPr>
            <p:cNvSpPr/>
            <p:nvPr/>
          </p:nvSpPr>
          <p:spPr>
            <a:xfrm>
              <a:off x="533400" y="3505200"/>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prstClr val="white"/>
                </a:solidFill>
                <a:effectLst/>
                <a:uLnTx/>
                <a:uFillTx/>
                <a:latin typeface="Boehringer Forward Text"/>
                <a:ea typeface="+mn-ea"/>
                <a:cs typeface="+mn-cs"/>
              </a:endParaRPr>
            </a:p>
          </p:txBody>
        </p:sp>
        <p:sp>
          <p:nvSpPr>
            <p:cNvPr id="95" name="Rectangle: Rounded Corners 116">
              <a:extLst>
                <a:ext uri="{FF2B5EF4-FFF2-40B4-BE49-F238E27FC236}">
                  <a16:creationId xmlns:a16="http://schemas.microsoft.com/office/drawing/2014/main" id="{AA517B1A-01FF-B13C-AC37-C403721CDC6F}"/>
                </a:ext>
              </a:extLst>
            </p:cNvPr>
            <p:cNvSpPr/>
            <p:nvPr/>
          </p:nvSpPr>
          <p:spPr bwMode="auto">
            <a:xfrm>
              <a:off x="1310589" y="3531559"/>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96" name="Picture 2" descr="Image result for China flag circle png">
              <a:extLst>
                <a:ext uri="{FF2B5EF4-FFF2-40B4-BE49-F238E27FC236}">
                  <a16:creationId xmlns:a16="http://schemas.microsoft.com/office/drawing/2014/main" id="{0DECD7E1-EECB-6299-EBF2-CA032ECECB1B}"/>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555075" y="3535141"/>
              <a:ext cx="281099" cy="281098"/>
            </a:xfrm>
            <a:prstGeom prst="rect">
              <a:avLst/>
            </a:prstGeom>
            <a:noFill/>
            <a:extLst>
              <a:ext uri="{909E8E84-426E-40DD-AFC4-6F175D3DCCD1}">
                <a14:hiddenFill xmlns:a14="http://schemas.microsoft.com/office/drawing/2010/main">
                  <a:solidFill>
                    <a:srgbClr val="FFFFFF"/>
                  </a:solidFill>
                </a14:hiddenFill>
              </a:ext>
            </a:extLst>
          </p:spPr>
        </p:pic>
      </p:grpSp>
      <p:sp>
        <p:nvSpPr>
          <p:cNvPr id="98" name="Freeform: Shape 147">
            <a:extLst>
              <a:ext uri="{FF2B5EF4-FFF2-40B4-BE49-F238E27FC236}">
                <a16:creationId xmlns:a16="http://schemas.microsoft.com/office/drawing/2014/main" id="{FA462C03-C357-0108-36F4-0727BCA9C1E9}"/>
              </a:ext>
            </a:extLst>
          </p:cNvPr>
          <p:cNvSpPr/>
          <p:nvPr/>
        </p:nvSpPr>
        <p:spPr bwMode="auto">
          <a:xfrm>
            <a:off x="439499" y="1797300"/>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endParaRPr kumimoji="0" lang="zh-CN" altLang="en-US" sz="8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99" name="Oval 4">
            <a:extLst>
              <a:ext uri="{FF2B5EF4-FFF2-40B4-BE49-F238E27FC236}">
                <a16:creationId xmlns:a16="http://schemas.microsoft.com/office/drawing/2014/main" id="{69EEA230-44E3-0E37-F19F-EC0431FBA3FC}"/>
              </a:ext>
            </a:extLst>
          </p:cNvPr>
          <p:cNvSpPr/>
          <p:nvPr/>
        </p:nvSpPr>
        <p:spPr>
          <a:xfrm>
            <a:off x="427631" y="1725043"/>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prstClr val="white"/>
              </a:solidFill>
              <a:effectLst/>
              <a:uLnTx/>
              <a:uFillTx/>
              <a:latin typeface="Boehringer Forward Text"/>
              <a:ea typeface="+mn-ea"/>
              <a:cs typeface="+mn-cs"/>
            </a:endParaRPr>
          </a:p>
        </p:txBody>
      </p:sp>
      <p:pic>
        <p:nvPicPr>
          <p:cNvPr id="100" name="Picture 6" descr="Image result for world circle png">
            <a:extLst>
              <a:ext uri="{FF2B5EF4-FFF2-40B4-BE49-F238E27FC236}">
                <a16:creationId xmlns:a16="http://schemas.microsoft.com/office/drawing/2014/main" id="{3EEB0AB3-7186-D43F-BB81-8129FC90F6D6}"/>
              </a:ext>
            </a:extLst>
          </p:cNvPr>
          <p:cNvPicPr>
            <a:picLocks noChangeAspect="1" noChangeArrowheads="1"/>
          </p:cNvPicPr>
          <p:nvPr/>
        </p:nvPicPr>
        <p:blipFill rotWithShape="1">
          <a:blip r:embed="rId28" cstate="print">
            <a:extLst>
              <a:ext uri="{28A0092B-C50C-407E-A947-70E740481C1C}">
                <a14:useLocalDpi xmlns:a14="http://schemas.microsoft.com/office/drawing/2010/main" val="0"/>
              </a:ext>
            </a:extLst>
          </a:blip>
          <a:srcRect l="4094" t="4010" r="4094" b="4010"/>
          <a:stretch/>
        </p:blipFill>
        <p:spPr bwMode="auto">
          <a:xfrm>
            <a:off x="455180" y="1752205"/>
            <a:ext cx="280325" cy="281098"/>
          </a:xfrm>
          <a:prstGeom prst="rect">
            <a:avLst/>
          </a:prstGeom>
          <a:noFill/>
          <a:extLst>
            <a:ext uri="{909E8E84-426E-40DD-AFC4-6F175D3DCCD1}">
              <a14:hiddenFill xmlns:a14="http://schemas.microsoft.com/office/drawing/2010/main">
                <a:solidFill>
                  <a:srgbClr val="FFFFFF"/>
                </a:solidFill>
              </a14:hiddenFill>
            </a:ext>
          </a:extLst>
        </p:spPr>
      </p:pic>
      <p:sp>
        <p:nvSpPr>
          <p:cNvPr id="101" name="Rectangle: Rounded Corners 116">
            <a:extLst>
              <a:ext uri="{FF2B5EF4-FFF2-40B4-BE49-F238E27FC236}">
                <a16:creationId xmlns:a16="http://schemas.microsoft.com/office/drawing/2014/main" id="{14DF29E6-5E7E-B627-D3E4-1363640CE3EE}"/>
              </a:ext>
            </a:extLst>
          </p:cNvPr>
          <p:cNvSpPr/>
          <p:nvPr/>
        </p:nvSpPr>
        <p:spPr bwMode="auto">
          <a:xfrm>
            <a:off x="1182410" y="1762181"/>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52" name="TextBox 146">
            <a:extLst>
              <a:ext uri="{FF2B5EF4-FFF2-40B4-BE49-F238E27FC236}">
                <a16:creationId xmlns:a16="http://schemas.microsoft.com/office/drawing/2014/main" id="{280BDDD2-DD1B-E56A-D2DD-E1F0497DD76C}"/>
              </a:ext>
            </a:extLst>
          </p:cNvPr>
          <p:cNvSpPr txBox="1"/>
          <p:nvPr/>
        </p:nvSpPr>
        <p:spPr>
          <a:xfrm>
            <a:off x="533401" y="2992263"/>
            <a:ext cx="464405" cy="369332"/>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Ph3-1404.64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FOS trial</a:t>
            </a:r>
          </a:p>
        </p:txBody>
      </p:sp>
      <p:sp>
        <p:nvSpPr>
          <p:cNvPr id="53" name="TextBox 146">
            <a:extLst>
              <a:ext uri="{FF2B5EF4-FFF2-40B4-BE49-F238E27FC236}">
                <a16:creationId xmlns:a16="http://schemas.microsoft.com/office/drawing/2014/main" id="{E44E3CDF-996B-30E6-D716-8234EB6A1A0A}"/>
              </a:ext>
            </a:extLst>
          </p:cNvPr>
          <p:cNvSpPr txBox="1"/>
          <p:nvPr/>
        </p:nvSpPr>
        <p:spPr>
          <a:xfrm>
            <a:off x="540923" y="5009136"/>
            <a:ext cx="464405" cy="369332"/>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Ph3-1404.64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FOS trial</a:t>
            </a:r>
          </a:p>
        </p:txBody>
      </p:sp>
      <p:grpSp>
        <p:nvGrpSpPr>
          <p:cNvPr id="91" name="组合 209">
            <a:extLst>
              <a:ext uri="{FF2B5EF4-FFF2-40B4-BE49-F238E27FC236}">
                <a16:creationId xmlns:a16="http://schemas.microsoft.com/office/drawing/2014/main" id="{E6B8E2CA-0272-A172-4DE7-9406012B9819}"/>
              </a:ext>
            </a:extLst>
          </p:cNvPr>
          <p:cNvGrpSpPr/>
          <p:nvPr/>
        </p:nvGrpSpPr>
        <p:grpSpPr>
          <a:xfrm>
            <a:off x="1560410" y="2522986"/>
            <a:ext cx="862168" cy="400110"/>
            <a:chOff x="8070149" y="6639977"/>
            <a:chExt cx="1151900" cy="411569"/>
          </a:xfrm>
        </p:grpSpPr>
        <p:sp>
          <p:nvSpPr>
            <p:cNvPr id="103" name="Rectangle 37">
              <a:extLst>
                <a:ext uri="{FF2B5EF4-FFF2-40B4-BE49-F238E27FC236}">
                  <a16:creationId xmlns:a16="http://schemas.microsoft.com/office/drawing/2014/main" id="{C9EF260D-A407-A11A-6946-CB7381EDBFB8}"/>
                </a:ext>
              </a:extLst>
            </p:cNvPr>
            <p:cNvSpPr/>
            <p:nvPr/>
          </p:nvSpPr>
          <p:spPr>
            <a:xfrm>
              <a:off x="8137527" y="6639977"/>
              <a:ext cx="1084522" cy="411569"/>
            </a:xfrm>
            <a:prstGeom prst="rect">
              <a:avLst/>
            </a:prstGeom>
            <a:solidFill>
              <a:schemeClr val="bg2">
                <a:lumMod val="10000"/>
                <a:lumOff val="9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Mar2024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EoP2 sub</a:t>
              </a:r>
            </a:p>
          </p:txBody>
        </p:sp>
        <p:sp>
          <p:nvSpPr>
            <p:cNvPr id="92" name="OTLSHAPE_M_6b1a73d763be4fac8983a757de742681_Shape">
              <a:extLst>
                <a:ext uri="{FF2B5EF4-FFF2-40B4-BE49-F238E27FC236}">
                  <a16:creationId xmlns:a16="http://schemas.microsoft.com/office/drawing/2014/main" id="{80D3B492-581D-0843-4DAA-A27AC5561C62}"/>
                </a:ext>
              </a:extLst>
            </p:cNvPr>
            <p:cNvSpPr>
              <a:spLocks noChangeAspect="1"/>
            </p:cNvSpPr>
            <p:nvPr>
              <p:custDataLst>
                <p:tags r:id="rId24"/>
              </p:custDataLst>
            </p:nvPr>
          </p:nvSpPr>
          <p:spPr>
            <a:xfrm>
              <a:off x="8070149" y="6720972"/>
              <a:ext cx="110712" cy="110711"/>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err="1">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endParaRPr>
            </a:p>
          </p:txBody>
        </p:sp>
      </p:grpSp>
      <p:sp>
        <p:nvSpPr>
          <p:cNvPr id="104" name="OTLSHAPE_M_6b1a73d763be4fac8983a757de742681_Shape">
            <a:extLst>
              <a:ext uri="{FF2B5EF4-FFF2-40B4-BE49-F238E27FC236}">
                <a16:creationId xmlns:a16="http://schemas.microsoft.com/office/drawing/2014/main" id="{017F2F83-68C8-ECBD-6435-5FC88A391C57}"/>
              </a:ext>
            </a:extLst>
          </p:cNvPr>
          <p:cNvSpPr>
            <a:spLocks noChangeAspect="1"/>
          </p:cNvSpPr>
          <p:nvPr>
            <p:custDataLst>
              <p:tags r:id="rId6"/>
            </p:custDataLst>
          </p:nvPr>
        </p:nvSpPr>
        <p:spPr>
          <a:xfrm>
            <a:off x="7673256" y="2702487"/>
            <a:ext cx="91440" cy="107629"/>
          </a:xfrm>
          <a:prstGeom prst="diamond">
            <a:avLst/>
          </a:prstGeom>
          <a:solidFill>
            <a:srgbClr val="C0000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err="1">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2B04181C-2B4A-2A37-E108-9560CB09EC3B}"/>
              </a:ext>
            </a:extLst>
          </p:cNvPr>
          <p:cNvSpPr txBox="1"/>
          <p:nvPr>
            <p:custDataLst>
              <p:tags r:id="rId7"/>
            </p:custDataLst>
          </p:nvPr>
        </p:nvSpPr>
        <p:spPr>
          <a:xfrm>
            <a:off x="7417272" y="2427293"/>
            <a:ext cx="511967"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 </a:t>
            </a:r>
            <a:r>
              <a:rPr kumimoji="0" lang="en-US" altLang="zh-CN" sz="75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May 2027</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06" name="TextBox 105">
            <a:extLst>
              <a:ext uri="{FF2B5EF4-FFF2-40B4-BE49-F238E27FC236}">
                <a16:creationId xmlns:a16="http://schemas.microsoft.com/office/drawing/2014/main" id="{7B9B9081-7DB4-D6AB-0894-A3C5647FC461}"/>
              </a:ext>
            </a:extLst>
          </p:cNvPr>
          <p:cNvSpPr txBox="1"/>
          <p:nvPr/>
        </p:nvSpPr>
        <p:spPr bwMode="gray">
          <a:xfrm>
            <a:off x="7395786" y="2811786"/>
            <a:ext cx="958086" cy="148117"/>
          </a:xfrm>
          <a:prstGeom prst="rect">
            <a:avLst/>
          </a:prstGeom>
          <a:solidFill>
            <a:schemeClr val="accent3">
              <a:lumMod val="90000"/>
            </a:schemeClr>
          </a:solid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Interim analysis</a:t>
            </a:r>
          </a:p>
        </p:txBody>
      </p:sp>
      <p:sp>
        <p:nvSpPr>
          <p:cNvPr id="108" name="Rectangle 135">
            <a:extLst>
              <a:ext uri="{FF2B5EF4-FFF2-40B4-BE49-F238E27FC236}">
                <a16:creationId xmlns:a16="http://schemas.microsoft.com/office/drawing/2014/main" id="{69438A97-0A71-B554-712C-C49D0255F3E4}"/>
              </a:ext>
            </a:extLst>
          </p:cNvPr>
          <p:cNvSpPr/>
          <p:nvPr/>
        </p:nvSpPr>
        <p:spPr>
          <a:xfrm>
            <a:off x="2609660" y="3294210"/>
            <a:ext cx="36260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09" name="OTLSHAPE_T_e17f3958430f4cff8650518c93c7635e_StartDate">
            <a:extLst>
              <a:ext uri="{FF2B5EF4-FFF2-40B4-BE49-F238E27FC236}">
                <a16:creationId xmlns:a16="http://schemas.microsoft.com/office/drawing/2014/main" id="{9521CA15-6266-5323-008A-15EEBB24D8B1}"/>
              </a:ext>
            </a:extLst>
          </p:cNvPr>
          <p:cNvSpPr txBox="1"/>
          <p:nvPr>
            <p:custDataLst>
              <p:tags r:id="rId8"/>
            </p:custDataLst>
          </p:nvPr>
        </p:nvSpPr>
        <p:spPr>
          <a:xfrm>
            <a:off x="2538016" y="2978745"/>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 19 Oct 2024</a:t>
            </a: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110" name="OTLSHAPE_T_e17f3958430f4cff8650518c93c7635e_StartDate">
            <a:extLst>
              <a:ext uri="{FF2B5EF4-FFF2-40B4-BE49-F238E27FC236}">
                <a16:creationId xmlns:a16="http://schemas.microsoft.com/office/drawing/2014/main" id="{2B564CF8-5C4C-FCC7-7641-1A8EF51C2F56}"/>
              </a:ext>
            </a:extLst>
          </p:cNvPr>
          <p:cNvSpPr txBox="1"/>
          <p:nvPr>
            <p:custDataLst>
              <p:tags r:id="rId9"/>
            </p:custDataLst>
          </p:nvPr>
        </p:nvSpPr>
        <p:spPr>
          <a:xfrm>
            <a:off x="10680627" y="3023909"/>
            <a:ext cx="64008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50" b="1">
                <a:solidFill>
                  <a:srgbClr val="08312A"/>
                </a:solidFill>
                <a:latin typeface="Boehringer Forward Text"/>
                <a:cs typeface="Calibri" panose="020F0502020204030204" pitchFamily="34" charset="0"/>
              </a:rPr>
              <a:t>Jul </a:t>
            </a:r>
            <a:r>
              <a:rPr kumimoji="0" lang="en-US" altLang="zh-CN" sz="75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2029</a:t>
            </a:r>
            <a:endParaRPr kumimoji="0" lang="zh-CN" altLang="en-US" sz="75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111" name="Rectangle 148">
            <a:extLst>
              <a:ext uri="{FF2B5EF4-FFF2-40B4-BE49-F238E27FC236}">
                <a16:creationId xmlns:a16="http://schemas.microsoft.com/office/drawing/2014/main" id="{47C8E209-C13F-732F-20CA-CE8A575671B5}"/>
              </a:ext>
            </a:extLst>
          </p:cNvPr>
          <p:cNvSpPr/>
          <p:nvPr/>
        </p:nvSpPr>
        <p:spPr>
          <a:xfrm>
            <a:off x="10826504" y="3303517"/>
            <a:ext cx="37382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p>
        </p:txBody>
      </p:sp>
      <p:sp>
        <p:nvSpPr>
          <p:cNvPr id="112" name="Star: 4 Points 143">
            <a:extLst>
              <a:ext uri="{FF2B5EF4-FFF2-40B4-BE49-F238E27FC236}">
                <a16:creationId xmlns:a16="http://schemas.microsoft.com/office/drawing/2014/main" id="{FA79C831-EE45-D0F9-A0CD-67DD1A5B74A1}"/>
              </a:ext>
            </a:extLst>
          </p:cNvPr>
          <p:cNvSpPr/>
          <p:nvPr/>
        </p:nvSpPr>
        <p:spPr bwMode="auto">
          <a:xfrm>
            <a:off x="2736537" y="316948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113" name="OTLSHAPE_T_e17f3958430f4cff8650518c93c7635e_Shape">
            <a:extLst>
              <a:ext uri="{FF2B5EF4-FFF2-40B4-BE49-F238E27FC236}">
                <a16:creationId xmlns:a16="http://schemas.microsoft.com/office/drawing/2014/main" id="{75EC4FE7-B9F0-A1B2-BEB1-B2690D921526}"/>
              </a:ext>
            </a:extLst>
          </p:cNvPr>
          <p:cNvSpPr/>
          <p:nvPr>
            <p:custDataLst>
              <p:tags r:id="rId10"/>
            </p:custDataLst>
          </p:nvPr>
        </p:nvSpPr>
        <p:spPr bwMode="auto">
          <a:xfrm>
            <a:off x="2794000" y="3081617"/>
            <a:ext cx="8406324" cy="184016"/>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114" name="Star: 4 Points 143">
            <a:extLst>
              <a:ext uri="{FF2B5EF4-FFF2-40B4-BE49-F238E27FC236}">
                <a16:creationId xmlns:a16="http://schemas.microsoft.com/office/drawing/2014/main" id="{A25690DA-0C43-7FA6-3CAA-0E88EB736F0A}"/>
              </a:ext>
            </a:extLst>
          </p:cNvPr>
          <p:cNvSpPr/>
          <p:nvPr/>
        </p:nvSpPr>
        <p:spPr bwMode="auto">
          <a:xfrm>
            <a:off x="10964939" y="323581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115" name="TextBox 114">
            <a:extLst>
              <a:ext uri="{FF2B5EF4-FFF2-40B4-BE49-F238E27FC236}">
                <a16:creationId xmlns:a16="http://schemas.microsoft.com/office/drawing/2014/main" id="{D541E2E3-021B-336F-8E7D-639BC793FD56}"/>
              </a:ext>
            </a:extLst>
          </p:cNvPr>
          <p:cNvSpPr txBox="1"/>
          <p:nvPr/>
        </p:nvSpPr>
        <p:spPr bwMode="gray">
          <a:xfrm>
            <a:off x="6690498" y="2552700"/>
            <a:ext cx="1764249" cy="157992"/>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Boehringer Forward Text"/>
                <a:ea typeface="+mn-ea"/>
                <a:cs typeface="+mn-cs"/>
              </a:rPr>
              <a:t>MASH F2/3</a:t>
            </a:r>
          </a:p>
        </p:txBody>
      </p:sp>
      <p:grpSp>
        <p:nvGrpSpPr>
          <p:cNvPr id="116" name="组合 209">
            <a:extLst>
              <a:ext uri="{FF2B5EF4-FFF2-40B4-BE49-F238E27FC236}">
                <a16:creationId xmlns:a16="http://schemas.microsoft.com/office/drawing/2014/main" id="{219006FB-810B-80F8-667C-1002FEF46EA1}"/>
              </a:ext>
            </a:extLst>
          </p:cNvPr>
          <p:cNvGrpSpPr/>
          <p:nvPr/>
        </p:nvGrpSpPr>
        <p:grpSpPr>
          <a:xfrm>
            <a:off x="1603601" y="4741222"/>
            <a:ext cx="1015746" cy="188114"/>
            <a:chOff x="8070149" y="6698573"/>
            <a:chExt cx="1487737" cy="193502"/>
          </a:xfrm>
        </p:grpSpPr>
        <p:sp>
          <p:nvSpPr>
            <p:cNvPr id="117" name="Rectangle 37">
              <a:extLst>
                <a:ext uri="{FF2B5EF4-FFF2-40B4-BE49-F238E27FC236}">
                  <a16:creationId xmlns:a16="http://schemas.microsoft.com/office/drawing/2014/main" id="{D9CBF716-E05E-505C-9415-0A1F83D9DD27}"/>
                </a:ext>
              </a:extLst>
            </p:cNvPr>
            <p:cNvSpPr/>
            <p:nvPr/>
          </p:nvSpPr>
          <p:spPr>
            <a:xfrm>
              <a:off x="8137477" y="6698573"/>
              <a:ext cx="1420409" cy="193502"/>
            </a:xfrm>
            <a:prstGeom prst="rect">
              <a:avLst/>
            </a:prstGeom>
            <a:solidFill>
              <a:schemeClr val="bg2">
                <a:lumMod val="10000"/>
                <a:lumOff val="9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endParaRPr>
            </a:p>
          </p:txBody>
        </p:sp>
        <p:sp>
          <p:nvSpPr>
            <p:cNvPr id="118" name="OTLSHAPE_M_6b1a73d763be4fac8983a757de742681_Shape">
              <a:extLst>
                <a:ext uri="{FF2B5EF4-FFF2-40B4-BE49-F238E27FC236}">
                  <a16:creationId xmlns:a16="http://schemas.microsoft.com/office/drawing/2014/main" id="{4BBE0DF8-2B88-2413-F448-D87CD7CD8B5A}"/>
                </a:ext>
              </a:extLst>
            </p:cNvPr>
            <p:cNvSpPr>
              <a:spLocks noChangeAspect="1"/>
            </p:cNvSpPr>
            <p:nvPr>
              <p:custDataLst>
                <p:tags r:id="rId23"/>
              </p:custDataLst>
            </p:nvPr>
          </p:nvSpPr>
          <p:spPr>
            <a:xfrm>
              <a:off x="8070149" y="6720972"/>
              <a:ext cx="110712" cy="110711"/>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err="1">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endParaRPr>
            </a:p>
          </p:txBody>
        </p:sp>
      </p:grpSp>
      <p:sp>
        <p:nvSpPr>
          <p:cNvPr id="121" name="OTLSHAPE_T_5a934a26f311425e8ebaa0f45e6533ad_Shape">
            <a:extLst>
              <a:ext uri="{FF2B5EF4-FFF2-40B4-BE49-F238E27FC236}">
                <a16:creationId xmlns:a16="http://schemas.microsoft.com/office/drawing/2014/main" id="{32E075B7-0902-3C29-0981-580D10B0CE0C}"/>
              </a:ext>
            </a:extLst>
          </p:cNvPr>
          <p:cNvSpPr/>
          <p:nvPr>
            <p:custDataLst>
              <p:tags r:id="rId11"/>
            </p:custDataLst>
          </p:nvPr>
        </p:nvSpPr>
        <p:spPr bwMode="auto">
          <a:xfrm>
            <a:off x="3293405" y="5284988"/>
            <a:ext cx="7752472" cy="216000"/>
          </a:xfrm>
          <a:prstGeom prst="roundRect">
            <a:avLst/>
          </a:prstGeom>
          <a:solidFill>
            <a:schemeClr val="tx2">
              <a:lumMod val="20000"/>
              <a:lumOff val="8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00000"/>
              </a:solidFill>
              <a:effectLst/>
              <a:uLnTx/>
              <a:uFillTx/>
              <a:latin typeface="Boehringer Forward Text"/>
              <a:ea typeface="+mn-ea"/>
              <a:cs typeface="+mn-cs"/>
            </a:endParaRPr>
          </a:p>
        </p:txBody>
      </p:sp>
      <p:sp>
        <p:nvSpPr>
          <p:cNvPr id="123" name="OTLSHAPE_M_39ea6ebc19a94c9fab6ef5006c31df58_Title">
            <a:extLst>
              <a:ext uri="{FF2B5EF4-FFF2-40B4-BE49-F238E27FC236}">
                <a16:creationId xmlns:a16="http://schemas.microsoft.com/office/drawing/2014/main" id="{1E3B0512-FF64-87A8-7D0A-4428CFFBF524}"/>
              </a:ext>
            </a:extLst>
          </p:cNvPr>
          <p:cNvSpPr txBox="1"/>
          <p:nvPr>
            <p:custDataLst>
              <p:tags r:id="rId12"/>
            </p:custDataLst>
          </p:nvPr>
        </p:nvSpPr>
        <p:spPr>
          <a:xfrm>
            <a:off x="11001521" y="3358161"/>
            <a:ext cx="1034065" cy="215444"/>
          </a:xfrm>
          <a:prstGeom prst="rect">
            <a:avLst/>
          </a:prstGeom>
          <a:solidFill>
            <a:srgbClr val="99CCFF"/>
          </a:solid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Full sub/appr (F2-4): Sep2029/Feb 2030 </a:t>
            </a:r>
            <a:endPar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124" name="五角星 55">
            <a:extLst>
              <a:ext uri="{FF2B5EF4-FFF2-40B4-BE49-F238E27FC236}">
                <a16:creationId xmlns:a16="http://schemas.microsoft.com/office/drawing/2014/main" id="{93994F20-2744-ACAA-5A47-BC5D9A45C0FE}"/>
              </a:ext>
            </a:extLst>
          </p:cNvPr>
          <p:cNvSpPr/>
          <p:nvPr/>
        </p:nvSpPr>
        <p:spPr bwMode="auto">
          <a:xfrm>
            <a:off x="11443942" y="3168429"/>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15" name="五角星 55">
            <a:extLst>
              <a:ext uri="{FF2B5EF4-FFF2-40B4-BE49-F238E27FC236}">
                <a16:creationId xmlns:a16="http://schemas.microsoft.com/office/drawing/2014/main" id="{A723A6E9-4790-5412-8589-A90B61E33D97}"/>
              </a:ext>
            </a:extLst>
          </p:cNvPr>
          <p:cNvSpPr/>
          <p:nvPr/>
        </p:nvSpPr>
        <p:spPr bwMode="auto">
          <a:xfrm>
            <a:off x="11606081" y="5837603"/>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27" name="Title 1">
            <a:extLst>
              <a:ext uri="{FF2B5EF4-FFF2-40B4-BE49-F238E27FC236}">
                <a16:creationId xmlns:a16="http://schemas.microsoft.com/office/drawing/2014/main" id="{4E831683-624C-B454-588D-2CBE4610A9F1}"/>
              </a:ext>
            </a:extLst>
          </p:cNvPr>
          <p:cNvSpPr txBox="1">
            <a:spLocks/>
          </p:cNvSpPr>
          <p:nvPr/>
        </p:nvSpPr>
        <p:spPr>
          <a:xfrm>
            <a:off x="479426" y="477000"/>
            <a:ext cx="11233151" cy="720000"/>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Survodutide/</a:t>
            </a:r>
            <a:r>
              <a:rPr lang="en-US" altLang="zh-CN">
                <a:solidFill>
                  <a:schemeClr val="tx2"/>
                </a:solidFill>
              </a:rPr>
              <a:t>MASH</a:t>
            </a:r>
            <a:r>
              <a:rPr lang="en-US" altLang="zh-CN"/>
              <a:t> Development Plan</a:t>
            </a:r>
            <a:endParaRPr lang="zh-CN" altLang="en-US"/>
          </a:p>
        </p:txBody>
      </p:sp>
      <p:grpSp>
        <p:nvGrpSpPr>
          <p:cNvPr id="28" name="组合 27">
            <a:extLst>
              <a:ext uri="{FF2B5EF4-FFF2-40B4-BE49-F238E27FC236}">
                <a16:creationId xmlns:a16="http://schemas.microsoft.com/office/drawing/2014/main" id="{6AA8534B-2136-AFE5-4318-A101D968EEAC}"/>
              </a:ext>
            </a:extLst>
          </p:cNvPr>
          <p:cNvGrpSpPr/>
          <p:nvPr/>
        </p:nvGrpSpPr>
        <p:grpSpPr>
          <a:xfrm>
            <a:off x="3831519" y="1879428"/>
            <a:ext cx="2086527" cy="4168000"/>
            <a:chOff x="2922216" y="1879428"/>
            <a:chExt cx="2086527" cy="4168000"/>
          </a:xfrm>
        </p:grpSpPr>
        <p:cxnSp>
          <p:nvCxnSpPr>
            <p:cNvPr id="31" name="直接连接符 30">
              <a:extLst>
                <a:ext uri="{FF2B5EF4-FFF2-40B4-BE49-F238E27FC236}">
                  <a16:creationId xmlns:a16="http://schemas.microsoft.com/office/drawing/2014/main" id="{5AEBF6EC-ACBE-A98A-FB5E-7AB687E711A2}"/>
                </a:ext>
              </a:extLst>
            </p:cNvPr>
            <p:cNvCxnSpPr>
              <a:cxnSpLocks/>
            </p:cNvCxnSpPr>
            <p:nvPr/>
          </p:nvCxnSpPr>
          <p:spPr>
            <a:xfrm>
              <a:off x="3927404" y="1879428"/>
              <a:ext cx="0" cy="4002711"/>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32" name="TextBox 56">
              <a:extLst>
                <a:ext uri="{FF2B5EF4-FFF2-40B4-BE49-F238E27FC236}">
                  <a16:creationId xmlns:a16="http://schemas.microsoft.com/office/drawing/2014/main" id="{B032135F-775B-B60A-8E07-9D41306A1DDB}"/>
                </a:ext>
              </a:extLst>
            </p:cNvPr>
            <p:cNvSpPr txBox="1"/>
            <p:nvPr/>
          </p:nvSpPr>
          <p:spPr>
            <a:xfrm>
              <a:off x="2922216" y="5893540"/>
              <a:ext cx="2086527" cy="153888"/>
            </a:xfrm>
            <a:prstGeom prst="rect">
              <a:avLst/>
            </a:prstGeom>
            <a:noFill/>
          </p:spPr>
          <p:txBody>
            <a:bodyPr wrap="square" lIns="45720" tIns="0" rIns="4572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6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Boehringer Forward Head"/>
                  <a:ea typeface="+mn-ea"/>
                  <a:cs typeface="Calibri" panose="020F0502020204030204" pitchFamily="34" charset="0"/>
                </a:rPr>
                <a:t>We are here</a:t>
              </a:r>
            </a:p>
          </p:txBody>
        </p:sp>
      </p:grpSp>
      <p:sp>
        <p:nvSpPr>
          <p:cNvPr id="3" name="OTLSHAPE_T_e17f3958430f4cff8650518c93c7635e_StartDate">
            <a:extLst>
              <a:ext uri="{FF2B5EF4-FFF2-40B4-BE49-F238E27FC236}">
                <a16:creationId xmlns:a16="http://schemas.microsoft.com/office/drawing/2014/main" id="{A834916F-0D96-011B-13C3-94CB5B380D92}"/>
              </a:ext>
            </a:extLst>
          </p:cNvPr>
          <p:cNvSpPr txBox="1"/>
          <p:nvPr>
            <p:custDataLst>
              <p:tags r:id="rId13"/>
            </p:custDataLst>
          </p:nvPr>
        </p:nvSpPr>
        <p:spPr>
          <a:xfrm>
            <a:off x="1902167" y="4869753"/>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50" b="1">
                <a:solidFill>
                  <a:srgbClr val="1F497D"/>
                </a:solidFill>
                <a:latin typeface="Boehringer Forward Text"/>
                <a:cs typeface="Calibri" panose="020F0502020204030204" pitchFamily="34" charset="0"/>
              </a:rPr>
              <a:t>6</a:t>
            </a:r>
            <a:r>
              <a:rPr kumimoji="0" lang="en-US" altLang="zh-CN"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rPr>
              <a:t> </a:t>
            </a:r>
            <a:r>
              <a:rPr lang="en-US" altLang="zh-CN" sz="750" b="1">
                <a:solidFill>
                  <a:srgbClr val="1F497D"/>
                </a:solidFill>
                <a:latin typeface="Boehringer Forward Text"/>
                <a:cs typeface="Calibri" panose="020F0502020204030204" pitchFamily="34" charset="0"/>
              </a:rPr>
              <a:t>Aug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rPr>
              <a:t>CTA s</a:t>
            </a:r>
            <a:endParaRPr kumimoji="0" lang="zh-CN" altLang="en-US"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endParaRPr>
          </a:p>
        </p:txBody>
      </p:sp>
      <p:sp>
        <p:nvSpPr>
          <p:cNvPr id="73" name="OTLSHAPE_T_e17f3958430f4cff8650518c93c7635e_StartDate">
            <a:extLst>
              <a:ext uri="{FF2B5EF4-FFF2-40B4-BE49-F238E27FC236}">
                <a16:creationId xmlns:a16="http://schemas.microsoft.com/office/drawing/2014/main" id="{F96EDEEA-8772-0B03-1668-FC29FB6D8A58}"/>
              </a:ext>
            </a:extLst>
          </p:cNvPr>
          <p:cNvSpPr txBox="1"/>
          <p:nvPr>
            <p:custDataLst>
              <p:tags r:id="rId14"/>
            </p:custDataLst>
          </p:nvPr>
        </p:nvSpPr>
        <p:spPr>
          <a:xfrm>
            <a:off x="2363692" y="4551936"/>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rPr>
              <a:t>18 </a:t>
            </a:r>
            <a:r>
              <a:rPr lang="en-US" altLang="zh-CN" sz="750" b="1">
                <a:solidFill>
                  <a:srgbClr val="1F497D"/>
                </a:solidFill>
                <a:latin typeface="Boehringer Forward Text"/>
                <a:cs typeface="Calibri" panose="020F0502020204030204" pitchFamily="34" charset="0"/>
              </a:rPr>
              <a:t>Oct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rPr>
              <a:t>CTA a</a:t>
            </a:r>
            <a:endParaRPr kumimoji="0" lang="zh-CN" altLang="en-US"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endParaRPr>
          </a:p>
        </p:txBody>
      </p:sp>
      <p:sp>
        <p:nvSpPr>
          <p:cNvPr id="77" name="OTLSHAPE_T_e17f3958430f4cff8650518c93c7635e_StartDate">
            <a:extLst>
              <a:ext uri="{FF2B5EF4-FFF2-40B4-BE49-F238E27FC236}">
                <a16:creationId xmlns:a16="http://schemas.microsoft.com/office/drawing/2014/main" id="{F2CED985-0F1E-5838-FA5C-178AB8B0E85A}"/>
              </a:ext>
            </a:extLst>
          </p:cNvPr>
          <p:cNvSpPr txBox="1"/>
          <p:nvPr>
            <p:custDataLst>
              <p:tags r:id="rId15"/>
            </p:custDataLst>
          </p:nvPr>
        </p:nvSpPr>
        <p:spPr>
          <a:xfrm>
            <a:off x="1333712" y="4937135"/>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rPr>
              <a:t>Mar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rPr>
              <a:t>EoP2 s</a:t>
            </a:r>
            <a:endParaRPr kumimoji="0" lang="zh-CN" altLang="en-US" sz="750" b="1" i="0" u="none" strike="noStrike" kern="1200" cap="none" spc="0" normalizeH="0" baseline="0" noProof="0">
              <a:ln>
                <a:noFill/>
              </a:ln>
              <a:solidFill>
                <a:srgbClr val="1F497D"/>
              </a:solidFill>
              <a:effectLst/>
              <a:uLnTx/>
              <a:uFillTx/>
              <a:latin typeface="Boehringer Forward Text"/>
              <a:ea typeface="+mn-ea"/>
              <a:cs typeface="Calibri" panose="020F0502020204030204" pitchFamily="34" charset="0"/>
            </a:endParaRPr>
          </a:p>
        </p:txBody>
      </p:sp>
      <p:grpSp>
        <p:nvGrpSpPr>
          <p:cNvPr id="127" name="组合 126">
            <a:extLst>
              <a:ext uri="{FF2B5EF4-FFF2-40B4-BE49-F238E27FC236}">
                <a16:creationId xmlns:a16="http://schemas.microsoft.com/office/drawing/2014/main" id="{01E11116-37AD-4635-711D-8B259AF05494}"/>
              </a:ext>
            </a:extLst>
          </p:cNvPr>
          <p:cNvGrpSpPr/>
          <p:nvPr/>
        </p:nvGrpSpPr>
        <p:grpSpPr>
          <a:xfrm>
            <a:off x="2925111" y="4527613"/>
            <a:ext cx="511967" cy="593337"/>
            <a:chOff x="4715811" y="4208014"/>
            <a:chExt cx="511967" cy="593337"/>
          </a:xfrm>
        </p:grpSpPr>
        <p:sp>
          <p:nvSpPr>
            <p:cNvPr id="79" name="Rectangle 135">
              <a:extLst>
                <a:ext uri="{FF2B5EF4-FFF2-40B4-BE49-F238E27FC236}">
                  <a16:creationId xmlns:a16="http://schemas.microsoft.com/office/drawing/2014/main" id="{3BFACE7C-992C-4E90-06C3-EF60DA08923C}"/>
                </a:ext>
              </a:extLst>
            </p:cNvPr>
            <p:cNvSpPr/>
            <p:nvPr/>
          </p:nvSpPr>
          <p:spPr>
            <a:xfrm>
              <a:off x="4847274" y="4593602"/>
              <a:ext cx="36260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5" name="OTLSHAPE_T_e17f3958430f4cff8650518c93c7635e_StartDate">
              <a:extLst>
                <a:ext uri="{FF2B5EF4-FFF2-40B4-BE49-F238E27FC236}">
                  <a16:creationId xmlns:a16="http://schemas.microsoft.com/office/drawing/2014/main" id="{515F255E-95CA-4780-AA03-2003D354536C}"/>
                </a:ext>
              </a:extLst>
            </p:cNvPr>
            <p:cNvSpPr txBox="1"/>
            <p:nvPr>
              <p:custDataLst>
                <p:tags r:id="rId22"/>
              </p:custDataLst>
            </p:nvPr>
          </p:nvSpPr>
          <p:spPr>
            <a:xfrm>
              <a:off x="4715811" y="4208014"/>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 </a:t>
              </a: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1</a:t>
              </a:r>
              <a:r>
                <a:rPr lang="en-US" altLang="zh-CN" sz="750" b="1">
                  <a:solidFill>
                    <a:prstClr val="black"/>
                  </a:solidFill>
                  <a:latin typeface="Boehringer Forward Text"/>
                  <a:cs typeface="Calibri" panose="020F0502020204030204" pitchFamily="34" charset="0"/>
                </a:rPr>
                <a:t>7 Jan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2024</a:t>
              </a: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126" name="Star: 4 Points 143">
              <a:extLst>
                <a:ext uri="{FF2B5EF4-FFF2-40B4-BE49-F238E27FC236}">
                  <a16:creationId xmlns:a16="http://schemas.microsoft.com/office/drawing/2014/main" id="{7246FD86-985B-4900-A252-7F263496B83E}"/>
                </a:ext>
              </a:extLst>
            </p:cNvPr>
            <p:cNvSpPr/>
            <p:nvPr/>
          </p:nvSpPr>
          <p:spPr bwMode="auto">
            <a:xfrm>
              <a:off x="4974151" y="446887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grpSp>
      <p:grpSp>
        <p:nvGrpSpPr>
          <p:cNvPr id="128" name="组合 127">
            <a:extLst>
              <a:ext uri="{FF2B5EF4-FFF2-40B4-BE49-F238E27FC236}">
                <a16:creationId xmlns:a16="http://schemas.microsoft.com/office/drawing/2014/main" id="{A9800526-CBC5-9608-5156-6AA31135C4BA}"/>
              </a:ext>
            </a:extLst>
          </p:cNvPr>
          <p:cNvGrpSpPr/>
          <p:nvPr/>
        </p:nvGrpSpPr>
        <p:grpSpPr>
          <a:xfrm>
            <a:off x="2964051" y="5156284"/>
            <a:ext cx="511967" cy="593337"/>
            <a:chOff x="4715811" y="4208014"/>
            <a:chExt cx="511967" cy="593337"/>
          </a:xfrm>
        </p:grpSpPr>
        <p:sp>
          <p:nvSpPr>
            <p:cNvPr id="129" name="Rectangle 135">
              <a:extLst>
                <a:ext uri="{FF2B5EF4-FFF2-40B4-BE49-F238E27FC236}">
                  <a16:creationId xmlns:a16="http://schemas.microsoft.com/office/drawing/2014/main" id="{26D1BC3F-A6D8-0F7D-422C-2A0C68E8AC68}"/>
                </a:ext>
              </a:extLst>
            </p:cNvPr>
            <p:cNvSpPr/>
            <p:nvPr/>
          </p:nvSpPr>
          <p:spPr>
            <a:xfrm>
              <a:off x="4847274" y="4593602"/>
              <a:ext cx="36260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0" name="OTLSHAPE_T_e17f3958430f4cff8650518c93c7635e_StartDate">
              <a:extLst>
                <a:ext uri="{FF2B5EF4-FFF2-40B4-BE49-F238E27FC236}">
                  <a16:creationId xmlns:a16="http://schemas.microsoft.com/office/drawing/2014/main" id="{A8ED90F5-47F1-2AA5-709C-4B0563746F3E}"/>
                </a:ext>
              </a:extLst>
            </p:cNvPr>
            <p:cNvSpPr txBox="1"/>
            <p:nvPr>
              <p:custDataLst>
                <p:tags r:id="rId21"/>
              </p:custDataLst>
            </p:nvPr>
          </p:nvSpPr>
          <p:spPr>
            <a:xfrm>
              <a:off x="4715811" y="4208014"/>
              <a:ext cx="511967"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 </a:t>
              </a:r>
              <a:r>
                <a:rPr lang="en-US" altLang="zh-CN" sz="750" b="1">
                  <a:solidFill>
                    <a:prstClr val="black"/>
                  </a:solidFill>
                  <a:latin typeface="Boehringer Forward Text"/>
                  <a:cs typeface="Calibri" panose="020F0502020204030204" pitchFamily="34" charset="0"/>
                </a:rPr>
                <a:t>27 Jan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2024</a:t>
              </a: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131" name="Star: 4 Points 143">
              <a:extLst>
                <a:ext uri="{FF2B5EF4-FFF2-40B4-BE49-F238E27FC236}">
                  <a16:creationId xmlns:a16="http://schemas.microsoft.com/office/drawing/2014/main" id="{7616168A-3CD5-6BFB-7360-E127C5669A8A}"/>
                </a:ext>
              </a:extLst>
            </p:cNvPr>
            <p:cNvSpPr/>
            <p:nvPr/>
          </p:nvSpPr>
          <p:spPr bwMode="auto">
            <a:xfrm>
              <a:off x="4974151" y="446887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grpSp>
      <p:sp>
        <p:nvSpPr>
          <p:cNvPr id="20" name="Rectangle 135">
            <a:extLst>
              <a:ext uri="{FF2B5EF4-FFF2-40B4-BE49-F238E27FC236}">
                <a16:creationId xmlns:a16="http://schemas.microsoft.com/office/drawing/2014/main" id="{74BD4A57-B31A-93F1-FA78-54DF98349710}"/>
              </a:ext>
            </a:extLst>
          </p:cNvPr>
          <p:cNvSpPr/>
          <p:nvPr/>
        </p:nvSpPr>
        <p:spPr>
          <a:xfrm>
            <a:off x="8818552" y="2765164"/>
            <a:ext cx="365806"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Boehringer Forward Text"/>
                <a:cs typeface="Calibri" panose="020F0502020204030204" pitchFamily="34" charset="0"/>
              </a:rPr>
              <a:t>LSR</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 name="OTLSHAPE_T_e17f3958430f4cff8650518c93c7635e_StartDate">
            <a:extLst>
              <a:ext uri="{FF2B5EF4-FFF2-40B4-BE49-F238E27FC236}">
                <a16:creationId xmlns:a16="http://schemas.microsoft.com/office/drawing/2014/main" id="{F20984A5-8917-F310-FB0F-38E438C66258}"/>
              </a:ext>
            </a:extLst>
          </p:cNvPr>
          <p:cNvSpPr txBox="1"/>
          <p:nvPr>
            <p:custDataLst>
              <p:tags r:id="rId16"/>
            </p:custDataLst>
          </p:nvPr>
        </p:nvSpPr>
        <p:spPr>
          <a:xfrm>
            <a:off x="8755364" y="2370468"/>
            <a:ext cx="511967"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 </a:t>
            </a:r>
            <a:r>
              <a:rPr lang="en-US" altLang="zh-CN" sz="750" b="1">
                <a:solidFill>
                  <a:prstClr val="black"/>
                </a:solidFill>
                <a:latin typeface="Boehringer Forward Text"/>
                <a:cs typeface="Calibri" panose="020F0502020204030204" pitchFamily="34" charset="0"/>
              </a:rPr>
              <a:t>Jan</a:t>
            </a: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 2028</a:t>
            </a: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35" name="Star: 4 Points 143">
            <a:extLst>
              <a:ext uri="{FF2B5EF4-FFF2-40B4-BE49-F238E27FC236}">
                <a16:creationId xmlns:a16="http://schemas.microsoft.com/office/drawing/2014/main" id="{7F434CD8-A68C-ED95-8ED3-F9BF92F954A8}"/>
              </a:ext>
            </a:extLst>
          </p:cNvPr>
          <p:cNvSpPr/>
          <p:nvPr/>
        </p:nvSpPr>
        <p:spPr bwMode="auto">
          <a:xfrm>
            <a:off x="8886827" y="265261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37" name="Rectangle 135">
            <a:extLst>
              <a:ext uri="{FF2B5EF4-FFF2-40B4-BE49-F238E27FC236}">
                <a16:creationId xmlns:a16="http://schemas.microsoft.com/office/drawing/2014/main" id="{1A6E1DFD-2EFE-E7B4-3663-C80C96D24C9F}"/>
              </a:ext>
            </a:extLst>
          </p:cNvPr>
          <p:cNvSpPr/>
          <p:nvPr/>
        </p:nvSpPr>
        <p:spPr>
          <a:xfrm>
            <a:off x="8464994" y="3310536"/>
            <a:ext cx="365806"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Boehringer Forward Text"/>
                <a:cs typeface="Calibri" panose="020F0502020204030204" pitchFamily="34" charset="0"/>
              </a:rPr>
              <a:t>LSR</a:t>
            </a:r>
            <a:endParaRPr kumimoji="0" lang="zh-CN" altLang="en-US" sz="75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6EE69C51-762C-DD61-C0A9-06310B188562}"/>
              </a:ext>
            </a:extLst>
          </p:cNvPr>
          <p:cNvSpPr txBox="1"/>
          <p:nvPr>
            <p:custDataLst>
              <p:tags r:id="rId17"/>
            </p:custDataLst>
          </p:nvPr>
        </p:nvSpPr>
        <p:spPr>
          <a:xfrm>
            <a:off x="8351163" y="3468578"/>
            <a:ext cx="511967"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 </a:t>
            </a:r>
            <a:r>
              <a:rPr lang="en-US" altLang="zh-CN" sz="750" b="1">
                <a:solidFill>
                  <a:prstClr val="black"/>
                </a:solidFill>
                <a:latin typeface="Boehringer Forward Text"/>
                <a:cs typeface="Calibri" panose="020F0502020204030204" pitchFamily="34" charset="0"/>
              </a:rPr>
              <a:t>Dec</a:t>
            </a:r>
            <a:r>
              <a:rPr kumimoji="0" lang="en-US" altLang="zh-CN"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 2027</a:t>
            </a:r>
            <a:endParaRPr kumimoji="0" lang="zh-CN" altLang="en-US" sz="75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49" name="Star: 4 Points 143">
            <a:extLst>
              <a:ext uri="{FF2B5EF4-FFF2-40B4-BE49-F238E27FC236}">
                <a16:creationId xmlns:a16="http://schemas.microsoft.com/office/drawing/2014/main" id="{6FE1B71A-630A-DB5D-5273-AA6CC2361DC0}"/>
              </a:ext>
            </a:extLst>
          </p:cNvPr>
          <p:cNvSpPr/>
          <p:nvPr/>
        </p:nvSpPr>
        <p:spPr bwMode="auto">
          <a:xfrm>
            <a:off x="8533269" y="319798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endParaRPr>
          </a:p>
        </p:txBody>
      </p:sp>
      <p:sp>
        <p:nvSpPr>
          <p:cNvPr id="51" name="OTLSHAPE_M_39ea6ebc19a94c9fab6ef5006c31df58_Title">
            <a:extLst>
              <a:ext uri="{FF2B5EF4-FFF2-40B4-BE49-F238E27FC236}">
                <a16:creationId xmlns:a16="http://schemas.microsoft.com/office/drawing/2014/main" id="{A2C4BBB4-DF24-F12D-F4B1-82D98FB5A2F5}"/>
              </a:ext>
            </a:extLst>
          </p:cNvPr>
          <p:cNvSpPr txBox="1"/>
          <p:nvPr>
            <p:custDataLst>
              <p:tags r:id="rId18"/>
            </p:custDataLst>
          </p:nvPr>
        </p:nvSpPr>
        <p:spPr>
          <a:xfrm>
            <a:off x="8294567" y="5972263"/>
            <a:ext cx="1205639" cy="323165"/>
          </a:xfrm>
          <a:prstGeom prst="rect">
            <a:avLst/>
          </a:prstGeom>
          <a:solidFill>
            <a:srgbClr val="99CCFF"/>
          </a:solid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Accelerated sub/appr (F2/3): </a:t>
            </a:r>
            <a:r>
              <a:rPr lang="en-US" altLang="zh-CN" sz="700" b="1">
                <a:solidFill>
                  <a:srgbClr val="08312A"/>
                </a:solidFill>
                <a:latin typeface="Boehringer Forward Text"/>
                <a:cs typeface="Calibri"/>
              </a:rPr>
              <a:t>Nov</a:t>
            </a: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 2027/Aug 2028 (</a:t>
            </a:r>
            <a:r>
              <a:rPr kumimoji="0" lang="en-US" altLang="zh-CN" sz="700" b="1" i="0" u="none" strike="noStrike" kern="1200" cap="none" spc="0" normalizeH="0" baseline="0" noProof="0" err="1">
                <a:ln>
                  <a:noFill/>
                </a:ln>
                <a:solidFill>
                  <a:srgbClr val="08312A"/>
                </a:solidFill>
                <a:effectLst/>
                <a:uLnTx/>
                <a:uFillTx/>
                <a:latin typeface="Boehringer Forward Text"/>
                <a:ea typeface="+mn-ea"/>
                <a:cs typeface="Calibri"/>
              </a:rPr>
              <a:t>best&amp;base</a:t>
            </a: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a:t>
            </a:r>
            <a:endPar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55" name="OTLSHAPE_M_39ea6ebc19a94c9fab6ef5006c31df58_Title">
            <a:extLst>
              <a:ext uri="{FF2B5EF4-FFF2-40B4-BE49-F238E27FC236}">
                <a16:creationId xmlns:a16="http://schemas.microsoft.com/office/drawing/2014/main" id="{87DF4C55-4189-DD97-6423-137D77E7D1DB}"/>
              </a:ext>
            </a:extLst>
          </p:cNvPr>
          <p:cNvSpPr txBox="1"/>
          <p:nvPr>
            <p:custDataLst>
              <p:tags r:id="rId19"/>
            </p:custDataLst>
          </p:nvPr>
        </p:nvSpPr>
        <p:spPr>
          <a:xfrm>
            <a:off x="11034030" y="6022128"/>
            <a:ext cx="1034065" cy="323165"/>
          </a:xfrm>
          <a:prstGeom prst="rect">
            <a:avLst/>
          </a:prstGeom>
          <a:solidFill>
            <a:srgbClr val="99CCFF"/>
          </a:solid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Full sub/appr (F2-4): </a:t>
            </a:r>
            <a:r>
              <a:rPr lang="en-US" altLang="zh-CN" sz="700" b="1">
                <a:solidFill>
                  <a:srgbClr val="08312A"/>
                </a:solidFill>
                <a:latin typeface="Boehringer Forward Text"/>
                <a:cs typeface="Calibri"/>
              </a:rPr>
              <a:t>Oct</a:t>
            </a: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 2029/Jul 2030 (best) Dec 2030 (base</a:t>
            </a:r>
            <a:endPar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56" name="OTLSHAPE_M_39ea6ebc19a94c9fab6ef5006c31df58_Title">
            <a:extLst>
              <a:ext uri="{FF2B5EF4-FFF2-40B4-BE49-F238E27FC236}">
                <a16:creationId xmlns:a16="http://schemas.microsoft.com/office/drawing/2014/main" id="{CDBCAE07-EEEA-D2F3-CC37-6D529F3C1A8B}"/>
              </a:ext>
            </a:extLst>
          </p:cNvPr>
          <p:cNvSpPr txBox="1"/>
          <p:nvPr>
            <p:custDataLst>
              <p:tags r:id="rId20"/>
            </p:custDataLst>
          </p:nvPr>
        </p:nvSpPr>
        <p:spPr>
          <a:xfrm>
            <a:off x="11112784" y="5017075"/>
            <a:ext cx="1034065" cy="323165"/>
          </a:xfrm>
          <a:prstGeom prst="rect">
            <a:avLst/>
          </a:prstGeom>
          <a:solidFill>
            <a:srgbClr val="99CCFF"/>
          </a:solid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Full sub/appr (F2-3): Nov 2032/</a:t>
            </a:r>
            <a:r>
              <a:rPr lang="en-US" altLang="zh-CN" sz="700" b="1">
                <a:solidFill>
                  <a:srgbClr val="08312A"/>
                </a:solidFill>
                <a:latin typeface="Boehringer Forward Text"/>
                <a:cs typeface="Calibri"/>
              </a:rPr>
              <a:t>Sept</a:t>
            </a:r>
            <a:r>
              <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a:rPr>
              <a:t> 2033 (best) Feb 2034 (base</a:t>
            </a:r>
            <a:endParaRPr kumimoji="0" lang="en-US" altLang="zh-CN" sz="7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57" name="五角星 55">
            <a:extLst>
              <a:ext uri="{FF2B5EF4-FFF2-40B4-BE49-F238E27FC236}">
                <a16:creationId xmlns:a16="http://schemas.microsoft.com/office/drawing/2014/main" id="{2672C8F8-43CC-194B-EBBB-3CE3D1CD03C9}"/>
              </a:ext>
            </a:extLst>
          </p:cNvPr>
          <p:cNvSpPr/>
          <p:nvPr/>
        </p:nvSpPr>
        <p:spPr bwMode="auto">
          <a:xfrm>
            <a:off x="11939749" y="4802372"/>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cxnSp>
        <p:nvCxnSpPr>
          <p:cNvPr id="13" name="Straight Connector 147">
            <a:extLst>
              <a:ext uri="{FF2B5EF4-FFF2-40B4-BE49-F238E27FC236}">
                <a16:creationId xmlns:a16="http://schemas.microsoft.com/office/drawing/2014/main" id="{128E2590-2564-D2BF-6A90-A6276F9FA419}"/>
              </a:ext>
            </a:extLst>
          </p:cNvPr>
          <p:cNvCxnSpPr>
            <a:cxnSpLocks/>
          </p:cNvCxnSpPr>
          <p:nvPr/>
        </p:nvCxnSpPr>
        <p:spPr bwMode="auto">
          <a:xfrm flipH="1">
            <a:off x="30480" y="3597689"/>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pic>
        <p:nvPicPr>
          <p:cNvPr id="33" name="Picture 2" descr="image">
            <a:extLst>
              <a:ext uri="{FF2B5EF4-FFF2-40B4-BE49-F238E27FC236}">
                <a16:creationId xmlns:a16="http://schemas.microsoft.com/office/drawing/2014/main" id="{7E790A3B-949E-5875-3E05-C8E8E9940B3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160">
            <a:extLst>
              <a:ext uri="{FF2B5EF4-FFF2-40B4-BE49-F238E27FC236}">
                <a16:creationId xmlns:a16="http://schemas.microsoft.com/office/drawing/2014/main" id="{2808A246-3FB7-AF60-F618-3C5FB57D0ADF}"/>
              </a:ext>
            </a:extLst>
          </p:cNvPr>
          <p:cNvSpPr txBox="1"/>
          <p:nvPr/>
        </p:nvSpPr>
        <p:spPr>
          <a:xfrm>
            <a:off x="4980380" y="3616807"/>
            <a:ext cx="7027971" cy="1095691"/>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By 1st Dec, LIEVERAGE had 168 (</a:t>
            </a:r>
            <a:r>
              <a:rPr lang="en-US" altLang="zh-CN" sz="1067" i="1">
                <a:solidFill>
                  <a:srgbClr val="F58A68"/>
                </a:solidFill>
                <a:cs typeface="Calibri" panose="020F0502020204030204" pitchFamily="34" charset="0"/>
              </a:rPr>
              <a:t>+27</a:t>
            </a:r>
            <a:r>
              <a:rPr lang="en-US" altLang="zh-CN" sz="1067" i="1">
                <a:solidFill>
                  <a:schemeClr val="bg2"/>
                </a:solidFill>
                <a:cs typeface="Calibri" panose="020F0502020204030204" pitchFamily="34" charset="0"/>
              </a:rPr>
              <a:t>) pts screened, 8 (</a:t>
            </a:r>
            <a:r>
              <a:rPr lang="en-US" altLang="zh-CN" sz="1067" i="1">
                <a:solidFill>
                  <a:srgbClr val="F58A68"/>
                </a:solidFill>
                <a:cs typeface="Calibri" panose="020F0502020204030204" pitchFamily="34" charset="0"/>
              </a:rPr>
              <a:t>+4</a:t>
            </a:r>
            <a:r>
              <a:rPr lang="en-US" altLang="zh-CN" sz="1067" i="1">
                <a:solidFill>
                  <a:schemeClr val="bg2"/>
                </a:solidFill>
                <a:cs typeface="Calibri" panose="020F0502020204030204" pitchFamily="34" charset="0"/>
              </a:rPr>
              <a:t>) randomized, 56 in screening; LIVERAGE-Cirrhosis had 60 (</a:t>
            </a:r>
            <a:r>
              <a:rPr lang="en-US" altLang="zh-CN" sz="1067" i="1">
                <a:solidFill>
                  <a:srgbClr val="F58A68"/>
                </a:solidFill>
                <a:cs typeface="Calibri" panose="020F0502020204030204" pitchFamily="34" charset="0"/>
              </a:rPr>
              <a:t>+9</a:t>
            </a:r>
            <a:r>
              <a:rPr lang="en-US" altLang="zh-CN" sz="1067" i="1">
                <a:solidFill>
                  <a:schemeClr val="bg2"/>
                </a:solidFill>
                <a:cs typeface="Calibri" panose="020F0502020204030204" pitchFamily="34" charset="0"/>
              </a:rPr>
              <a:t>) pts screened, 21 (</a:t>
            </a:r>
            <a:r>
              <a:rPr lang="en-US" altLang="zh-CN" sz="1067" i="1">
                <a:solidFill>
                  <a:srgbClr val="F58A68"/>
                </a:solidFill>
                <a:cs typeface="Calibri" panose="020F0502020204030204" pitchFamily="34" charset="0"/>
              </a:rPr>
              <a:t>+2</a:t>
            </a:r>
            <a:r>
              <a:rPr lang="en-US" altLang="zh-CN" sz="1067" i="1">
                <a:solidFill>
                  <a:schemeClr val="bg2"/>
                </a:solidFill>
                <a:cs typeface="Calibri" panose="020F0502020204030204" pitchFamily="34" charset="0"/>
              </a:rPr>
              <a:t>) randomized, 15 in screening.</a:t>
            </a:r>
          </a:p>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Virtual NCI Lead Call was held on 3rd Dec.</a:t>
            </a:r>
          </a:p>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Global submitted HAI on NIT related questions to FDA, meeting is planned on 9th Jan, 2026. Local kick-off is planned in late Dec.</a:t>
            </a:r>
          </a:p>
        </p:txBody>
      </p:sp>
    </p:spTree>
    <p:extLst>
      <p:ext uri="{BB962C8B-B14F-4D97-AF65-F5344CB8AC3E}">
        <p14:creationId xmlns:p14="http://schemas.microsoft.com/office/powerpoint/2010/main" val="1725608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5405-4015-2941-021D-78700DCD1FD3}"/>
              </a:ext>
            </a:extLst>
          </p:cNvPr>
          <p:cNvSpPr>
            <a:spLocks noGrp="1"/>
          </p:cNvSpPr>
          <p:nvPr>
            <p:ph type="title"/>
          </p:nvPr>
        </p:nvSpPr>
        <p:spPr>
          <a:xfrm>
            <a:off x="488143" y="474385"/>
            <a:ext cx="11233151" cy="720000"/>
          </a:xfrm>
        </p:spPr>
        <p:txBody>
          <a:bodyPr/>
          <a:lstStyle/>
          <a:p>
            <a:r>
              <a:rPr lang="en-US" altLang="zh-CN"/>
              <a:t>Projects/Studies with </a:t>
            </a:r>
            <a:r>
              <a:rPr lang="en-US" altLang="zh-CN">
                <a:solidFill>
                  <a:srgbClr val="FF0000"/>
                </a:solidFill>
              </a:rPr>
              <a:t>Red-Light – China Mainland</a:t>
            </a:r>
            <a:r>
              <a:rPr lang="en-US" altLang="zh-CN"/>
              <a:t>  </a:t>
            </a:r>
            <a:endParaRPr lang="zh-CN" altLang="en-US"/>
          </a:p>
        </p:txBody>
      </p:sp>
      <p:sp>
        <p:nvSpPr>
          <p:cNvPr id="6" name="Slide Number Placeholder 5">
            <a:extLst>
              <a:ext uri="{FF2B5EF4-FFF2-40B4-BE49-F238E27FC236}">
                <a16:creationId xmlns:a16="http://schemas.microsoft.com/office/drawing/2014/main" id="{BE74B4C9-4081-7539-6AE9-E7401DD65A1E}"/>
              </a:ext>
            </a:extLst>
          </p:cNvPr>
          <p:cNvSpPr>
            <a:spLocks noGrp="1"/>
          </p:cNvSpPr>
          <p:nvPr>
            <p:ph type="sldNum" sz="quarter" idx="20"/>
          </p:nvPr>
        </p:nvSpPr>
        <p:spPr/>
        <p:txBody>
          <a:bodyPr/>
          <a:lstStyle/>
          <a:p>
            <a:pPr>
              <a:defRPr/>
            </a:pPr>
            <a:r>
              <a:rPr lang="en-US">
                <a:solidFill>
                  <a:srgbClr val="08312A"/>
                </a:solidFill>
                <a:latin typeface="Boehringer Forward Text"/>
              </a:rPr>
              <a:t>                                                                                                                                                                                                                                                                                                                                                                                                                                                                                                                                                                                                                                                                                                                                                                                                                                                                                                                                                                                                                                                                                                                                                                                                                                                                                                                                                                                                                                                                                                                                                                                                                                                                                                                                                                                                                                                                                                                                                                                                                                                                                                                                                                                                                                                                                                                                                                                                                                                                                                                                                                                                                                                                                                                                                                                                                                                                                                                                                                                                                                                                                                                                                                                                                                                                                                                                                                                                                                                                                                                                                                                                                                                                                                                                                                                                                                                                                                                                                                                                                                                                                                                                                                                                                                                                                                                                                                                                                                                                                                                                                                                                                                                                                                                                                                                                                                                                                                                                                                                                                                                                                                                                                                                                                                                                                                                                                                                                                                                                                                                                                                                                                                                                                                                                                                                                                                                                                                                                                                                                                                                                                                                                                                                                                                                                                                                                                                                                                                                                                                                                                                                                                                                                                                                                                                                                                                                                                                                                                                                                                                                                                                                                                                                                                                                                                                                                                                                                                                                                                                                                                                                                                                                                                                                                                                                                                                                                                                                                                                                                                                                                                                                                                                                                                                                                                                                                                                                                                                                                                                                                                                                                                                                                                                                                                                                                                                                                                                                                                                                                                                                                                                                                                                                                                                                                                                                                                                                                                                                                                                                                                                                                                                                                                                                                                                                                                                                                                                                                                                                                                                                                                                                                                                                                                                                                                                                                                                                                                                                                                                                                                                                                                                                                                                                                                                                                                                                                                                                                                                                                                                                                                                                                                                                                                                                                                                                                                                                                                                                                                                                                                                                                                                                                                                                                                                                                                                                                                                                                                                                                                                                                                                                                                                                                                                                                                                                                                                                                                                                                                                                                                                                                                                                                                                                                                                                                                                                                                                                                                                                                                                                                                                                                                                                                                                                                                                                                                                                                                                                                                                                                                                                                                                                                                                                                                                                                                                                                                                                                                                                                                                                                                                                                                                                                                                                                                                                                                                                                                                                                                                                                                                                                                                                                                                                                                                                                                                                                                                                                                                                                                                                                                                                                                                                                                                                                                                                                                                                                                                                                                                                                                                                                                                                                                                                                                                                                                                                                                                                                                                                                                                                                                                                                                                                                                                                                                                                                                                                                                                                                                                                                                                                                                                                                                                                                                                                                                                                                                                                                                                                                                                                                                                                                                                                                                                                                                                                                                                                                                                                                                                                                      </a:t>
            </a:r>
            <a:endParaRPr lang="en-US" sz="800" b="0" i="0" u="none" strike="noStrike" kern="1200" cap="none" spc="0" normalizeH="0" baseline="0" noProof="0">
              <a:ln>
                <a:noFill/>
              </a:ln>
              <a:solidFill>
                <a:srgbClr val="08312A"/>
              </a:solidFill>
              <a:effectLst/>
              <a:uLnTx/>
              <a:uFillTx/>
              <a:latin typeface="Boehringer Forward Text"/>
            </a:endParaRPr>
          </a:p>
        </p:txBody>
      </p:sp>
      <p:pic>
        <p:nvPicPr>
          <p:cNvPr id="1026" name="Picture 2" descr="image">
            <a:extLst>
              <a:ext uri="{FF2B5EF4-FFF2-40B4-BE49-F238E27FC236}">
                <a16:creationId xmlns:a16="http://schemas.microsoft.com/office/drawing/2014/main" id="{59860DA5-FCBD-CDCE-0496-EFFFCB0842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7">
            <a:extLst>
              <a:ext uri="{FF2B5EF4-FFF2-40B4-BE49-F238E27FC236}">
                <a16:creationId xmlns:a16="http://schemas.microsoft.com/office/drawing/2014/main" id="{027D7AB7-20F6-E2DF-8328-ABF7D062E888}"/>
              </a:ext>
            </a:extLst>
          </p:cNvPr>
          <p:cNvSpPr/>
          <p:nvPr/>
        </p:nvSpPr>
        <p:spPr>
          <a:xfrm>
            <a:off x="3599518" y="3450118"/>
            <a:ext cx="8479705" cy="128770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t"/>
          <a:lstStyle/>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By 1 Dec, Totally </a:t>
            </a:r>
            <a:r>
              <a:rPr lang="en-US" altLang="zh-CN" sz="1300" kern="0">
                <a:solidFill>
                  <a:schemeClr val="accent5"/>
                </a:solidFill>
                <a:ea typeface="OPPOSans M"/>
              </a:rPr>
              <a:t>85</a:t>
            </a:r>
            <a:r>
              <a:rPr lang="en-US" altLang="zh-CN" sz="1300" kern="0">
                <a:solidFill>
                  <a:prstClr val="black">
                    <a:lumMod val="75000"/>
                    <a:lumOff val="25000"/>
                  </a:prstClr>
                </a:solidFill>
                <a:ea typeface="OPPOSans M"/>
              </a:rPr>
              <a:t> site engagement visits completed by BI China team. </a:t>
            </a:r>
            <a:r>
              <a:rPr lang="en-US" altLang="zh-CN" sz="1300" kern="0">
                <a:solidFill>
                  <a:schemeClr val="accent5"/>
                </a:solidFill>
                <a:ea typeface="OPPOSans M"/>
              </a:rPr>
              <a:t>18</a:t>
            </a:r>
            <a:r>
              <a:rPr lang="en-US" altLang="zh-CN" sz="1300" kern="0">
                <a:solidFill>
                  <a:prstClr val="black">
                    <a:lumMod val="75000"/>
                    <a:lumOff val="25000"/>
                  </a:prstClr>
                </a:solidFill>
                <a:ea typeface="OPPOSans M"/>
              </a:rPr>
              <a:t> sites planned to have engagement visit. </a:t>
            </a:r>
          </a:p>
          <a:p>
            <a:pPr marL="285750" indent="-285750">
              <a:buFont typeface="Arial" panose="020B0604020202020204" pitchFamily="34" charset="0"/>
              <a:buChar char="•"/>
              <a:defRPr/>
            </a:pPr>
            <a:r>
              <a:rPr lang="en-US" altLang="zh-CN" sz="1300" kern="0">
                <a:ea typeface="OPPOSans M"/>
              </a:rPr>
              <a:t>Under discussion on the </a:t>
            </a:r>
            <a:r>
              <a:rPr lang="en-US" altLang="zh-CN" sz="1300" kern="0">
                <a:solidFill>
                  <a:schemeClr val="accent5"/>
                </a:solidFill>
                <a:ea typeface="OPPOSans M"/>
              </a:rPr>
              <a:t>collaborate site engagement visit between BI and PXL COLs </a:t>
            </a:r>
            <a:r>
              <a:rPr lang="en-US" altLang="zh-CN" sz="1300" kern="0">
                <a:ea typeface="OPPOSans M"/>
              </a:rPr>
              <a:t>upon tiers. </a:t>
            </a:r>
          </a:p>
          <a:p>
            <a:pPr marL="285750" indent="-285750">
              <a:buFont typeface="Arial" panose="020B0604020202020204" pitchFamily="34" charset="0"/>
              <a:buChar char="•"/>
              <a:defRPr/>
            </a:pPr>
            <a:r>
              <a:rPr lang="en-US" altLang="zh-CN" sz="1300" kern="0">
                <a:solidFill>
                  <a:schemeClr val="accent5"/>
                </a:solidFill>
                <a:ea typeface="OPPOSans M"/>
              </a:rPr>
              <a:t>National Coordinate Investigator (NCI) lead call</a:t>
            </a:r>
            <a:r>
              <a:rPr lang="en-US" altLang="zh-CN" sz="1300" kern="0">
                <a:solidFill>
                  <a:prstClr val="black">
                    <a:lumMod val="75000"/>
                    <a:lumOff val="25000"/>
                  </a:prstClr>
                </a:solidFill>
                <a:ea typeface="OPPOSans M"/>
              </a:rPr>
              <a:t> and </a:t>
            </a:r>
            <a:r>
              <a:rPr lang="en-US" altLang="zh-CN" sz="1300" kern="0">
                <a:solidFill>
                  <a:schemeClr val="accent5"/>
                </a:solidFill>
                <a:ea typeface="OPPOSans M"/>
              </a:rPr>
              <a:t>NCIs call with Julian</a:t>
            </a:r>
            <a:r>
              <a:rPr lang="en-US" altLang="zh-CN" sz="1300" kern="0">
                <a:solidFill>
                  <a:prstClr val="black">
                    <a:lumMod val="75000"/>
                    <a:lumOff val="25000"/>
                  </a:prstClr>
                </a:solidFill>
                <a:ea typeface="OPPOSans M"/>
              </a:rPr>
              <a:t> done on </a:t>
            </a:r>
            <a:r>
              <a:rPr lang="en-US" altLang="zh-CN" sz="1300" kern="0">
                <a:solidFill>
                  <a:schemeClr val="accent5"/>
                </a:solidFill>
                <a:ea typeface="OPPOSans M"/>
              </a:rPr>
              <a:t>3 Dec 2025</a:t>
            </a:r>
          </a:p>
          <a:p>
            <a:pPr marL="285750" indent="-285750">
              <a:buFont typeface="Arial" panose="020B0604020202020204" pitchFamily="34" charset="0"/>
              <a:buChar char="•"/>
              <a:defRPr/>
            </a:pPr>
            <a:r>
              <a:rPr lang="en-US" altLang="zh-CN" sz="1300" kern="0">
                <a:solidFill>
                  <a:schemeClr val="accent5"/>
                </a:solidFill>
                <a:ea typeface="OPPOSans M"/>
              </a:rPr>
              <a:t>FTF IM planned in Mar-Apr 2026, </a:t>
            </a:r>
            <a:r>
              <a:rPr lang="en-US" altLang="zh-CN" sz="1300" kern="0">
                <a:ea typeface="OPPOSans M"/>
              </a:rPr>
              <a:t>under discussion for </a:t>
            </a:r>
            <a:r>
              <a:rPr lang="en-US" altLang="zh-CN" sz="1300" kern="0">
                <a:solidFill>
                  <a:schemeClr val="accent5"/>
                </a:solidFill>
                <a:ea typeface="OPPOSans M"/>
              </a:rPr>
              <a:t>Study Recruitment Award </a:t>
            </a:r>
          </a:p>
          <a:p>
            <a:pPr marL="285750" indent="-285750">
              <a:buFont typeface="Arial" panose="020B0604020202020204" pitchFamily="34" charset="0"/>
              <a:buChar char="•"/>
              <a:defRPr/>
            </a:pPr>
            <a:r>
              <a:rPr lang="en-US" altLang="zh-CN" sz="1300" kern="0">
                <a:solidFill>
                  <a:schemeClr val="accent5"/>
                </a:solidFill>
                <a:ea typeface="OPPOSans M"/>
              </a:rPr>
              <a:t>Global NCIs Call planned in Mid Dec 2025.</a:t>
            </a:r>
          </a:p>
        </p:txBody>
      </p:sp>
      <p:sp>
        <p:nvSpPr>
          <p:cNvPr id="16" name="矩形: 圆角 34">
            <a:extLst>
              <a:ext uri="{FF2B5EF4-FFF2-40B4-BE49-F238E27FC236}">
                <a16:creationId xmlns:a16="http://schemas.microsoft.com/office/drawing/2014/main" id="{6C0A9BF4-4055-DBA3-B961-1CC5316CD780}"/>
              </a:ext>
            </a:extLst>
          </p:cNvPr>
          <p:cNvSpPr/>
          <p:nvPr>
            <p:custDataLst>
              <p:tags r:id="rId1"/>
            </p:custDataLst>
          </p:nvPr>
        </p:nvSpPr>
        <p:spPr>
          <a:xfrm>
            <a:off x="993018" y="3450118"/>
            <a:ext cx="2246265" cy="1287702"/>
          </a:xfrm>
          <a:prstGeom prst="roundRect">
            <a:avLst>
              <a:gd name="adj" fmla="val 9693"/>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Site Engagement Plan</a:t>
            </a:r>
          </a:p>
        </p:txBody>
      </p:sp>
      <p:sp>
        <p:nvSpPr>
          <p:cNvPr id="15" name="矩形 11">
            <a:extLst>
              <a:ext uri="{FF2B5EF4-FFF2-40B4-BE49-F238E27FC236}">
                <a16:creationId xmlns:a16="http://schemas.microsoft.com/office/drawing/2014/main" id="{328ED791-3F17-8D6D-923B-4BE67F637A05}"/>
              </a:ext>
            </a:extLst>
          </p:cNvPr>
          <p:cNvSpPr/>
          <p:nvPr/>
        </p:nvSpPr>
        <p:spPr>
          <a:xfrm>
            <a:off x="3589992" y="4763681"/>
            <a:ext cx="8489231" cy="1868317"/>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ctr"/>
          <a:lstStyle/>
          <a:p>
            <a:pPr marL="285750" indent="-285750">
              <a:buFont typeface="Arial" panose="020B0604020202020204" pitchFamily="34" charset="0"/>
              <a:buChar char="•"/>
              <a:defRPr/>
            </a:pPr>
            <a:r>
              <a:rPr lang="en-US" altLang="zh-CN" sz="1200" kern="0">
                <a:solidFill>
                  <a:schemeClr val="accent5"/>
                </a:solidFill>
              </a:rPr>
              <a:t>2 Recruitment Vendors to be involved for </a:t>
            </a:r>
            <a:r>
              <a:rPr lang="en-US" altLang="zh-CN" sz="1200" kern="0" err="1">
                <a:solidFill>
                  <a:schemeClr val="accent5"/>
                </a:solidFill>
              </a:rPr>
              <a:t>Liverage</a:t>
            </a:r>
            <a:r>
              <a:rPr lang="en-US" altLang="zh-CN" sz="1200" kern="0">
                <a:solidFill>
                  <a:schemeClr val="accent5"/>
                </a:solidFill>
              </a:rPr>
              <a:t> Cirrhosis in Mid Dec 2025 </a:t>
            </a:r>
            <a:r>
              <a:rPr lang="en-US" altLang="zh-CN" sz="1200" i="1" kern="0"/>
              <a:t>(Potential contribution to </a:t>
            </a:r>
            <a:r>
              <a:rPr lang="en-US" altLang="zh-CN" sz="1200" i="1" kern="0" err="1"/>
              <a:t>Liverage</a:t>
            </a:r>
            <a:r>
              <a:rPr lang="en-US" altLang="zh-CN" sz="1200" i="1" kern="0"/>
              <a:t>)</a:t>
            </a:r>
          </a:p>
          <a:p>
            <a:pPr marL="285750" indent="-285750">
              <a:buFont typeface="Arial" panose="020B0604020202020204" pitchFamily="34" charset="0"/>
              <a:buChar char="•"/>
              <a:defRPr/>
            </a:pPr>
            <a:r>
              <a:rPr lang="en-US" altLang="zh-CN" sz="1200" kern="0">
                <a:solidFill>
                  <a:schemeClr val="accent5"/>
                </a:solidFill>
              </a:rPr>
              <a:t>Finalized the narratives for NIT competitive study </a:t>
            </a:r>
            <a:r>
              <a:rPr lang="en-US" altLang="zh-CN" sz="1200" kern="0">
                <a:solidFill>
                  <a:prstClr val="black">
                    <a:lumMod val="75000"/>
                    <a:lumOff val="25000"/>
                  </a:prstClr>
                </a:solidFill>
              </a:rPr>
              <a:t>and plan to distribute to local BI &amp; PXL team.</a:t>
            </a:r>
          </a:p>
          <a:p>
            <a:pPr marL="285750" indent="-285750">
              <a:buFont typeface="Arial" panose="020B0604020202020204" pitchFamily="34" charset="0"/>
              <a:buChar char="•"/>
              <a:defRPr/>
            </a:pPr>
            <a:r>
              <a:rPr lang="en-US" altLang="zh-CN" sz="1200" kern="0">
                <a:solidFill>
                  <a:prstClr val="black">
                    <a:lumMod val="75000"/>
                    <a:lumOff val="25000"/>
                  </a:prstClr>
                </a:solidFill>
              </a:rPr>
              <a:t>Global approved the </a:t>
            </a:r>
            <a:r>
              <a:rPr lang="en-US" altLang="zh-CN" sz="1200" kern="0">
                <a:solidFill>
                  <a:schemeClr val="accent5"/>
                </a:solidFill>
              </a:rPr>
              <a:t>CN Investigator Fee (IF)s increase</a:t>
            </a:r>
            <a:r>
              <a:rPr lang="en-US" altLang="zh-CN" sz="1200" kern="0">
                <a:solidFill>
                  <a:prstClr val="black">
                    <a:lumMod val="75000"/>
                    <a:lumOff val="25000"/>
                  </a:prstClr>
                </a:solidFill>
              </a:rPr>
              <a:t> and </a:t>
            </a:r>
            <a:r>
              <a:rPr lang="en-US" altLang="zh-CN" sz="1200" kern="0">
                <a:solidFill>
                  <a:schemeClr val="accent5"/>
                </a:solidFill>
              </a:rPr>
              <a:t>pt stipends increase</a:t>
            </a:r>
            <a:r>
              <a:rPr lang="en-US" altLang="zh-CN" sz="1200" kern="0">
                <a:solidFill>
                  <a:prstClr val="black">
                    <a:lumMod val="75000"/>
                    <a:lumOff val="25000"/>
                  </a:prstClr>
                </a:solidFill>
              </a:rPr>
              <a:t>, currently under implementation by PXL, expected to complete by </a:t>
            </a:r>
            <a:r>
              <a:rPr lang="en-US" altLang="zh-CN" sz="1200" kern="0">
                <a:solidFill>
                  <a:schemeClr val="accent5"/>
                </a:solidFill>
              </a:rPr>
              <a:t>end of Jan 2026.</a:t>
            </a:r>
          </a:p>
          <a:p>
            <a:pPr marL="285750" indent="-285750">
              <a:buFont typeface="Arial" panose="020B0604020202020204" pitchFamily="34" charset="0"/>
              <a:buChar char="•"/>
              <a:defRPr/>
            </a:pPr>
            <a:r>
              <a:rPr lang="en-US" altLang="zh-CN" sz="1200" kern="0">
                <a:solidFill>
                  <a:schemeClr val="accent5"/>
                </a:solidFill>
                <a:ea typeface="OPPOSans M"/>
              </a:rPr>
              <a:t>Monthly BI CN-global exchanging meeting with Global team</a:t>
            </a:r>
            <a:r>
              <a:rPr lang="en-US" altLang="zh-CN" sz="1200" kern="0">
                <a:solidFill>
                  <a:prstClr val="black">
                    <a:lumMod val="75000"/>
                    <a:lumOff val="25000"/>
                  </a:prstClr>
                </a:solidFill>
                <a:ea typeface="OPPOSans M"/>
              </a:rPr>
              <a:t> to discuss hurdles. </a:t>
            </a:r>
            <a:r>
              <a:rPr lang="en-US" altLang="zh-CN" sz="1200" kern="0">
                <a:solidFill>
                  <a:schemeClr val="accent5"/>
                </a:solidFill>
                <a:ea typeface="OPPOSans M"/>
              </a:rPr>
              <a:t> </a:t>
            </a:r>
          </a:p>
          <a:p>
            <a:pPr marL="285750" indent="-285750">
              <a:buFont typeface="Arial" panose="020B0604020202020204" pitchFamily="34" charset="0"/>
              <a:buChar char="•"/>
              <a:defRPr/>
            </a:pPr>
            <a:r>
              <a:rPr lang="en-US" altLang="zh-CN" sz="1200" kern="0">
                <a:ea typeface="OPPOSans M"/>
              </a:rPr>
              <a:t>Global Pathologist and Vendor for biopsy review/collection training on </a:t>
            </a:r>
            <a:r>
              <a:rPr lang="en-US" altLang="zh-CN" sz="1200" kern="0">
                <a:solidFill>
                  <a:schemeClr val="accent5"/>
                </a:solidFill>
                <a:ea typeface="OPPOSans M"/>
              </a:rPr>
              <a:t>17Dec2025</a:t>
            </a:r>
            <a:r>
              <a:rPr lang="en-US" altLang="zh-CN" sz="1200" kern="0">
                <a:ea typeface="OPPOSans M"/>
              </a:rPr>
              <a:t> for investigators and local pathologists </a:t>
            </a:r>
            <a:r>
              <a:rPr lang="en-US" altLang="zh-CN" sz="1200" kern="0">
                <a:solidFill>
                  <a:schemeClr val="accent5"/>
                </a:solidFill>
                <a:ea typeface="OPPOSans M"/>
              </a:rPr>
              <a:t>to decrease the biopsy SF rate</a:t>
            </a:r>
            <a:r>
              <a:rPr lang="en-US" altLang="zh-CN" sz="1200" kern="0">
                <a:solidFill>
                  <a:prstClr val="black">
                    <a:lumMod val="75000"/>
                    <a:lumOff val="25000"/>
                  </a:prstClr>
                </a:solidFill>
                <a:ea typeface="OPPOSans M"/>
              </a:rPr>
              <a:t> </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Strengthen </a:t>
            </a:r>
            <a:r>
              <a:rPr lang="en-US" altLang="zh-CN" sz="1200" kern="0">
                <a:solidFill>
                  <a:schemeClr val="accent5"/>
                </a:solidFill>
                <a:ea typeface="OPPOSans M"/>
              </a:rPr>
              <a:t>collaboration between local pathologists and investigators </a:t>
            </a:r>
            <a:r>
              <a:rPr lang="en-US" altLang="zh-CN" sz="1200" kern="0">
                <a:solidFill>
                  <a:prstClr val="black">
                    <a:lumMod val="75000"/>
                    <a:lumOff val="25000"/>
                  </a:prstClr>
                </a:solidFill>
                <a:ea typeface="OPPOSans M"/>
              </a:rPr>
              <a:t>to minimize biopsy screen failures</a:t>
            </a:r>
            <a:endParaRPr lang="en-US" altLang="zh-CN" sz="1200" kern="0">
              <a:solidFill>
                <a:schemeClr val="accent5"/>
              </a:solidFill>
              <a:ea typeface="OPPOSans M"/>
            </a:endParaRPr>
          </a:p>
          <a:p>
            <a:pPr marL="285750" indent="-285750">
              <a:buFont typeface="Arial" panose="020B0604020202020204" pitchFamily="34" charset="0"/>
              <a:buChar char="•"/>
              <a:defRPr/>
            </a:pPr>
            <a:r>
              <a:rPr lang="en-US" altLang="zh-CN" sz="1200" kern="0">
                <a:solidFill>
                  <a:schemeClr val="accent5"/>
                </a:solidFill>
                <a:ea typeface="OPPOSans M"/>
              </a:rPr>
              <a:t>Additional 10 sites </a:t>
            </a:r>
            <a:r>
              <a:rPr lang="en-US" altLang="zh-CN" sz="1200" kern="0">
                <a:solidFill>
                  <a:prstClr val="black">
                    <a:lumMod val="75000"/>
                    <a:lumOff val="25000"/>
                  </a:prstClr>
                </a:solidFill>
                <a:ea typeface="OPPOSans M"/>
              </a:rPr>
              <a:t>for feasibility and selection, </a:t>
            </a:r>
            <a:r>
              <a:rPr lang="en-US" altLang="zh-CN" sz="1200" kern="0">
                <a:solidFill>
                  <a:schemeClr val="accent5"/>
                </a:solidFill>
                <a:ea typeface="OPPOSans M"/>
              </a:rPr>
              <a:t>currently 1 new site selected. </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Discussed </a:t>
            </a:r>
            <a:r>
              <a:rPr lang="en-US" altLang="zh-CN" sz="1200" kern="0">
                <a:solidFill>
                  <a:schemeClr val="accent5"/>
                </a:solidFill>
                <a:ea typeface="OPPOSans M"/>
              </a:rPr>
              <a:t>potential sites for closure (current 7 sites) </a:t>
            </a:r>
            <a:r>
              <a:rPr lang="en-US" altLang="zh-CN" sz="1200" kern="0">
                <a:solidFill>
                  <a:prstClr val="black">
                    <a:lumMod val="75000"/>
                    <a:lumOff val="25000"/>
                  </a:prstClr>
                </a:solidFill>
                <a:ea typeface="OPPOSans M"/>
              </a:rPr>
              <a:t>based on site performance and global guidance.</a:t>
            </a:r>
          </a:p>
        </p:txBody>
      </p:sp>
      <p:sp>
        <p:nvSpPr>
          <p:cNvPr id="17" name="矩形: 圆角 35">
            <a:extLst>
              <a:ext uri="{FF2B5EF4-FFF2-40B4-BE49-F238E27FC236}">
                <a16:creationId xmlns:a16="http://schemas.microsoft.com/office/drawing/2014/main" id="{3E8F549D-CE23-3EA5-CE54-984DC07CEDA5}"/>
              </a:ext>
            </a:extLst>
          </p:cNvPr>
          <p:cNvSpPr/>
          <p:nvPr>
            <p:custDataLst>
              <p:tags r:id="rId2"/>
            </p:custDataLst>
          </p:nvPr>
        </p:nvSpPr>
        <p:spPr>
          <a:xfrm>
            <a:off x="993018" y="4763681"/>
            <a:ext cx="2246265" cy="1858792"/>
          </a:xfrm>
          <a:prstGeom prst="roundRect">
            <a:avLst>
              <a:gd name="adj" fmla="val 11071"/>
            </a:avLst>
          </a:prstGeom>
          <a:solidFill>
            <a:srgbClr val="306534"/>
          </a:solidFill>
          <a:ln w="38100" cap="flat" cmpd="sng" algn="ctr">
            <a:noFill/>
            <a:prstDash val="solid"/>
            <a:miter lim="800000"/>
          </a:ln>
          <a:effectLst>
            <a:outerShdw blurRad="411480" dist="123444" dir="5400000" sx="108000" sy="108000" algn="ctr" rotWithShape="0">
              <a:srgbClr val="306534">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white"/>
                </a:solidFill>
                <a:effectLst>
                  <a:outerShdw blurRad="137160" dist="41148" dir="2699997" algn="tl">
                    <a:srgbClr val="000000">
                      <a:alpha val="40000"/>
                    </a:srgbClr>
                  </a:outerShdw>
                </a:effectLst>
                <a:uLnTx/>
                <a:uFillTx/>
                <a:latin typeface="Boehringer Forward Text"/>
                <a:ea typeface="OPPOSans M"/>
                <a:cs typeface="+mn-cs"/>
              </a:rPr>
              <a:t>Other Mitigation Actions</a:t>
            </a:r>
          </a:p>
        </p:txBody>
      </p:sp>
      <p:sp>
        <p:nvSpPr>
          <p:cNvPr id="13" name="矩形 9">
            <a:extLst>
              <a:ext uri="{FF2B5EF4-FFF2-40B4-BE49-F238E27FC236}">
                <a16:creationId xmlns:a16="http://schemas.microsoft.com/office/drawing/2014/main" id="{0DF94B6A-0F62-2D65-942D-617005CBFE50}"/>
              </a:ext>
            </a:extLst>
          </p:cNvPr>
          <p:cNvSpPr/>
          <p:nvPr/>
        </p:nvSpPr>
        <p:spPr>
          <a:xfrm>
            <a:off x="3599518" y="2276901"/>
            <a:ext cx="8479705" cy="115027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ctr"/>
          <a:lstStyle/>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Enrolment period of</a:t>
            </a:r>
            <a:r>
              <a:rPr lang="zh-CN" altLang="en-US" sz="1300" kern="0">
                <a:solidFill>
                  <a:prstClr val="black">
                    <a:lumMod val="75000"/>
                    <a:lumOff val="25000"/>
                  </a:prstClr>
                </a:solidFill>
                <a:ea typeface="OPPOSans M"/>
              </a:rPr>
              <a:t> </a:t>
            </a:r>
            <a:r>
              <a:rPr lang="en-US" altLang="zh-CN" sz="1300" kern="0">
                <a:solidFill>
                  <a:prstClr val="black">
                    <a:lumMod val="75000"/>
                    <a:lumOff val="25000"/>
                  </a:prstClr>
                </a:solidFill>
                <a:ea typeface="OPPOSans M"/>
              </a:rPr>
              <a:t>part</a:t>
            </a:r>
            <a:r>
              <a:rPr lang="zh-CN" altLang="en-US" sz="1300" kern="0">
                <a:solidFill>
                  <a:prstClr val="black">
                    <a:lumMod val="75000"/>
                    <a:lumOff val="25000"/>
                  </a:prstClr>
                </a:solidFill>
                <a:ea typeface="OPPOSans M"/>
              </a:rPr>
              <a:t> </a:t>
            </a:r>
            <a:r>
              <a:rPr lang="en-US" altLang="zh-CN" sz="1300" kern="0">
                <a:solidFill>
                  <a:prstClr val="black">
                    <a:lumMod val="75000"/>
                    <a:lumOff val="25000"/>
                  </a:prstClr>
                </a:solidFill>
                <a:ea typeface="OPPOSans M"/>
              </a:rPr>
              <a:t>one is announced to extend to Jul 2026 in late Oct 2025. </a:t>
            </a:r>
          </a:p>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Recruitment is behind the plan in LIVERAGE</a:t>
            </a:r>
            <a:r>
              <a:rPr lang="en-US" altLang="zh-CN" sz="1300" kern="0" baseline="30000">
                <a:solidFill>
                  <a:prstClr val="black">
                    <a:lumMod val="75000"/>
                    <a:lumOff val="25000"/>
                  </a:prstClr>
                </a:solidFill>
                <a:ea typeface="OPPOSans M"/>
              </a:rPr>
              <a:t>TM</a:t>
            </a:r>
            <a:r>
              <a:rPr lang="en-US" altLang="zh-CN" sz="1300" kern="0">
                <a:solidFill>
                  <a:prstClr val="black">
                    <a:lumMod val="75000"/>
                    <a:lumOff val="25000"/>
                  </a:prstClr>
                </a:solidFill>
                <a:ea typeface="OPPOSans M"/>
              </a:rPr>
              <a:t> in China</a:t>
            </a:r>
          </a:p>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By 1 Dec, CN has screened 168 </a:t>
            </a:r>
            <a:r>
              <a:rPr lang="en-US" altLang="zh-CN" sz="1300" kern="0">
                <a:solidFill>
                  <a:schemeClr val="accent5"/>
                </a:solidFill>
                <a:ea typeface="OPPOSans M"/>
              </a:rPr>
              <a:t>(+27), </a:t>
            </a:r>
            <a:r>
              <a:rPr lang="en-US" altLang="zh-CN" sz="1300" kern="0">
                <a:solidFill>
                  <a:prstClr val="black">
                    <a:lumMod val="75000"/>
                    <a:lumOff val="25000"/>
                  </a:prstClr>
                </a:solidFill>
                <a:ea typeface="OPPOSans M"/>
              </a:rPr>
              <a:t>randomized 8 </a:t>
            </a:r>
            <a:r>
              <a:rPr lang="en-US" altLang="zh-CN" sz="1300" kern="0">
                <a:solidFill>
                  <a:schemeClr val="accent5"/>
                </a:solidFill>
                <a:ea typeface="OPPOSans M"/>
              </a:rPr>
              <a:t>(+4) [17 as planned for Nov]</a:t>
            </a:r>
            <a:r>
              <a:rPr lang="en-US" altLang="zh-CN" sz="1300" kern="0">
                <a:solidFill>
                  <a:prstClr val="black">
                    <a:lumMod val="75000"/>
                    <a:lumOff val="25000"/>
                  </a:prstClr>
                </a:solidFill>
                <a:ea typeface="OPPOSans M"/>
              </a:rPr>
              <a:t>, screen failed 105, in screening 56;</a:t>
            </a:r>
          </a:p>
          <a:p>
            <a:pPr marL="285750" lvl="0" indent="-285750">
              <a:buFont typeface="Arial" panose="020B0604020202020204" pitchFamily="34" charset="0"/>
              <a:buChar char="•"/>
              <a:defRPr/>
            </a:pPr>
            <a:r>
              <a:rPr lang="en-US" altLang="zh-CN" sz="1300" kern="0">
                <a:solidFill>
                  <a:prstClr val="black">
                    <a:lumMod val="75000"/>
                    <a:lumOff val="25000"/>
                  </a:prstClr>
                </a:solidFill>
                <a:ea typeface="OPPOSans M"/>
              </a:rPr>
              <a:t>Main challenges for China </a:t>
            </a:r>
            <a:r>
              <a:rPr lang="en-US" altLang="zh-CN" sz="1300" kern="0">
                <a:ea typeface="OPPOSans M"/>
              </a:rPr>
              <a:t>including intensive competition, high SF rate, site performance low (no scr. &gt;5 weeks since activation)</a:t>
            </a:r>
          </a:p>
        </p:txBody>
      </p:sp>
      <p:sp>
        <p:nvSpPr>
          <p:cNvPr id="18" name="矩形: 圆角 36">
            <a:extLst>
              <a:ext uri="{FF2B5EF4-FFF2-40B4-BE49-F238E27FC236}">
                <a16:creationId xmlns:a16="http://schemas.microsoft.com/office/drawing/2014/main" id="{F9D380F5-6B9B-0591-C944-58CAFCCEB254}"/>
              </a:ext>
            </a:extLst>
          </p:cNvPr>
          <p:cNvSpPr/>
          <p:nvPr>
            <p:custDataLst>
              <p:tags r:id="rId3"/>
            </p:custDataLst>
          </p:nvPr>
        </p:nvSpPr>
        <p:spPr>
          <a:xfrm>
            <a:off x="973968" y="2276899"/>
            <a:ext cx="2246265" cy="1207423"/>
          </a:xfrm>
          <a:prstGeom prst="roundRect">
            <a:avLst>
              <a:gd name="adj" fmla="val 6936"/>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Status Update</a:t>
            </a:r>
          </a:p>
        </p:txBody>
      </p:sp>
      <p:sp>
        <p:nvSpPr>
          <p:cNvPr id="3" name="矩形 102">
            <a:extLst>
              <a:ext uri="{FF2B5EF4-FFF2-40B4-BE49-F238E27FC236}">
                <a16:creationId xmlns:a16="http://schemas.microsoft.com/office/drawing/2014/main" id="{C8931848-2275-D674-4FBC-C564DDA38916}"/>
              </a:ext>
            </a:extLst>
          </p:cNvPr>
          <p:cNvSpPr/>
          <p:nvPr/>
        </p:nvSpPr>
        <p:spPr>
          <a:xfrm>
            <a:off x="1229286"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 name="矩形: 圆角 103">
            <a:extLst>
              <a:ext uri="{FF2B5EF4-FFF2-40B4-BE49-F238E27FC236}">
                <a16:creationId xmlns:a16="http://schemas.microsoft.com/office/drawing/2014/main" id="{1CB8C90B-A1E4-4DA9-2B27-FAFA99BCD3FC}"/>
              </a:ext>
            </a:extLst>
          </p:cNvPr>
          <p:cNvSpPr/>
          <p:nvPr/>
        </p:nvSpPr>
        <p:spPr>
          <a:xfrm>
            <a:off x="1286929"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Project/study</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文本框 109">
            <a:extLst>
              <a:ext uri="{FF2B5EF4-FFF2-40B4-BE49-F238E27FC236}">
                <a16:creationId xmlns:a16="http://schemas.microsoft.com/office/drawing/2014/main" id="{D722E934-DAC3-D47D-42D8-3A49C6A19A7E}"/>
              </a:ext>
            </a:extLst>
          </p:cNvPr>
          <p:cNvSpPr txBox="1"/>
          <p:nvPr/>
        </p:nvSpPr>
        <p:spPr>
          <a:xfrm>
            <a:off x="1286929" y="1644074"/>
            <a:ext cx="4208996"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Survodutide,</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GCGR/GLP-1R </a:t>
            </a:r>
            <a:r>
              <a:rPr lang="en-US" altLang="zh-CN" sz="1200" i="1">
                <a:solidFill>
                  <a:sysClr val="windowText" lastClr="000000">
                    <a:lumMod val="75000"/>
                    <a:lumOff val="25000"/>
                  </a:sysClr>
                </a:solidFill>
                <a:latin typeface="Boehringer Forward Text"/>
              </a:rPr>
              <a:t>dual agonist,</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in MASH/</a:t>
            </a:r>
            <a:r>
              <a:rPr kumimoji="0" lang="en-US" altLang="zh-CN" sz="1200" b="1"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1404-0044</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PhIII</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
        <p:nvSpPr>
          <p:cNvPr id="14" name="矩形 102">
            <a:extLst>
              <a:ext uri="{FF2B5EF4-FFF2-40B4-BE49-F238E27FC236}">
                <a16:creationId xmlns:a16="http://schemas.microsoft.com/office/drawing/2014/main" id="{BAD27706-B911-D753-D4C0-8CD8587AF68F}"/>
              </a:ext>
            </a:extLst>
          </p:cNvPr>
          <p:cNvSpPr/>
          <p:nvPr/>
        </p:nvSpPr>
        <p:spPr>
          <a:xfrm>
            <a:off x="7279830" y="1374074"/>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9" name="矩形: 圆角 103">
            <a:extLst>
              <a:ext uri="{FF2B5EF4-FFF2-40B4-BE49-F238E27FC236}">
                <a16:creationId xmlns:a16="http://schemas.microsoft.com/office/drawing/2014/main" id="{5F8AA33A-844E-D981-1AB7-8F83F78EBDF1}"/>
              </a:ext>
            </a:extLst>
          </p:cNvPr>
          <p:cNvSpPr/>
          <p:nvPr/>
        </p:nvSpPr>
        <p:spPr>
          <a:xfrm>
            <a:off x="7337473" y="1246190"/>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Red-light starts from</a:t>
            </a:r>
          </a:p>
        </p:txBody>
      </p:sp>
      <p:sp>
        <p:nvSpPr>
          <p:cNvPr id="20" name="文本框 109">
            <a:extLst>
              <a:ext uri="{FF2B5EF4-FFF2-40B4-BE49-F238E27FC236}">
                <a16:creationId xmlns:a16="http://schemas.microsoft.com/office/drawing/2014/main" id="{BA5F58C7-6F63-125D-EAAA-335706B4BB92}"/>
              </a:ext>
            </a:extLst>
          </p:cNvPr>
          <p:cNvSpPr txBox="1"/>
          <p:nvPr/>
        </p:nvSpPr>
        <p:spPr>
          <a:xfrm>
            <a:off x="7393749" y="1657963"/>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Aug 2025</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Tree>
    <p:extLst>
      <p:ext uri="{BB962C8B-B14F-4D97-AF65-F5344CB8AC3E}">
        <p14:creationId xmlns:p14="http://schemas.microsoft.com/office/powerpoint/2010/main" val="473557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6B7E3C-ABE7-7507-3690-1AC9383A0FFE}"/>
              </a:ext>
            </a:extLst>
          </p:cNvPr>
          <p:cNvSpPr>
            <a:spLocks noGrp="1"/>
          </p:cNvSpPr>
          <p:nvPr>
            <p:ph type="title"/>
          </p:nvPr>
        </p:nvSpPr>
        <p:spPr>
          <a:xfrm>
            <a:off x="479426" y="477000"/>
            <a:ext cx="11463192" cy="720000"/>
          </a:xfrm>
        </p:spPr>
        <p:txBody>
          <a:bodyPr/>
          <a:lstStyle/>
          <a:p>
            <a:r>
              <a:rPr lang="en-US" altLang="zh-CN"/>
              <a:t>LIVERAGE Medical Head Exchange meeting - Follow up action updates </a:t>
            </a:r>
            <a:endParaRPr lang="zh-CN" altLang="en-US"/>
          </a:p>
        </p:txBody>
      </p:sp>
      <p:sp>
        <p:nvSpPr>
          <p:cNvPr id="3" name="内容占位符 2">
            <a:extLst>
              <a:ext uri="{FF2B5EF4-FFF2-40B4-BE49-F238E27FC236}">
                <a16:creationId xmlns:a16="http://schemas.microsoft.com/office/drawing/2014/main" id="{4A22678B-ADB1-9D9A-1585-75DD735AC380}"/>
              </a:ext>
            </a:extLst>
          </p:cNvPr>
          <p:cNvSpPr>
            <a:spLocks noGrp="1"/>
          </p:cNvSpPr>
          <p:nvPr>
            <p:ph idx="1"/>
          </p:nvPr>
        </p:nvSpPr>
        <p:spPr>
          <a:xfrm>
            <a:off x="479424" y="863458"/>
            <a:ext cx="11233151" cy="476599"/>
          </a:xfrm>
        </p:spPr>
        <p:txBody>
          <a:bodyPr/>
          <a:lstStyle/>
          <a:p>
            <a:pPr marL="0" indent="0">
              <a:buNone/>
            </a:pPr>
            <a:r>
              <a:rPr lang="en-US" altLang="zh-CN" b="1"/>
              <a:t>Date: </a:t>
            </a:r>
            <a:r>
              <a:rPr lang="en-US" altLang="zh-CN"/>
              <a:t>21 Nov. 2025, 9:00-10:00                                                               </a:t>
            </a:r>
            <a:r>
              <a:rPr lang="en-US" altLang="zh-CN" b="1"/>
              <a:t>Topics: </a:t>
            </a:r>
            <a:r>
              <a:rPr lang="en-US" altLang="zh-CN"/>
              <a:t>Status and key asks of LIVERAGE trial, 45min</a:t>
            </a:r>
          </a:p>
          <a:p>
            <a:pPr marL="0" indent="0">
              <a:buNone/>
            </a:pPr>
            <a:endParaRPr lang="en-US" altLang="zh-CN"/>
          </a:p>
          <a:p>
            <a:pPr marL="0" indent="0">
              <a:buNone/>
            </a:pPr>
            <a:endParaRPr lang="en-US" altLang="zh-CN"/>
          </a:p>
          <a:p>
            <a:pPr marL="0" indent="0">
              <a:buNone/>
            </a:pPr>
            <a:endParaRPr lang="zh-CN" altLang="en-US"/>
          </a:p>
        </p:txBody>
      </p:sp>
      <p:sp>
        <p:nvSpPr>
          <p:cNvPr id="5" name="页脚占位符 4">
            <a:extLst>
              <a:ext uri="{FF2B5EF4-FFF2-40B4-BE49-F238E27FC236}">
                <a16:creationId xmlns:a16="http://schemas.microsoft.com/office/drawing/2014/main" id="{83EE89E8-A460-D423-FB36-883BEBFCEFA9}"/>
              </a:ext>
            </a:extLst>
          </p:cNvPr>
          <p:cNvSpPr>
            <a:spLocks noGrp="1"/>
          </p:cNvSpPr>
          <p:nvPr>
            <p:ph type="ftr" sz="quarter" idx="19"/>
          </p:nvPr>
        </p:nvSpPr>
        <p:spPr/>
        <p:txBody>
          <a:bodyPr/>
          <a:lstStyle/>
          <a:p>
            <a:r>
              <a:rPr lang="en-US" altLang="zh-CN"/>
              <a:t>TA CEC Portfolio Update|    ONLY FOR INTERNAL USE</a:t>
            </a:r>
          </a:p>
        </p:txBody>
      </p:sp>
      <p:sp>
        <p:nvSpPr>
          <p:cNvPr id="6" name="灯片编号占位符 5">
            <a:extLst>
              <a:ext uri="{FF2B5EF4-FFF2-40B4-BE49-F238E27FC236}">
                <a16:creationId xmlns:a16="http://schemas.microsoft.com/office/drawing/2014/main" id="{8FDFB4EB-FE1C-2456-649F-702D62CCCC45}"/>
              </a:ext>
            </a:extLst>
          </p:cNvPr>
          <p:cNvSpPr>
            <a:spLocks noGrp="1"/>
          </p:cNvSpPr>
          <p:nvPr>
            <p:ph type="sldNum" sz="quarter" idx="20"/>
          </p:nvPr>
        </p:nvSpPr>
        <p:spPr/>
        <p:txBody>
          <a:bodyPr/>
          <a:lstStyle/>
          <a:p>
            <a:fld id="{DF4E8F9F-5B1F-4F5B-BE49-3245D8C18D9F}" type="slidenum">
              <a:rPr lang="en-US" smtClean="0"/>
              <a:pPr/>
              <a:t>18</a:t>
            </a:fld>
            <a:endParaRPr lang="en-US"/>
          </a:p>
        </p:txBody>
      </p:sp>
      <p:graphicFrame>
        <p:nvGraphicFramePr>
          <p:cNvPr id="7" name="表格 6">
            <a:extLst>
              <a:ext uri="{FF2B5EF4-FFF2-40B4-BE49-F238E27FC236}">
                <a16:creationId xmlns:a16="http://schemas.microsoft.com/office/drawing/2014/main" id="{8CF39F70-4822-F035-CD64-E84E0EDC5FFD}"/>
              </a:ext>
            </a:extLst>
          </p:cNvPr>
          <p:cNvGraphicFramePr>
            <a:graphicFrameLocks noGrp="1"/>
          </p:cNvGraphicFramePr>
          <p:nvPr/>
        </p:nvGraphicFramePr>
        <p:xfrm>
          <a:off x="479408" y="1260971"/>
          <a:ext cx="11463192" cy="4876881"/>
        </p:xfrm>
        <a:graphic>
          <a:graphicData uri="http://schemas.openxmlformats.org/drawingml/2006/table">
            <a:tbl>
              <a:tblPr firstRow="1" bandRow="1">
                <a:tableStyleId>{3B4B98B0-60AC-42C2-AFA5-B58CD77FA1E5}</a:tableStyleId>
              </a:tblPr>
              <a:tblGrid>
                <a:gridCol w="286712">
                  <a:extLst>
                    <a:ext uri="{9D8B030D-6E8A-4147-A177-3AD203B41FA5}">
                      <a16:colId xmlns:a16="http://schemas.microsoft.com/office/drawing/2014/main" val="3841351193"/>
                    </a:ext>
                  </a:extLst>
                </a:gridCol>
                <a:gridCol w="4888858">
                  <a:extLst>
                    <a:ext uri="{9D8B030D-6E8A-4147-A177-3AD203B41FA5}">
                      <a16:colId xmlns:a16="http://schemas.microsoft.com/office/drawing/2014/main" val="3750364682"/>
                    </a:ext>
                  </a:extLst>
                </a:gridCol>
                <a:gridCol w="1562252">
                  <a:extLst>
                    <a:ext uri="{9D8B030D-6E8A-4147-A177-3AD203B41FA5}">
                      <a16:colId xmlns:a16="http://schemas.microsoft.com/office/drawing/2014/main" val="638206313"/>
                    </a:ext>
                  </a:extLst>
                </a:gridCol>
                <a:gridCol w="1453242">
                  <a:extLst>
                    <a:ext uri="{9D8B030D-6E8A-4147-A177-3AD203B41FA5}">
                      <a16:colId xmlns:a16="http://schemas.microsoft.com/office/drawing/2014/main" val="1284344630"/>
                    </a:ext>
                  </a:extLst>
                </a:gridCol>
                <a:gridCol w="3272128">
                  <a:extLst>
                    <a:ext uri="{9D8B030D-6E8A-4147-A177-3AD203B41FA5}">
                      <a16:colId xmlns:a16="http://schemas.microsoft.com/office/drawing/2014/main" val="2580410917"/>
                    </a:ext>
                  </a:extLst>
                </a:gridCol>
              </a:tblGrid>
              <a:tr h="162587">
                <a:tc>
                  <a:txBody>
                    <a:bodyPr/>
                    <a:lstStyle/>
                    <a:p>
                      <a:endParaRPr lang="zh-CN" altLang="en-US" sz="1200"/>
                    </a:p>
                  </a:txBody>
                  <a:tcPr anchor="ctr"/>
                </a:tc>
                <a:tc>
                  <a:txBody>
                    <a:bodyPr/>
                    <a:lstStyle/>
                    <a:p>
                      <a:pPr algn="ctr"/>
                      <a:r>
                        <a:rPr lang="en-US" altLang="zh-CN" sz="1200"/>
                        <a:t>Follow-up actions</a:t>
                      </a:r>
                      <a:endParaRPr lang="zh-CN" altLang="en-US" sz="1200"/>
                    </a:p>
                  </a:txBody>
                  <a:tcPr anchor="ctr"/>
                </a:tc>
                <a:tc>
                  <a:txBody>
                    <a:bodyPr/>
                    <a:lstStyle/>
                    <a:p>
                      <a:pPr algn="ctr"/>
                      <a:r>
                        <a:rPr lang="en-US" altLang="zh-CN" sz="1200"/>
                        <a:t>Responsible person</a:t>
                      </a:r>
                      <a:endParaRPr lang="zh-CN" altLang="en-US" sz="1200"/>
                    </a:p>
                  </a:txBody>
                  <a:tcPr anchor="ctr"/>
                </a:tc>
                <a:tc>
                  <a:txBody>
                    <a:bodyPr/>
                    <a:lstStyle/>
                    <a:p>
                      <a:pPr algn="ctr"/>
                      <a:r>
                        <a:rPr lang="en-US" altLang="zh-CN" sz="1200"/>
                        <a:t>Timeline</a:t>
                      </a:r>
                      <a:endParaRPr lang="zh-CN" altLang="en-US" sz="1200"/>
                    </a:p>
                  </a:txBody>
                  <a:tcPr anchor="ctr"/>
                </a:tc>
                <a:tc>
                  <a:txBody>
                    <a:bodyPr/>
                    <a:lstStyle/>
                    <a:p>
                      <a:pPr algn="ctr"/>
                      <a:r>
                        <a:rPr lang="en-US" altLang="zh-CN" sz="1200"/>
                        <a:t>Status</a:t>
                      </a:r>
                      <a:endParaRPr lang="zh-CN" altLang="en-US" sz="1200"/>
                    </a:p>
                  </a:txBody>
                  <a:tcPr anchor="ctr"/>
                </a:tc>
                <a:extLst>
                  <a:ext uri="{0D108BD9-81ED-4DB2-BD59-A6C34878D82A}">
                    <a16:rowId xmlns:a16="http://schemas.microsoft.com/office/drawing/2014/main" val="911699077"/>
                  </a:ext>
                </a:extLst>
              </a:tr>
              <a:tr h="735876">
                <a:tc>
                  <a:txBody>
                    <a:bodyPr/>
                    <a:lstStyle/>
                    <a:p>
                      <a:r>
                        <a:rPr lang="en-US" altLang="zh-CN" sz="1200"/>
                        <a:t>1</a:t>
                      </a:r>
                      <a:endParaRPr lang="zh-CN" altLang="en-US" sz="1200"/>
                    </a:p>
                  </a:txBody>
                  <a:tcPr anchor="ctr"/>
                </a:tc>
                <a:tc>
                  <a:txBody>
                    <a:bodyPr/>
                    <a:lstStyle/>
                    <a:p>
                      <a:r>
                        <a:rPr lang="en-US" altLang="zh-CN" sz="1200"/>
                        <a:t>Need immediate action for formal release and detailed plan of EAP/Drug Voucher (e.g. the duration of drug compensation) from global</a:t>
                      </a:r>
                      <a:endParaRPr lang="zh-CN" altLang="en-US" sz="1200"/>
                    </a:p>
                  </a:txBody>
                  <a:tcPr anchor="ctr"/>
                </a:tc>
                <a:tc>
                  <a:txBody>
                    <a:bodyPr/>
                    <a:lstStyle/>
                    <a:p>
                      <a:pPr algn="ctr">
                        <a:buNone/>
                      </a:pPr>
                      <a:r>
                        <a:rPr lang="en-US" sz="1200">
                          <a:effectLst/>
                        </a:rPr>
                        <a:t>Elena</a:t>
                      </a:r>
                    </a:p>
                  </a:txBody>
                  <a:tcPr anchor="ctr"/>
                </a:tc>
                <a:tc>
                  <a:txBody>
                    <a:bodyPr/>
                    <a:lstStyle/>
                    <a:p>
                      <a:pPr algn="ctr">
                        <a:buNone/>
                      </a:pPr>
                      <a:r>
                        <a:rPr lang="en-US" sz="1200">
                          <a:effectLst/>
                        </a:rPr>
                        <a:t>By the middle of Dec 2025</a:t>
                      </a:r>
                    </a:p>
                  </a:txBody>
                  <a:tcPr anchor="ctr"/>
                </a:tc>
                <a:tc>
                  <a:txBody>
                    <a:bodyPr/>
                    <a:lstStyle/>
                    <a:p>
                      <a:r>
                        <a:rPr lang="en-US" altLang="zh-CN" sz="1200">
                          <a:effectLst/>
                        </a:rPr>
                        <a:t>EC endorsed the drug vouchers proposal, to </a:t>
                      </a:r>
                      <a:r>
                        <a:rPr lang="en-US" altLang="zh-CN" sz="1200" b="1" kern="1200">
                          <a:solidFill>
                            <a:schemeClr val="tx1"/>
                          </a:solidFill>
                          <a:effectLst/>
                          <a:latin typeface="+mn-lt"/>
                          <a:ea typeface="+mn-ea"/>
                          <a:cs typeface="+mn-cs"/>
                        </a:rPr>
                        <a:t>provide </a:t>
                      </a:r>
                      <a:r>
                        <a:rPr lang="en-US" altLang="zh-CN" sz="1200" b="1" kern="1200" err="1">
                          <a:solidFill>
                            <a:schemeClr val="tx1"/>
                          </a:solidFill>
                          <a:effectLst/>
                          <a:latin typeface="+mn-lt"/>
                          <a:ea typeface="+mn-ea"/>
                          <a:cs typeface="+mn-cs"/>
                        </a:rPr>
                        <a:t>Survo</a:t>
                      </a:r>
                      <a:r>
                        <a:rPr lang="en-US" altLang="zh-CN" sz="1200" b="1" kern="1200">
                          <a:solidFill>
                            <a:schemeClr val="tx1"/>
                          </a:solidFill>
                          <a:effectLst/>
                          <a:latin typeface="+mn-lt"/>
                          <a:ea typeface="+mn-ea"/>
                          <a:cs typeface="+mn-cs"/>
                        </a:rPr>
                        <a:t> for 1 year </a:t>
                      </a:r>
                      <a:r>
                        <a:rPr lang="en-US" altLang="zh-CN" sz="1200" kern="1200">
                          <a:solidFill>
                            <a:schemeClr val="tx1"/>
                          </a:solidFill>
                          <a:effectLst/>
                          <a:latin typeface="+mn-lt"/>
                          <a:ea typeface="+mn-ea"/>
                          <a:cs typeface="+mn-cs"/>
                        </a:rPr>
                        <a:t>in </a:t>
                      </a:r>
                      <a:r>
                        <a:rPr lang="en-US" altLang="zh-CN" sz="1200">
                          <a:effectLst/>
                        </a:rPr>
                        <a:t>feasible countries. Next to discuss with global trial team on ICF wording and timeline.</a:t>
                      </a:r>
                    </a:p>
                  </a:txBody>
                  <a:tcPr anchor="ctr"/>
                </a:tc>
                <a:extLst>
                  <a:ext uri="{0D108BD9-81ED-4DB2-BD59-A6C34878D82A}">
                    <a16:rowId xmlns:a16="http://schemas.microsoft.com/office/drawing/2014/main" val="4204813329"/>
                  </a:ext>
                </a:extLst>
              </a:tr>
              <a:tr h="379369">
                <a:tc>
                  <a:txBody>
                    <a:bodyPr/>
                    <a:lstStyle/>
                    <a:p>
                      <a:r>
                        <a:rPr lang="en-US" altLang="zh-CN" sz="1200"/>
                        <a:t>2</a:t>
                      </a:r>
                      <a:endParaRPr lang="zh-CN" altLang="en-US" sz="1200"/>
                    </a:p>
                  </a:txBody>
                  <a:tcPr anchor="ctr"/>
                </a:tc>
                <a:tc>
                  <a:txBody>
                    <a:bodyPr/>
                    <a:lstStyle/>
                    <a:p>
                      <a:pPr>
                        <a:buNone/>
                      </a:pPr>
                      <a:r>
                        <a:rPr lang="en-US" sz="1200">
                          <a:effectLst/>
                        </a:rPr>
                        <a:t>Solid global plan to support the Patients who progress to liver outcome events</a:t>
                      </a:r>
                    </a:p>
                  </a:txBody>
                  <a:tcPr anchor="ctr"/>
                </a:tc>
                <a:tc gridSpan="2">
                  <a:txBody>
                    <a:bodyPr/>
                    <a:lstStyle/>
                    <a:p>
                      <a:pPr algn="ctr">
                        <a:buNone/>
                      </a:pPr>
                      <a:r>
                        <a:rPr lang="en-US" sz="1200">
                          <a:effectLst/>
                        </a:rPr>
                        <a:t>Not discussed in the meeting, which need comments from Elena and Luiza by the end of Dec 2025.</a:t>
                      </a:r>
                    </a:p>
                  </a:txBody>
                  <a:tcPr anchor="ctr"/>
                </a:tc>
                <a:tc hMerge="1">
                  <a:txBody>
                    <a:bodyPr/>
                    <a:lstStyle/>
                    <a:p>
                      <a:endParaRPr lang="zh-CN" altLang="en-US"/>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a:effectLst/>
                        </a:rPr>
                        <a:t>Topic set in next Global-CN Catch-up (13 Jan, 2026)</a:t>
                      </a:r>
                    </a:p>
                  </a:txBody>
                  <a:tcPr anchor="ctr"/>
                </a:tc>
                <a:extLst>
                  <a:ext uri="{0D108BD9-81ED-4DB2-BD59-A6C34878D82A}">
                    <a16:rowId xmlns:a16="http://schemas.microsoft.com/office/drawing/2014/main" val="4241733269"/>
                  </a:ext>
                </a:extLst>
              </a:tr>
              <a:tr h="270978">
                <a:tc>
                  <a:txBody>
                    <a:bodyPr/>
                    <a:lstStyle/>
                    <a:p>
                      <a:r>
                        <a:rPr lang="en-US" altLang="zh-CN" sz="1200"/>
                        <a:t>3</a:t>
                      </a:r>
                      <a:endParaRPr lang="zh-CN" altLang="en-US" sz="1200"/>
                    </a:p>
                  </a:txBody>
                  <a:tcPr anchor="ctr"/>
                </a:tc>
                <a:tc>
                  <a:txBody>
                    <a:bodyPr/>
                    <a:lstStyle/>
                    <a:p>
                      <a:pPr>
                        <a:buNone/>
                      </a:pPr>
                      <a:r>
                        <a:rPr lang="en-US" sz="1200">
                          <a:effectLst/>
                        </a:rPr>
                        <a:t>A centralized pathological training to be implemented ASAP</a:t>
                      </a:r>
                    </a:p>
                  </a:txBody>
                  <a:tcPr anchor="ctr"/>
                </a:tc>
                <a:tc>
                  <a:txBody>
                    <a:bodyPr/>
                    <a:lstStyle/>
                    <a:p>
                      <a:pPr algn="ctr">
                        <a:buNone/>
                      </a:pPr>
                      <a:r>
                        <a:rPr lang="sv-SE" sz="1200">
                          <a:effectLst/>
                        </a:rPr>
                        <a:t>David and Katarina Vajdova</a:t>
                      </a:r>
                    </a:p>
                  </a:txBody>
                  <a:tcPr anchor="ctr"/>
                </a:tc>
                <a:tc>
                  <a:txBody>
                    <a:bodyPr/>
                    <a:lstStyle/>
                    <a:p>
                      <a:pPr algn="ctr">
                        <a:buNone/>
                      </a:pPr>
                      <a:r>
                        <a:rPr lang="en-US" sz="1200">
                          <a:effectLst/>
                        </a:rPr>
                        <a:t>By the end of Dec 2025</a:t>
                      </a:r>
                      <a:endParaRPr lang="sv-SE" sz="1200">
                        <a:effectLst/>
                      </a:endParaRPr>
                    </a:p>
                  </a:txBody>
                  <a:tcPr anchor="ctr"/>
                </a:tc>
                <a:tc>
                  <a:txBody>
                    <a:bodyPr/>
                    <a:lstStyle/>
                    <a:p>
                      <a:r>
                        <a:rPr lang="en-US" altLang="zh-CN" sz="1200"/>
                        <a:t>The training is planned on 17 Dec</a:t>
                      </a:r>
                      <a:endParaRPr lang="zh-CN" altLang="en-US" sz="1200"/>
                    </a:p>
                  </a:txBody>
                  <a:tcPr anchor="ctr"/>
                </a:tc>
                <a:extLst>
                  <a:ext uri="{0D108BD9-81ED-4DB2-BD59-A6C34878D82A}">
                    <a16:rowId xmlns:a16="http://schemas.microsoft.com/office/drawing/2014/main" val="1204706054"/>
                  </a:ext>
                </a:extLst>
              </a:tr>
              <a:tr h="487761">
                <a:tc>
                  <a:txBody>
                    <a:bodyPr/>
                    <a:lstStyle/>
                    <a:p>
                      <a:r>
                        <a:rPr lang="en-US" altLang="zh-CN" sz="1200"/>
                        <a:t>4</a:t>
                      </a:r>
                      <a:endParaRPr lang="zh-CN" altLang="en-US" sz="1200"/>
                    </a:p>
                  </a:txBody>
                  <a:tcPr anchor="ctr"/>
                </a:tc>
                <a:tc>
                  <a:txBody>
                    <a:bodyPr/>
                    <a:lstStyle/>
                    <a:p>
                      <a:pPr>
                        <a:buNone/>
                      </a:pPr>
                      <a:r>
                        <a:rPr lang="en-US" sz="1200">
                          <a:effectLst/>
                        </a:rPr>
                        <a:t>A direct case-by-case scientific discussion platform between local and central pathologists on biopsy cases with discrepancy for educational purpose only</a:t>
                      </a:r>
                    </a:p>
                  </a:txBody>
                  <a:tcPr anchor="ctr"/>
                </a:tc>
                <a:tc>
                  <a:txBody>
                    <a:bodyPr/>
                    <a:lstStyle/>
                    <a:p>
                      <a:pPr algn="ctr">
                        <a:buNone/>
                      </a:pPr>
                      <a:r>
                        <a:rPr lang="en-US" sz="1200">
                          <a:effectLst/>
                        </a:rPr>
                        <a:t>Luiza</a:t>
                      </a:r>
                    </a:p>
                  </a:txBody>
                  <a:tcPr anchor="ctr"/>
                </a:tc>
                <a:tc>
                  <a:txBody>
                    <a:bodyPr/>
                    <a:lstStyle/>
                    <a:p>
                      <a:pPr algn="ctr">
                        <a:buNone/>
                      </a:pPr>
                      <a:r>
                        <a:rPr lang="en-US" sz="1200">
                          <a:effectLst/>
                        </a:rPr>
                        <a:t>By Dec 2nd, 2025</a:t>
                      </a:r>
                    </a:p>
                  </a:txBody>
                  <a:tcPr anchor="ctr"/>
                </a:tc>
                <a:tc>
                  <a:txBody>
                    <a:bodyPr/>
                    <a:lstStyle/>
                    <a:p>
                      <a:pPr>
                        <a:buNone/>
                      </a:pPr>
                      <a:r>
                        <a:rPr lang="en-US" altLang="zh-CN" sz="1200"/>
                        <a:t>After the centralized pathological training completion, Luiza will follow-up with the central pathologists.</a:t>
                      </a:r>
                      <a:endParaRPr lang="zh-CN" altLang="en-US" sz="1200">
                        <a:effectLst/>
                      </a:endParaRPr>
                    </a:p>
                  </a:txBody>
                  <a:tcPr anchor="ctr"/>
                </a:tc>
                <a:extLst>
                  <a:ext uri="{0D108BD9-81ED-4DB2-BD59-A6C34878D82A}">
                    <a16:rowId xmlns:a16="http://schemas.microsoft.com/office/drawing/2014/main" val="2204457932"/>
                  </a:ext>
                </a:extLst>
              </a:tr>
              <a:tr h="379369">
                <a:tc>
                  <a:txBody>
                    <a:bodyPr/>
                    <a:lstStyle/>
                    <a:p>
                      <a:r>
                        <a:rPr lang="en-US" altLang="zh-CN" sz="1200"/>
                        <a:t>5</a:t>
                      </a:r>
                      <a:endParaRPr lang="zh-CN" altLang="en-US" sz="1200"/>
                    </a:p>
                  </a:txBody>
                  <a:tcPr anchor="ctr"/>
                </a:tc>
                <a:tc>
                  <a:txBody>
                    <a:bodyPr/>
                    <a:lstStyle/>
                    <a:p>
                      <a:pPr>
                        <a:buNone/>
                      </a:pPr>
                      <a:r>
                        <a:rPr lang="en-US" sz="1200">
                          <a:effectLst/>
                        </a:rPr>
                        <a:t>Push Parexel(PXL) team to have the draft contract delivered to the sites of the increased CN Investigator Fee (IF)s and pt stipends</a:t>
                      </a:r>
                    </a:p>
                  </a:txBody>
                  <a:tcPr anchor="ctr"/>
                </a:tc>
                <a:tc>
                  <a:txBody>
                    <a:bodyPr/>
                    <a:lstStyle/>
                    <a:p>
                      <a:pPr algn="ctr">
                        <a:buNone/>
                      </a:pPr>
                      <a:r>
                        <a:rPr lang="en-US" sz="1200">
                          <a:effectLst/>
                        </a:rPr>
                        <a:t>David</a:t>
                      </a:r>
                    </a:p>
                  </a:txBody>
                  <a:tcPr anchor="ctr"/>
                </a:tc>
                <a:tc>
                  <a:txBody>
                    <a:bodyPr/>
                    <a:lstStyle/>
                    <a:p>
                      <a:pPr algn="ctr">
                        <a:buNone/>
                      </a:pPr>
                      <a:r>
                        <a:rPr lang="en-US" sz="1200">
                          <a:effectLst/>
                        </a:rPr>
                        <a:t>By the end of Nov 2025</a:t>
                      </a: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a:effectLst/>
                        </a:rPr>
                        <a:t>Verbal communication has been done by PXL team.</a:t>
                      </a:r>
                    </a:p>
                  </a:txBody>
                  <a:tcPr anchor="ctr"/>
                </a:tc>
                <a:extLst>
                  <a:ext uri="{0D108BD9-81ED-4DB2-BD59-A6C34878D82A}">
                    <a16:rowId xmlns:a16="http://schemas.microsoft.com/office/drawing/2014/main" val="1905902631"/>
                  </a:ext>
                </a:extLst>
              </a:tr>
              <a:tr h="379369">
                <a:tc>
                  <a:txBody>
                    <a:bodyPr/>
                    <a:lstStyle/>
                    <a:p>
                      <a:r>
                        <a:rPr lang="en-US" altLang="zh-CN" sz="1200"/>
                        <a:t>6</a:t>
                      </a:r>
                      <a:endParaRPr lang="zh-CN" altLang="en-US" sz="1200"/>
                    </a:p>
                  </a:txBody>
                  <a:tcPr anchor="ctr"/>
                </a:tc>
                <a:tc>
                  <a:txBody>
                    <a:bodyPr/>
                    <a:lstStyle/>
                    <a:p>
                      <a:pPr>
                        <a:buNone/>
                      </a:pPr>
                      <a:r>
                        <a:rPr lang="en-US" sz="1200">
                          <a:effectLst/>
                        </a:rPr>
                        <a:t>Push Parexel(PXL) team to have the site contract implementation of the increased CN Investigator Fee (IF)s and pt stipends</a:t>
                      </a:r>
                    </a:p>
                  </a:txBody>
                  <a:tcPr anchor="ctr"/>
                </a:tc>
                <a:tc>
                  <a:txBody>
                    <a:bodyPr/>
                    <a:lstStyle/>
                    <a:p>
                      <a:pPr algn="ctr">
                        <a:buNone/>
                      </a:pPr>
                      <a:r>
                        <a:rPr lang="en-US" sz="1200">
                          <a:effectLst/>
                        </a:rPr>
                        <a:t>David</a:t>
                      </a:r>
                    </a:p>
                  </a:txBody>
                  <a:tcPr anchor="ctr"/>
                </a:tc>
                <a:tc>
                  <a:txBody>
                    <a:bodyPr/>
                    <a:lstStyle/>
                    <a:p>
                      <a:pPr algn="ctr">
                        <a:buNone/>
                      </a:pPr>
                      <a:r>
                        <a:rPr lang="en-US" sz="1200">
                          <a:effectLst/>
                        </a:rPr>
                        <a:t>By the end of Jan 2026</a:t>
                      </a:r>
                    </a:p>
                  </a:txBody>
                  <a:tcPr anchor="ctr"/>
                </a:tc>
                <a:tc>
                  <a:txBody>
                    <a:bodyPr/>
                    <a:lstStyle/>
                    <a:p>
                      <a:r>
                        <a:rPr lang="en-US" altLang="zh-CN" sz="1200"/>
                        <a:t>Ongoing</a:t>
                      </a:r>
                      <a:endParaRPr lang="zh-CN" altLang="en-US" sz="1200"/>
                    </a:p>
                  </a:txBody>
                  <a:tcPr anchor="ctr"/>
                </a:tc>
                <a:extLst>
                  <a:ext uri="{0D108BD9-81ED-4DB2-BD59-A6C34878D82A}">
                    <a16:rowId xmlns:a16="http://schemas.microsoft.com/office/drawing/2014/main" val="1046974253"/>
                  </a:ext>
                </a:extLst>
              </a:tr>
              <a:tr h="379369">
                <a:tc>
                  <a:txBody>
                    <a:bodyPr/>
                    <a:lstStyle/>
                    <a:p>
                      <a:r>
                        <a:rPr lang="en-US" altLang="zh-CN" sz="1200"/>
                        <a:t>7</a:t>
                      </a:r>
                      <a:endParaRPr lang="zh-CN" altLang="en-US" sz="1200"/>
                    </a:p>
                  </a:txBody>
                  <a:tcPr anchor="ctr"/>
                </a:tc>
                <a:tc>
                  <a:txBody>
                    <a:bodyPr/>
                    <a:lstStyle/>
                    <a:p>
                      <a:pPr>
                        <a:buNone/>
                      </a:pPr>
                      <a:r>
                        <a:rPr lang="en-US" sz="1200">
                          <a:effectLst/>
                        </a:rPr>
                        <a:t>Global narrative on differentiation of Lilly SYNERGY-Outcome trial from the patient perspective</a:t>
                      </a:r>
                    </a:p>
                  </a:txBody>
                  <a:tcPr anchor="ctr"/>
                </a:tc>
                <a:tc>
                  <a:txBody>
                    <a:bodyPr/>
                    <a:lstStyle/>
                    <a:p>
                      <a:pPr algn="ctr">
                        <a:buNone/>
                      </a:pPr>
                      <a:r>
                        <a:rPr lang="en-US" sz="1200">
                          <a:effectLst/>
                        </a:rPr>
                        <a:t>Luiza</a:t>
                      </a:r>
                    </a:p>
                  </a:txBody>
                  <a:tcPr anchor="ctr"/>
                </a:tc>
                <a:tc>
                  <a:txBody>
                    <a:bodyPr/>
                    <a:lstStyle/>
                    <a:p>
                      <a:pPr algn="ctr">
                        <a:buNone/>
                      </a:pPr>
                      <a:r>
                        <a:rPr lang="en-US" sz="1200">
                          <a:effectLst/>
                        </a:rPr>
                        <a:t>By the middle of Dec 2025</a:t>
                      </a:r>
                    </a:p>
                  </a:txBody>
                  <a:tcPr anchor="ctr"/>
                </a:tc>
                <a:tc>
                  <a:txBody>
                    <a:bodyPr/>
                    <a:lstStyle/>
                    <a:p>
                      <a:r>
                        <a:rPr lang="en-US" altLang="zh-CN" sz="1200"/>
                        <a:t>Narrative developed by study physician and commented by China team.</a:t>
                      </a:r>
                      <a:endParaRPr lang="zh-CN" altLang="en-US" sz="1200"/>
                    </a:p>
                  </a:txBody>
                  <a:tcPr anchor="ctr"/>
                </a:tc>
                <a:extLst>
                  <a:ext uri="{0D108BD9-81ED-4DB2-BD59-A6C34878D82A}">
                    <a16:rowId xmlns:a16="http://schemas.microsoft.com/office/drawing/2014/main" val="4188358812"/>
                  </a:ext>
                </a:extLst>
              </a:tr>
              <a:tr h="487761">
                <a:tc>
                  <a:txBody>
                    <a:bodyPr/>
                    <a:lstStyle/>
                    <a:p>
                      <a:r>
                        <a:rPr lang="en-US" altLang="zh-CN" sz="1200"/>
                        <a:t>8</a:t>
                      </a:r>
                      <a:endParaRPr lang="zh-CN" altLang="en-US" sz="1200"/>
                    </a:p>
                  </a:txBody>
                  <a:tcPr anchor="ctr">
                    <a:solidFill>
                      <a:schemeClr val="bg1"/>
                    </a:solidFill>
                  </a:tcPr>
                </a:tc>
                <a:tc>
                  <a:txBody>
                    <a:bodyPr/>
                    <a:lstStyle/>
                    <a:p>
                      <a:pPr>
                        <a:buNone/>
                      </a:pPr>
                      <a:r>
                        <a:rPr lang="en-US" sz="1200">
                          <a:effectLst/>
                        </a:rPr>
                        <a:t>Visit Prof. Vincent Wong of Prince of Wales Hospital to explore any experience could be implemented in China Mainland</a:t>
                      </a:r>
                    </a:p>
                  </a:txBody>
                  <a:tcPr anchor="ctr">
                    <a:solidFill>
                      <a:schemeClr val="bg1"/>
                    </a:solidFill>
                  </a:tcPr>
                </a:tc>
                <a:tc>
                  <a:txBody>
                    <a:bodyPr/>
                    <a:lstStyle/>
                    <a:p>
                      <a:pPr algn="ctr">
                        <a:buNone/>
                      </a:pPr>
                      <a:r>
                        <a:rPr lang="en-US" sz="1200">
                          <a:effectLst/>
                        </a:rPr>
                        <a:t>Wei/Emma</a:t>
                      </a:r>
                    </a:p>
                  </a:txBody>
                  <a:tcPr anchor="ctr">
                    <a:solidFill>
                      <a:schemeClr val="bg1"/>
                    </a:solidFill>
                  </a:tcPr>
                </a:tc>
                <a:tc>
                  <a:txBody>
                    <a:bodyPr/>
                    <a:lstStyle/>
                    <a:p>
                      <a:pPr algn="ctr">
                        <a:buNone/>
                      </a:pPr>
                      <a:r>
                        <a:rPr lang="en-US" sz="1200">
                          <a:effectLst/>
                        </a:rPr>
                        <a:t>By end of Dec 2025*</a:t>
                      </a:r>
                    </a:p>
                  </a:txBody>
                  <a:tcPr anchor="ctr">
                    <a:solidFill>
                      <a:schemeClr val="bg1"/>
                    </a:solidFill>
                  </a:tcPr>
                </a:tc>
                <a:tc>
                  <a:txBody>
                    <a:bodyPr/>
                    <a:lstStyle/>
                    <a:p>
                      <a:pPr>
                        <a:buNone/>
                      </a:pPr>
                      <a:r>
                        <a:rPr lang="en-US" altLang="zh-CN" sz="1200"/>
                        <a:t>Visit was done on 3 Dec, visit summary was shared to both China and global teams. </a:t>
                      </a:r>
                      <a:endParaRPr lang="zh-CN" altLang="en-US" sz="1200">
                        <a:effectLst/>
                      </a:endParaRPr>
                    </a:p>
                  </a:txBody>
                  <a:tcPr anchor="ctr">
                    <a:solidFill>
                      <a:schemeClr val="bg1"/>
                    </a:solidFill>
                  </a:tcPr>
                </a:tc>
                <a:extLst>
                  <a:ext uri="{0D108BD9-81ED-4DB2-BD59-A6C34878D82A}">
                    <a16:rowId xmlns:a16="http://schemas.microsoft.com/office/drawing/2014/main" val="2035869854"/>
                  </a:ext>
                </a:extLst>
              </a:tr>
            </a:tbl>
          </a:graphicData>
        </a:graphic>
      </p:graphicFrame>
    </p:spTree>
    <p:extLst>
      <p:ext uri="{BB962C8B-B14F-4D97-AF65-F5344CB8AC3E}">
        <p14:creationId xmlns:p14="http://schemas.microsoft.com/office/powerpoint/2010/main" val="2352320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5405-4015-2941-021D-78700DCD1FD3}"/>
              </a:ext>
            </a:extLst>
          </p:cNvPr>
          <p:cNvSpPr>
            <a:spLocks noGrp="1"/>
          </p:cNvSpPr>
          <p:nvPr>
            <p:ph type="title"/>
          </p:nvPr>
        </p:nvSpPr>
        <p:spPr>
          <a:xfrm>
            <a:off x="488143" y="474385"/>
            <a:ext cx="11233151" cy="720000"/>
          </a:xfrm>
        </p:spPr>
        <p:txBody>
          <a:bodyPr/>
          <a:lstStyle/>
          <a:p>
            <a:r>
              <a:rPr lang="en-US" altLang="zh-CN"/>
              <a:t>Projects/Studies with </a:t>
            </a:r>
            <a:r>
              <a:rPr lang="en-US" altLang="zh-CN">
                <a:solidFill>
                  <a:srgbClr val="FF0000"/>
                </a:solidFill>
              </a:rPr>
              <a:t>Red-Light - Taiwan</a:t>
            </a:r>
            <a:r>
              <a:rPr lang="en-US" altLang="zh-CN"/>
              <a:t>  </a:t>
            </a:r>
            <a:endParaRPr lang="zh-CN" altLang="en-US"/>
          </a:p>
        </p:txBody>
      </p:sp>
      <p:sp>
        <p:nvSpPr>
          <p:cNvPr id="6" name="Slide Number Placeholder 5">
            <a:extLst>
              <a:ext uri="{FF2B5EF4-FFF2-40B4-BE49-F238E27FC236}">
                <a16:creationId xmlns:a16="http://schemas.microsoft.com/office/drawing/2014/main" id="{BE74B4C9-4081-7539-6AE9-E7401DD65A1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1026" name="Picture 2" descr="image">
            <a:extLst>
              <a:ext uri="{FF2B5EF4-FFF2-40B4-BE49-F238E27FC236}">
                <a16:creationId xmlns:a16="http://schemas.microsoft.com/office/drawing/2014/main" id="{59860DA5-FCBD-CDCE-0496-EFFFCB0842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7">
            <a:extLst>
              <a:ext uri="{FF2B5EF4-FFF2-40B4-BE49-F238E27FC236}">
                <a16:creationId xmlns:a16="http://schemas.microsoft.com/office/drawing/2014/main" id="{027D7AB7-20F6-E2DF-8328-ABF7D062E888}"/>
              </a:ext>
            </a:extLst>
          </p:cNvPr>
          <p:cNvSpPr/>
          <p:nvPr/>
        </p:nvSpPr>
        <p:spPr>
          <a:xfrm>
            <a:off x="3618568" y="3618854"/>
            <a:ext cx="7580414" cy="788554"/>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mn-lt"/>
                <a:ea typeface="OPPOSans M"/>
                <a:cs typeface="+mn-cs"/>
              </a:rPr>
              <a:t>Recruitment is behind the plan in LIVERAGE</a:t>
            </a:r>
            <a:r>
              <a:rPr kumimoji="0" lang="en-US" altLang="zh-CN" sz="1200" b="0" i="0" u="none" strike="noStrike" kern="0" cap="none" spc="0" normalizeH="0" baseline="30000" noProof="0">
                <a:ln>
                  <a:noFill/>
                </a:ln>
                <a:solidFill>
                  <a:prstClr val="black">
                    <a:lumMod val="75000"/>
                    <a:lumOff val="25000"/>
                  </a:prstClr>
                </a:solidFill>
                <a:effectLst/>
                <a:uLnTx/>
                <a:uFillTx/>
                <a:latin typeface="+mn-lt"/>
                <a:ea typeface="OPPOSans M"/>
                <a:cs typeface="+mn-cs"/>
              </a:rPr>
              <a:t>TM</a:t>
            </a:r>
            <a:r>
              <a:rPr kumimoji="0" lang="en-US" altLang="zh-CN" sz="1200" b="0" i="0" u="none" strike="noStrike" kern="0" cap="none" spc="0" normalizeH="0" baseline="0" noProof="0">
                <a:ln>
                  <a:noFill/>
                </a:ln>
                <a:solidFill>
                  <a:prstClr val="black">
                    <a:lumMod val="75000"/>
                    <a:lumOff val="25000"/>
                  </a:prstClr>
                </a:solidFill>
                <a:effectLst/>
                <a:uLnTx/>
                <a:uFillTx/>
                <a:latin typeface="+mn-lt"/>
                <a:ea typeface="OPPOSans M"/>
                <a:cs typeface="+mn-cs"/>
              </a:rPr>
              <a:t> for both global and Taiwan;</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Main challenges in Taiwan </a:t>
            </a:r>
            <a:r>
              <a:rPr kumimoji="0" lang="en-US" altLang="zh-CN" sz="1200" b="0" i="0" u="none" strike="noStrike" kern="0" cap="none" spc="0" normalizeH="0" baseline="0" noProof="0">
                <a:ln>
                  <a:noFill/>
                </a:ln>
                <a:solidFill>
                  <a:prstClr val="black">
                    <a:lumMod val="75000"/>
                    <a:lumOff val="25000"/>
                  </a:prstClr>
                </a:solidFill>
                <a:effectLst/>
                <a:uLnTx/>
                <a:uFillTx/>
                <a:latin typeface="+mn-lt"/>
                <a:ea typeface="OPPOSans M"/>
                <a:cs typeface="+mn-cs"/>
              </a:rPr>
              <a:t>including </a:t>
            </a:r>
            <a:r>
              <a:rPr lang="en-US" altLang="zh-CN" sz="1200" kern="0">
                <a:solidFill>
                  <a:schemeClr val="accent5"/>
                </a:solidFill>
                <a:ea typeface="OPPOSans M"/>
              </a:rPr>
              <a:t>high SF rate (Biopsy result failed)</a:t>
            </a:r>
            <a:r>
              <a:rPr lang="en-US" altLang="zh-CN" sz="1200" kern="0">
                <a:solidFill>
                  <a:prstClr val="black">
                    <a:lumMod val="75000"/>
                    <a:lumOff val="25000"/>
                  </a:prstClr>
                </a:solidFill>
                <a:ea typeface="OPPOSans M"/>
              </a:rPr>
              <a:t>, </a:t>
            </a:r>
            <a:r>
              <a:rPr lang="en-US" altLang="zh-CN" sz="1200" kern="0">
                <a:solidFill>
                  <a:schemeClr val="accent5"/>
                </a:solidFill>
                <a:ea typeface="OPPOSans M"/>
              </a:rPr>
              <a:t>half sites not proactive enough with low</a:t>
            </a:r>
            <a:r>
              <a:rPr kumimoji="0" lang="en-US" altLang="zh-CN" sz="1200" b="0" i="0" u="none" strike="noStrike" kern="0" cap="none" spc="0" normalizeH="0" baseline="0" noProof="0">
                <a:ln>
                  <a:noFill/>
                </a:ln>
                <a:solidFill>
                  <a:schemeClr val="accent5"/>
                </a:solidFill>
                <a:effectLst/>
                <a:uLnTx/>
                <a:uFillTx/>
                <a:latin typeface="+mn-lt"/>
                <a:ea typeface="OPPOSans M"/>
                <a:cs typeface="+mn-cs"/>
              </a:rPr>
              <a:t> performance</a:t>
            </a:r>
            <a:r>
              <a:rPr kumimoji="0" lang="en-US" altLang="zh-CN" sz="1200" b="0" i="0" u="none" strike="noStrike" kern="0" cap="none" spc="0" normalizeH="0" baseline="0" noProof="0">
                <a:ln>
                  <a:noFill/>
                </a:ln>
                <a:solidFill>
                  <a:prstClr val="black">
                    <a:lumMod val="75000"/>
                    <a:lumOff val="25000"/>
                  </a:prstClr>
                </a:solidFill>
                <a:effectLst/>
                <a:uLnTx/>
                <a:uFillTx/>
                <a:latin typeface="+mn-lt"/>
                <a:ea typeface="OPPOSans M"/>
                <a:cs typeface="+mn-cs"/>
              </a:rPr>
              <a:t> (screen 1 patient </a:t>
            </a:r>
            <a:r>
              <a:rPr lang="en-US" altLang="zh-CN" sz="1200" kern="0">
                <a:solidFill>
                  <a:prstClr val="black">
                    <a:lumMod val="75000"/>
                    <a:lumOff val="25000"/>
                  </a:prstClr>
                </a:solidFill>
                <a:ea typeface="OPPOSans M"/>
              </a:rPr>
              <a:t>per month</a:t>
            </a:r>
            <a:r>
              <a:rPr kumimoji="0" lang="en-US" altLang="zh-CN" sz="1200" b="0" i="0" u="none" strike="noStrike" kern="0" cap="none" spc="0" normalizeH="0" baseline="0" noProof="0">
                <a:ln>
                  <a:noFill/>
                </a:ln>
                <a:solidFill>
                  <a:prstClr val="black">
                    <a:lumMod val="75000"/>
                    <a:lumOff val="25000"/>
                  </a:prstClr>
                </a:solidFill>
                <a:effectLst/>
                <a:uLnTx/>
                <a:uFillTx/>
                <a:latin typeface="+mn-lt"/>
                <a:ea typeface="OPPOSans M"/>
                <a:cs typeface="+mn-cs"/>
              </a:rPr>
              <a:t>), </a:t>
            </a:r>
            <a:r>
              <a:rPr kumimoji="0" lang="en-US" altLang="zh-CN" sz="1200" b="0" i="0" u="none" strike="noStrike" kern="0" cap="none" spc="0" normalizeH="0" baseline="0" noProof="0">
                <a:ln>
                  <a:noFill/>
                </a:ln>
                <a:solidFill>
                  <a:schemeClr val="accent5"/>
                </a:solidFill>
                <a:effectLst/>
                <a:uLnTx/>
                <a:uFillTx/>
                <a:latin typeface="+mn-lt"/>
                <a:ea typeface="OPPOSans M"/>
                <a:cs typeface="+mn-cs"/>
              </a:rPr>
              <a:t>2-3 sites have strict prescreen, PXL local team </a:t>
            </a:r>
            <a:r>
              <a:rPr lang="en-US" altLang="zh-CN" sz="1200" kern="0">
                <a:solidFill>
                  <a:schemeClr val="accent5"/>
                </a:solidFill>
                <a:ea typeface="OPPOSans M"/>
              </a:rPr>
              <a:t>communication frequency and efficiency with sites are not satisfactory</a:t>
            </a:r>
            <a:r>
              <a:rPr lang="en-US" altLang="zh-CN" sz="1200" kern="0">
                <a:solidFill>
                  <a:prstClr val="black">
                    <a:lumMod val="75000"/>
                    <a:lumOff val="25000"/>
                  </a:prstClr>
                </a:solidFill>
                <a:ea typeface="OPPOSans M"/>
              </a:rPr>
              <a:t>, </a:t>
            </a:r>
            <a:r>
              <a:rPr kumimoji="0" lang="en-US" altLang="zh-CN" sz="1200" b="0" i="0" u="none" strike="noStrike" kern="0" cap="none" spc="0" normalizeH="0" baseline="0" noProof="0">
                <a:ln>
                  <a:noFill/>
                </a:ln>
                <a:solidFill>
                  <a:prstClr val="black">
                    <a:lumMod val="75000"/>
                    <a:lumOff val="25000"/>
                  </a:prstClr>
                </a:solidFill>
                <a:effectLst/>
                <a:uLnTx/>
                <a:uFillTx/>
                <a:latin typeface="+mn-lt"/>
                <a:ea typeface="OPPOSans M"/>
                <a:cs typeface="+mn-cs"/>
              </a:rPr>
              <a:t>etc.</a:t>
            </a:r>
            <a:endParaRPr lang="en-US" altLang="zh-CN" sz="1200" b="0" i="0" u="none" strike="noStrike" kern="0" cap="none" spc="0" normalizeH="0" baseline="0" noProof="0">
              <a:ln>
                <a:noFill/>
              </a:ln>
              <a:solidFill>
                <a:prstClr val="black">
                  <a:lumMod val="75000"/>
                  <a:lumOff val="25000"/>
                </a:prstClr>
              </a:solidFill>
              <a:effectLst/>
              <a:uLnTx/>
              <a:uFillTx/>
              <a:latin typeface="+mn-lt"/>
              <a:ea typeface="OPPOSans M"/>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1200" b="0" i="0" u="none" strike="noStrike" kern="0" cap="none" spc="0" normalizeH="0" baseline="0" noProof="0">
              <a:ln>
                <a:noFill/>
              </a:ln>
              <a:solidFill>
                <a:prstClr val="black">
                  <a:lumMod val="75000"/>
                  <a:lumOff val="25000"/>
                </a:prstClr>
              </a:solidFill>
              <a:effectLst/>
              <a:uLnTx/>
              <a:uFillTx/>
              <a:latin typeface="+mn-lt"/>
              <a:ea typeface="OPPOSans M"/>
              <a:cs typeface="+mn-cs"/>
            </a:endParaRPr>
          </a:p>
        </p:txBody>
      </p:sp>
      <p:sp>
        <p:nvSpPr>
          <p:cNvPr id="16" name="矩形: 圆角 34">
            <a:extLst>
              <a:ext uri="{FF2B5EF4-FFF2-40B4-BE49-F238E27FC236}">
                <a16:creationId xmlns:a16="http://schemas.microsoft.com/office/drawing/2014/main" id="{6C0A9BF4-4055-DBA3-B961-1CC5316CD780}"/>
              </a:ext>
            </a:extLst>
          </p:cNvPr>
          <p:cNvSpPr/>
          <p:nvPr>
            <p:custDataLst>
              <p:tags r:id="rId1"/>
            </p:custDataLst>
          </p:nvPr>
        </p:nvSpPr>
        <p:spPr>
          <a:xfrm>
            <a:off x="993018" y="3618854"/>
            <a:ext cx="2246265" cy="998818"/>
          </a:xfrm>
          <a:prstGeom prst="roundRect">
            <a:avLst>
              <a:gd name="adj" fmla="val 9693"/>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Key issues</a:t>
            </a:r>
          </a:p>
        </p:txBody>
      </p:sp>
      <p:sp>
        <p:nvSpPr>
          <p:cNvPr id="15" name="矩形 11">
            <a:extLst>
              <a:ext uri="{FF2B5EF4-FFF2-40B4-BE49-F238E27FC236}">
                <a16:creationId xmlns:a16="http://schemas.microsoft.com/office/drawing/2014/main" id="{328ED791-3F17-8D6D-923B-4BE67F637A05}"/>
              </a:ext>
            </a:extLst>
          </p:cNvPr>
          <p:cNvSpPr/>
          <p:nvPr/>
        </p:nvSpPr>
        <p:spPr>
          <a:xfrm>
            <a:off x="3618568" y="4541940"/>
            <a:ext cx="7580414" cy="1884738"/>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ctr"/>
          <a:lstStyle/>
          <a:p>
            <a:pPr marL="285750" indent="-285750">
              <a:buFont typeface="Arial" panose="020B0604020202020204" pitchFamily="34" charset="0"/>
              <a:buChar char="•"/>
              <a:defRPr/>
            </a:pPr>
            <a:r>
              <a:rPr lang="en-US" altLang="zh-CN" sz="1200" kern="0">
                <a:solidFill>
                  <a:schemeClr val="accent5"/>
                </a:solidFill>
              </a:rPr>
              <a:t>10 site booster visits have been conducted from Aug 2025 until now.</a:t>
            </a:r>
            <a:r>
              <a:rPr lang="en-US" altLang="zh-CN" sz="1200" kern="0"/>
              <a:t> </a:t>
            </a:r>
            <a:r>
              <a:rPr lang="en-US" altLang="zh-TW" sz="1200" kern="0">
                <a:solidFill>
                  <a:prstClr val="black">
                    <a:lumMod val="75000"/>
                    <a:lumOff val="25000"/>
                  </a:prstClr>
                </a:solidFill>
              </a:rPr>
              <a:t>Overall performance has increased which can be reflected in screening activities, however not reflected in enrollment, there is 1 potential subject might have high possibility to be enrolled in Dec 2025 or Jan 2026.</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National Coordinator will be starting to connect sites for recruitment.</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Have </a:t>
            </a:r>
            <a:r>
              <a:rPr lang="en-US" altLang="zh-CN" sz="1200" kern="0">
                <a:solidFill>
                  <a:schemeClr val="accent5"/>
                </a:solidFill>
                <a:ea typeface="OPPOSans M"/>
              </a:rPr>
              <a:t>1 additional sites</a:t>
            </a:r>
            <a:r>
              <a:rPr lang="en-US" altLang="zh-CN" sz="1200" kern="0">
                <a:solidFill>
                  <a:prstClr val="black">
                    <a:lumMod val="75000"/>
                    <a:lumOff val="25000"/>
                  </a:prstClr>
                </a:solidFill>
                <a:ea typeface="OPPOSans M"/>
              </a:rPr>
              <a:t> proposed for feasibility and selection.</a:t>
            </a:r>
            <a:endParaRPr lang="en-US" altLang="zh-CN" sz="1200" i="0" u="none" strike="noStrike" kern="0" cap="none" spc="0" normalizeH="0" baseline="0" noProof="0">
              <a:ln>
                <a:noFill/>
              </a:ln>
              <a:solidFill>
                <a:prstClr val="black">
                  <a:lumMod val="75000"/>
                  <a:lumOff val="25000"/>
                </a:prstClr>
              </a:solidFill>
              <a:effectLst/>
              <a:uLnTx/>
              <a:uFillTx/>
              <a:latin typeface="+mn-lt"/>
              <a:ea typeface="OPPOSans M"/>
            </a:endParaRP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Discussion in increasing site staff fee for prescreening and retention activities.</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Discussion in possibility of study information/materials posted in public area or shared to district hospital.</a:t>
            </a:r>
          </a:p>
          <a:p>
            <a:pPr marL="285750" indent="-285750">
              <a:buFont typeface="Arial" panose="020B0604020202020204" pitchFamily="34" charset="0"/>
              <a:buChar char="•"/>
              <a:defRPr/>
            </a:pPr>
            <a:r>
              <a:rPr lang="en-US" altLang="zh-CN" sz="1200" kern="0">
                <a:solidFill>
                  <a:prstClr val="black">
                    <a:lumMod val="75000"/>
                    <a:lumOff val="25000"/>
                  </a:prstClr>
                </a:solidFill>
                <a:ea typeface="OPPOSans M"/>
              </a:rPr>
              <a:t>Discussion in possibility to held a local investigator meeting in Jan 2026, but may extend to Mar 2026 due to year end and upcoming Lunar New Year.</a:t>
            </a:r>
          </a:p>
        </p:txBody>
      </p:sp>
      <p:sp>
        <p:nvSpPr>
          <p:cNvPr id="17" name="矩形: 圆角 35">
            <a:extLst>
              <a:ext uri="{FF2B5EF4-FFF2-40B4-BE49-F238E27FC236}">
                <a16:creationId xmlns:a16="http://schemas.microsoft.com/office/drawing/2014/main" id="{3E8F549D-CE23-3EA5-CE54-984DC07CEDA5}"/>
              </a:ext>
            </a:extLst>
          </p:cNvPr>
          <p:cNvSpPr/>
          <p:nvPr>
            <p:custDataLst>
              <p:tags r:id="rId2"/>
            </p:custDataLst>
          </p:nvPr>
        </p:nvSpPr>
        <p:spPr>
          <a:xfrm>
            <a:off x="993018" y="4811778"/>
            <a:ext cx="2246265" cy="1188883"/>
          </a:xfrm>
          <a:prstGeom prst="roundRect">
            <a:avLst>
              <a:gd name="adj" fmla="val 11071"/>
            </a:avLst>
          </a:prstGeom>
          <a:solidFill>
            <a:srgbClr val="306534"/>
          </a:solidFill>
          <a:ln w="38100" cap="flat" cmpd="sng" algn="ctr">
            <a:noFill/>
            <a:prstDash val="solid"/>
            <a:miter lim="800000"/>
          </a:ln>
          <a:effectLst>
            <a:outerShdw blurRad="411480" dist="123444" dir="5400000" sx="108000" sy="108000" algn="ctr" rotWithShape="0">
              <a:srgbClr val="306534">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white"/>
                </a:solidFill>
                <a:effectLst>
                  <a:outerShdw blurRad="137160" dist="41148" dir="2699997" algn="tl">
                    <a:srgbClr val="000000">
                      <a:alpha val="40000"/>
                    </a:srgbClr>
                  </a:outerShdw>
                </a:effectLst>
                <a:uLnTx/>
                <a:uFillTx/>
                <a:latin typeface="Boehringer Forward Text"/>
                <a:ea typeface="OPPOSans M"/>
                <a:cs typeface="+mn-cs"/>
              </a:rPr>
              <a:t>Mitigation actions</a:t>
            </a:r>
          </a:p>
        </p:txBody>
      </p:sp>
      <p:sp>
        <p:nvSpPr>
          <p:cNvPr id="13" name="矩形 9">
            <a:extLst>
              <a:ext uri="{FF2B5EF4-FFF2-40B4-BE49-F238E27FC236}">
                <a16:creationId xmlns:a16="http://schemas.microsoft.com/office/drawing/2014/main" id="{0DF94B6A-0F62-2D65-942D-617005CBFE50}"/>
              </a:ext>
            </a:extLst>
          </p:cNvPr>
          <p:cNvSpPr/>
          <p:nvPr/>
        </p:nvSpPr>
        <p:spPr>
          <a:xfrm>
            <a:off x="3599518" y="2276901"/>
            <a:ext cx="7580414" cy="120742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300" kern="0">
                <a:solidFill>
                  <a:prstClr val="black">
                    <a:lumMod val="75000"/>
                    <a:lumOff val="25000"/>
                  </a:prstClr>
                </a:solidFill>
                <a:ea typeface="OPPOSans M"/>
              </a:rPr>
              <a:t>By 8 Dec, TW has screened 52</a:t>
            </a:r>
            <a:r>
              <a:rPr lang="en-US" altLang="zh-CN" sz="1300" kern="0">
                <a:solidFill>
                  <a:schemeClr val="accent5"/>
                </a:solidFill>
                <a:ea typeface="OPPOSans M"/>
              </a:rPr>
              <a:t>(+32 since end of Aug, +10 since end of Nov), </a:t>
            </a:r>
            <a:r>
              <a:rPr lang="en-US" altLang="zh-CN" sz="1300" kern="0">
                <a:solidFill>
                  <a:prstClr val="black">
                    <a:lumMod val="75000"/>
                    <a:lumOff val="25000"/>
                  </a:prstClr>
                </a:solidFill>
                <a:ea typeface="OPPOSans M"/>
              </a:rPr>
              <a:t>randomized 1 </a:t>
            </a:r>
            <a:r>
              <a:rPr lang="en-US" altLang="zh-CN" sz="1300" kern="0">
                <a:solidFill>
                  <a:schemeClr val="accent5"/>
                </a:solidFill>
                <a:ea typeface="OPPOSans M"/>
              </a:rPr>
              <a:t>(+1 since end of Aug) [should enrolled 2 as planned]</a:t>
            </a:r>
            <a:r>
              <a:rPr lang="en-US" altLang="zh-CN" sz="1300" kern="0">
                <a:solidFill>
                  <a:prstClr val="black">
                    <a:lumMod val="75000"/>
                    <a:lumOff val="25000"/>
                  </a:prstClr>
                </a:solidFill>
                <a:ea typeface="OPPOSans M"/>
              </a:rPr>
              <a:t>, screen failed 31, in screening 20;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300" kern="0">
                <a:solidFill>
                  <a:prstClr val="black">
                    <a:lumMod val="75000"/>
                    <a:lumOff val="25000"/>
                  </a:prstClr>
                </a:solidFill>
                <a:ea typeface="OPPOSans M"/>
              </a:rPr>
              <a:t>By 8 Dec, Totally </a:t>
            </a:r>
            <a:r>
              <a:rPr lang="en-US" altLang="zh-CN" sz="1300" kern="0">
                <a:solidFill>
                  <a:schemeClr val="accent5"/>
                </a:solidFill>
                <a:ea typeface="OPPOSans M"/>
              </a:rPr>
              <a:t>10</a:t>
            </a:r>
            <a:r>
              <a:rPr lang="en-US" altLang="zh-CN" sz="1300" kern="0">
                <a:solidFill>
                  <a:prstClr val="black">
                    <a:lumMod val="75000"/>
                    <a:lumOff val="25000"/>
                  </a:prstClr>
                </a:solidFill>
                <a:ea typeface="OPPOSans M"/>
              </a:rPr>
              <a:t> site engagement visits completed by BI Taiwan team. </a:t>
            </a:r>
            <a:r>
              <a:rPr lang="en-US" altLang="zh-CN" sz="1300" kern="0">
                <a:solidFill>
                  <a:schemeClr val="accent5"/>
                </a:solidFill>
                <a:ea typeface="OPPOSans M"/>
              </a:rPr>
              <a:t>1</a:t>
            </a:r>
            <a:r>
              <a:rPr lang="en-US" altLang="zh-CN" sz="1300" kern="0">
                <a:solidFill>
                  <a:prstClr val="black">
                    <a:lumMod val="75000"/>
                    <a:lumOff val="25000"/>
                  </a:prstClr>
                </a:solidFill>
                <a:ea typeface="OPPOSans M"/>
              </a:rPr>
              <a:t> site (TWN1) unavailable by Dec 2025 so planned to have further engagement in the near future. </a:t>
            </a:r>
          </a:p>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PXL TWN Boost Recruitment Visit Plan submitted for Global PXL team approval. </a:t>
            </a:r>
          </a:p>
        </p:txBody>
      </p:sp>
      <p:sp>
        <p:nvSpPr>
          <p:cNvPr id="18" name="矩形: 圆角 36">
            <a:extLst>
              <a:ext uri="{FF2B5EF4-FFF2-40B4-BE49-F238E27FC236}">
                <a16:creationId xmlns:a16="http://schemas.microsoft.com/office/drawing/2014/main" id="{F9D380F5-6B9B-0591-C944-58CAFCCEB254}"/>
              </a:ext>
            </a:extLst>
          </p:cNvPr>
          <p:cNvSpPr/>
          <p:nvPr>
            <p:custDataLst>
              <p:tags r:id="rId3"/>
            </p:custDataLst>
          </p:nvPr>
        </p:nvSpPr>
        <p:spPr>
          <a:xfrm>
            <a:off x="973968" y="2233549"/>
            <a:ext cx="2246265" cy="1207422"/>
          </a:xfrm>
          <a:prstGeom prst="roundRect">
            <a:avLst>
              <a:gd name="adj" fmla="val 6936"/>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Status update </a:t>
            </a:r>
          </a:p>
        </p:txBody>
      </p:sp>
      <p:sp>
        <p:nvSpPr>
          <p:cNvPr id="3" name="矩形 102">
            <a:extLst>
              <a:ext uri="{FF2B5EF4-FFF2-40B4-BE49-F238E27FC236}">
                <a16:creationId xmlns:a16="http://schemas.microsoft.com/office/drawing/2014/main" id="{C8931848-2275-D674-4FBC-C564DDA38916}"/>
              </a:ext>
            </a:extLst>
          </p:cNvPr>
          <p:cNvSpPr/>
          <p:nvPr/>
        </p:nvSpPr>
        <p:spPr>
          <a:xfrm>
            <a:off x="1229286"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 name="矩形: 圆角 103">
            <a:extLst>
              <a:ext uri="{FF2B5EF4-FFF2-40B4-BE49-F238E27FC236}">
                <a16:creationId xmlns:a16="http://schemas.microsoft.com/office/drawing/2014/main" id="{1CB8C90B-A1E4-4DA9-2B27-FAFA99BCD3FC}"/>
              </a:ext>
            </a:extLst>
          </p:cNvPr>
          <p:cNvSpPr/>
          <p:nvPr/>
        </p:nvSpPr>
        <p:spPr>
          <a:xfrm>
            <a:off x="1286929"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Project/study</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文本框 109">
            <a:extLst>
              <a:ext uri="{FF2B5EF4-FFF2-40B4-BE49-F238E27FC236}">
                <a16:creationId xmlns:a16="http://schemas.microsoft.com/office/drawing/2014/main" id="{D722E934-DAC3-D47D-42D8-3A49C6A19A7E}"/>
              </a:ext>
            </a:extLst>
          </p:cNvPr>
          <p:cNvSpPr txBox="1"/>
          <p:nvPr/>
        </p:nvSpPr>
        <p:spPr>
          <a:xfrm>
            <a:off x="1286929" y="1644074"/>
            <a:ext cx="4208996"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Survodutide,</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GCGR/GLP-1R </a:t>
            </a:r>
            <a:r>
              <a:rPr lang="en-US" altLang="zh-CN" sz="1200" i="1">
                <a:solidFill>
                  <a:sysClr val="windowText" lastClr="000000">
                    <a:lumMod val="75000"/>
                    <a:lumOff val="25000"/>
                  </a:sysClr>
                </a:solidFill>
                <a:latin typeface="Boehringer Forward Text"/>
              </a:rPr>
              <a:t>dual agonist,</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in MASH/</a:t>
            </a:r>
            <a:r>
              <a:rPr kumimoji="0" lang="en-US" altLang="zh-CN" sz="1200" b="1"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1404-0044</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PhIII</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
        <p:nvSpPr>
          <p:cNvPr id="14" name="矩形 102">
            <a:extLst>
              <a:ext uri="{FF2B5EF4-FFF2-40B4-BE49-F238E27FC236}">
                <a16:creationId xmlns:a16="http://schemas.microsoft.com/office/drawing/2014/main" id="{BAD27706-B911-D753-D4C0-8CD8587AF68F}"/>
              </a:ext>
            </a:extLst>
          </p:cNvPr>
          <p:cNvSpPr/>
          <p:nvPr/>
        </p:nvSpPr>
        <p:spPr>
          <a:xfrm>
            <a:off x="6419353"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9" name="矩形: 圆角 103">
            <a:extLst>
              <a:ext uri="{FF2B5EF4-FFF2-40B4-BE49-F238E27FC236}">
                <a16:creationId xmlns:a16="http://schemas.microsoft.com/office/drawing/2014/main" id="{5F8AA33A-844E-D981-1AB7-8F83F78EBDF1}"/>
              </a:ext>
            </a:extLst>
          </p:cNvPr>
          <p:cNvSpPr/>
          <p:nvPr/>
        </p:nvSpPr>
        <p:spPr>
          <a:xfrm>
            <a:off x="6476996"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Red-light starts from</a:t>
            </a:r>
          </a:p>
        </p:txBody>
      </p:sp>
      <p:sp>
        <p:nvSpPr>
          <p:cNvPr id="20" name="文本框 109">
            <a:extLst>
              <a:ext uri="{FF2B5EF4-FFF2-40B4-BE49-F238E27FC236}">
                <a16:creationId xmlns:a16="http://schemas.microsoft.com/office/drawing/2014/main" id="{BA5F58C7-6F63-125D-EAAA-335706B4BB92}"/>
              </a:ext>
            </a:extLst>
          </p:cNvPr>
          <p:cNvSpPr txBox="1"/>
          <p:nvPr/>
        </p:nvSpPr>
        <p:spPr>
          <a:xfrm>
            <a:off x="6533272" y="1644074"/>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Aug 2025</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Tree>
    <p:extLst>
      <p:ext uri="{BB962C8B-B14F-4D97-AF65-F5344CB8AC3E}">
        <p14:creationId xmlns:p14="http://schemas.microsoft.com/office/powerpoint/2010/main" val="1265808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1C0FD3-2E9D-7C54-49B6-E6FBE01F1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C6727-54FA-92B6-6621-B72ECFA69535}"/>
              </a:ext>
            </a:extLst>
          </p:cNvPr>
          <p:cNvSpPr>
            <a:spLocks noGrp="1"/>
          </p:cNvSpPr>
          <p:nvPr>
            <p:ph type="title"/>
          </p:nvPr>
        </p:nvSpPr>
        <p:spPr>
          <a:xfrm>
            <a:off x="488143" y="474385"/>
            <a:ext cx="11233151" cy="720000"/>
          </a:xfrm>
        </p:spPr>
        <p:txBody>
          <a:bodyPr/>
          <a:lstStyle/>
          <a:p>
            <a:r>
              <a:rPr lang="en-US" altLang="zh-CN"/>
              <a:t>Projects/Studies with </a:t>
            </a:r>
            <a:r>
              <a:rPr lang="en-US" altLang="zh-CN">
                <a:solidFill>
                  <a:schemeClr val="accent4"/>
                </a:solidFill>
              </a:rPr>
              <a:t>Yellow-Light – Hong Kong  </a:t>
            </a:r>
            <a:endParaRPr lang="zh-CN" altLang="en-US">
              <a:solidFill>
                <a:schemeClr val="accent4"/>
              </a:solidFill>
            </a:endParaRPr>
          </a:p>
        </p:txBody>
      </p:sp>
      <p:sp>
        <p:nvSpPr>
          <p:cNvPr id="6" name="Slide Number Placeholder 5">
            <a:extLst>
              <a:ext uri="{FF2B5EF4-FFF2-40B4-BE49-F238E27FC236}">
                <a16:creationId xmlns:a16="http://schemas.microsoft.com/office/drawing/2014/main" id="{644DAA69-229D-2CCB-C5CD-51D57F7DB8C0}"/>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2" name="矩形 7">
            <a:extLst>
              <a:ext uri="{FF2B5EF4-FFF2-40B4-BE49-F238E27FC236}">
                <a16:creationId xmlns:a16="http://schemas.microsoft.com/office/drawing/2014/main" id="{2305E921-6A85-9A25-C861-589CB59D1E4B}"/>
              </a:ext>
            </a:extLst>
          </p:cNvPr>
          <p:cNvSpPr/>
          <p:nvPr/>
        </p:nvSpPr>
        <p:spPr>
          <a:xfrm>
            <a:off x="3618568" y="3618854"/>
            <a:ext cx="7580414" cy="998818"/>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t"/>
          <a:lstStyle/>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Main challenges in Hong Kong </a:t>
            </a:r>
            <a:r>
              <a:rPr kumimoji="0" lang="en-US" altLang="zh-CN" sz="1300" b="0" i="0" u="none" strike="noStrike" kern="0" cap="none" spc="0" normalizeH="0" baseline="0" noProof="0">
                <a:ln>
                  <a:noFill/>
                </a:ln>
                <a:solidFill>
                  <a:prstClr val="black">
                    <a:lumMod val="75000"/>
                    <a:lumOff val="25000"/>
                  </a:prstClr>
                </a:solidFill>
                <a:effectLst/>
                <a:uLnTx/>
                <a:uFillTx/>
                <a:latin typeface="+mn-lt"/>
                <a:ea typeface="OPPOSans M"/>
                <a:cs typeface="+mn-cs"/>
              </a:rPr>
              <a:t>including </a:t>
            </a:r>
            <a:r>
              <a:rPr lang="en-US" altLang="zh-CN" sz="1300" kern="0">
                <a:solidFill>
                  <a:schemeClr val="accent5"/>
                </a:solidFill>
                <a:ea typeface="OPPOSans M"/>
              </a:rPr>
              <a:t>low</a:t>
            </a:r>
            <a:r>
              <a:rPr kumimoji="0" lang="en-US" altLang="zh-CN" sz="1300" b="0" i="0" u="none" strike="noStrike" kern="0" cap="none" spc="0" normalizeH="0" baseline="0" noProof="0">
                <a:ln>
                  <a:noFill/>
                </a:ln>
                <a:solidFill>
                  <a:schemeClr val="accent5"/>
                </a:solidFill>
                <a:effectLst/>
                <a:uLnTx/>
                <a:uFillTx/>
                <a:latin typeface="+mn-lt"/>
                <a:ea typeface="OPPOSans M"/>
                <a:cs typeface="+mn-cs"/>
              </a:rPr>
              <a:t> performance</a:t>
            </a:r>
            <a:r>
              <a:rPr lang="en-US" altLang="zh-CN" sz="1300" kern="0">
                <a:solidFill>
                  <a:schemeClr val="accent5"/>
                </a:solidFill>
                <a:ea typeface="OPPOSans M"/>
              </a:rPr>
              <a:t> of site for recruitment</a:t>
            </a:r>
            <a:r>
              <a:rPr lang="en-US" altLang="zh-CN" sz="1300" kern="0">
                <a:solidFill>
                  <a:prstClr val="black">
                    <a:lumMod val="75000"/>
                    <a:lumOff val="25000"/>
                  </a:prstClr>
                </a:solidFill>
                <a:ea typeface="OPPOSans M"/>
              </a:rPr>
              <a:t> (screen 1 patient per month)</a:t>
            </a:r>
            <a:r>
              <a:rPr lang="en-US" altLang="zh-CN" sz="1300" kern="0">
                <a:solidFill>
                  <a:schemeClr val="accent5"/>
                </a:solidFill>
                <a:ea typeface="OPPOSans M"/>
              </a:rPr>
              <a:t>, high SF rate,</a:t>
            </a:r>
            <a:r>
              <a:rPr lang="en-US" altLang="zh-CN" sz="1300" kern="0">
                <a:solidFill>
                  <a:prstClr val="black">
                    <a:lumMod val="75000"/>
                    <a:lumOff val="25000"/>
                  </a:prstClr>
                </a:solidFill>
                <a:ea typeface="OPPOSans M"/>
              </a:rPr>
              <a:t> </a:t>
            </a:r>
            <a:r>
              <a:rPr kumimoji="0" lang="en-US" altLang="zh-CN" sz="1300" b="0" i="0" u="none" strike="noStrike" kern="0" cap="none" spc="0" normalizeH="0" baseline="0" noProof="0">
                <a:ln>
                  <a:noFill/>
                </a:ln>
                <a:solidFill>
                  <a:prstClr val="black">
                    <a:lumMod val="75000"/>
                    <a:lumOff val="25000"/>
                  </a:prstClr>
                </a:solidFill>
                <a:effectLst/>
                <a:uLnTx/>
                <a:uFillTx/>
                <a:latin typeface="+mn-lt"/>
                <a:ea typeface="OPPOSans M"/>
                <a:cs typeface="+mn-cs"/>
              </a:rPr>
              <a:t>etc.</a:t>
            </a:r>
            <a:endParaRPr lang="en-US" altLang="zh-CN" sz="1300" b="0" i="0" u="none" strike="noStrike" kern="0" cap="none" spc="0" normalizeH="0" baseline="0" noProof="0">
              <a:ln>
                <a:noFill/>
              </a:ln>
              <a:solidFill>
                <a:prstClr val="black">
                  <a:lumMod val="75000"/>
                  <a:lumOff val="25000"/>
                </a:prstClr>
              </a:solidFill>
              <a:effectLst/>
              <a:uLnTx/>
              <a:uFillTx/>
              <a:latin typeface="+mn-lt"/>
              <a:ea typeface="OPPOSans M"/>
            </a:endParaRPr>
          </a:p>
          <a:p>
            <a:pPr marR="0" lvl="0" algn="l" defTabSz="914400" rtl="0" eaLnBrk="1" fontAlgn="auto" latinLnBrk="0" hangingPunct="1">
              <a:lnSpc>
                <a:spcPct val="100000"/>
              </a:lnSpc>
              <a:spcBef>
                <a:spcPts val="0"/>
              </a:spcBef>
              <a:spcAft>
                <a:spcPts val="0"/>
              </a:spcAft>
              <a:buClrTx/>
              <a:buSzTx/>
              <a:tabLst/>
              <a:defRPr/>
            </a:pPr>
            <a:endParaRPr kumimoji="0" lang="zh-CN" altLang="en-US" sz="1300" b="0" i="0" u="none" strike="noStrike" kern="0" cap="none" spc="0" normalizeH="0" baseline="0" noProof="0">
              <a:ln>
                <a:noFill/>
              </a:ln>
              <a:solidFill>
                <a:prstClr val="black">
                  <a:lumMod val="75000"/>
                  <a:lumOff val="25000"/>
                </a:prstClr>
              </a:solidFill>
              <a:effectLst/>
              <a:uLnTx/>
              <a:uFillTx/>
              <a:latin typeface="+mn-lt"/>
              <a:ea typeface="OPPOSans M"/>
              <a:cs typeface="+mn-cs"/>
            </a:endParaRPr>
          </a:p>
        </p:txBody>
      </p:sp>
      <p:sp>
        <p:nvSpPr>
          <p:cNvPr id="16" name="矩形: 圆角 34">
            <a:extLst>
              <a:ext uri="{FF2B5EF4-FFF2-40B4-BE49-F238E27FC236}">
                <a16:creationId xmlns:a16="http://schemas.microsoft.com/office/drawing/2014/main" id="{2A77DE25-D89C-F2BE-575C-A6AC1F8502BC}"/>
              </a:ext>
            </a:extLst>
          </p:cNvPr>
          <p:cNvSpPr/>
          <p:nvPr>
            <p:custDataLst>
              <p:tags r:id="rId1"/>
            </p:custDataLst>
          </p:nvPr>
        </p:nvSpPr>
        <p:spPr>
          <a:xfrm>
            <a:off x="993018" y="3618854"/>
            <a:ext cx="2246265" cy="998818"/>
          </a:xfrm>
          <a:prstGeom prst="roundRect">
            <a:avLst>
              <a:gd name="adj" fmla="val 9693"/>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Key issues</a:t>
            </a:r>
          </a:p>
        </p:txBody>
      </p:sp>
      <p:sp>
        <p:nvSpPr>
          <p:cNvPr id="15" name="矩形 11">
            <a:extLst>
              <a:ext uri="{FF2B5EF4-FFF2-40B4-BE49-F238E27FC236}">
                <a16:creationId xmlns:a16="http://schemas.microsoft.com/office/drawing/2014/main" id="{C72C0D44-DC82-9991-913D-ED6C4CD313AE}"/>
              </a:ext>
            </a:extLst>
          </p:cNvPr>
          <p:cNvSpPr/>
          <p:nvPr/>
        </p:nvSpPr>
        <p:spPr>
          <a:xfrm>
            <a:off x="3618568" y="4710225"/>
            <a:ext cx="7580414" cy="1536611"/>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ctr"/>
          <a:lstStyle/>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The booster recruitment visit for both sites were planned. </a:t>
            </a:r>
            <a:r>
              <a:rPr lang="en-US" altLang="zh-CN" sz="1300" kern="0">
                <a:solidFill>
                  <a:schemeClr val="accent5"/>
                </a:solidFill>
                <a:ea typeface="OPPOSans M"/>
              </a:rPr>
              <a:t>HKG1 with the accompany of Dr. Zhang, Emma, Karen, Dave was conducted on 3 Dec 2025. HKG 2 planned in Q4 2025. </a:t>
            </a:r>
          </a:p>
          <a:p>
            <a:pPr marL="285750" indent="-285750">
              <a:buFont typeface="Arial" panose="020B0604020202020204" pitchFamily="34" charset="0"/>
              <a:buChar char="•"/>
              <a:defRPr/>
            </a:pPr>
            <a:r>
              <a:rPr lang="en-US" altLang="zh-CN" sz="1300" kern="0">
                <a:solidFill>
                  <a:prstClr val="black">
                    <a:lumMod val="75000"/>
                    <a:lumOff val="25000"/>
                  </a:prstClr>
                </a:solidFill>
                <a:ea typeface="OPPOSans M"/>
              </a:rPr>
              <a:t>Pre-screening activities initiated at both sites, leading to the increase of recruitment </a:t>
            </a:r>
            <a:r>
              <a:rPr lang="en-US" altLang="zh-CN" sz="1300" kern="0">
                <a:solidFill>
                  <a:schemeClr val="accent5"/>
                </a:solidFill>
                <a:ea typeface="OPPOSans M"/>
              </a:rPr>
              <a:t>(+2)</a:t>
            </a:r>
            <a:r>
              <a:rPr lang="en-US" altLang="zh-CN" sz="1300" kern="0">
                <a:solidFill>
                  <a:prstClr val="black">
                    <a:lumMod val="75000"/>
                    <a:lumOff val="25000"/>
                  </a:prstClr>
                </a:solidFill>
                <a:ea typeface="OPPOSans M"/>
              </a:rPr>
              <a:t> in both of the studies. </a:t>
            </a:r>
          </a:p>
          <a:p>
            <a:pPr marL="285750" indent="-285750">
              <a:buFont typeface="Arial" panose="020B0604020202020204" pitchFamily="34" charset="0"/>
              <a:buChar char="•"/>
              <a:defRPr/>
            </a:pPr>
            <a:r>
              <a:rPr lang="en-US" altLang="zh-CN" sz="1300" kern="0">
                <a:solidFill>
                  <a:schemeClr val="accent5"/>
                </a:solidFill>
                <a:ea typeface="OPPOSans M"/>
              </a:rPr>
              <a:t>Planned virtual site engagement meeting on 18Dec2025. </a:t>
            </a:r>
          </a:p>
          <a:p>
            <a:pPr marL="285750" indent="-285750">
              <a:buFont typeface="Arial" panose="020B0604020202020204" pitchFamily="34" charset="0"/>
              <a:buChar char="•"/>
              <a:defRPr/>
            </a:pPr>
            <a:r>
              <a:rPr lang="en-US" altLang="zh-CN" sz="1300" kern="0">
                <a:solidFill>
                  <a:schemeClr val="accent5"/>
                </a:solidFill>
                <a:ea typeface="OPPOSans M"/>
              </a:rPr>
              <a:t>Plan to discuss the enrolment target increase for HKG1. </a:t>
            </a:r>
          </a:p>
          <a:p>
            <a:pPr marL="285750" indent="-285750">
              <a:buFont typeface="Arial" panose="020B0604020202020204" pitchFamily="34" charset="0"/>
              <a:buChar char="•"/>
              <a:defRPr/>
            </a:pPr>
            <a:r>
              <a:rPr lang="en-US" altLang="zh-CN" sz="1300" kern="0">
                <a:solidFill>
                  <a:schemeClr val="accent5"/>
                </a:solidFill>
                <a:ea typeface="OPPOSans M"/>
              </a:rPr>
              <a:t>Plan to invite Hong Kong sites for FTF IM in Mar-Apr 2026. </a:t>
            </a:r>
          </a:p>
        </p:txBody>
      </p:sp>
      <p:sp>
        <p:nvSpPr>
          <p:cNvPr id="17" name="矩形: 圆角 35">
            <a:extLst>
              <a:ext uri="{FF2B5EF4-FFF2-40B4-BE49-F238E27FC236}">
                <a16:creationId xmlns:a16="http://schemas.microsoft.com/office/drawing/2014/main" id="{B4CC9885-8697-4EA9-439D-FB2A6D549CD7}"/>
              </a:ext>
            </a:extLst>
          </p:cNvPr>
          <p:cNvSpPr/>
          <p:nvPr>
            <p:custDataLst>
              <p:tags r:id="rId2"/>
            </p:custDataLst>
          </p:nvPr>
        </p:nvSpPr>
        <p:spPr>
          <a:xfrm>
            <a:off x="993018" y="4811778"/>
            <a:ext cx="2246265" cy="1188883"/>
          </a:xfrm>
          <a:prstGeom prst="roundRect">
            <a:avLst>
              <a:gd name="adj" fmla="val 11071"/>
            </a:avLst>
          </a:prstGeom>
          <a:solidFill>
            <a:srgbClr val="306534"/>
          </a:solidFill>
          <a:ln w="38100" cap="flat" cmpd="sng" algn="ctr">
            <a:noFill/>
            <a:prstDash val="solid"/>
            <a:miter lim="800000"/>
          </a:ln>
          <a:effectLst>
            <a:outerShdw blurRad="411480" dist="123444" dir="5400000" sx="108000" sy="108000" algn="ctr" rotWithShape="0">
              <a:srgbClr val="306534">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white"/>
                </a:solidFill>
                <a:effectLst>
                  <a:outerShdw blurRad="137160" dist="41148" dir="2699997" algn="tl">
                    <a:srgbClr val="000000">
                      <a:alpha val="40000"/>
                    </a:srgbClr>
                  </a:outerShdw>
                </a:effectLst>
                <a:uLnTx/>
                <a:uFillTx/>
                <a:latin typeface="Boehringer Forward Text"/>
                <a:ea typeface="OPPOSans M"/>
                <a:cs typeface="+mn-cs"/>
              </a:rPr>
              <a:t>Mitigation actions</a:t>
            </a:r>
          </a:p>
        </p:txBody>
      </p:sp>
      <p:sp>
        <p:nvSpPr>
          <p:cNvPr id="13" name="矩形 9">
            <a:extLst>
              <a:ext uri="{FF2B5EF4-FFF2-40B4-BE49-F238E27FC236}">
                <a16:creationId xmlns:a16="http://schemas.microsoft.com/office/drawing/2014/main" id="{2C1CBCD6-D59A-9BF1-90D2-F3F350156FA4}"/>
              </a:ext>
            </a:extLst>
          </p:cNvPr>
          <p:cNvSpPr/>
          <p:nvPr/>
        </p:nvSpPr>
        <p:spPr>
          <a:xfrm>
            <a:off x="3599518" y="2276901"/>
            <a:ext cx="7580414" cy="120742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300" kern="0">
                <a:solidFill>
                  <a:prstClr val="black">
                    <a:lumMod val="75000"/>
                    <a:lumOff val="25000"/>
                  </a:prstClr>
                </a:solidFill>
                <a:ea typeface="OPPOSans M"/>
              </a:rPr>
              <a:t>By 01 Dec, HK has screened 11 </a:t>
            </a:r>
            <a:r>
              <a:rPr lang="en-US" altLang="zh-CN" sz="1300" kern="0">
                <a:solidFill>
                  <a:schemeClr val="accent5"/>
                </a:solidFill>
                <a:ea typeface="OPPOSans M"/>
              </a:rPr>
              <a:t>(+2)</a:t>
            </a:r>
            <a:r>
              <a:rPr lang="en-US" altLang="zh-CN" sz="1300" kern="0">
                <a:ea typeface="OPPOSans M"/>
              </a:rPr>
              <a:t>, randomized </a:t>
            </a:r>
            <a:r>
              <a:rPr lang="en-US" altLang="zh-CN" sz="1300" kern="0">
                <a:solidFill>
                  <a:prstClr val="black">
                    <a:lumMod val="75000"/>
                    <a:lumOff val="25000"/>
                  </a:prstClr>
                </a:solidFill>
                <a:ea typeface="OPPOSans M"/>
              </a:rPr>
              <a:t>1 </a:t>
            </a:r>
            <a:r>
              <a:rPr lang="en-US" altLang="zh-CN" sz="1300" kern="0">
                <a:solidFill>
                  <a:schemeClr val="accent5"/>
                </a:solidFill>
                <a:ea typeface="OPPOSans M"/>
              </a:rPr>
              <a:t>[2 as planned]</a:t>
            </a:r>
            <a:r>
              <a:rPr lang="en-US" altLang="zh-CN" sz="1300" kern="0">
                <a:solidFill>
                  <a:prstClr val="black">
                    <a:lumMod val="75000"/>
                    <a:lumOff val="25000"/>
                  </a:prstClr>
                </a:solidFill>
                <a:ea typeface="OPPOSans M"/>
              </a:rPr>
              <a:t>, screen failed 5, in screening 5; </a:t>
            </a:r>
          </a:p>
        </p:txBody>
      </p:sp>
      <p:sp>
        <p:nvSpPr>
          <p:cNvPr id="18" name="矩形: 圆角 36">
            <a:extLst>
              <a:ext uri="{FF2B5EF4-FFF2-40B4-BE49-F238E27FC236}">
                <a16:creationId xmlns:a16="http://schemas.microsoft.com/office/drawing/2014/main" id="{A83C8073-6790-CBEC-50A4-0A917315E52A}"/>
              </a:ext>
            </a:extLst>
          </p:cNvPr>
          <p:cNvSpPr/>
          <p:nvPr>
            <p:custDataLst>
              <p:tags r:id="rId3"/>
            </p:custDataLst>
          </p:nvPr>
        </p:nvSpPr>
        <p:spPr>
          <a:xfrm>
            <a:off x="973968" y="2233549"/>
            <a:ext cx="2246265" cy="1207422"/>
          </a:xfrm>
          <a:prstGeom prst="roundRect">
            <a:avLst>
              <a:gd name="adj" fmla="val 6936"/>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Status update </a:t>
            </a:r>
          </a:p>
        </p:txBody>
      </p:sp>
      <p:sp>
        <p:nvSpPr>
          <p:cNvPr id="3" name="矩形 102">
            <a:extLst>
              <a:ext uri="{FF2B5EF4-FFF2-40B4-BE49-F238E27FC236}">
                <a16:creationId xmlns:a16="http://schemas.microsoft.com/office/drawing/2014/main" id="{69B087B9-7584-A818-769A-BEB3FE38BA21}"/>
              </a:ext>
            </a:extLst>
          </p:cNvPr>
          <p:cNvSpPr/>
          <p:nvPr/>
        </p:nvSpPr>
        <p:spPr>
          <a:xfrm>
            <a:off x="1229286"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 name="矩形: 圆角 103">
            <a:extLst>
              <a:ext uri="{FF2B5EF4-FFF2-40B4-BE49-F238E27FC236}">
                <a16:creationId xmlns:a16="http://schemas.microsoft.com/office/drawing/2014/main" id="{A874BACF-EB0A-21B5-2ECD-D1C1BF663F67}"/>
              </a:ext>
            </a:extLst>
          </p:cNvPr>
          <p:cNvSpPr/>
          <p:nvPr/>
        </p:nvSpPr>
        <p:spPr>
          <a:xfrm>
            <a:off x="1286929"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Project/study</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文本框 109">
            <a:extLst>
              <a:ext uri="{FF2B5EF4-FFF2-40B4-BE49-F238E27FC236}">
                <a16:creationId xmlns:a16="http://schemas.microsoft.com/office/drawing/2014/main" id="{AB89A988-B638-DBE7-9D65-FEAD9278BD35}"/>
              </a:ext>
            </a:extLst>
          </p:cNvPr>
          <p:cNvSpPr txBox="1"/>
          <p:nvPr/>
        </p:nvSpPr>
        <p:spPr>
          <a:xfrm>
            <a:off x="1286929" y="1644074"/>
            <a:ext cx="4208996"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Survodutide,</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GCGR/GLP-1R </a:t>
            </a:r>
            <a:r>
              <a:rPr lang="en-US" altLang="zh-CN" sz="1200" i="1">
                <a:solidFill>
                  <a:sysClr val="windowText" lastClr="000000">
                    <a:lumMod val="75000"/>
                    <a:lumOff val="25000"/>
                  </a:sysClr>
                </a:solidFill>
                <a:latin typeface="Boehringer Forward Text"/>
              </a:rPr>
              <a:t>dual agonist,</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in MASH/</a:t>
            </a:r>
            <a:r>
              <a:rPr kumimoji="0" lang="en-US" altLang="zh-CN" sz="1200" b="1"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1404-0044</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PhIII</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
        <p:nvSpPr>
          <p:cNvPr id="14" name="矩形 102">
            <a:extLst>
              <a:ext uri="{FF2B5EF4-FFF2-40B4-BE49-F238E27FC236}">
                <a16:creationId xmlns:a16="http://schemas.microsoft.com/office/drawing/2014/main" id="{8A6338DA-F0EA-A546-45BD-96DDAC1EA056}"/>
              </a:ext>
            </a:extLst>
          </p:cNvPr>
          <p:cNvSpPr/>
          <p:nvPr/>
        </p:nvSpPr>
        <p:spPr>
          <a:xfrm>
            <a:off x="6419353"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9" name="矩形: 圆角 103">
            <a:extLst>
              <a:ext uri="{FF2B5EF4-FFF2-40B4-BE49-F238E27FC236}">
                <a16:creationId xmlns:a16="http://schemas.microsoft.com/office/drawing/2014/main" id="{C9445B66-13A6-A990-23F6-78757E9117FB}"/>
              </a:ext>
            </a:extLst>
          </p:cNvPr>
          <p:cNvSpPr/>
          <p:nvPr/>
        </p:nvSpPr>
        <p:spPr>
          <a:xfrm>
            <a:off x="6476996"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Red-light starts from</a:t>
            </a:r>
          </a:p>
        </p:txBody>
      </p:sp>
      <p:sp>
        <p:nvSpPr>
          <p:cNvPr id="20" name="文本框 109">
            <a:extLst>
              <a:ext uri="{FF2B5EF4-FFF2-40B4-BE49-F238E27FC236}">
                <a16:creationId xmlns:a16="http://schemas.microsoft.com/office/drawing/2014/main" id="{95C24418-C7D4-F993-8AA3-1015E973C992}"/>
              </a:ext>
            </a:extLst>
          </p:cNvPr>
          <p:cNvSpPr txBox="1"/>
          <p:nvPr/>
        </p:nvSpPr>
        <p:spPr>
          <a:xfrm>
            <a:off x="6533272" y="1644074"/>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Aug 2025</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Tree>
    <p:extLst>
      <p:ext uri="{BB962C8B-B14F-4D97-AF65-F5344CB8AC3E}">
        <p14:creationId xmlns:p14="http://schemas.microsoft.com/office/powerpoint/2010/main" val="3689286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6">
            <a:extLst>
              <a:ext uri="{FF2B5EF4-FFF2-40B4-BE49-F238E27FC236}">
                <a16:creationId xmlns:a16="http://schemas.microsoft.com/office/drawing/2014/main" id="{E5D73020-947A-494B-8AF9-0ED43BC5CE96}"/>
              </a:ext>
            </a:extLst>
          </p:cNvPr>
          <p:cNvGraphicFramePr>
            <a:graphicFrameLocks/>
          </p:cNvGraphicFramePr>
          <p:nvPr/>
        </p:nvGraphicFramePr>
        <p:xfrm>
          <a:off x="-1" y="663956"/>
          <a:ext cx="12175755" cy="45021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21</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1" y="257617"/>
            <a:ext cx="12079706" cy="553999"/>
          </a:xfrm>
        </p:spPr>
        <p:txBody>
          <a:bodyPr wrap="square" anchor="t">
            <a:normAutofit/>
          </a:bodyPr>
          <a:lstStyle/>
          <a:p>
            <a:r>
              <a:rPr lang="en-US" altLang="zh-CN" sz="2400"/>
              <a:t>1404-0044 </a:t>
            </a:r>
            <a:r>
              <a:rPr lang="en-US" altLang="zh-CN" sz="2400" err="1"/>
              <a:t>Liverage</a:t>
            </a:r>
            <a:r>
              <a:rPr lang="en-US" altLang="zh-CN" sz="2400" baseline="30000" err="1"/>
              <a:t>TM</a:t>
            </a:r>
            <a:r>
              <a:rPr lang="en-US" altLang="zh-CN" sz="2400"/>
              <a:t> dated on 01Dec2025 </a:t>
            </a:r>
            <a:r>
              <a:rPr lang="en-US" altLang="zh-CN" sz="2400" i="1">
                <a:solidFill>
                  <a:srgbClr val="EE6541"/>
                </a:solidFill>
              </a:rPr>
              <a:t>(Global recruitment status)</a:t>
            </a:r>
            <a:endParaRPr lang="en-US" altLang="zh-CN" sz="2400" i="1">
              <a:solidFill>
                <a:srgbClr val="EE6541"/>
              </a:solidFill>
              <a:highlight>
                <a:srgbClr val="FFFF00"/>
              </a:highlight>
            </a:endParaRPr>
          </a:p>
        </p:txBody>
      </p:sp>
      <p:graphicFrame>
        <p:nvGraphicFramePr>
          <p:cNvPr id="24" name="表格 23">
            <a:extLst>
              <a:ext uri="{FF2B5EF4-FFF2-40B4-BE49-F238E27FC236}">
                <a16:creationId xmlns:a16="http://schemas.microsoft.com/office/drawing/2014/main" id="{4937587B-A3AC-98B5-C075-426DC76B4B35}"/>
              </a:ext>
            </a:extLst>
          </p:cNvPr>
          <p:cNvGraphicFramePr>
            <a:graphicFrameLocks noGrp="1"/>
          </p:cNvGraphicFramePr>
          <p:nvPr/>
        </p:nvGraphicFramePr>
        <p:xfrm>
          <a:off x="16244" y="5129954"/>
          <a:ext cx="12175755" cy="1728045"/>
        </p:xfrm>
        <a:graphic>
          <a:graphicData uri="http://schemas.openxmlformats.org/drawingml/2006/table">
            <a:tbl>
              <a:tblPr>
                <a:tableStyleId>{9D7B26C5-4107-4FEC-AEDC-1716B250A1EF}</a:tableStyleId>
              </a:tblPr>
              <a:tblGrid>
                <a:gridCol w="917419">
                  <a:extLst>
                    <a:ext uri="{9D8B030D-6E8A-4147-A177-3AD203B41FA5}">
                      <a16:colId xmlns:a16="http://schemas.microsoft.com/office/drawing/2014/main" val="3473625976"/>
                    </a:ext>
                  </a:extLst>
                </a:gridCol>
                <a:gridCol w="351823">
                  <a:extLst>
                    <a:ext uri="{9D8B030D-6E8A-4147-A177-3AD203B41FA5}">
                      <a16:colId xmlns:a16="http://schemas.microsoft.com/office/drawing/2014/main" val="1085168671"/>
                    </a:ext>
                  </a:extLst>
                </a:gridCol>
                <a:gridCol w="351823">
                  <a:extLst>
                    <a:ext uri="{9D8B030D-6E8A-4147-A177-3AD203B41FA5}">
                      <a16:colId xmlns:a16="http://schemas.microsoft.com/office/drawing/2014/main" val="173616610"/>
                    </a:ext>
                  </a:extLst>
                </a:gridCol>
                <a:gridCol w="351823">
                  <a:extLst>
                    <a:ext uri="{9D8B030D-6E8A-4147-A177-3AD203B41FA5}">
                      <a16:colId xmlns:a16="http://schemas.microsoft.com/office/drawing/2014/main" val="2511394184"/>
                    </a:ext>
                  </a:extLst>
                </a:gridCol>
                <a:gridCol w="351823">
                  <a:extLst>
                    <a:ext uri="{9D8B030D-6E8A-4147-A177-3AD203B41FA5}">
                      <a16:colId xmlns:a16="http://schemas.microsoft.com/office/drawing/2014/main" val="1006931387"/>
                    </a:ext>
                  </a:extLst>
                </a:gridCol>
                <a:gridCol w="351823">
                  <a:extLst>
                    <a:ext uri="{9D8B030D-6E8A-4147-A177-3AD203B41FA5}">
                      <a16:colId xmlns:a16="http://schemas.microsoft.com/office/drawing/2014/main" val="1580186530"/>
                    </a:ext>
                  </a:extLst>
                </a:gridCol>
                <a:gridCol w="351823">
                  <a:extLst>
                    <a:ext uri="{9D8B030D-6E8A-4147-A177-3AD203B41FA5}">
                      <a16:colId xmlns:a16="http://schemas.microsoft.com/office/drawing/2014/main" val="2077854728"/>
                    </a:ext>
                  </a:extLst>
                </a:gridCol>
                <a:gridCol w="351823">
                  <a:extLst>
                    <a:ext uri="{9D8B030D-6E8A-4147-A177-3AD203B41FA5}">
                      <a16:colId xmlns:a16="http://schemas.microsoft.com/office/drawing/2014/main" val="1923209731"/>
                    </a:ext>
                  </a:extLst>
                </a:gridCol>
                <a:gridCol w="351823">
                  <a:extLst>
                    <a:ext uri="{9D8B030D-6E8A-4147-A177-3AD203B41FA5}">
                      <a16:colId xmlns:a16="http://schemas.microsoft.com/office/drawing/2014/main" val="1904945596"/>
                    </a:ext>
                  </a:extLst>
                </a:gridCol>
                <a:gridCol w="351823">
                  <a:extLst>
                    <a:ext uri="{9D8B030D-6E8A-4147-A177-3AD203B41FA5}">
                      <a16:colId xmlns:a16="http://schemas.microsoft.com/office/drawing/2014/main" val="3832727492"/>
                    </a:ext>
                  </a:extLst>
                </a:gridCol>
                <a:gridCol w="351823">
                  <a:extLst>
                    <a:ext uri="{9D8B030D-6E8A-4147-A177-3AD203B41FA5}">
                      <a16:colId xmlns:a16="http://schemas.microsoft.com/office/drawing/2014/main" val="3120066975"/>
                    </a:ext>
                  </a:extLst>
                </a:gridCol>
                <a:gridCol w="351823">
                  <a:extLst>
                    <a:ext uri="{9D8B030D-6E8A-4147-A177-3AD203B41FA5}">
                      <a16:colId xmlns:a16="http://schemas.microsoft.com/office/drawing/2014/main" val="3924652231"/>
                    </a:ext>
                  </a:extLst>
                </a:gridCol>
                <a:gridCol w="351823">
                  <a:extLst>
                    <a:ext uri="{9D8B030D-6E8A-4147-A177-3AD203B41FA5}">
                      <a16:colId xmlns:a16="http://schemas.microsoft.com/office/drawing/2014/main" val="139508724"/>
                    </a:ext>
                  </a:extLst>
                </a:gridCol>
                <a:gridCol w="351823">
                  <a:extLst>
                    <a:ext uri="{9D8B030D-6E8A-4147-A177-3AD203B41FA5}">
                      <a16:colId xmlns:a16="http://schemas.microsoft.com/office/drawing/2014/main" val="1582784343"/>
                    </a:ext>
                  </a:extLst>
                </a:gridCol>
                <a:gridCol w="351823">
                  <a:extLst>
                    <a:ext uri="{9D8B030D-6E8A-4147-A177-3AD203B41FA5}">
                      <a16:colId xmlns:a16="http://schemas.microsoft.com/office/drawing/2014/main" val="4187133416"/>
                    </a:ext>
                  </a:extLst>
                </a:gridCol>
                <a:gridCol w="351823">
                  <a:extLst>
                    <a:ext uri="{9D8B030D-6E8A-4147-A177-3AD203B41FA5}">
                      <a16:colId xmlns:a16="http://schemas.microsoft.com/office/drawing/2014/main" val="3581936348"/>
                    </a:ext>
                  </a:extLst>
                </a:gridCol>
                <a:gridCol w="351823">
                  <a:extLst>
                    <a:ext uri="{9D8B030D-6E8A-4147-A177-3AD203B41FA5}">
                      <a16:colId xmlns:a16="http://schemas.microsoft.com/office/drawing/2014/main" val="2530529000"/>
                    </a:ext>
                  </a:extLst>
                </a:gridCol>
                <a:gridCol w="351823">
                  <a:extLst>
                    <a:ext uri="{9D8B030D-6E8A-4147-A177-3AD203B41FA5}">
                      <a16:colId xmlns:a16="http://schemas.microsoft.com/office/drawing/2014/main" val="3846253994"/>
                    </a:ext>
                  </a:extLst>
                </a:gridCol>
                <a:gridCol w="351823">
                  <a:extLst>
                    <a:ext uri="{9D8B030D-6E8A-4147-A177-3AD203B41FA5}">
                      <a16:colId xmlns:a16="http://schemas.microsoft.com/office/drawing/2014/main" val="420172467"/>
                    </a:ext>
                  </a:extLst>
                </a:gridCol>
                <a:gridCol w="351823">
                  <a:extLst>
                    <a:ext uri="{9D8B030D-6E8A-4147-A177-3AD203B41FA5}">
                      <a16:colId xmlns:a16="http://schemas.microsoft.com/office/drawing/2014/main" val="2349683200"/>
                    </a:ext>
                  </a:extLst>
                </a:gridCol>
                <a:gridCol w="351823">
                  <a:extLst>
                    <a:ext uri="{9D8B030D-6E8A-4147-A177-3AD203B41FA5}">
                      <a16:colId xmlns:a16="http://schemas.microsoft.com/office/drawing/2014/main" val="232587003"/>
                    </a:ext>
                  </a:extLst>
                </a:gridCol>
                <a:gridCol w="351823">
                  <a:extLst>
                    <a:ext uri="{9D8B030D-6E8A-4147-A177-3AD203B41FA5}">
                      <a16:colId xmlns:a16="http://schemas.microsoft.com/office/drawing/2014/main" val="3893228783"/>
                    </a:ext>
                  </a:extLst>
                </a:gridCol>
                <a:gridCol w="351823">
                  <a:extLst>
                    <a:ext uri="{9D8B030D-6E8A-4147-A177-3AD203B41FA5}">
                      <a16:colId xmlns:a16="http://schemas.microsoft.com/office/drawing/2014/main" val="1810682300"/>
                    </a:ext>
                  </a:extLst>
                </a:gridCol>
                <a:gridCol w="351823">
                  <a:extLst>
                    <a:ext uri="{9D8B030D-6E8A-4147-A177-3AD203B41FA5}">
                      <a16:colId xmlns:a16="http://schemas.microsoft.com/office/drawing/2014/main" val="3264639981"/>
                    </a:ext>
                  </a:extLst>
                </a:gridCol>
                <a:gridCol w="351823">
                  <a:extLst>
                    <a:ext uri="{9D8B030D-6E8A-4147-A177-3AD203B41FA5}">
                      <a16:colId xmlns:a16="http://schemas.microsoft.com/office/drawing/2014/main" val="3250103509"/>
                    </a:ext>
                  </a:extLst>
                </a:gridCol>
                <a:gridCol w="351823">
                  <a:extLst>
                    <a:ext uri="{9D8B030D-6E8A-4147-A177-3AD203B41FA5}">
                      <a16:colId xmlns:a16="http://schemas.microsoft.com/office/drawing/2014/main" val="3103740402"/>
                    </a:ext>
                  </a:extLst>
                </a:gridCol>
                <a:gridCol w="351823">
                  <a:extLst>
                    <a:ext uri="{9D8B030D-6E8A-4147-A177-3AD203B41FA5}">
                      <a16:colId xmlns:a16="http://schemas.microsoft.com/office/drawing/2014/main" val="1005031145"/>
                    </a:ext>
                  </a:extLst>
                </a:gridCol>
                <a:gridCol w="351823">
                  <a:extLst>
                    <a:ext uri="{9D8B030D-6E8A-4147-A177-3AD203B41FA5}">
                      <a16:colId xmlns:a16="http://schemas.microsoft.com/office/drawing/2014/main" val="3319657863"/>
                    </a:ext>
                  </a:extLst>
                </a:gridCol>
                <a:gridCol w="351823">
                  <a:extLst>
                    <a:ext uri="{9D8B030D-6E8A-4147-A177-3AD203B41FA5}">
                      <a16:colId xmlns:a16="http://schemas.microsoft.com/office/drawing/2014/main" val="3302328897"/>
                    </a:ext>
                  </a:extLst>
                </a:gridCol>
                <a:gridCol w="351823">
                  <a:extLst>
                    <a:ext uri="{9D8B030D-6E8A-4147-A177-3AD203B41FA5}">
                      <a16:colId xmlns:a16="http://schemas.microsoft.com/office/drawing/2014/main" val="2493887247"/>
                    </a:ext>
                  </a:extLst>
                </a:gridCol>
                <a:gridCol w="351823">
                  <a:extLst>
                    <a:ext uri="{9D8B030D-6E8A-4147-A177-3AD203B41FA5}">
                      <a16:colId xmlns:a16="http://schemas.microsoft.com/office/drawing/2014/main" val="2446705051"/>
                    </a:ext>
                  </a:extLst>
                </a:gridCol>
                <a:gridCol w="351823">
                  <a:extLst>
                    <a:ext uri="{9D8B030D-6E8A-4147-A177-3AD203B41FA5}">
                      <a16:colId xmlns:a16="http://schemas.microsoft.com/office/drawing/2014/main" val="763452771"/>
                    </a:ext>
                  </a:extLst>
                </a:gridCol>
                <a:gridCol w="351823">
                  <a:extLst>
                    <a:ext uri="{9D8B030D-6E8A-4147-A177-3AD203B41FA5}">
                      <a16:colId xmlns:a16="http://schemas.microsoft.com/office/drawing/2014/main" val="874251783"/>
                    </a:ext>
                  </a:extLst>
                </a:gridCol>
              </a:tblGrid>
              <a:tr h="329353">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cs typeface="Arial" panose="020B0604020202020204" pitchFamily="34" charset="0"/>
                        </a:rPr>
                        <a:t>2024-10</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cs typeface="Arial" panose="020B0604020202020204" pitchFamily="34" charset="0"/>
                        </a:rPr>
                        <a:t>2024-11</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2024-12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29353">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b"/>
                      <a:r>
                        <a:rPr lang="en-US" sz="1050" b="0" i="0" u="none" strike="noStrike">
                          <a:solidFill>
                            <a:srgbClr val="000000"/>
                          </a:solidFill>
                          <a:effectLst/>
                          <a:latin typeface="Arial" panose="020B0604020202020204"/>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41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55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97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246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482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779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1110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1491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1977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2417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3028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3271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3530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3788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4076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4302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4584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4853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5180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5666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6191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6696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7235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7752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8255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8795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9314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Arial" panose="020B0604020202020204"/>
                        </a:rPr>
                        <a:t>9762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rial" panose="020B0604020202020204"/>
                        </a:rPr>
                        <a:t>10135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rial" panose="020B0604020202020204"/>
                        </a:rPr>
                        <a:t>10165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rial" panose="020B0604020202020204"/>
                        </a:rPr>
                        <a:t>10165</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69993">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33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42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55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129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266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534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808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1145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1550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1986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2402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2800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3209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3629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29353">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ctr"/>
                      <a:r>
                        <a:rPr lang="en-US" sz="1050" b="0" i="0" u="none" strike="noStrike">
                          <a:solidFill>
                            <a:srgbClr val="000000"/>
                          </a:solidFill>
                          <a:effectLst/>
                          <a:latin typeface="Arial" panose="020B0604020202020204"/>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31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77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106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232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290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347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401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463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520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580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639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700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811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925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1041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1152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1267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1382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1488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1603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1712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Arial" panose="020B0604020202020204"/>
                        </a:rPr>
                        <a:t>1800</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69993">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78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108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143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194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Arial" panose="020B0604020202020204" pitchFamily="34" charset="0"/>
                          <a:cs typeface="Arial" panose="020B0604020202020204" pitchFamily="34" charset="0"/>
                        </a:rPr>
                        <a:t>226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50" b="0" i="0" u="none" strike="noStrike">
                          <a:solidFill>
                            <a:srgbClr val="000000"/>
                          </a:solidFill>
                          <a:effectLst/>
                          <a:latin typeface="Calibri" panose="020F0502020204030204"/>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26" name="Rectangle 5">
            <a:extLst>
              <a:ext uri="{FF2B5EF4-FFF2-40B4-BE49-F238E27FC236}">
                <a16:creationId xmlns:a16="http://schemas.microsoft.com/office/drawing/2014/main" id="{23BE8A1C-2BB4-68DA-FA32-DD54578B0CD6}"/>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3629</a:t>
            </a:r>
          </a:p>
          <a:p>
            <a:pPr lvl="0"/>
            <a:r>
              <a:rPr lang="en-US" sz="1200">
                <a:solidFill>
                  <a:schemeClr val="tx1"/>
                </a:solidFill>
              </a:rPr>
              <a:t>Total Randomized = 226</a:t>
            </a:r>
            <a:endParaRPr lang="en-US" sz="1200" b="1">
              <a:solidFill>
                <a:schemeClr val="tx1"/>
              </a:solidFill>
            </a:endParaRPr>
          </a:p>
          <a:p>
            <a:pPr lvl="0"/>
            <a:r>
              <a:rPr lang="en-US" sz="1200">
                <a:solidFill>
                  <a:schemeClr val="tx1"/>
                </a:solidFill>
              </a:rPr>
              <a:t>Total SF=2690</a:t>
            </a:r>
          </a:p>
          <a:p>
            <a:pPr lvl="0"/>
            <a:r>
              <a:rPr lang="en-US" sz="1200">
                <a:solidFill>
                  <a:schemeClr val="tx1"/>
                </a:solidFill>
              </a:rPr>
              <a:t>SFR=92.25%</a:t>
            </a:r>
          </a:p>
        </p:txBody>
      </p:sp>
      <p:grpSp>
        <p:nvGrpSpPr>
          <p:cNvPr id="2" name="组合 1">
            <a:extLst>
              <a:ext uri="{FF2B5EF4-FFF2-40B4-BE49-F238E27FC236}">
                <a16:creationId xmlns:a16="http://schemas.microsoft.com/office/drawing/2014/main" id="{0708B481-F0B0-D7ED-7625-E1F31AC6E455}"/>
              </a:ext>
            </a:extLst>
          </p:cNvPr>
          <p:cNvGrpSpPr/>
          <p:nvPr/>
        </p:nvGrpSpPr>
        <p:grpSpPr>
          <a:xfrm>
            <a:off x="-1743601" y="5598035"/>
            <a:ext cx="1232411" cy="1259964"/>
            <a:chOff x="893167" y="683532"/>
            <a:chExt cx="1232411" cy="1259964"/>
          </a:xfrm>
        </p:grpSpPr>
        <p:sp>
          <p:nvSpPr>
            <p:cNvPr id="27" name="矩形 26">
              <a:extLst>
                <a:ext uri="{FF2B5EF4-FFF2-40B4-BE49-F238E27FC236}">
                  <a16:creationId xmlns:a16="http://schemas.microsoft.com/office/drawing/2014/main" id="{42CA7AB2-D25F-3E85-46A8-42BE24CB5CDB}"/>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21262804-C18E-C434-6CD6-324A3E480A82}"/>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8" imgW="834480" imgH="714960" progId="Excel.Sheet.12">
                    <p:embed/>
                  </p:oleObj>
                </mc:Choice>
                <mc:Fallback>
                  <p:oleObj name="Worksheet" showAsIcon="1" r:id="rId8" imgW="834480" imgH="714960" progId="Excel.Sheet.12">
                    <p:embed/>
                    <p:pic>
                      <p:nvPicPr>
                        <p:cNvPr id="28" name="对象 27">
                          <a:extLst>
                            <a:ext uri="{FF2B5EF4-FFF2-40B4-BE49-F238E27FC236}">
                              <a16:creationId xmlns:a16="http://schemas.microsoft.com/office/drawing/2014/main" id="{21262804-C18E-C434-6CD6-324A3E480A82}"/>
                            </a:ext>
                          </a:extLst>
                        </p:cNvPr>
                        <p:cNvPicPr/>
                        <p:nvPr/>
                      </p:nvPicPr>
                      <p:blipFill>
                        <a:blip r:embed="rId9"/>
                        <a:stretch>
                          <a:fillRect/>
                        </a:stretch>
                      </p:blipFill>
                      <p:spPr>
                        <a:xfrm>
                          <a:off x="962025" y="912813"/>
                          <a:ext cx="1125538" cy="963612"/>
                        </a:xfrm>
                        <a:prstGeom prst="rect">
                          <a:avLst/>
                        </a:prstGeom>
                      </p:spPr>
                    </p:pic>
                  </p:oleObj>
                </mc:Fallback>
              </mc:AlternateContent>
            </a:graphicData>
          </a:graphic>
        </p:graphicFrame>
      </p:grpSp>
      <p:grpSp>
        <p:nvGrpSpPr>
          <p:cNvPr id="4" name="组合 3">
            <a:extLst>
              <a:ext uri="{FF2B5EF4-FFF2-40B4-BE49-F238E27FC236}">
                <a16:creationId xmlns:a16="http://schemas.microsoft.com/office/drawing/2014/main" id="{C384DB68-4783-838C-6594-CCE659D358DE}"/>
              </a:ext>
            </a:extLst>
          </p:cNvPr>
          <p:cNvGrpSpPr/>
          <p:nvPr/>
        </p:nvGrpSpPr>
        <p:grpSpPr>
          <a:xfrm>
            <a:off x="7223051" y="3134889"/>
            <a:ext cx="2065638" cy="755975"/>
            <a:chOff x="7031664" y="3199904"/>
            <a:chExt cx="2065638" cy="755975"/>
          </a:xfrm>
        </p:grpSpPr>
        <p:sp>
          <p:nvSpPr>
            <p:cNvPr id="9" name="文本框 8">
              <a:extLst>
                <a:ext uri="{FF2B5EF4-FFF2-40B4-BE49-F238E27FC236}">
                  <a16:creationId xmlns:a16="http://schemas.microsoft.com/office/drawing/2014/main" id="{781ECE4F-ACF4-FD3F-384C-CCBA12F3BB9E}"/>
                </a:ext>
              </a:extLst>
            </p:cNvPr>
            <p:cNvSpPr txBox="1"/>
            <p:nvPr/>
          </p:nvSpPr>
          <p:spPr bwMode="gray">
            <a:xfrm>
              <a:off x="7031664" y="3199904"/>
              <a:ext cx="2065638" cy="307777"/>
            </a:xfrm>
            <a:prstGeom prst="rect">
              <a:avLst/>
            </a:prstGeom>
            <a:solidFill>
              <a:schemeClr val="bg1"/>
            </a:solidFill>
            <a:ln>
              <a:noFill/>
            </a:ln>
          </p:spPr>
          <p:txBody>
            <a:bodyPr wrap="square" lIns="0" tIns="0" rIns="0" bIns="0" rtlCol="0" anchor="t">
              <a:spAutoFit/>
            </a:bodyPr>
            <a:lstStyle/>
            <a:p>
              <a:r>
                <a:rPr lang="en-US" altLang="zh-CN" sz="1000">
                  <a:solidFill>
                    <a:srgbClr val="5D4495"/>
                  </a:solidFill>
                </a:rPr>
                <a:t>Total sample size for part 1 is 700, TCM sample size 12% of 700, ~84</a:t>
              </a:r>
            </a:p>
          </p:txBody>
        </p:sp>
        <p:cxnSp>
          <p:nvCxnSpPr>
            <p:cNvPr id="10" name="直接箭头连接符 9">
              <a:extLst>
                <a:ext uri="{FF2B5EF4-FFF2-40B4-BE49-F238E27FC236}">
                  <a16:creationId xmlns:a16="http://schemas.microsoft.com/office/drawing/2014/main" id="{FF17D8C1-C57C-D059-2192-BFA821E22595}"/>
                </a:ext>
              </a:extLst>
            </p:cNvPr>
            <p:cNvCxnSpPr>
              <a:cxnSpLocks/>
            </p:cNvCxnSpPr>
            <p:nvPr/>
          </p:nvCxnSpPr>
          <p:spPr bwMode="gray">
            <a:xfrm>
              <a:off x="8064483" y="3406458"/>
              <a:ext cx="0" cy="549421"/>
            </a:xfrm>
            <a:prstGeom prst="straightConnector1">
              <a:avLst/>
            </a:prstGeom>
            <a:ln w="12700">
              <a:solidFill>
                <a:srgbClr val="5D4495"/>
              </a:solidFill>
              <a:tailEnd type="triangle"/>
            </a:ln>
          </p:spPr>
          <p:style>
            <a:lnRef idx="1">
              <a:schemeClr val="accent1"/>
            </a:lnRef>
            <a:fillRef idx="0">
              <a:schemeClr val="accent1"/>
            </a:fillRef>
            <a:effectRef idx="0">
              <a:schemeClr val="accent1"/>
            </a:effectRef>
            <a:fontRef idx="minor">
              <a:schemeClr val="tx1"/>
            </a:fontRef>
          </p:style>
        </p:cxnSp>
      </p:grpSp>
      <p:pic>
        <p:nvPicPr>
          <p:cNvPr id="11" name="Picture 8" descr="Traffic light - Simple English Wikipedia, the free ...">
            <a:extLst>
              <a:ext uri="{FF2B5EF4-FFF2-40B4-BE49-F238E27FC236}">
                <a16:creationId xmlns:a16="http://schemas.microsoft.com/office/drawing/2014/main" id="{6B9A536B-91C1-1F53-D24B-1EF7585618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800000">
            <a:off x="11017660" y="189365"/>
            <a:ext cx="968654" cy="392216"/>
          </a:xfrm>
          <a:prstGeom prst="rect">
            <a:avLst/>
          </a:prstGeom>
          <a:solidFill>
            <a:schemeClr val="tx1"/>
          </a:solidFill>
        </p:spPr>
      </p:pic>
    </p:spTree>
    <p:extLst>
      <p:ext uri="{BB962C8B-B14F-4D97-AF65-F5344CB8AC3E}">
        <p14:creationId xmlns:p14="http://schemas.microsoft.com/office/powerpoint/2010/main" val="336816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E8BEF-CCC1-5CAC-6A28-95B6755B8FD4}"/>
            </a:ext>
          </a:extLst>
        </p:cNvPr>
        <p:cNvGrpSpPr/>
        <p:nvPr/>
      </p:nvGrpSpPr>
      <p:grpSpPr>
        <a:xfrm>
          <a:off x="0" y="0"/>
          <a:ext cx="0" cy="0"/>
          <a:chOff x="0" y="0"/>
          <a:chExt cx="0" cy="0"/>
        </a:xfrm>
      </p:grpSpPr>
      <p:graphicFrame>
        <p:nvGraphicFramePr>
          <p:cNvPr id="5" name="Chart 6">
            <a:extLst>
              <a:ext uri="{FF2B5EF4-FFF2-40B4-BE49-F238E27FC236}">
                <a16:creationId xmlns:a16="http://schemas.microsoft.com/office/drawing/2014/main" id="{E5D73020-947A-494B-8AF9-0ED43BC5CE96}"/>
              </a:ext>
            </a:extLst>
          </p:cNvPr>
          <p:cNvGraphicFramePr>
            <a:graphicFrameLocks/>
          </p:cNvGraphicFramePr>
          <p:nvPr/>
        </p:nvGraphicFramePr>
        <p:xfrm>
          <a:off x="-37793" y="627802"/>
          <a:ext cx="12267586" cy="45021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6BC956EA-5671-57C2-56C5-E174D8168B0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96E84656-38D2-484F-437F-D97175DDF1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99DD731-317A-9433-1821-4E54B76683A9}"/>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A5B29BBB-4175-474E-0862-74E969209E6B}"/>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A59CA254-A73A-4F09-267D-34EF211ACEAC}"/>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88B60E4A-E9A3-B919-315F-E5913AFB8139}"/>
              </a:ext>
            </a:extLst>
          </p:cNvPr>
          <p:cNvSpPr>
            <a:spLocks noGrp="1"/>
          </p:cNvSpPr>
          <p:nvPr>
            <p:ph type="sldNum" sz="quarter" idx="20"/>
          </p:nvPr>
        </p:nvSpPr>
        <p:spPr/>
        <p:txBody>
          <a:bodyPr/>
          <a:lstStyle/>
          <a:p>
            <a:fld id="{8FF9B0DE-3FEB-4AA0-B465-B80EF7C1333D}" type="slidenum">
              <a:rPr lang="en-US" smtClean="0"/>
              <a:pPr/>
              <a:t>22</a:t>
            </a:fld>
            <a:endParaRPr lang="en-US"/>
          </a:p>
        </p:txBody>
      </p:sp>
      <p:sp>
        <p:nvSpPr>
          <p:cNvPr id="23" name="标题 2">
            <a:extLst>
              <a:ext uri="{FF2B5EF4-FFF2-40B4-BE49-F238E27FC236}">
                <a16:creationId xmlns:a16="http://schemas.microsoft.com/office/drawing/2014/main" id="{4DAF5B0E-3B92-E7BD-E23A-61898C2A62C2}"/>
              </a:ext>
            </a:extLst>
          </p:cNvPr>
          <p:cNvSpPr>
            <a:spLocks noGrp="1"/>
          </p:cNvSpPr>
          <p:nvPr>
            <p:ph type="title"/>
          </p:nvPr>
        </p:nvSpPr>
        <p:spPr>
          <a:xfrm>
            <a:off x="-1" y="257617"/>
            <a:ext cx="12079706" cy="553999"/>
          </a:xfrm>
        </p:spPr>
        <p:txBody>
          <a:bodyPr wrap="square" anchor="t">
            <a:normAutofit/>
          </a:bodyPr>
          <a:lstStyle/>
          <a:p>
            <a:r>
              <a:rPr lang="en-US" altLang="zh-CN" sz="2400"/>
              <a:t>1404-0044 </a:t>
            </a:r>
            <a:r>
              <a:rPr lang="en-US" altLang="zh-CN" sz="2400" err="1"/>
              <a:t>Liverage</a:t>
            </a:r>
            <a:r>
              <a:rPr lang="en-US" altLang="zh-CN" sz="2400" baseline="30000" err="1"/>
              <a:t>TM</a:t>
            </a:r>
            <a:r>
              <a:rPr lang="en-US" altLang="zh-CN" sz="2400"/>
              <a:t> dated on 01Dec2025 </a:t>
            </a:r>
            <a:r>
              <a:rPr lang="en-US" altLang="zh-CN" sz="2400" i="1">
                <a:solidFill>
                  <a:srgbClr val="EE6541"/>
                </a:solidFill>
              </a:rPr>
              <a:t>(China recruitment status)</a:t>
            </a:r>
            <a:endParaRPr lang="en-US" altLang="zh-CN" sz="2400" i="1">
              <a:solidFill>
                <a:srgbClr val="EE6541"/>
              </a:solidFill>
              <a:highlight>
                <a:srgbClr val="FFFF00"/>
              </a:highlight>
            </a:endParaRPr>
          </a:p>
        </p:txBody>
      </p:sp>
      <p:grpSp>
        <p:nvGrpSpPr>
          <p:cNvPr id="3" name="组合 2">
            <a:extLst>
              <a:ext uri="{FF2B5EF4-FFF2-40B4-BE49-F238E27FC236}">
                <a16:creationId xmlns:a16="http://schemas.microsoft.com/office/drawing/2014/main" id="{4664902B-6AE1-7E84-1711-C85C3257B9E8}"/>
              </a:ext>
            </a:extLst>
          </p:cNvPr>
          <p:cNvGrpSpPr/>
          <p:nvPr/>
        </p:nvGrpSpPr>
        <p:grpSpPr>
          <a:xfrm>
            <a:off x="-1805334" y="5616854"/>
            <a:ext cx="1232411" cy="1259964"/>
            <a:chOff x="893167" y="683532"/>
            <a:chExt cx="1232411" cy="1259964"/>
          </a:xfrm>
        </p:grpSpPr>
        <p:sp>
          <p:nvSpPr>
            <p:cNvPr id="27" name="矩形 26">
              <a:extLst>
                <a:ext uri="{FF2B5EF4-FFF2-40B4-BE49-F238E27FC236}">
                  <a16:creationId xmlns:a16="http://schemas.microsoft.com/office/drawing/2014/main" id="{E50B1E2E-B927-B2FE-D657-46CCA26A4518}"/>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61B37807-3CE1-64A5-D086-B1C5513DDCF3}"/>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8" imgW="834480" imgH="714960" progId="Excel.Sheet.12">
                    <p:embed/>
                  </p:oleObj>
                </mc:Choice>
                <mc:Fallback>
                  <p:oleObj name="Worksheet" showAsIcon="1" r:id="rId8" imgW="834480" imgH="714960" progId="Excel.Sheet.12">
                    <p:embed/>
                    <p:pic>
                      <p:nvPicPr>
                        <p:cNvPr id="28" name="对象 27">
                          <a:extLst>
                            <a:ext uri="{FF2B5EF4-FFF2-40B4-BE49-F238E27FC236}">
                              <a16:creationId xmlns:a16="http://schemas.microsoft.com/office/drawing/2014/main" id="{61B37807-3CE1-64A5-D086-B1C5513DDCF3}"/>
                            </a:ext>
                          </a:extLst>
                        </p:cNvPr>
                        <p:cNvPicPr/>
                        <p:nvPr/>
                      </p:nvPicPr>
                      <p:blipFill>
                        <a:blip r:embed="rId9"/>
                        <a:stretch>
                          <a:fillRect/>
                        </a:stretch>
                      </p:blipFill>
                      <p:spPr>
                        <a:xfrm>
                          <a:off x="962025" y="912813"/>
                          <a:ext cx="1125538" cy="963612"/>
                        </a:xfrm>
                        <a:prstGeom prst="rect">
                          <a:avLst/>
                        </a:prstGeom>
                      </p:spPr>
                    </p:pic>
                  </p:oleObj>
                </mc:Fallback>
              </mc:AlternateContent>
            </a:graphicData>
          </a:graphic>
        </p:graphicFrame>
      </p:grpSp>
      <p:grpSp>
        <p:nvGrpSpPr>
          <p:cNvPr id="15" name="组合 14">
            <a:extLst>
              <a:ext uri="{FF2B5EF4-FFF2-40B4-BE49-F238E27FC236}">
                <a16:creationId xmlns:a16="http://schemas.microsoft.com/office/drawing/2014/main" id="{80BEB03D-355B-07BC-BD64-F4AC30D3EDED}"/>
              </a:ext>
            </a:extLst>
          </p:cNvPr>
          <p:cNvGrpSpPr/>
          <p:nvPr/>
        </p:nvGrpSpPr>
        <p:grpSpPr>
          <a:xfrm>
            <a:off x="6935971" y="3027752"/>
            <a:ext cx="2065638" cy="950669"/>
            <a:chOff x="7031664" y="3005210"/>
            <a:chExt cx="2065638" cy="950669"/>
          </a:xfrm>
        </p:grpSpPr>
        <p:sp>
          <p:nvSpPr>
            <p:cNvPr id="12" name="文本框 11">
              <a:extLst>
                <a:ext uri="{FF2B5EF4-FFF2-40B4-BE49-F238E27FC236}">
                  <a16:creationId xmlns:a16="http://schemas.microsoft.com/office/drawing/2014/main" id="{72622782-CCE8-8071-A817-9E5C7BAD2BCF}"/>
                </a:ext>
              </a:extLst>
            </p:cNvPr>
            <p:cNvSpPr txBox="1"/>
            <p:nvPr/>
          </p:nvSpPr>
          <p:spPr bwMode="gray">
            <a:xfrm>
              <a:off x="7031664" y="3005210"/>
              <a:ext cx="2065638" cy="307777"/>
            </a:xfrm>
            <a:prstGeom prst="rect">
              <a:avLst/>
            </a:prstGeom>
            <a:solidFill>
              <a:schemeClr val="bg1"/>
            </a:solidFill>
            <a:ln>
              <a:noFill/>
            </a:ln>
          </p:spPr>
          <p:txBody>
            <a:bodyPr wrap="square" lIns="0" tIns="0" rIns="0" bIns="0" rtlCol="0" anchor="t">
              <a:spAutoFit/>
            </a:bodyPr>
            <a:lstStyle/>
            <a:p>
              <a:r>
                <a:rPr lang="en-US" altLang="zh-CN" sz="1000">
                  <a:solidFill>
                    <a:srgbClr val="5D4495"/>
                  </a:solidFill>
                </a:rPr>
                <a:t>Total sample size for part 1 is 700, TCM sample size 12% of 700, ~84</a:t>
              </a:r>
            </a:p>
          </p:txBody>
        </p:sp>
        <p:cxnSp>
          <p:nvCxnSpPr>
            <p:cNvPr id="14" name="直接箭头连接符 13">
              <a:extLst>
                <a:ext uri="{FF2B5EF4-FFF2-40B4-BE49-F238E27FC236}">
                  <a16:creationId xmlns:a16="http://schemas.microsoft.com/office/drawing/2014/main" id="{83E34242-F57A-1938-989A-156E3E401151}"/>
                </a:ext>
              </a:extLst>
            </p:cNvPr>
            <p:cNvCxnSpPr>
              <a:cxnSpLocks/>
            </p:cNvCxnSpPr>
            <p:nvPr/>
          </p:nvCxnSpPr>
          <p:spPr bwMode="gray">
            <a:xfrm>
              <a:off x="8064483" y="3406458"/>
              <a:ext cx="0" cy="549421"/>
            </a:xfrm>
            <a:prstGeom prst="straightConnector1">
              <a:avLst/>
            </a:prstGeom>
            <a:ln w="12700">
              <a:solidFill>
                <a:srgbClr val="5D4495"/>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20" name="表格 19">
            <a:extLst>
              <a:ext uri="{FF2B5EF4-FFF2-40B4-BE49-F238E27FC236}">
                <a16:creationId xmlns:a16="http://schemas.microsoft.com/office/drawing/2014/main" id="{72CEB489-3E6C-B816-3C9B-830A424B38E9}"/>
              </a:ext>
            </a:extLst>
          </p:cNvPr>
          <p:cNvGraphicFramePr>
            <a:graphicFrameLocks noGrp="1"/>
          </p:cNvGraphicFramePr>
          <p:nvPr/>
        </p:nvGraphicFramePr>
        <p:xfrm>
          <a:off x="16244" y="5129954"/>
          <a:ext cx="12175765" cy="1728045"/>
        </p:xfrm>
        <a:graphic>
          <a:graphicData uri="http://schemas.openxmlformats.org/drawingml/2006/table">
            <a:tbl>
              <a:tblPr>
                <a:tableStyleId>{9D7B26C5-4107-4FEC-AEDC-1716B250A1EF}</a:tableStyleId>
              </a:tblPr>
              <a:tblGrid>
                <a:gridCol w="917419">
                  <a:extLst>
                    <a:ext uri="{9D8B030D-6E8A-4147-A177-3AD203B41FA5}">
                      <a16:colId xmlns:a16="http://schemas.microsoft.com/office/drawing/2014/main" val="3473625976"/>
                    </a:ext>
                  </a:extLst>
                </a:gridCol>
                <a:gridCol w="368586">
                  <a:extLst>
                    <a:ext uri="{9D8B030D-6E8A-4147-A177-3AD203B41FA5}">
                      <a16:colId xmlns:a16="http://schemas.microsoft.com/office/drawing/2014/main" val="4151403882"/>
                    </a:ext>
                  </a:extLst>
                </a:gridCol>
                <a:gridCol w="368586">
                  <a:extLst>
                    <a:ext uri="{9D8B030D-6E8A-4147-A177-3AD203B41FA5}">
                      <a16:colId xmlns:a16="http://schemas.microsoft.com/office/drawing/2014/main" val="1262633647"/>
                    </a:ext>
                  </a:extLst>
                </a:gridCol>
                <a:gridCol w="368586">
                  <a:extLst>
                    <a:ext uri="{9D8B030D-6E8A-4147-A177-3AD203B41FA5}">
                      <a16:colId xmlns:a16="http://schemas.microsoft.com/office/drawing/2014/main" val="2511394184"/>
                    </a:ext>
                  </a:extLst>
                </a:gridCol>
                <a:gridCol w="337872">
                  <a:extLst>
                    <a:ext uri="{9D8B030D-6E8A-4147-A177-3AD203B41FA5}">
                      <a16:colId xmlns:a16="http://schemas.microsoft.com/office/drawing/2014/main" val="1006931387"/>
                    </a:ext>
                  </a:extLst>
                </a:gridCol>
                <a:gridCol w="353230">
                  <a:extLst>
                    <a:ext uri="{9D8B030D-6E8A-4147-A177-3AD203B41FA5}">
                      <a16:colId xmlns:a16="http://schemas.microsoft.com/office/drawing/2014/main" val="1580186530"/>
                    </a:ext>
                  </a:extLst>
                </a:gridCol>
                <a:gridCol w="353230">
                  <a:extLst>
                    <a:ext uri="{9D8B030D-6E8A-4147-A177-3AD203B41FA5}">
                      <a16:colId xmlns:a16="http://schemas.microsoft.com/office/drawing/2014/main" val="2077854728"/>
                    </a:ext>
                  </a:extLst>
                </a:gridCol>
                <a:gridCol w="337872">
                  <a:extLst>
                    <a:ext uri="{9D8B030D-6E8A-4147-A177-3AD203B41FA5}">
                      <a16:colId xmlns:a16="http://schemas.microsoft.com/office/drawing/2014/main" val="1923209731"/>
                    </a:ext>
                  </a:extLst>
                </a:gridCol>
                <a:gridCol w="337872">
                  <a:extLst>
                    <a:ext uri="{9D8B030D-6E8A-4147-A177-3AD203B41FA5}">
                      <a16:colId xmlns:a16="http://schemas.microsoft.com/office/drawing/2014/main" val="1904945596"/>
                    </a:ext>
                  </a:extLst>
                </a:gridCol>
                <a:gridCol w="337872">
                  <a:extLst>
                    <a:ext uri="{9D8B030D-6E8A-4147-A177-3AD203B41FA5}">
                      <a16:colId xmlns:a16="http://schemas.microsoft.com/office/drawing/2014/main" val="3832727492"/>
                    </a:ext>
                  </a:extLst>
                </a:gridCol>
                <a:gridCol w="337872">
                  <a:extLst>
                    <a:ext uri="{9D8B030D-6E8A-4147-A177-3AD203B41FA5}">
                      <a16:colId xmlns:a16="http://schemas.microsoft.com/office/drawing/2014/main" val="3120066975"/>
                    </a:ext>
                  </a:extLst>
                </a:gridCol>
                <a:gridCol w="353229">
                  <a:extLst>
                    <a:ext uri="{9D8B030D-6E8A-4147-A177-3AD203B41FA5}">
                      <a16:colId xmlns:a16="http://schemas.microsoft.com/office/drawing/2014/main" val="3924652231"/>
                    </a:ext>
                  </a:extLst>
                </a:gridCol>
                <a:gridCol w="368586">
                  <a:extLst>
                    <a:ext uri="{9D8B030D-6E8A-4147-A177-3AD203B41FA5}">
                      <a16:colId xmlns:a16="http://schemas.microsoft.com/office/drawing/2014/main" val="139508724"/>
                    </a:ext>
                  </a:extLst>
                </a:gridCol>
                <a:gridCol w="400125">
                  <a:extLst>
                    <a:ext uri="{9D8B030D-6E8A-4147-A177-3AD203B41FA5}">
                      <a16:colId xmlns:a16="http://schemas.microsoft.com/office/drawing/2014/main" val="1582784343"/>
                    </a:ext>
                  </a:extLst>
                </a:gridCol>
                <a:gridCol w="337872">
                  <a:extLst>
                    <a:ext uri="{9D8B030D-6E8A-4147-A177-3AD203B41FA5}">
                      <a16:colId xmlns:a16="http://schemas.microsoft.com/office/drawing/2014/main" val="4187133416"/>
                    </a:ext>
                  </a:extLst>
                </a:gridCol>
                <a:gridCol w="368586">
                  <a:extLst>
                    <a:ext uri="{9D8B030D-6E8A-4147-A177-3AD203B41FA5}">
                      <a16:colId xmlns:a16="http://schemas.microsoft.com/office/drawing/2014/main" val="3581936348"/>
                    </a:ext>
                  </a:extLst>
                </a:gridCol>
                <a:gridCol w="337872">
                  <a:extLst>
                    <a:ext uri="{9D8B030D-6E8A-4147-A177-3AD203B41FA5}">
                      <a16:colId xmlns:a16="http://schemas.microsoft.com/office/drawing/2014/main" val="2530529000"/>
                    </a:ext>
                  </a:extLst>
                </a:gridCol>
                <a:gridCol w="353230">
                  <a:extLst>
                    <a:ext uri="{9D8B030D-6E8A-4147-A177-3AD203B41FA5}">
                      <a16:colId xmlns:a16="http://schemas.microsoft.com/office/drawing/2014/main" val="3846253994"/>
                    </a:ext>
                  </a:extLst>
                </a:gridCol>
                <a:gridCol w="368586">
                  <a:extLst>
                    <a:ext uri="{9D8B030D-6E8A-4147-A177-3AD203B41FA5}">
                      <a16:colId xmlns:a16="http://schemas.microsoft.com/office/drawing/2014/main" val="420172467"/>
                    </a:ext>
                  </a:extLst>
                </a:gridCol>
                <a:gridCol w="353230">
                  <a:extLst>
                    <a:ext uri="{9D8B030D-6E8A-4147-A177-3AD203B41FA5}">
                      <a16:colId xmlns:a16="http://schemas.microsoft.com/office/drawing/2014/main" val="2349683200"/>
                    </a:ext>
                  </a:extLst>
                </a:gridCol>
                <a:gridCol w="337872">
                  <a:extLst>
                    <a:ext uri="{9D8B030D-6E8A-4147-A177-3AD203B41FA5}">
                      <a16:colId xmlns:a16="http://schemas.microsoft.com/office/drawing/2014/main" val="232587003"/>
                    </a:ext>
                  </a:extLst>
                </a:gridCol>
                <a:gridCol w="353230">
                  <a:extLst>
                    <a:ext uri="{9D8B030D-6E8A-4147-A177-3AD203B41FA5}">
                      <a16:colId xmlns:a16="http://schemas.microsoft.com/office/drawing/2014/main" val="3893228783"/>
                    </a:ext>
                  </a:extLst>
                </a:gridCol>
                <a:gridCol w="368585">
                  <a:extLst>
                    <a:ext uri="{9D8B030D-6E8A-4147-A177-3AD203B41FA5}">
                      <a16:colId xmlns:a16="http://schemas.microsoft.com/office/drawing/2014/main" val="1810682300"/>
                    </a:ext>
                  </a:extLst>
                </a:gridCol>
                <a:gridCol w="337872">
                  <a:extLst>
                    <a:ext uri="{9D8B030D-6E8A-4147-A177-3AD203B41FA5}">
                      <a16:colId xmlns:a16="http://schemas.microsoft.com/office/drawing/2014/main" val="3264639981"/>
                    </a:ext>
                  </a:extLst>
                </a:gridCol>
                <a:gridCol w="368586">
                  <a:extLst>
                    <a:ext uri="{9D8B030D-6E8A-4147-A177-3AD203B41FA5}">
                      <a16:colId xmlns:a16="http://schemas.microsoft.com/office/drawing/2014/main" val="3250103509"/>
                    </a:ext>
                  </a:extLst>
                </a:gridCol>
                <a:gridCol w="353230">
                  <a:extLst>
                    <a:ext uri="{9D8B030D-6E8A-4147-A177-3AD203B41FA5}">
                      <a16:colId xmlns:a16="http://schemas.microsoft.com/office/drawing/2014/main" val="3103740402"/>
                    </a:ext>
                  </a:extLst>
                </a:gridCol>
                <a:gridCol w="368585">
                  <a:extLst>
                    <a:ext uri="{9D8B030D-6E8A-4147-A177-3AD203B41FA5}">
                      <a16:colId xmlns:a16="http://schemas.microsoft.com/office/drawing/2014/main" val="1005031145"/>
                    </a:ext>
                  </a:extLst>
                </a:gridCol>
                <a:gridCol w="337872">
                  <a:extLst>
                    <a:ext uri="{9D8B030D-6E8A-4147-A177-3AD203B41FA5}">
                      <a16:colId xmlns:a16="http://schemas.microsoft.com/office/drawing/2014/main" val="3319657863"/>
                    </a:ext>
                  </a:extLst>
                </a:gridCol>
                <a:gridCol w="337872">
                  <a:extLst>
                    <a:ext uri="{9D8B030D-6E8A-4147-A177-3AD203B41FA5}">
                      <a16:colId xmlns:a16="http://schemas.microsoft.com/office/drawing/2014/main" val="3302328897"/>
                    </a:ext>
                  </a:extLst>
                </a:gridCol>
                <a:gridCol w="345266">
                  <a:extLst>
                    <a:ext uri="{9D8B030D-6E8A-4147-A177-3AD203B41FA5}">
                      <a16:colId xmlns:a16="http://schemas.microsoft.com/office/drawing/2014/main" val="2493887247"/>
                    </a:ext>
                  </a:extLst>
                </a:gridCol>
                <a:gridCol w="335494">
                  <a:extLst>
                    <a:ext uri="{9D8B030D-6E8A-4147-A177-3AD203B41FA5}">
                      <a16:colId xmlns:a16="http://schemas.microsoft.com/office/drawing/2014/main" val="2446705051"/>
                    </a:ext>
                  </a:extLst>
                </a:gridCol>
                <a:gridCol w="335494">
                  <a:extLst>
                    <a:ext uri="{9D8B030D-6E8A-4147-A177-3AD203B41FA5}">
                      <a16:colId xmlns:a16="http://schemas.microsoft.com/office/drawing/2014/main" val="763452771"/>
                    </a:ext>
                  </a:extLst>
                </a:gridCol>
                <a:gridCol w="335494">
                  <a:extLst>
                    <a:ext uri="{9D8B030D-6E8A-4147-A177-3AD203B41FA5}">
                      <a16:colId xmlns:a16="http://schemas.microsoft.com/office/drawing/2014/main" val="874251783"/>
                    </a:ext>
                  </a:extLst>
                </a:gridCol>
              </a:tblGrid>
              <a:tr h="329353">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rPr>
                        <a:t>2024-10</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rPr>
                        <a:t>2024-11</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2024-12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29353">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3</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9</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17</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33</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60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81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186</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226</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273</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319</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366</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405</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452</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492</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538</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598</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658</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717</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784</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843</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903</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969</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1029</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1089</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1136</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1136</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1136</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69993">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3</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12</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19</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37</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61</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83</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u="none" strike="noStrike">
                          <a:solidFill>
                            <a:schemeClr val="tx1"/>
                          </a:solidFill>
                          <a:effectLst/>
                        </a:rPr>
                        <a:t>109</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u="none" strike="noStrike">
                          <a:solidFill>
                            <a:schemeClr val="tx1"/>
                          </a:solidFill>
                          <a:effectLst/>
                        </a:rPr>
                        <a:t>141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u="none" strike="noStrike">
                          <a:solidFill>
                            <a:schemeClr val="tx1"/>
                          </a:solidFill>
                          <a:effectLst/>
                        </a:rPr>
                        <a:t>168</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 </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29353">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2</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4</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11</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17</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u="none" strike="noStrike">
                          <a:solidFill>
                            <a:schemeClr val="tx1"/>
                          </a:solidFill>
                          <a:effectLst/>
                        </a:rPr>
                        <a:t>24</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30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36</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43</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50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57</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64</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a:solidFill>
                            <a:schemeClr val="tx1"/>
                          </a:solidFill>
                          <a:effectLst/>
                        </a:rPr>
                        <a:t>70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79</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89</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98</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107</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117</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126</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134</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144</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153</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u="none" strike="noStrike" kern="1200">
                          <a:solidFill>
                            <a:schemeClr val="tx1"/>
                          </a:solidFill>
                          <a:effectLst/>
                        </a:rPr>
                        <a:t>159</a:t>
                      </a:r>
                      <a:endParaRPr lang="en-US" sz="1050" b="0" u="none" strike="noStrike" kern="1200">
                        <a:solidFill>
                          <a:schemeClr val="tx1"/>
                        </a:solidFill>
                        <a:effectLst/>
                        <a:latin typeface="+mn-lt"/>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69993">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0</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0</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1</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2</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3</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4</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chemeClr val="tx1"/>
                          </a:solidFill>
                          <a:effectLst/>
                          <a:latin typeface="Arial" panose="020B0604020202020204"/>
                        </a:rPr>
                        <a:t>8</a:t>
                      </a: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u="none" strike="noStrike">
                          <a:solidFill>
                            <a:schemeClr val="tx1"/>
                          </a:solidFill>
                          <a:effectLst/>
                        </a:rPr>
                        <a:t> </a:t>
                      </a:r>
                      <a:endParaRPr lang="en-US" sz="1050" b="0" i="0" u="none" strike="noStrike">
                        <a:solidFill>
                          <a:schemeClr val="tx1"/>
                        </a:solidFill>
                        <a:effectLst/>
                        <a:latin typeface="Arial" panose="020B060402020202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u="none" strike="noStrike">
                          <a:solidFill>
                            <a:schemeClr val="tx1"/>
                          </a:solidFill>
                          <a:effectLst/>
                        </a:rPr>
                        <a:t> </a:t>
                      </a:r>
                      <a:endParaRPr lang="en-US" sz="1050" b="0" i="0" u="none" strike="noStrike">
                        <a:solidFill>
                          <a:schemeClr val="tx1"/>
                        </a:solidFill>
                        <a:effectLst/>
                        <a:latin typeface="Calibri" panose="020F0502020204030204"/>
                      </a:endParaRPr>
                    </a:p>
                  </a:txBody>
                  <a:tcPr marL="3521" marR="3521" marT="3521"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4" name="Rectangle 5">
            <a:extLst>
              <a:ext uri="{FF2B5EF4-FFF2-40B4-BE49-F238E27FC236}">
                <a16:creationId xmlns:a16="http://schemas.microsoft.com/office/drawing/2014/main" id="{3886E247-DBFE-7E91-31E8-E71B2D7E63A4}"/>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168</a:t>
            </a:r>
          </a:p>
          <a:p>
            <a:pPr lvl="0"/>
            <a:r>
              <a:rPr lang="en-US" sz="1200">
                <a:solidFill>
                  <a:schemeClr val="tx1"/>
                </a:solidFill>
              </a:rPr>
              <a:t>Total Randomized = 8</a:t>
            </a:r>
            <a:endParaRPr lang="en-US" sz="1200" b="1">
              <a:solidFill>
                <a:schemeClr val="tx1"/>
              </a:solidFill>
            </a:endParaRPr>
          </a:p>
          <a:p>
            <a:pPr lvl="0"/>
            <a:r>
              <a:rPr lang="en-US" sz="1200">
                <a:solidFill>
                  <a:schemeClr val="tx1"/>
                </a:solidFill>
              </a:rPr>
              <a:t>Total SF=105</a:t>
            </a:r>
          </a:p>
          <a:p>
            <a:pPr lvl="0"/>
            <a:r>
              <a:rPr lang="en-US" sz="1200">
                <a:solidFill>
                  <a:schemeClr val="tx1"/>
                </a:solidFill>
              </a:rPr>
              <a:t>SFR=92.92%</a:t>
            </a:r>
          </a:p>
        </p:txBody>
      </p:sp>
      <p:pic>
        <p:nvPicPr>
          <p:cNvPr id="2" name="Picture 2" descr="image">
            <a:extLst>
              <a:ext uri="{FF2B5EF4-FFF2-40B4-BE49-F238E27FC236}">
                <a16:creationId xmlns:a16="http://schemas.microsoft.com/office/drawing/2014/main" id="{3EA07820-AD8A-259F-D408-34BE1AB123A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183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6D4440-70CF-6EFF-16C3-4D4D48EDD5D7}"/>
            </a:ext>
          </a:extLst>
        </p:cNvPr>
        <p:cNvGrpSpPr/>
        <p:nvPr/>
      </p:nvGrpSpPr>
      <p:grpSpPr>
        <a:xfrm>
          <a:off x="0" y="0"/>
          <a:ext cx="0" cy="0"/>
          <a:chOff x="0" y="0"/>
          <a:chExt cx="0" cy="0"/>
        </a:xfrm>
      </p:grpSpPr>
      <p:graphicFrame>
        <p:nvGraphicFramePr>
          <p:cNvPr id="3" name="Chart 6">
            <a:extLst>
              <a:ext uri="{FF2B5EF4-FFF2-40B4-BE49-F238E27FC236}">
                <a16:creationId xmlns:a16="http://schemas.microsoft.com/office/drawing/2014/main" id="{E5D73020-947A-494B-8AF9-0ED43BC5CE96}"/>
              </a:ext>
            </a:extLst>
          </p:cNvPr>
          <p:cNvGraphicFramePr>
            <a:graphicFrameLocks/>
          </p:cNvGraphicFramePr>
          <p:nvPr/>
        </p:nvGraphicFramePr>
        <p:xfrm>
          <a:off x="-48361" y="621271"/>
          <a:ext cx="12240361" cy="45021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8E5C67BE-11FE-B246-C617-88EFC0176B4B}"/>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E13F9FE4-BCA6-EDDF-B68B-7B3AF5BFAE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C31A5E5F-A46B-1EBD-BB56-C56785F92CB6}"/>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2F8D76F0-FC4D-67C4-79FA-4E195DD1CA09}"/>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E4B6BCF9-2CFF-E12F-1560-286A7C5C9D0E}"/>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ED0D805D-6C4C-D5FB-88A6-19D342011FAE}"/>
              </a:ext>
            </a:extLst>
          </p:cNvPr>
          <p:cNvSpPr>
            <a:spLocks noGrp="1"/>
          </p:cNvSpPr>
          <p:nvPr>
            <p:ph type="sldNum" sz="quarter" idx="20"/>
          </p:nvPr>
        </p:nvSpPr>
        <p:spPr/>
        <p:txBody>
          <a:bodyPr/>
          <a:lstStyle/>
          <a:p>
            <a:fld id="{8FF9B0DE-3FEB-4AA0-B465-B80EF7C1333D}" type="slidenum">
              <a:rPr lang="en-US" smtClean="0"/>
              <a:pPr/>
              <a:t>23</a:t>
            </a:fld>
            <a:endParaRPr lang="en-US"/>
          </a:p>
        </p:txBody>
      </p:sp>
      <p:sp>
        <p:nvSpPr>
          <p:cNvPr id="23" name="标题 2">
            <a:extLst>
              <a:ext uri="{FF2B5EF4-FFF2-40B4-BE49-F238E27FC236}">
                <a16:creationId xmlns:a16="http://schemas.microsoft.com/office/drawing/2014/main" id="{28DC6CA8-8CFB-449A-4A9E-236A3E5A624F}"/>
              </a:ext>
            </a:extLst>
          </p:cNvPr>
          <p:cNvSpPr>
            <a:spLocks noGrp="1"/>
          </p:cNvSpPr>
          <p:nvPr>
            <p:ph type="title"/>
          </p:nvPr>
        </p:nvSpPr>
        <p:spPr>
          <a:xfrm>
            <a:off x="-1" y="257617"/>
            <a:ext cx="12079706" cy="553999"/>
          </a:xfrm>
        </p:spPr>
        <p:txBody>
          <a:bodyPr wrap="square" anchor="t">
            <a:normAutofit/>
          </a:bodyPr>
          <a:lstStyle/>
          <a:p>
            <a:r>
              <a:rPr lang="en-US" altLang="zh-CN" sz="2400"/>
              <a:t>1404-0044 </a:t>
            </a:r>
            <a:r>
              <a:rPr lang="en-US" altLang="zh-CN" sz="2400" err="1"/>
              <a:t>Liverage</a:t>
            </a:r>
            <a:r>
              <a:rPr lang="en-US" altLang="zh-CN" sz="2400" baseline="30000" err="1"/>
              <a:t>TM</a:t>
            </a:r>
            <a:r>
              <a:rPr lang="en-US" altLang="zh-CN" sz="2400"/>
              <a:t> dated on 1Dec2025 </a:t>
            </a:r>
            <a:r>
              <a:rPr lang="en-US" altLang="zh-CN" sz="2400" i="1">
                <a:solidFill>
                  <a:srgbClr val="EE6541"/>
                </a:solidFill>
              </a:rPr>
              <a:t>(Taiwan recruitment status)</a:t>
            </a:r>
            <a:endParaRPr lang="en-US" altLang="zh-CN" sz="2400" i="1">
              <a:solidFill>
                <a:srgbClr val="EE6541"/>
              </a:solidFill>
              <a:highlight>
                <a:srgbClr val="FFFF00"/>
              </a:highlight>
            </a:endParaRPr>
          </a:p>
        </p:txBody>
      </p:sp>
      <p:sp>
        <p:nvSpPr>
          <p:cNvPr id="27" name="矩形 26">
            <a:extLst>
              <a:ext uri="{FF2B5EF4-FFF2-40B4-BE49-F238E27FC236}">
                <a16:creationId xmlns:a16="http://schemas.microsoft.com/office/drawing/2014/main" id="{BB0183DA-64CE-D05D-6DD2-C68EE11386DF}"/>
              </a:ext>
            </a:extLst>
          </p:cNvPr>
          <p:cNvSpPr/>
          <p:nvPr/>
        </p:nvSpPr>
        <p:spPr bwMode="gray">
          <a:xfrm>
            <a:off x="-1805334" y="5616854"/>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0" name="表格 9">
            <a:extLst>
              <a:ext uri="{FF2B5EF4-FFF2-40B4-BE49-F238E27FC236}">
                <a16:creationId xmlns:a16="http://schemas.microsoft.com/office/drawing/2014/main" id="{9202E624-85F9-8BA2-A9B3-E8BA64169AC3}"/>
              </a:ext>
            </a:extLst>
          </p:cNvPr>
          <p:cNvGraphicFramePr>
            <a:graphicFrameLocks noGrp="1"/>
          </p:cNvGraphicFramePr>
          <p:nvPr/>
        </p:nvGraphicFramePr>
        <p:xfrm>
          <a:off x="16244" y="5129954"/>
          <a:ext cx="12175765" cy="1728045"/>
        </p:xfrm>
        <a:graphic>
          <a:graphicData uri="http://schemas.openxmlformats.org/drawingml/2006/table">
            <a:tbl>
              <a:tblPr>
                <a:tableStyleId>{9D7B26C5-4107-4FEC-AEDC-1716B250A1EF}</a:tableStyleId>
              </a:tblPr>
              <a:tblGrid>
                <a:gridCol w="917419">
                  <a:extLst>
                    <a:ext uri="{9D8B030D-6E8A-4147-A177-3AD203B41FA5}">
                      <a16:colId xmlns:a16="http://schemas.microsoft.com/office/drawing/2014/main" val="3473625976"/>
                    </a:ext>
                  </a:extLst>
                </a:gridCol>
                <a:gridCol w="368586">
                  <a:extLst>
                    <a:ext uri="{9D8B030D-6E8A-4147-A177-3AD203B41FA5}">
                      <a16:colId xmlns:a16="http://schemas.microsoft.com/office/drawing/2014/main" val="2329660870"/>
                    </a:ext>
                  </a:extLst>
                </a:gridCol>
                <a:gridCol w="368586">
                  <a:extLst>
                    <a:ext uri="{9D8B030D-6E8A-4147-A177-3AD203B41FA5}">
                      <a16:colId xmlns:a16="http://schemas.microsoft.com/office/drawing/2014/main" val="388877830"/>
                    </a:ext>
                  </a:extLst>
                </a:gridCol>
                <a:gridCol w="368586">
                  <a:extLst>
                    <a:ext uri="{9D8B030D-6E8A-4147-A177-3AD203B41FA5}">
                      <a16:colId xmlns:a16="http://schemas.microsoft.com/office/drawing/2014/main" val="2511394184"/>
                    </a:ext>
                  </a:extLst>
                </a:gridCol>
                <a:gridCol w="337872">
                  <a:extLst>
                    <a:ext uri="{9D8B030D-6E8A-4147-A177-3AD203B41FA5}">
                      <a16:colId xmlns:a16="http://schemas.microsoft.com/office/drawing/2014/main" val="1006931387"/>
                    </a:ext>
                  </a:extLst>
                </a:gridCol>
                <a:gridCol w="353230">
                  <a:extLst>
                    <a:ext uri="{9D8B030D-6E8A-4147-A177-3AD203B41FA5}">
                      <a16:colId xmlns:a16="http://schemas.microsoft.com/office/drawing/2014/main" val="1580186530"/>
                    </a:ext>
                  </a:extLst>
                </a:gridCol>
                <a:gridCol w="353230">
                  <a:extLst>
                    <a:ext uri="{9D8B030D-6E8A-4147-A177-3AD203B41FA5}">
                      <a16:colId xmlns:a16="http://schemas.microsoft.com/office/drawing/2014/main" val="2077854728"/>
                    </a:ext>
                  </a:extLst>
                </a:gridCol>
                <a:gridCol w="337872">
                  <a:extLst>
                    <a:ext uri="{9D8B030D-6E8A-4147-A177-3AD203B41FA5}">
                      <a16:colId xmlns:a16="http://schemas.microsoft.com/office/drawing/2014/main" val="1923209731"/>
                    </a:ext>
                  </a:extLst>
                </a:gridCol>
                <a:gridCol w="337872">
                  <a:extLst>
                    <a:ext uri="{9D8B030D-6E8A-4147-A177-3AD203B41FA5}">
                      <a16:colId xmlns:a16="http://schemas.microsoft.com/office/drawing/2014/main" val="1904945596"/>
                    </a:ext>
                  </a:extLst>
                </a:gridCol>
                <a:gridCol w="337872">
                  <a:extLst>
                    <a:ext uri="{9D8B030D-6E8A-4147-A177-3AD203B41FA5}">
                      <a16:colId xmlns:a16="http://schemas.microsoft.com/office/drawing/2014/main" val="3832727492"/>
                    </a:ext>
                  </a:extLst>
                </a:gridCol>
                <a:gridCol w="337872">
                  <a:extLst>
                    <a:ext uri="{9D8B030D-6E8A-4147-A177-3AD203B41FA5}">
                      <a16:colId xmlns:a16="http://schemas.microsoft.com/office/drawing/2014/main" val="3120066975"/>
                    </a:ext>
                  </a:extLst>
                </a:gridCol>
                <a:gridCol w="353229">
                  <a:extLst>
                    <a:ext uri="{9D8B030D-6E8A-4147-A177-3AD203B41FA5}">
                      <a16:colId xmlns:a16="http://schemas.microsoft.com/office/drawing/2014/main" val="3924652231"/>
                    </a:ext>
                  </a:extLst>
                </a:gridCol>
                <a:gridCol w="368586">
                  <a:extLst>
                    <a:ext uri="{9D8B030D-6E8A-4147-A177-3AD203B41FA5}">
                      <a16:colId xmlns:a16="http://schemas.microsoft.com/office/drawing/2014/main" val="139508724"/>
                    </a:ext>
                  </a:extLst>
                </a:gridCol>
                <a:gridCol w="400125">
                  <a:extLst>
                    <a:ext uri="{9D8B030D-6E8A-4147-A177-3AD203B41FA5}">
                      <a16:colId xmlns:a16="http://schemas.microsoft.com/office/drawing/2014/main" val="1582784343"/>
                    </a:ext>
                  </a:extLst>
                </a:gridCol>
                <a:gridCol w="337872">
                  <a:extLst>
                    <a:ext uri="{9D8B030D-6E8A-4147-A177-3AD203B41FA5}">
                      <a16:colId xmlns:a16="http://schemas.microsoft.com/office/drawing/2014/main" val="4187133416"/>
                    </a:ext>
                  </a:extLst>
                </a:gridCol>
                <a:gridCol w="368586">
                  <a:extLst>
                    <a:ext uri="{9D8B030D-6E8A-4147-A177-3AD203B41FA5}">
                      <a16:colId xmlns:a16="http://schemas.microsoft.com/office/drawing/2014/main" val="3581936348"/>
                    </a:ext>
                  </a:extLst>
                </a:gridCol>
                <a:gridCol w="337872">
                  <a:extLst>
                    <a:ext uri="{9D8B030D-6E8A-4147-A177-3AD203B41FA5}">
                      <a16:colId xmlns:a16="http://schemas.microsoft.com/office/drawing/2014/main" val="2530529000"/>
                    </a:ext>
                  </a:extLst>
                </a:gridCol>
                <a:gridCol w="353230">
                  <a:extLst>
                    <a:ext uri="{9D8B030D-6E8A-4147-A177-3AD203B41FA5}">
                      <a16:colId xmlns:a16="http://schemas.microsoft.com/office/drawing/2014/main" val="3846253994"/>
                    </a:ext>
                  </a:extLst>
                </a:gridCol>
                <a:gridCol w="368586">
                  <a:extLst>
                    <a:ext uri="{9D8B030D-6E8A-4147-A177-3AD203B41FA5}">
                      <a16:colId xmlns:a16="http://schemas.microsoft.com/office/drawing/2014/main" val="420172467"/>
                    </a:ext>
                  </a:extLst>
                </a:gridCol>
                <a:gridCol w="353230">
                  <a:extLst>
                    <a:ext uri="{9D8B030D-6E8A-4147-A177-3AD203B41FA5}">
                      <a16:colId xmlns:a16="http://schemas.microsoft.com/office/drawing/2014/main" val="2349683200"/>
                    </a:ext>
                  </a:extLst>
                </a:gridCol>
                <a:gridCol w="337872">
                  <a:extLst>
                    <a:ext uri="{9D8B030D-6E8A-4147-A177-3AD203B41FA5}">
                      <a16:colId xmlns:a16="http://schemas.microsoft.com/office/drawing/2014/main" val="232587003"/>
                    </a:ext>
                  </a:extLst>
                </a:gridCol>
                <a:gridCol w="353230">
                  <a:extLst>
                    <a:ext uri="{9D8B030D-6E8A-4147-A177-3AD203B41FA5}">
                      <a16:colId xmlns:a16="http://schemas.microsoft.com/office/drawing/2014/main" val="3893228783"/>
                    </a:ext>
                  </a:extLst>
                </a:gridCol>
                <a:gridCol w="368585">
                  <a:extLst>
                    <a:ext uri="{9D8B030D-6E8A-4147-A177-3AD203B41FA5}">
                      <a16:colId xmlns:a16="http://schemas.microsoft.com/office/drawing/2014/main" val="1810682300"/>
                    </a:ext>
                  </a:extLst>
                </a:gridCol>
                <a:gridCol w="337872">
                  <a:extLst>
                    <a:ext uri="{9D8B030D-6E8A-4147-A177-3AD203B41FA5}">
                      <a16:colId xmlns:a16="http://schemas.microsoft.com/office/drawing/2014/main" val="3264639981"/>
                    </a:ext>
                  </a:extLst>
                </a:gridCol>
                <a:gridCol w="368586">
                  <a:extLst>
                    <a:ext uri="{9D8B030D-6E8A-4147-A177-3AD203B41FA5}">
                      <a16:colId xmlns:a16="http://schemas.microsoft.com/office/drawing/2014/main" val="3250103509"/>
                    </a:ext>
                  </a:extLst>
                </a:gridCol>
                <a:gridCol w="353230">
                  <a:extLst>
                    <a:ext uri="{9D8B030D-6E8A-4147-A177-3AD203B41FA5}">
                      <a16:colId xmlns:a16="http://schemas.microsoft.com/office/drawing/2014/main" val="3103740402"/>
                    </a:ext>
                  </a:extLst>
                </a:gridCol>
                <a:gridCol w="368585">
                  <a:extLst>
                    <a:ext uri="{9D8B030D-6E8A-4147-A177-3AD203B41FA5}">
                      <a16:colId xmlns:a16="http://schemas.microsoft.com/office/drawing/2014/main" val="1005031145"/>
                    </a:ext>
                  </a:extLst>
                </a:gridCol>
                <a:gridCol w="337872">
                  <a:extLst>
                    <a:ext uri="{9D8B030D-6E8A-4147-A177-3AD203B41FA5}">
                      <a16:colId xmlns:a16="http://schemas.microsoft.com/office/drawing/2014/main" val="3319657863"/>
                    </a:ext>
                  </a:extLst>
                </a:gridCol>
                <a:gridCol w="337872">
                  <a:extLst>
                    <a:ext uri="{9D8B030D-6E8A-4147-A177-3AD203B41FA5}">
                      <a16:colId xmlns:a16="http://schemas.microsoft.com/office/drawing/2014/main" val="3302328897"/>
                    </a:ext>
                  </a:extLst>
                </a:gridCol>
                <a:gridCol w="345266">
                  <a:extLst>
                    <a:ext uri="{9D8B030D-6E8A-4147-A177-3AD203B41FA5}">
                      <a16:colId xmlns:a16="http://schemas.microsoft.com/office/drawing/2014/main" val="2493887247"/>
                    </a:ext>
                  </a:extLst>
                </a:gridCol>
                <a:gridCol w="335494">
                  <a:extLst>
                    <a:ext uri="{9D8B030D-6E8A-4147-A177-3AD203B41FA5}">
                      <a16:colId xmlns:a16="http://schemas.microsoft.com/office/drawing/2014/main" val="2446705051"/>
                    </a:ext>
                  </a:extLst>
                </a:gridCol>
                <a:gridCol w="335494">
                  <a:extLst>
                    <a:ext uri="{9D8B030D-6E8A-4147-A177-3AD203B41FA5}">
                      <a16:colId xmlns:a16="http://schemas.microsoft.com/office/drawing/2014/main" val="763452771"/>
                    </a:ext>
                  </a:extLst>
                </a:gridCol>
                <a:gridCol w="335494">
                  <a:extLst>
                    <a:ext uri="{9D8B030D-6E8A-4147-A177-3AD203B41FA5}">
                      <a16:colId xmlns:a16="http://schemas.microsoft.com/office/drawing/2014/main" val="874251783"/>
                    </a:ext>
                  </a:extLst>
                </a:gridCol>
              </a:tblGrid>
              <a:tr h="329353">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rPr>
                        <a:t>2024-10</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rPr>
                        <a:t>2024-11</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2024-12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29353">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46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59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66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72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72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92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139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159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185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205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272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293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293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293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293</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69993">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29353">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29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38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41</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69993">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graphicFrame>
        <p:nvGraphicFramePr>
          <p:cNvPr id="9" name="对象 8">
            <a:extLst>
              <a:ext uri="{FF2B5EF4-FFF2-40B4-BE49-F238E27FC236}">
                <a16:creationId xmlns:a16="http://schemas.microsoft.com/office/drawing/2014/main" id="{905AB947-6CAC-36D6-83AE-14A8BED405B6}"/>
              </a:ext>
            </a:extLst>
          </p:cNvPr>
          <p:cNvGraphicFramePr>
            <a:graphicFrameLocks noChangeAspect="1"/>
          </p:cNvGraphicFramePr>
          <p:nvPr/>
        </p:nvGraphicFramePr>
        <p:xfrm>
          <a:off x="-1552540" y="5896527"/>
          <a:ext cx="914400" cy="787400"/>
        </p:xfrm>
        <a:graphic>
          <a:graphicData uri="http://schemas.openxmlformats.org/presentationml/2006/ole">
            <mc:AlternateContent xmlns:mc="http://schemas.openxmlformats.org/markup-compatibility/2006">
              <mc:Choice xmlns:v="urn:schemas-microsoft-com:vml" Requires="v">
                <p:oleObj name="Worksheet" showAsIcon="1" r:id="rId8" imgW="914400" imgH="787535" progId="Excel.Sheet.12">
                  <p:embed/>
                </p:oleObj>
              </mc:Choice>
              <mc:Fallback>
                <p:oleObj name="Worksheet" showAsIcon="1" r:id="rId8" imgW="914400" imgH="787535" progId="Excel.Sheet.12">
                  <p:embed/>
                  <p:pic>
                    <p:nvPicPr>
                      <p:cNvPr id="9" name="对象 8">
                        <a:extLst>
                          <a:ext uri="{FF2B5EF4-FFF2-40B4-BE49-F238E27FC236}">
                            <a16:creationId xmlns:a16="http://schemas.microsoft.com/office/drawing/2014/main" id="{905AB947-6CAC-36D6-83AE-14A8BED405B6}"/>
                          </a:ext>
                        </a:extLst>
                      </p:cNvPr>
                      <p:cNvPicPr/>
                      <p:nvPr/>
                    </p:nvPicPr>
                    <p:blipFill>
                      <a:blip r:embed="rId9"/>
                      <a:stretch>
                        <a:fillRect/>
                      </a:stretch>
                    </p:blipFill>
                    <p:spPr>
                      <a:xfrm>
                        <a:off x="-1552540" y="5896527"/>
                        <a:ext cx="914400" cy="787400"/>
                      </a:xfrm>
                      <a:prstGeom prst="rect">
                        <a:avLst/>
                      </a:prstGeom>
                    </p:spPr>
                  </p:pic>
                </p:oleObj>
              </mc:Fallback>
            </mc:AlternateContent>
          </a:graphicData>
        </a:graphic>
      </p:graphicFrame>
      <p:sp>
        <p:nvSpPr>
          <p:cNvPr id="12" name="Rectangle 5">
            <a:extLst>
              <a:ext uri="{FF2B5EF4-FFF2-40B4-BE49-F238E27FC236}">
                <a16:creationId xmlns:a16="http://schemas.microsoft.com/office/drawing/2014/main" id="{5D8C217D-F470-1B4F-08A9-4CB512FAA473}"/>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50</a:t>
            </a:r>
          </a:p>
          <a:p>
            <a:pPr lvl="0"/>
            <a:r>
              <a:rPr lang="en-US" sz="1200">
                <a:solidFill>
                  <a:schemeClr val="tx1"/>
                </a:solidFill>
              </a:rPr>
              <a:t>Total Randomized = 1</a:t>
            </a:r>
            <a:endParaRPr lang="en-US" sz="1200" b="1">
              <a:solidFill>
                <a:schemeClr val="tx1"/>
              </a:solidFill>
            </a:endParaRPr>
          </a:p>
          <a:p>
            <a:pPr lvl="0"/>
            <a:r>
              <a:rPr lang="en-US" sz="1200">
                <a:solidFill>
                  <a:schemeClr val="tx1"/>
                </a:solidFill>
              </a:rPr>
              <a:t>Total SF=24</a:t>
            </a:r>
          </a:p>
          <a:p>
            <a:pPr lvl="0"/>
            <a:r>
              <a:rPr lang="en-US" sz="1200">
                <a:solidFill>
                  <a:schemeClr val="tx1"/>
                </a:solidFill>
              </a:rPr>
              <a:t>SFR=96%</a:t>
            </a:r>
          </a:p>
        </p:txBody>
      </p:sp>
      <p:pic>
        <p:nvPicPr>
          <p:cNvPr id="2" name="Picture 2" descr="image">
            <a:extLst>
              <a:ext uri="{FF2B5EF4-FFF2-40B4-BE49-F238E27FC236}">
                <a16:creationId xmlns:a16="http://schemas.microsoft.com/office/drawing/2014/main" id="{FC92A26D-D895-1A27-DE5A-D7DBDBEFF35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992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6583BA-27A6-5A51-8331-014110834368}"/>
            </a:ext>
          </a:extLst>
        </p:cNvPr>
        <p:cNvGrpSpPr/>
        <p:nvPr/>
      </p:nvGrpSpPr>
      <p:grpSpPr>
        <a:xfrm>
          <a:off x="0" y="0"/>
          <a:ext cx="0" cy="0"/>
          <a:chOff x="0" y="0"/>
          <a:chExt cx="0" cy="0"/>
        </a:xfrm>
      </p:grpSpPr>
      <p:graphicFrame>
        <p:nvGraphicFramePr>
          <p:cNvPr id="2" name="Chart 6">
            <a:extLst>
              <a:ext uri="{FF2B5EF4-FFF2-40B4-BE49-F238E27FC236}">
                <a16:creationId xmlns:a16="http://schemas.microsoft.com/office/drawing/2014/main" id="{E5D73020-947A-494B-8AF9-0ED43BC5CE96}"/>
              </a:ext>
            </a:extLst>
          </p:cNvPr>
          <p:cNvGraphicFramePr>
            <a:graphicFrameLocks/>
          </p:cNvGraphicFramePr>
          <p:nvPr/>
        </p:nvGraphicFramePr>
        <p:xfrm>
          <a:off x="14400" y="583200"/>
          <a:ext cx="12192001" cy="4492001"/>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2EB06E25-6848-0778-1AFA-3404520077CA}"/>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AC01651A-6106-A3C9-3D85-C088A0B3E35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63D92A66-6884-5F91-3BF8-AE96DD9F2843}"/>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014BEDDB-5A42-0BD6-B583-D3E9AF6B4ACC}"/>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12B03F6E-0C43-0E5A-D516-4FC5C9A87D81}"/>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F2C88D17-4B8D-8EBB-8CCC-8410D77607B8}"/>
              </a:ext>
            </a:extLst>
          </p:cNvPr>
          <p:cNvSpPr>
            <a:spLocks noGrp="1"/>
          </p:cNvSpPr>
          <p:nvPr>
            <p:ph type="sldNum" sz="quarter" idx="20"/>
          </p:nvPr>
        </p:nvSpPr>
        <p:spPr/>
        <p:txBody>
          <a:bodyPr/>
          <a:lstStyle/>
          <a:p>
            <a:fld id="{8FF9B0DE-3FEB-4AA0-B465-B80EF7C1333D}" type="slidenum">
              <a:rPr lang="en-US" smtClean="0"/>
              <a:pPr/>
              <a:t>24</a:t>
            </a:fld>
            <a:endParaRPr lang="en-US"/>
          </a:p>
        </p:txBody>
      </p:sp>
      <p:sp>
        <p:nvSpPr>
          <p:cNvPr id="23" name="标题 2">
            <a:extLst>
              <a:ext uri="{FF2B5EF4-FFF2-40B4-BE49-F238E27FC236}">
                <a16:creationId xmlns:a16="http://schemas.microsoft.com/office/drawing/2014/main" id="{C535F1AF-029A-A7C7-9479-B2B1C3127BED}"/>
              </a:ext>
            </a:extLst>
          </p:cNvPr>
          <p:cNvSpPr>
            <a:spLocks noGrp="1"/>
          </p:cNvSpPr>
          <p:nvPr>
            <p:ph type="title"/>
          </p:nvPr>
        </p:nvSpPr>
        <p:spPr>
          <a:xfrm>
            <a:off x="-1" y="257617"/>
            <a:ext cx="12079706" cy="553999"/>
          </a:xfrm>
        </p:spPr>
        <p:txBody>
          <a:bodyPr wrap="square" anchor="t">
            <a:normAutofit/>
          </a:bodyPr>
          <a:lstStyle/>
          <a:p>
            <a:r>
              <a:rPr lang="en-US" altLang="zh-CN" sz="2400"/>
              <a:t>1404-0044 </a:t>
            </a:r>
            <a:r>
              <a:rPr lang="en-US" altLang="zh-CN" sz="2400" err="1"/>
              <a:t>Liverage</a:t>
            </a:r>
            <a:r>
              <a:rPr lang="en-US" altLang="zh-CN" sz="2400" baseline="30000" err="1"/>
              <a:t>TM</a:t>
            </a:r>
            <a:r>
              <a:rPr lang="en-US" altLang="zh-CN" sz="2400"/>
              <a:t> dated on 1Dec2025 </a:t>
            </a:r>
            <a:r>
              <a:rPr lang="en-US" altLang="zh-CN" sz="2400" i="1">
                <a:solidFill>
                  <a:srgbClr val="EE6541"/>
                </a:solidFill>
              </a:rPr>
              <a:t>(Hong Kong recruitment status)</a:t>
            </a:r>
            <a:endParaRPr lang="en-US" altLang="zh-CN" sz="2400" i="1">
              <a:solidFill>
                <a:srgbClr val="EE6541"/>
              </a:solidFill>
              <a:highlight>
                <a:srgbClr val="FFFF00"/>
              </a:highlight>
            </a:endParaRPr>
          </a:p>
        </p:txBody>
      </p:sp>
      <p:sp>
        <p:nvSpPr>
          <p:cNvPr id="27" name="矩形 26">
            <a:extLst>
              <a:ext uri="{FF2B5EF4-FFF2-40B4-BE49-F238E27FC236}">
                <a16:creationId xmlns:a16="http://schemas.microsoft.com/office/drawing/2014/main" id="{1F1DF7B2-7CC6-80D7-A6C5-8D4BDF8DD1D3}"/>
              </a:ext>
            </a:extLst>
          </p:cNvPr>
          <p:cNvSpPr/>
          <p:nvPr/>
        </p:nvSpPr>
        <p:spPr bwMode="gray">
          <a:xfrm>
            <a:off x="-1805334" y="5616854"/>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0" name="表格 9">
            <a:extLst>
              <a:ext uri="{FF2B5EF4-FFF2-40B4-BE49-F238E27FC236}">
                <a16:creationId xmlns:a16="http://schemas.microsoft.com/office/drawing/2014/main" id="{40E7FB33-EF7F-C954-AE90-72CB77ECDF13}"/>
              </a:ext>
            </a:extLst>
          </p:cNvPr>
          <p:cNvGraphicFramePr>
            <a:graphicFrameLocks noGrp="1"/>
          </p:cNvGraphicFramePr>
          <p:nvPr/>
        </p:nvGraphicFramePr>
        <p:xfrm>
          <a:off x="16244" y="5129954"/>
          <a:ext cx="12175765" cy="1728045"/>
        </p:xfrm>
        <a:graphic>
          <a:graphicData uri="http://schemas.openxmlformats.org/drawingml/2006/table">
            <a:tbl>
              <a:tblPr>
                <a:tableStyleId>{9D7B26C5-4107-4FEC-AEDC-1716B250A1EF}</a:tableStyleId>
              </a:tblPr>
              <a:tblGrid>
                <a:gridCol w="917419">
                  <a:extLst>
                    <a:ext uri="{9D8B030D-6E8A-4147-A177-3AD203B41FA5}">
                      <a16:colId xmlns:a16="http://schemas.microsoft.com/office/drawing/2014/main" val="3473625976"/>
                    </a:ext>
                  </a:extLst>
                </a:gridCol>
                <a:gridCol w="368586">
                  <a:extLst>
                    <a:ext uri="{9D8B030D-6E8A-4147-A177-3AD203B41FA5}">
                      <a16:colId xmlns:a16="http://schemas.microsoft.com/office/drawing/2014/main" val="1017459746"/>
                    </a:ext>
                  </a:extLst>
                </a:gridCol>
                <a:gridCol w="368586">
                  <a:extLst>
                    <a:ext uri="{9D8B030D-6E8A-4147-A177-3AD203B41FA5}">
                      <a16:colId xmlns:a16="http://schemas.microsoft.com/office/drawing/2014/main" val="242397487"/>
                    </a:ext>
                  </a:extLst>
                </a:gridCol>
                <a:gridCol w="368586">
                  <a:extLst>
                    <a:ext uri="{9D8B030D-6E8A-4147-A177-3AD203B41FA5}">
                      <a16:colId xmlns:a16="http://schemas.microsoft.com/office/drawing/2014/main" val="2511394184"/>
                    </a:ext>
                  </a:extLst>
                </a:gridCol>
                <a:gridCol w="337872">
                  <a:extLst>
                    <a:ext uri="{9D8B030D-6E8A-4147-A177-3AD203B41FA5}">
                      <a16:colId xmlns:a16="http://schemas.microsoft.com/office/drawing/2014/main" val="1006931387"/>
                    </a:ext>
                  </a:extLst>
                </a:gridCol>
                <a:gridCol w="353230">
                  <a:extLst>
                    <a:ext uri="{9D8B030D-6E8A-4147-A177-3AD203B41FA5}">
                      <a16:colId xmlns:a16="http://schemas.microsoft.com/office/drawing/2014/main" val="1580186530"/>
                    </a:ext>
                  </a:extLst>
                </a:gridCol>
                <a:gridCol w="353230">
                  <a:extLst>
                    <a:ext uri="{9D8B030D-6E8A-4147-A177-3AD203B41FA5}">
                      <a16:colId xmlns:a16="http://schemas.microsoft.com/office/drawing/2014/main" val="2077854728"/>
                    </a:ext>
                  </a:extLst>
                </a:gridCol>
                <a:gridCol w="337872">
                  <a:extLst>
                    <a:ext uri="{9D8B030D-6E8A-4147-A177-3AD203B41FA5}">
                      <a16:colId xmlns:a16="http://schemas.microsoft.com/office/drawing/2014/main" val="1923209731"/>
                    </a:ext>
                  </a:extLst>
                </a:gridCol>
                <a:gridCol w="337872">
                  <a:extLst>
                    <a:ext uri="{9D8B030D-6E8A-4147-A177-3AD203B41FA5}">
                      <a16:colId xmlns:a16="http://schemas.microsoft.com/office/drawing/2014/main" val="1904945596"/>
                    </a:ext>
                  </a:extLst>
                </a:gridCol>
                <a:gridCol w="337872">
                  <a:extLst>
                    <a:ext uri="{9D8B030D-6E8A-4147-A177-3AD203B41FA5}">
                      <a16:colId xmlns:a16="http://schemas.microsoft.com/office/drawing/2014/main" val="3832727492"/>
                    </a:ext>
                  </a:extLst>
                </a:gridCol>
                <a:gridCol w="337872">
                  <a:extLst>
                    <a:ext uri="{9D8B030D-6E8A-4147-A177-3AD203B41FA5}">
                      <a16:colId xmlns:a16="http://schemas.microsoft.com/office/drawing/2014/main" val="3120066975"/>
                    </a:ext>
                  </a:extLst>
                </a:gridCol>
                <a:gridCol w="353229">
                  <a:extLst>
                    <a:ext uri="{9D8B030D-6E8A-4147-A177-3AD203B41FA5}">
                      <a16:colId xmlns:a16="http://schemas.microsoft.com/office/drawing/2014/main" val="3924652231"/>
                    </a:ext>
                  </a:extLst>
                </a:gridCol>
                <a:gridCol w="368586">
                  <a:extLst>
                    <a:ext uri="{9D8B030D-6E8A-4147-A177-3AD203B41FA5}">
                      <a16:colId xmlns:a16="http://schemas.microsoft.com/office/drawing/2014/main" val="139508724"/>
                    </a:ext>
                  </a:extLst>
                </a:gridCol>
                <a:gridCol w="400125">
                  <a:extLst>
                    <a:ext uri="{9D8B030D-6E8A-4147-A177-3AD203B41FA5}">
                      <a16:colId xmlns:a16="http://schemas.microsoft.com/office/drawing/2014/main" val="1582784343"/>
                    </a:ext>
                  </a:extLst>
                </a:gridCol>
                <a:gridCol w="337872">
                  <a:extLst>
                    <a:ext uri="{9D8B030D-6E8A-4147-A177-3AD203B41FA5}">
                      <a16:colId xmlns:a16="http://schemas.microsoft.com/office/drawing/2014/main" val="4187133416"/>
                    </a:ext>
                  </a:extLst>
                </a:gridCol>
                <a:gridCol w="368586">
                  <a:extLst>
                    <a:ext uri="{9D8B030D-6E8A-4147-A177-3AD203B41FA5}">
                      <a16:colId xmlns:a16="http://schemas.microsoft.com/office/drawing/2014/main" val="3581936348"/>
                    </a:ext>
                  </a:extLst>
                </a:gridCol>
                <a:gridCol w="337872">
                  <a:extLst>
                    <a:ext uri="{9D8B030D-6E8A-4147-A177-3AD203B41FA5}">
                      <a16:colId xmlns:a16="http://schemas.microsoft.com/office/drawing/2014/main" val="2530529000"/>
                    </a:ext>
                  </a:extLst>
                </a:gridCol>
                <a:gridCol w="353230">
                  <a:extLst>
                    <a:ext uri="{9D8B030D-6E8A-4147-A177-3AD203B41FA5}">
                      <a16:colId xmlns:a16="http://schemas.microsoft.com/office/drawing/2014/main" val="3846253994"/>
                    </a:ext>
                  </a:extLst>
                </a:gridCol>
                <a:gridCol w="368586">
                  <a:extLst>
                    <a:ext uri="{9D8B030D-6E8A-4147-A177-3AD203B41FA5}">
                      <a16:colId xmlns:a16="http://schemas.microsoft.com/office/drawing/2014/main" val="420172467"/>
                    </a:ext>
                  </a:extLst>
                </a:gridCol>
                <a:gridCol w="353230">
                  <a:extLst>
                    <a:ext uri="{9D8B030D-6E8A-4147-A177-3AD203B41FA5}">
                      <a16:colId xmlns:a16="http://schemas.microsoft.com/office/drawing/2014/main" val="2349683200"/>
                    </a:ext>
                  </a:extLst>
                </a:gridCol>
                <a:gridCol w="337872">
                  <a:extLst>
                    <a:ext uri="{9D8B030D-6E8A-4147-A177-3AD203B41FA5}">
                      <a16:colId xmlns:a16="http://schemas.microsoft.com/office/drawing/2014/main" val="232587003"/>
                    </a:ext>
                  </a:extLst>
                </a:gridCol>
                <a:gridCol w="353230">
                  <a:extLst>
                    <a:ext uri="{9D8B030D-6E8A-4147-A177-3AD203B41FA5}">
                      <a16:colId xmlns:a16="http://schemas.microsoft.com/office/drawing/2014/main" val="3893228783"/>
                    </a:ext>
                  </a:extLst>
                </a:gridCol>
                <a:gridCol w="368585">
                  <a:extLst>
                    <a:ext uri="{9D8B030D-6E8A-4147-A177-3AD203B41FA5}">
                      <a16:colId xmlns:a16="http://schemas.microsoft.com/office/drawing/2014/main" val="1810682300"/>
                    </a:ext>
                  </a:extLst>
                </a:gridCol>
                <a:gridCol w="337872">
                  <a:extLst>
                    <a:ext uri="{9D8B030D-6E8A-4147-A177-3AD203B41FA5}">
                      <a16:colId xmlns:a16="http://schemas.microsoft.com/office/drawing/2014/main" val="3264639981"/>
                    </a:ext>
                  </a:extLst>
                </a:gridCol>
                <a:gridCol w="368586">
                  <a:extLst>
                    <a:ext uri="{9D8B030D-6E8A-4147-A177-3AD203B41FA5}">
                      <a16:colId xmlns:a16="http://schemas.microsoft.com/office/drawing/2014/main" val="3250103509"/>
                    </a:ext>
                  </a:extLst>
                </a:gridCol>
                <a:gridCol w="353230">
                  <a:extLst>
                    <a:ext uri="{9D8B030D-6E8A-4147-A177-3AD203B41FA5}">
                      <a16:colId xmlns:a16="http://schemas.microsoft.com/office/drawing/2014/main" val="3103740402"/>
                    </a:ext>
                  </a:extLst>
                </a:gridCol>
                <a:gridCol w="368585">
                  <a:extLst>
                    <a:ext uri="{9D8B030D-6E8A-4147-A177-3AD203B41FA5}">
                      <a16:colId xmlns:a16="http://schemas.microsoft.com/office/drawing/2014/main" val="1005031145"/>
                    </a:ext>
                  </a:extLst>
                </a:gridCol>
                <a:gridCol w="337872">
                  <a:extLst>
                    <a:ext uri="{9D8B030D-6E8A-4147-A177-3AD203B41FA5}">
                      <a16:colId xmlns:a16="http://schemas.microsoft.com/office/drawing/2014/main" val="3319657863"/>
                    </a:ext>
                  </a:extLst>
                </a:gridCol>
                <a:gridCol w="337872">
                  <a:extLst>
                    <a:ext uri="{9D8B030D-6E8A-4147-A177-3AD203B41FA5}">
                      <a16:colId xmlns:a16="http://schemas.microsoft.com/office/drawing/2014/main" val="3302328897"/>
                    </a:ext>
                  </a:extLst>
                </a:gridCol>
                <a:gridCol w="345266">
                  <a:extLst>
                    <a:ext uri="{9D8B030D-6E8A-4147-A177-3AD203B41FA5}">
                      <a16:colId xmlns:a16="http://schemas.microsoft.com/office/drawing/2014/main" val="2493887247"/>
                    </a:ext>
                  </a:extLst>
                </a:gridCol>
                <a:gridCol w="335494">
                  <a:extLst>
                    <a:ext uri="{9D8B030D-6E8A-4147-A177-3AD203B41FA5}">
                      <a16:colId xmlns:a16="http://schemas.microsoft.com/office/drawing/2014/main" val="2446705051"/>
                    </a:ext>
                  </a:extLst>
                </a:gridCol>
                <a:gridCol w="335494">
                  <a:extLst>
                    <a:ext uri="{9D8B030D-6E8A-4147-A177-3AD203B41FA5}">
                      <a16:colId xmlns:a16="http://schemas.microsoft.com/office/drawing/2014/main" val="763452771"/>
                    </a:ext>
                  </a:extLst>
                </a:gridCol>
                <a:gridCol w="335494">
                  <a:extLst>
                    <a:ext uri="{9D8B030D-6E8A-4147-A177-3AD203B41FA5}">
                      <a16:colId xmlns:a16="http://schemas.microsoft.com/office/drawing/2014/main" val="874251783"/>
                    </a:ext>
                  </a:extLst>
                </a:gridCol>
              </a:tblGrid>
              <a:tr h="329353">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rPr>
                        <a:t>2024-10</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i="0" u="none" strike="noStrike">
                          <a:solidFill>
                            <a:schemeClr val="tx1"/>
                          </a:solidFill>
                          <a:effectLst/>
                          <a:latin typeface="+mn-lt"/>
                        </a:rPr>
                        <a:t>2024-11</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2024-12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2025-12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2026-06</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2026-07</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2026-08</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2026-09</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2026-10</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2026-12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2027-01</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2027-02</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2027-03</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2027-04</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50" b="1" u="none" strike="noStrike">
                          <a:solidFill>
                            <a:schemeClr val="tx1"/>
                          </a:solidFill>
                          <a:effectLst/>
                        </a:rPr>
                        <a:t>2027-05</a:t>
                      </a:r>
                      <a:endParaRPr lang="en-US" sz="105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29353">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33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48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55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70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84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91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106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142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150</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69993">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sz="1050" b="0" i="0" u="none" strike="noStrike">
                          <a:solidFill>
                            <a:srgbClr val="000000"/>
                          </a:solidFill>
                          <a:effectLst/>
                          <a:latin typeface="+mn-lt"/>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29353">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t"/>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mn-lt"/>
                        </a:rPr>
                        <a:t>21</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69993">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ctr"/>
                      <a:r>
                        <a:rPr lang="en-US" sz="1050" b="0" i="0" u="none" strike="noStrike">
                          <a:solidFill>
                            <a:srgbClr val="000000"/>
                          </a:solidFill>
                          <a:effectLst/>
                          <a:latin typeface="+mn-lt"/>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50" b="0" i="0" u="none" strike="noStrike">
                          <a:solidFill>
                            <a:srgbClr val="000000"/>
                          </a:solidFill>
                          <a:effectLst/>
                          <a:latin typeface="+mn-lt"/>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5" name="Rectangle 5">
            <a:extLst>
              <a:ext uri="{FF2B5EF4-FFF2-40B4-BE49-F238E27FC236}">
                <a16:creationId xmlns:a16="http://schemas.microsoft.com/office/drawing/2014/main" id="{5A33E994-8342-7838-1309-57D1761925D5}"/>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11</a:t>
            </a:r>
          </a:p>
          <a:p>
            <a:pPr lvl="0"/>
            <a:r>
              <a:rPr lang="en-US" sz="1200">
                <a:solidFill>
                  <a:schemeClr val="tx1"/>
                </a:solidFill>
              </a:rPr>
              <a:t>Total Randomized = 1</a:t>
            </a:r>
            <a:endParaRPr lang="en-US" sz="1200" b="1">
              <a:solidFill>
                <a:schemeClr val="tx1"/>
              </a:solidFill>
            </a:endParaRPr>
          </a:p>
          <a:p>
            <a:pPr lvl="0"/>
            <a:r>
              <a:rPr lang="en-US" sz="1200">
                <a:solidFill>
                  <a:schemeClr val="tx1"/>
                </a:solidFill>
              </a:rPr>
              <a:t>Total SF=5</a:t>
            </a:r>
          </a:p>
          <a:p>
            <a:pPr lvl="0"/>
            <a:r>
              <a:rPr lang="en-US" sz="1200">
                <a:solidFill>
                  <a:schemeClr val="tx1"/>
                </a:solidFill>
              </a:rPr>
              <a:t>SFR=83.33%</a:t>
            </a:r>
          </a:p>
        </p:txBody>
      </p:sp>
      <p:pic>
        <p:nvPicPr>
          <p:cNvPr id="3" name="Picture 2" descr="image">
            <a:extLst>
              <a:ext uri="{FF2B5EF4-FFF2-40B4-BE49-F238E27FC236}">
                <a16:creationId xmlns:a16="http://schemas.microsoft.com/office/drawing/2014/main" id="{54CB94DB-E676-605D-8A75-265A71C307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1776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6E01-1BFD-B86C-14CC-A270C6702AC0}"/>
            </a:ext>
          </a:extLst>
        </p:cNvPr>
        <p:cNvGrpSpPr/>
        <p:nvPr/>
      </p:nvGrpSpPr>
      <p:grpSpPr>
        <a:xfrm>
          <a:off x="0" y="0"/>
          <a:ext cx="0" cy="0"/>
          <a:chOff x="0" y="0"/>
          <a:chExt cx="0" cy="0"/>
        </a:xfrm>
      </p:grpSpPr>
      <p:graphicFrame>
        <p:nvGraphicFramePr>
          <p:cNvPr id="4" name="Chart 6">
            <a:extLst>
              <a:ext uri="{FF2B5EF4-FFF2-40B4-BE49-F238E27FC236}">
                <a16:creationId xmlns:a16="http://schemas.microsoft.com/office/drawing/2014/main" id="{E5D73020-947A-494B-8AF9-0ED43BC5CE96}"/>
              </a:ext>
            </a:extLst>
          </p:cNvPr>
          <p:cNvGraphicFramePr>
            <a:graphicFrameLocks/>
          </p:cNvGraphicFramePr>
          <p:nvPr/>
        </p:nvGraphicFramePr>
        <p:xfrm>
          <a:off x="-2" y="509848"/>
          <a:ext cx="12192001" cy="4502152"/>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8" descr="Traffic light - Simple English Wikipedia, the free ...">
            <a:extLst>
              <a:ext uri="{FF2B5EF4-FFF2-40B4-BE49-F238E27FC236}">
                <a16:creationId xmlns:a16="http://schemas.microsoft.com/office/drawing/2014/main" id="{0863D856-063A-70C3-5EDC-AD30B0D2B4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a:off x="11111051" y="127056"/>
            <a:ext cx="968654" cy="392216"/>
          </a:xfrm>
          <a:prstGeom prst="rect">
            <a:avLst/>
          </a:prstGeom>
          <a:solidFill>
            <a:schemeClr val="tx1"/>
          </a:solidFill>
        </p:spPr>
      </p:pic>
      <p:sp>
        <p:nvSpPr>
          <p:cNvPr id="6" name="TextBox 5">
            <a:extLst>
              <a:ext uri="{FF2B5EF4-FFF2-40B4-BE49-F238E27FC236}">
                <a16:creationId xmlns:a16="http://schemas.microsoft.com/office/drawing/2014/main" id="{81C42DF7-179B-E8C0-6B8C-30729F1226D5}"/>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4E355C83-5B42-AA43-14AB-61ED57B484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1EEDCCB3-801A-289D-CA48-CBE405BD7D0E}"/>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7B514010-1558-3890-0B7D-5F9E8EA48BF9}"/>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7730AEB2-F2BB-2E9B-79E4-262A5D946CDC}"/>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2DBA64A7-A5F1-5D8A-25A8-B5796B8A58A9}"/>
              </a:ext>
            </a:extLst>
          </p:cNvPr>
          <p:cNvSpPr>
            <a:spLocks noGrp="1"/>
          </p:cNvSpPr>
          <p:nvPr>
            <p:ph type="sldNum" sz="quarter" idx="20"/>
          </p:nvPr>
        </p:nvSpPr>
        <p:spPr/>
        <p:txBody>
          <a:bodyPr/>
          <a:lstStyle/>
          <a:p>
            <a:fld id="{8FF9B0DE-3FEB-4AA0-B465-B80EF7C1333D}" type="slidenum">
              <a:rPr lang="en-US" smtClean="0"/>
              <a:pPr/>
              <a:t>25</a:t>
            </a:fld>
            <a:endParaRPr lang="en-US"/>
          </a:p>
        </p:txBody>
      </p:sp>
      <p:sp>
        <p:nvSpPr>
          <p:cNvPr id="23" name="标题 2">
            <a:extLst>
              <a:ext uri="{FF2B5EF4-FFF2-40B4-BE49-F238E27FC236}">
                <a16:creationId xmlns:a16="http://schemas.microsoft.com/office/drawing/2014/main" id="{0701ABE6-E1F7-2934-067C-AA1F57847453}"/>
              </a:ext>
            </a:extLst>
          </p:cNvPr>
          <p:cNvSpPr>
            <a:spLocks noGrp="1"/>
          </p:cNvSpPr>
          <p:nvPr>
            <p:ph type="title"/>
          </p:nvPr>
        </p:nvSpPr>
        <p:spPr>
          <a:xfrm>
            <a:off x="-1" y="257617"/>
            <a:ext cx="12079706" cy="553999"/>
          </a:xfrm>
        </p:spPr>
        <p:txBody>
          <a:bodyPr wrap="square" anchor="t">
            <a:normAutofit/>
          </a:bodyPr>
          <a:lstStyle/>
          <a:p>
            <a:r>
              <a:rPr lang="en-US" altLang="zh-CN" sz="2400"/>
              <a:t>1404-0064 </a:t>
            </a:r>
            <a:r>
              <a:rPr lang="en-US" altLang="zh-CN" sz="2400" err="1"/>
              <a:t>Liverage</a:t>
            </a:r>
            <a:r>
              <a:rPr lang="en-US" altLang="zh-CN" sz="2400" baseline="30000" err="1"/>
              <a:t>TM</a:t>
            </a:r>
            <a:r>
              <a:rPr lang="en-US" altLang="zh-CN" sz="2400"/>
              <a:t> - Cirrhosis dated on 1Dec2025 </a:t>
            </a:r>
            <a:r>
              <a:rPr lang="en-US" altLang="zh-CN" sz="2400" i="1">
                <a:solidFill>
                  <a:srgbClr val="EE6541"/>
                </a:solidFill>
              </a:rPr>
              <a:t>(Global recruitment status)</a:t>
            </a:r>
            <a:endParaRPr lang="en-US" altLang="zh-CN" sz="2400" i="1">
              <a:solidFill>
                <a:srgbClr val="EE6541"/>
              </a:solidFill>
              <a:highlight>
                <a:srgbClr val="FFFF00"/>
              </a:highlight>
            </a:endParaRPr>
          </a:p>
        </p:txBody>
      </p:sp>
      <p:grpSp>
        <p:nvGrpSpPr>
          <p:cNvPr id="3" name="组合 2">
            <a:extLst>
              <a:ext uri="{FF2B5EF4-FFF2-40B4-BE49-F238E27FC236}">
                <a16:creationId xmlns:a16="http://schemas.microsoft.com/office/drawing/2014/main" id="{A5CA6631-12EF-3D82-22F8-2AF7EDB42723}"/>
              </a:ext>
            </a:extLst>
          </p:cNvPr>
          <p:cNvGrpSpPr/>
          <p:nvPr/>
        </p:nvGrpSpPr>
        <p:grpSpPr>
          <a:xfrm>
            <a:off x="-1805334" y="5616854"/>
            <a:ext cx="1232411" cy="1259964"/>
            <a:chOff x="893167" y="683532"/>
            <a:chExt cx="1232411" cy="1259964"/>
          </a:xfrm>
        </p:grpSpPr>
        <p:sp>
          <p:nvSpPr>
            <p:cNvPr id="27" name="矩形 26">
              <a:extLst>
                <a:ext uri="{FF2B5EF4-FFF2-40B4-BE49-F238E27FC236}">
                  <a16:creationId xmlns:a16="http://schemas.microsoft.com/office/drawing/2014/main" id="{6FAEA879-CBAC-BF38-87C2-363EB5AC3933}"/>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9D056579-9E18-5986-4622-7ADD6A9CF546}"/>
                </a:ext>
              </a:extLst>
            </p:cNvPr>
            <p:cNvGraphicFramePr>
              <a:graphicFrameLocks noChangeAspect="1"/>
            </p:cNvGraphicFramePr>
            <p:nvPr/>
          </p:nvGraphicFramePr>
          <p:xfrm>
            <a:off x="961776" y="913441"/>
            <a:ext cx="1125537" cy="963612"/>
          </p:xfrm>
          <a:graphic>
            <a:graphicData uri="http://schemas.openxmlformats.org/presentationml/2006/ole">
              <mc:AlternateContent xmlns:mc="http://schemas.openxmlformats.org/markup-compatibility/2006">
                <mc:Choice xmlns:v="urn:schemas-microsoft-com:vml" Requires="v">
                  <p:oleObj name="Worksheet" showAsIcon="1" r:id="rId9" imgW="834480" imgH="714960" progId="Excel.Sheet.12">
                    <p:embed/>
                  </p:oleObj>
                </mc:Choice>
                <mc:Fallback>
                  <p:oleObj name="Worksheet" showAsIcon="1" r:id="rId9" imgW="834480" imgH="714960" progId="Excel.Sheet.12">
                    <p:embed/>
                    <p:pic>
                      <p:nvPicPr>
                        <p:cNvPr id="28" name="对象 27">
                          <a:extLst>
                            <a:ext uri="{FF2B5EF4-FFF2-40B4-BE49-F238E27FC236}">
                              <a16:creationId xmlns:a16="http://schemas.microsoft.com/office/drawing/2014/main" id="{9D056579-9E18-5986-4622-7ADD6A9CF546}"/>
                            </a:ext>
                          </a:extLst>
                        </p:cNvPr>
                        <p:cNvPicPr/>
                        <p:nvPr/>
                      </p:nvPicPr>
                      <p:blipFill>
                        <a:blip r:embed="rId10"/>
                        <a:stretch>
                          <a:fillRect/>
                        </a:stretch>
                      </p:blipFill>
                      <p:spPr>
                        <a:xfrm>
                          <a:off x="961776" y="913441"/>
                          <a:ext cx="1125537" cy="963612"/>
                        </a:xfrm>
                        <a:prstGeom prst="rect">
                          <a:avLst/>
                        </a:prstGeom>
                      </p:spPr>
                    </p:pic>
                  </p:oleObj>
                </mc:Fallback>
              </mc:AlternateContent>
            </a:graphicData>
          </a:graphic>
        </p:graphicFrame>
      </p:grpSp>
      <p:graphicFrame>
        <p:nvGraphicFramePr>
          <p:cNvPr id="2" name="表格 1">
            <a:extLst>
              <a:ext uri="{FF2B5EF4-FFF2-40B4-BE49-F238E27FC236}">
                <a16:creationId xmlns:a16="http://schemas.microsoft.com/office/drawing/2014/main" id="{9A6000F7-CAF2-6993-6B82-66B0D1B5CA69}"/>
              </a:ext>
            </a:extLst>
          </p:cNvPr>
          <p:cNvGraphicFramePr>
            <a:graphicFrameLocks noGrp="1"/>
          </p:cNvGraphicFramePr>
          <p:nvPr/>
        </p:nvGraphicFramePr>
        <p:xfrm>
          <a:off x="16242" y="5065375"/>
          <a:ext cx="12175758" cy="1777351"/>
        </p:xfrm>
        <a:graphic>
          <a:graphicData uri="http://schemas.openxmlformats.org/drawingml/2006/table">
            <a:tbl>
              <a:tblPr>
                <a:tableStyleId>{9D7B26C5-4107-4FEC-AEDC-1716B250A1EF}</a:tableStyleId>
              </a:tblPr>
              <a:tblGrid>
                <a:gridCol w="719237">
                  <a:extLst>
                    <a:ext uri="{9D8B030D-6E8A-4147-A177-3AD203B41FA5}">
                      <a16:colId xmlns:a16="http://schemas.microsoft.com/office/drawing/2014/main" val="3473625976"/>
                    </a:ext>
                  </a:extLst>
                </a:gridCol>
                <a:gridCol w="288963">
                  <a:extLst>
                    <a:ext uri="{9D8B030D-6E8A-4147-A177-3AD203B41FA5}">
                      <a16:colId xmlns:a16="http://schemas.microsoft.com/office/drawing/2014/main" val="2524136493"/>
                    </a:ext>
                  </a:extLst>
                </a:gridCol>
                <a:gridCol w="288963">
                  <a:extLst>
                    <a:ext uri="{9D8B030D-6E8A-4147-A177-3AD203B41FA5}">
                      <a16:colId xmlns:a16="http://schemas.microsoft.com/office/drawing/2014/main" val="780305122"/>
                    </a:ext>
                  </a:extLst>
                </a:gridCol>
                <a:gridCol w="288963">
                  <a:extLst>
                    <a:ext uri="{9D8B030D-6E8A-4147-A177-3AD203B41FA5}">
                      <a16:colId xmlns:a16="http://schemas.microsoft.com/office/drawing/2014/main" val="2511394184"/>
                    </a:ext>
                  </a:extLst>
                </a:gridCol>
                <a:gridCol w="264885">
                  <a:extLst>
                    <a:ext uri="{9D8B030D-6E8A-4147-A177-3AD203B41FA5}">
                      <a16:colId xmlns:a16="http://schemas.microsoft.com/office/drawing/2014/main" val="1006931387"/>
                    </a:ext>
                  </a:extLst>
                </a:gridCol>
                <a:gridCol w="276925">
                  <a:extLst>
                    <a:ext uri="{9D8B030D-6E8A-4147-A177-3AD203B41FA5}">
                      <a16:colId xmlns:a16="http://schemas.microsoft.com/office/drawing/2014/main" val="1580186530"/>
                    </a:ext>
                  </a:extLst>
                </a:gridCol>
                <a:gridCol w="276925">
                  <a:extLst>
                    <a:ext uri="{9D8B030D-6E8A-4147-A177-3AD203B41FA5}">
                      <a16:colId xmlns:a16="http://schemas.microsoft.com/office/drawing/2014/main" val="2077854728"/>
                    </a:ext>
                  </a:extLst>
                </a:gridCol>
                <a:gridCol w="264885">
                  <a:extLst>
                    <a:ext uri="{9D8B030D-6E8A-4147-A177-3AD203B41FA5}">
                      <a16:colId xmlns:a16="http://schemas.microsoft.com/office/drawing/2014/main" val="1923209731"/>
                    </a:ext>
                  </a:extLst>
                </a:gridCol>
                <a:gridCol w="264885">
                  <a:extLst>
                    <a:ext uri="{9D8B030D-6E8A-4147-A177-3AD203B41FA5}">
                      <a16:colId xmlns:a16="http://schemas.microsoft.com/office/drawing/2014/main" val="1904945596"/>
                    </a:ext>
                  </a:extLst>
                </a:gridCol>
                <a:gridCol w="264885">
                  <a:extLst>
                    <a:ext uri="{9D8B030D-6E8A-4147-A177-3AD203B41FA5}">
                      <a16:colId xmlns:a16="http://schemas.microsoft.com/office/drawing/2014/main" val="3832727492"/>
                    </a:ext>
                  </a:extLst>
                </a:gridCol>
                <a:gridCol w="264885">
                  <a:extLst>
                    <a:ext uri="{9D8B030D-6E8A-4147-A177-3AD203B41FA5}">
                      <a16:colId xmlns:a16="http://schemas.microsoft.com/office/drawing/2014/main" val="3120066975"/>
                    </a:ext>
                  </a:extLst>
                </a:gridCol>
                <a:gridCol w="276924">
                  <a:extLst>
                    <a:ext uri="{9D8B030D-6E8A-4147-A177-3AD203B41FA5}">
                      <a16:colId xmlns:a16="http://schemas.microsoft.com/office/drawing/2014/main" val="3924652231"/>
                    </a:ext>
                  </a:extLst>
                </a:gridCol>
                <a:gridCol w="288963">
                  <a:extLst>
                    <a:ext uri="{9D8B030D-6E8A-4147-A177-3AD203B41FA5}">
                      <a16:colId xmlns:a16="http://schemas.microsoft.com/office/drawing/2014/main" val="139508724"/>
                    </a:ext>
                  </a:extLst>
                </a:gridCol>
                <a:gridCol w="313690">
                  <a:extLst>
                    <a:ext uri="{9D8B030D-6E8A-4147-A177-3AD203B41FA5}">
                      <a16:colId xmlns:a16="http://schemas.microsoft.com/office/drawing/2014/main" val="1582784343"/>
                    </a:ext>
                  </a:extLst>
                </a:gridCol>
                <a:gridCol w="264885">
                  <a:extLst>
                    <a:ext uri="{9D8B030D-6E8A-4147-A177-3AD203B41FA5}">
                      <a16:colId xmlns:a16="http://schemas.microsoft.com/office/drawing/2014/main" val="4187133416"/>
                    </a:ext>
                  </a:extLst>
                </a:gridCol>
                <a:gridCol w="288963">
                  <a:extLst>
                    <a:ext uri="{9D8B030D-6E8A-4147-A177-3AD203B41FA5}">
                      <a16:colId xmlns:a16="http://schemas.microsoft.com/office/drawing/2014/main" val="3581936348"/>
                    </a:ext>
                  </a:extLst>
                </a:gridCol>
                <a:gridCol w="264885">
                  <a:extLst>
                    <a:ext uri="{9D8B030D-6E8A-4147-A177-3AD203B41FA5}">
                      <a16:colId xmlns:a16="http://schemas.microsoft.com/office/drawing/2014/main" val="2530529000"/>
                    </a:ext>
                  </a:extLst>
                </a:gridCol>
                <a:gridCol w="276925">
                  <a:extLst>
                    <a:ext uri="{9D8B030D-6E8A-4147-A177-3AD203B41FA5}">
                      <a16:colId xmlns:a16="http://schemas.microsoft.com/office/drawing/2014/main" val="3846253994"/>
                    </a:ext>
                  </a:extLst>
                </a:gridCol>
                <a:gridCol w="288963">
                  <a:extLst>
                    <a:ext uri="{9D8B030D-6E8A-4147-A177-3AD203B41FA5}">
                      <a16:colId xmlns:a16="http://schemas.microsoft.com/office/drawing/2014/main" val="420172467"/>
                    </a:ext>
                  </a:extLst>
                </a:gridCol>
                <a:gridCol w="276925">
                  <a:extLst>
                    <a:ext uri="{9D8B030D-6E8A-4147-A177-3AD203B41FA5}">
                      <a16:colId xmlns:a16="http://schemas.microsoft.com/office/drawing/2014/main" val="2349683200"/>
                    </a:ext>
                  </a:extLst>
                </a:gridCol>
                <a:gridCol w="264885">
                  <a:extLst>
                    <a:ext uri="{9D8B030D-6E8A-4147-A177-3AD203B41FA5}">
                      <a16:colId xmlns:a16="http://schemas.microsoft.com/office/drawing/2014/main" val="232587003"/>
                    </a:ext>
                  </a:extLst>
                </a:gridCol>
                <a:gridCol w="276925">
                  <a:extLst>
                    <a:ext uri="{9D8B030D-6E8A-4147-A177-3AD203B41FA5}">
                      <a16:colId xmlns:a16="http://schemas.microsoft.com/office/drawing/2014/main" val="3893228783"/>
                    </a:ext>
                  </a:extLst>
                </a:gridCol>
                <a:gridCol w="288963">
                  <a:extLst>
                    <a:ext uri="{9D8B030D-6E8A-4147-A177-3AD203B41FA5}">
                      <a16:colId xmlns:a16="http://schemas.microsoft.com/office/drawing/2014/main" val="1810682300"/>
                    </a:ext>
                  </a:extLst>
                </a:gridCol>
                <a:gridCol w="264885">
                  <a:extLst>
                    <a:ext uri="{9D8B030D-6E8A-4147-A177-3AD203B41FA5}">
                      <a16:colId xmlns:a16="http://schemas.microsoft.com/office/drawing/2014/main" val="3264639981"/>
                    </a:ext>
                  </a:extLst>
                </a:gridCol>
                <a:gridCol w="288963">
                  <a:extLst>
                    <a:ext uri="{9D8B030D-6E8A-4147-A177-3AD203B41FA5}">
                      <a16:colId xmlns:a16="http://schemas.microsoft.com/office/drawing/2014/main" val="3250103509"/>
                    </a:ext>
                  </a:extLst>
                </a:gridCol>
                <a:gridCol w="276925">
                  <a:extLst>
                    <a:ext uri="{9D8B030D-6E8A-4147-A177-3AD203B41FA5}">
                      <a16:colId xmlns:a16="http://schemas.microsoft.com/office/drawing/2014/main" val="3103740402"/>
                    </a:ext>
                  </a:extLst>
                </a:gridCol>
                <a:gridCol w="288963">
                  <a:extLst>
                    <a:ext uri="{9D8B030D-6E8A-4147-A177-3AD203B41FA5}">
                      <a16:colId xmlns:a16="http://schemas.microsoft.com/office/drawing/2014/main" val="1005031145"/>
                    </a:ext>
                  </a:extLst>
                </a:gridCol>
                <a:gridCol w="264885">
                  <a:extLst>
                    <a:ext uri="{9D8B030D-6E8A-4147-A177-3AD203B41FA5}">
                      <a16:colId xmlns:a16="http://schemas.microsoft.com/office/drawing/2014/main" val="3319657863"/>
                    </a:ext>
                  </a:extLst>
                </a:gridCol>
                <a:gridCol w="264885">
                  <a:extLst>
                    <a:ext uri="{9D8B030D-6E8A-4147-A177-3AD203B41FA5}">
                      <a16:colId xmlns:a16="http://schemas.microsoft.com/office/drawing/2014/main" val="3302328897"/>
                    </a:ext>
                  </a:extLst>
                </a:gridCol>
                <a:gridCol w="270682">
                  <a:extLst>
                    <a:ext uri="{9D8B030D-6E8A-4147-A177-3AD203B41FA5}">
                      <a16:colId xmlns:a16="http://schemas.microsoft.com/office/drawing/2014/main" val="2493887247"/>
                    </a:ext>
                  </a:extLst>
                </a:gridCol>
                <a:gridCol w="263021">
                  <a:extLst>
                    <a:ext uri="{9D8B030D-6E8A-4147-A177-3AD203B41FA5}">
                      <a16:colId xmlns:a16="http://schemas.microsoft.com/office/drawing/2014/main" val="2446705051"/>
                    </a:ext>
                  </a:extLst>
                </a:gridCol>
                <a:gridCol w="263021">
                  <a:extLst>
                    <a:ext uri="{9D8B030D-6E8A-4147-A177-3AD203B41FA5}">
                      <a16:colId xmlns:a16="http://schemas.microsoft.com/office/drawing/2014/main" val="763452771"/>
                    </a:ext>
                  </a:extLst>
                </a:gridCol>
                <a:gridCol w="263021">
                  <a:extLst>
                    <a:ext uri="{9D8B030D-6E8A-4147-A177-3AD203B41FA5}">
                      <a16:colId xmlns:a16="http://schemas.microsoft.com/office/drawing/2014/main" val="874251783"/>
                    </a:ext>
                  </a:extLst>
                </a:gridCol>
                <a:gridCol w="263021">
                  <a:extLst>
                    <a:ext uri="{9D8B030D-6E8A-4147-A177-3AD203B41FA5}">
                      <a16:colId xmlns:a16="http://schemas.microsoft.com/office/drawing/2014/main" val="601673283"/>
                    </a:ext>
                  </a:extLst>
                </a:gridCol>
                <a:gridCol w="263021">
                  <a:extLst>
                    <a:ext uri="{9D8B030D-6E8A-4147-A177-3AD203B41FA5}">
                      <a16:colId xmlns:a16="http://schemas.microsoft.com/office/drawing/2014/main" val="558238983"/>
                    </a:ext>
                  </a:extLst>
                </a:gridCol>
                <a:gridCol w="263021">
                  <a:extLst>
                    <a:ext uri="{9D8B030D-6E8A-4147-A177-3AD203B41FA5}">
                      <a16:colId xmlns:a16="http://schemas.microsoft.com/office/drawing/2014/main" val="1794672980"/>
                    </a:ext>
                  </a:extLst>
                </a:gridCol>
                <a:gridCol w="263021">
                  <a:extLst>
                    <a:ext uri="{9D8B030D-6E8A-4147-A177-3AD203B41FA5}">
                      <a16:colId xmlns:a16="http://schemas.microsoft.com/office/drawing/2014/main" val="1816974244"/>
                    </a:ext>
                  </a:extLst>
                </a:gridCol>
                <a:gridCol w="263021">
                  <a:extLst>
                    <a:ext uri="{9D8B030D-6E8A-4147-A177-3AD203B41FA5}">
                      <a16:colId xmlns:a16="http://schemas.microsoft.com/office/drawing/2014/main" val="2485238409"/>
                    </a:ext>
                  </a:extLst>
                </a:gridCol>
                <a:gridCol w="263021">
                  <a:extLst>
                    <a:ext uri="{9D8B030D-6E8A-4147-A177-3AD203B41FA5}">
                      <a16:colId xmlns:a16="http://schemas.microsoft.com/office/drawing/2014/main" val="3643818927"/>
                    </a:ext>
                  </a:extLst>
                </a:gridCol>
                <a:gridCol w="263021">
                  <a:extLst>
                    <a:ext uri="{9D8B030D-6E8A-4147-A177-3AD203B41FA5}">
                      <a16:colId xmlns:a16="http://schemas.microsoft.com/office/drawing/2014/main" val="1050924715"/>
                    </a:ext>
                  </a:extLst>
                </a:gridCol>
                <a:gridCol w="263021">
                  <a:extLst>
                    <a:ext uri="{9D8B030D-6E8A-4147-A177-3AD203B41FA5}">
                      <a16:colId xmlns:a16="http://schemas.microsoft.com/office/drawing/2014/main" val="540047455"/>
                    </a:ext>
                  </a:extLst>
                </a:gridCol>
                <a:gridCol w="263021">
                  <a:extLst>
                    <a:ext uri="{9D8B030D-6E8A-4147-A177-3AD203B41FA5}">
                      <a16:colId xmlns:a16="http://schemas.microsoft.com/office/drawing/2014/main" val="2120881547"/>
                    </a:ext>
                  </a:extLst>
                </a:gridCol>
                <a:gridCol w="263021">
                  <a:extLst>
                    <a:ext uri="{9D8B030D-6E8A-4147-A177-3AD203B41FA5}">
                      <a16:colId xmlns:a16="http://schemas.microsoft.com/office/drawing/2014/main" val="411473761"/>
                    </a:ext>
                  </a:extLst>
                </a:gridCol>
              </a:tblGrid>
              <a:tr h="320239">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700" b="1" i="0" u="none" strike="noStrike">
                          <a:solidFill>
                            <a:schemeClr val="tx1"/>
                          </a:solidFill>
                          <a:effectLst/>
                          <a:latin typeface="+mn-lt"/>
                        </a:rPr>
                        <a:t>2024-10</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i="0" u="none" strike="noStrike">
                          <a:solidFill>
                            <a:schemeClr val="tx1"/>
                          </a:solidFill>
                          <a:effectLst/>
                          <a:latin typeface="+mn-lt"/>
                        </a:rPr>
                        <a:t>2024-11</a:t>
                      </a: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2024-12</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2025-01</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2025-02</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2025-03</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2025-04</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2025-05</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2025-06</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2025-07</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2025-08</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2025-09</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2025-10</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2025-11</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2025-12</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2026-01</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2026-02</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2026-03</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2026-04</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2026-05</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2026-06</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2026-07</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2026-08</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2026-09</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2026-10</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2026-11</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2026-12</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2027-01</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2027-02</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2027-03</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2027-04</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a:solidFill>
                            <a:schemeClr val="tx1"/>
                          </a:solidFill>
                          <a:effectLst/>
                        </a:rPr>
                        <a:t>2027-05</a:t>
                      </a:r>
                      <a:endParaRPr lang="en-US" sz="700" b="1" i="0" u="none" strike="noStrike">
                        <a:solidFill>
                          <a:schemeClr val="tx1"/>
                        </a:solidFill>
                        <a:effectLst/>
                        <a:latin typeface="Calibri" panose="020F0502020204030204"/>
                      </a:endParaRPr>
                    </a:p>
                  </a:txBody>
                  <a:tcPr marL="3521" marR="3521" marT="352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2027-12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2028-01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2028-02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700" b="1" u="none" strike="noStrike" kern="1200">
                          <a:solidFill>
                            <a:schemeClr val="tx1"/>
                          </a:solidFill>
                          <a:effectLst/>
                          <a:latin typeface="+mn-lt"/>
                          <a:ea typeface="+mn-ea"/>
                          <a:cs typeface="+mn-cs"/>
                        </a:rPr>
                        <a:t>2028-03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259181">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82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208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294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398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496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598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714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830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940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1066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1184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1298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1428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1556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1676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1794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1916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2050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2174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2294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2406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2540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2652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2782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2906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3030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3156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259181">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265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447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591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740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899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1077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1252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sz="7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87080">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71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156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206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259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364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424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478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541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605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660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723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787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848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903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968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1036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1090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1155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1212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1282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1340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1402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1463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1525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1587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1590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1638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1691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1740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1793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259181">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57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106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148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281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800" b="0" i="0" u="none" strike="noStrike">
                          <a:solidFill>
                            <a:srgbClr val="000000"/>
                          </a:solidFill>
                          <a:effectLst/>
                          <a:latin typeface="Arial" panose="020B0604020202020204" pitchFamily="34" charset="0"/>
                        </a:rPr>
                        <a:t>322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600" b="0" i="0" u="none" strike="noStrike">
                          <a:solidFill>
                            <a:srgbClr val="000000"/>
                          </a:solidFill>
                          <a:effectLst/>
                          <a:latin typeface="Arial" panose="020B060402020202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9" name="Rectangle 5">
            <a:extLst>
              <a:ext uri="{FF2B5EF4-FFF2-40B4-BE49-F238E27FC236}">
                <a16:creationId xmlns:a16="http://schemas.microsoft.com/office/drawing/2014/main" id="{6156D4FD-4FE4-1F67-8BEB-417504119AC0}"/>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1252</a:t>
            </a:r>
          </a:p>
          <a:p>
            <a:pPr lvl="0"/>
            <a:r>
              <a:rPr lang="en-US" sz="1200">
                <a:solidFill>
                  <a:schemeClr val="tx1"/>
                </a:solidFill>
              </a:rPr>
              <a:t>Total Randomized = 322</a:t>
            </a:r>
            <a:endParaRPr lang="en-US" sz="1200" b="1">
              <a:solidFill>
                <a:schemeClr val="tx1"/>
              </a:solidFill>
            </a:endParaRPr>
          </a:p>
          <a:p>
            <a:pPr lvl="0"/>
            <a:r>
              <a:rPr lang="en-US" sz="1200">
                <a:solidFill>
                  <a:schemeClr val="tx1"/>
                </a:solidFill>
              </a:rPr>
              <a:t>Total SF= 581</a:t>
            </a:r>
          </a:p>
          <a:p>
            <a:pPr lvl="0"/>
            <a:r>
              <a:rPr lang="en-US" sz="1200">
                <a:solidFill>
                  <a:schemeClr val="tx1"/>
                </a:solidFill>
              </a:rPr>
              <a:t>SFR= 64.34%</a:t>
            </a:r>
          </a:p>
        </p:txBody>
      </p:sp>
    </p:spTree>
    <p:extLst>
      <p:ext uri="{BB962C8B-B14F-4D97-AF65-F5344CB8AC3E}">
        <p14:creationId xmlns:p14="http://schemas.microsoft.com/office/powerpoint/2010/main" val="3715169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6C162-47D3-55B8-8B77-FE7C9004FA9D}"/>
            </a:ext>
          </a:extLst>
        </p:cNvPr>
        <p:cNvGrpSpPr/>
        <p:nvPr/>
      </p:nvGrpSpPr>
      <p:grpSpPr>
        <a:xfrm>
          <a:off x="0" y="0"/>
          <a:ext cx="0" cy="0"/>
          <a:chOff x="0" y="0"/>
          <a:chExt cx="0" cy="0"/>
        </a:xfrm>
      </p:grpSpPr>
      <p:graphicFrame>
        <p:nvGraphicFramePr>
          <p:cNvPr id="11" name="Chart 6">
            <a:extLst>
              <a:ext uri="{FF2B5EF4-FFF2-40B4-BE49-F238E27FC236}">
                <a16:creationId xmlns:a16="http://schemas.microsoft.com/office/drawing/2014/main" id="{E5D73020-947A-494B-8AF9-0ED43BC5CE96}"/>
              </a:ext>
            </a:extLst>
          </p:cNvPr>
          <p:cNvGraphicFramePr>
            <a:graphicFrameLocks/>
          </p:cNvGraphicFramePr>
          <p:nvPr/>
        </p:nvGraphicFramePr>
        <p:xfrm>
          <a:off x="26211" y="534616"/>
          <a:ext cx="12165789" cy="4581527"/>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8" descr="Traffic light - Simple English Wikipedia, the free ...">
            <a:extLst>
              <a:ext uri="{FF2B5EF4-FFF2-40B4-BE49-F238E27FC236}">
                <a16:creationId xmlns:a16="http://schemas.microsoft.com/office/drawing/2014/main" id="{A3402B19-975A-1A2F-F53A-5A51A5F99A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a:off x="11017660" y="189365"/>
            <a:ext cx="968654" cy="392216"/>
          </a:xfrm>
          <a:prstGeom prst="rect">
            <a:avLst/>
          </a:prstGeom>
          <a:solidFill>
            <a:schemeClr val="tx1"/>
          </a:solidFill>
        </p:spPr>
      </p:pic>
      <p:sp>
        <p:nvSpPr>
          <p:cNvPr id="6" name="TextBox 5">
            <a:extLst>
              <a:ext uri="{FF2B5EF4-FFF2-40B4-BE49-F238E27FC236}">
                <a16:creationId xmlns:a16="http://schemas.microsoft.com/office/drawing/2014/main" id="{5A9C3033-5626-BB5A-BD78-C625780285E9}"/>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FF5239E2-BA24-B88E-A049-64114AACB7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3CC59191-C078-09CD-99A0-371714A980EF}"/>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3A9D24ED-3DDD-1412-7BB1-2DDA4E7174C3}"/>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0787A749-637C-8EC4-6FA2-F55B87A95605}"/>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418E9AB5-1667-582A-0EB0-348B32B4F0DC}"/>
              </a:ext>
            </a:extLst>
          </p:cNvPr>
          <p:cNvSpPr>
            <a:spLocks noGrp="1"/>
          </p:cNvSpPr>
          <p:nvPr>
            <p:ph type="sldNum" sz="quarter" idx="20"/>
          </p:nvPr>
        </p:nvSpPr>
        <p:spPr/>
        <p:txBody>
          <a:bodyPr/>
          <a:lstStyle/>
          <a:p>
            <a:fld id="{8FF9B0DE-3FEB-4AA0-B465-B80EF7C1333D}" type="slidenum">
              <a:rPr lang="en-US" smtClean="0"/>
              <a:pPr/>
              <a:t>26</a:t>
            </a:fld>
            <a:endParaRPr lang="en-US"/>
          </a:p>
        </p:txBody>
      </p:sp>
      <p:sp>
        <p:nvSpPr>
          <p:cNvPr id="23" name="标题 2">
            <a:extLst>
              <a:ext uri="{FF2B5EF4-FFF2-40B4-BE49-F238E27FC236}">
                <a16:creationId xmlns:a16="http://schemas.microsoft.com/office/drawing/2014/main" id="{E7DAFF89-726E-8923-332E-FFB0B0035943}"/>
              </a:ext>
            </a:extLst>
          </p:cNvPr>
          <p:cNvSpPr>
            <a:spLocks noGrp="1"/>
          </p:cNvSpPr>
          <p:nvPr>
            <p:ph type="title"/>
          </p:nvPr>
        </p:nvSpPr>
        <p:spPr>
          <a:xfrm>
            <a:off x="-1" y="257617"/>
            <a:ext cx="12079706" cy="553999"/>
          </a:xfrm>
        </p:spPr>
        <p:txBody>
          <a:bodyPr wrap="square" anchor="t">
            <a:normAutofit/>
          </a:bodyPr>
          <a:lstStyle/>
          <a:p>
            <a:r>
              <a:rPr lang="en-US" altLang="zh-CN" sz="2400"/>
              <a:t>1404-0064 </a:t>
            </a:r>
            <a:r>
              <a:rPr lang="en-US" altLang="zh-CN" sz="2400" err="1"/>
              <a:t>Liverage</a:t>
            </a:r>
            <a:r>
              <a:rPr lang="en-US" altLang="zh-CN" sz="2400" baseline="30000" err="1"/>
              <a:t>TM</a:t>
            </a:r>
            <a:r>
              <a:rPr lang="en-US" altLang="zh-CN" sz="2400"/>
              <a:t> - Cirrhosis dated on 01Dec2025 </a:t>
            </a:r>
            <a:r>
              <a:rPr lang="en-US" altLang="zh-CN" sz="2400" i="1">
                <a:solidFill>
                  <a:srgbClr val="EE6541"/>
                </a:solidFill>
              </a:rPr>
              <a:t>(China recruitment status)</a:t>
            </a:r>
            <a:endParaRPr lang="en-US" altLang="zh-CN" sz="2400" i="1">
              <a:solidFill>
                <a:srgbClr val="EE6541"/>
              </a:solidFill>
              <a:highlight>
                <a:srgbClr val="FFFF00"/>
              </a:highlight>
            </a:endParaRPr>
          </a:p>
        </p:txBody>
      </p:sp>
      <p:grpSp>
        <p:nvGrpSpPr>
          <p:cNvPr id="3" name="组合 2">
            <a:extLst>
              <a:ext uri="{FF2B5EF4-FFF2-40B4-BE49-F238E27FC236}">
                <a16:creationId xmlns:a16="http://schemas.microsoft.com/office/drawing/2014/main" id="{7BF4B690-DA31-E243-6118-C5FB8A003F66}"/>
              </a:ext>
            </a:extLst>
          </p:cNvPr>
          <p:cNvGrpSpPr/>
          <p:nvPr/>
        </p:nvGrpSpPr>
        <p:grpSpPr>
          <a:xfrm>
            <a:off x="-1805334" y="5616854"/>
            <a:ext cx="1232411" cy="1259964"/>
            <a:chOff x="893167" y="683532"/>
            <a:chExt cx="1232411" cy="1259964"/>
          </a:xfrm>
        </p:grpSpPr>
        <p:sp>
          <p:nvSpPr>
            <p:cNvPr id="27" name="矩形 26">
              <a:extLst>
                <a:ext uri="{FF2B5EF4-FFF2-40B4-BE49-F238E27FC236}">
                  <a16:creationId xmlns:a16="http://schemas.microsoft.com/office/drawing/2014/main" id="{AB51161F-3EBB-DE75-89EF-AD77D625C7D2}"/>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C6A134A6-F7C9-C276-C826-3C54F9574E6B}"/>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9" imgW="834480" imgH="714960" progId="Excel.Sheet.12">
                    <p:embed/>
                  </p:oleObj>
                </mc:Choice>
                <mc:Fallback>
                  <p:oleObj name="Worksheet" showAsIcon="1" r:id="rId9" imgW="834480" imgH="714960" progId="Excel.Sheet.12">
                    <p:embed/>
                    <p:pic>
                      <p:nvPicPr>
                        <p:cNvPr id="28" name="对象 27">
                          <a:extLst>
                            <a:ext uri="{FF2B5EF4-FFF2-40B4-BE49-F238E27FC236}">
                              <a16:creationId xmlns:a16="http://schemas.microsoft.com/office/drawing/2014/main" id="{C6A134A6-F7C9-C276-C826-3C54F9574E6B}"/>
                            </a:ext>
                          </a:extLst>
                        </p:cNvPr>
                        <p:cNvPicPr/>
                        <p:nvPr/>
                      </p:nvPicPr>
                      <p:blipFill>
                        <a:blip r:embed="rId10"/>
                        <a:stretch>
                          <a:fillRect/>
                        </a:stretch>
                      </p:blipFill>
                      <p:spPr>
                        <a:xfrm>
                          <a:off x="962025" y="912813"/>
                          <a:ext cx="1125538" cy="963612"/>
                        </a:xfrm>
                        <a:prstGeom prst="rect">
                          <a:avLst/>
                        </a:prstGeom>
                      </p:spPr>
                    </p:pic>
                  </p:oleObj>
                </mc:Fallback>
              </mc:AlternateContent>
            </a:graphicData>
          </a:graphic>
        </p:graphicFrame>
      </p:grpSp>
      <p:graphicFrame>
        <p:nvGraphicFramePr>
          <p:cNvPr id="2" name="表格 1">
            <a:extLst>
              <a:ext uri="{FF2B5EF4-FFF2-40B4-BE49-F238E27FC236}">
                <a16:creationId xmlns:a16="http://schemas.microsoft.com/office/drawing/2014/main" id="{3D7A2561-BE23-9962-B375-72C64705072E}"/>
              </a:ext>
            </a:extLst>
          </p:cNvPr>
          <p:cNvGraphicFramePr>
            <a:graphicFrameLocks noGrp="1"/>
          </p:cNvGraphicFramePr>
          <p:nvPr/>
        </p:nvGraphicFramePr>
        <p:xfrm>
          <a:off x="16244" y="5129954"/>
          <a:ext cx="12175755" cy="1728045"/>
        </p:xfrm>
        <a:graphic>
          <a:graphicData uri="http://schemas.openxmlformats.org/drawingml/2006/table">
            <a:tbl>
              <a:tblPr>
                <a:tableStyleId>{9D7B26C5-4107-4FEC-AEDC-1716B250A1EF}</a:tableStyleId>
              </a:tblPr>
              <a:tblGrid>
                <a:gridCol w="830408">
                  <a:extLst>
                    <a:ext uri="{9D8B030D-6E8A-4147-A177-3AD203B41FA5}">
                      <a16:colId xmlns:a16="http://schemas.microsoft.com/office/drawing/2014/main" val="3473625976"/>
                    </a:ext>
                  </a:extLst>
                </a:gridCol>
                <a:gridCol w="333628">
                  <a:extLst>
                    <a:ext uri="{9D8B030D-6E8A-4147-A177-3AD203B41FA5}">
                      <a16:colId xmlns:a16="http://schemas.microsoft.com/office/drawing/2014/main" val="2511394184"/>
                    </a:ext>
                  </a:extLst>
                </a:gridCol>
                <a:gridCol w="305827">
                  <a:extLst>
                    <a:ext uri="{9D8B030D-6E8A-4147-A177-3AD203B41FA5}">
                      <a16:colId xmlns:a16="http://schemas.microsoft.com/office/drawing/2014/main" val="1006931387"/>
                    </a:ext>
                  </a:extLst>
                </a:gridCol>
                <a:gridCol w="319728">
                  <a:extLst>
                    <a:ext uri="{9D8B030D-6E8A-4147-A177-3AD203B41FA5}">
                      <a16:colId xmlns:a16="http://schemas.microsoft.com/office/drawing/2014/main" val="1580186530"/>
                    </a:ext>
                  </a:extLst>
                </a:gridCol>
                <a:gridCol w="319728">
                  <a:extLst>
                    <a:ext uri="{9D8B030D-6E8A-4147-A177-3AD203B41FA5}">
                      <a16:colId xmlns:a16="http://schemas.microsoft.com/office/drawing/2014/main" val="2077854728"/>
                    </a:ext>
                  </a:extLst>
                </a:gridCol>
                <a:gridCol w="305827">
                  <a:extLst>
                    <a:ext uri="{9D8B030D-6E8A-4147-A177-3AD203B41FA5}">
                      <a16:colId xmlns:a16="http://schemas.microsoft.com/office/drawing/2014/main" val="1923209731"/>
                    </a:ext>
                  </a:extLst>
                </a:gridCol>
                <a:gridCol w="305827">
                  <a:extLst>
                    <a:ext uri="{9D8B030D-6E8A-4147-A177-3AD203B41FA5}">
                      <a16:colId xmlns:a16="http://schemas.microsoft.com/office/drawing/2014/main" val="1904945596"/>
                    </a:ext>
                  </a:extLst>
                </a:gridCol>
                <a:gridCol w="305827">
                  <a:extLst>
                    <a:ext uri="{9D8B030D-6E8A-4147-A177-3AD203B41FA5}">
                      <a16:colId xmlns:a16="http://schemas.microsoft.com/office/drawing/2014/main" val="3832727492"/>
                    </a:ext>
                  </a:extLst>
                </a:gridCol>
                <a:gridCol w="305827">
                  <a:extLst>
                    <a:ext uri="{9D8B030D-6E8A-4147-A177-3AD203B41FA5}">
                      <a16:colId xmlns:a16="http://schemas.microsoft.com/office/drawing/2014/main" val="3120066975"/>
                    </a:ext>
                  </a:extLst>
                </a:gridCol>
                <a:gridCol w="319727">
                  <a:extLst>
                    <a:ext uri="{9D8B030D-6E8A-4147-A177-3AD203B41FA5}">
                      <a16:colId xmlns:a16="http://schemas.microsoft.com/office/drawing/2014/main" val="3924652231"/>
                    </a:ext>
                  </a:extLst>
                </a:gridCol>
                <a:gridCol w="333628">
                  <a:extLst>
                    <a:ext uri="{9D8B030D-6E8A-4147-A177-3AD203B41FA5}">
                      <a16:colId xmlns:a16="http://schemas.microsoft.com/office/drawing/2014/main" val="139508724"/>
                    </a:ext>
                  </a:extLst>
                </a:gridCol>
                <a:gridCol w="362175">
                  <a:extLst>
                    <a:ext uri="{9D8B030D-6E8A-4147-A177-3AD203B41FA5}">
                      <a16:colId xmlns:a16="http://schemas.microsoft.com/office/drawing/2014/main" val="1582784343"/>
                    </a:ext>
                  </a:extLst>
                </a:gridCol>
                <a:gridCol w="305827">
                  <a:extLst>
                    <a:ext uri="{9D8B030D-6E8A-4147-A177-3AD203B41FA5}">
                      <a16:colId xmlns:a16="http://schemas.microsoft.com/office/drawing/2014/main" val="4187133416"/>
                    </a:ext>
                  </a:extLst>
                </a:gridCol>
                <a:gridCol w="333628">
                  <a:extLst>
                    <a:ext uri="{9D8B030D-6E8A-4147-A177-3AD203B41FA5}">
                      <a16:colId xmlns:a16="http://schemas.microsoft.com/office/drawing/2014/main" val="3581936348"/>
                    </a:ext>
                  </a:extLst>
                </a:gridCol>
                <a:gridCol w="305827">
                  <a:extLst>
                    <a:ext uri="{9D8B030D-6E8A-4147-A177-3AD203B41FA5}">
                      <a16:colId xmlns:a16="http://schemas.microsoft.com/office/drawing/2014/main" val="2530529000"/>
                    </a:ext>
                  </a:extLst>
                </a:gridCol>
                <a:gridCol w="319728">
                  <a:extLst>
                    <a:ext uri="{9D8B030D-6E8A-4147-A177-3AD203B41FA5}">
                      <a16:colId xmlns:a16="http://schemas.microsoft.com/office/drawing/2014/main" val="3846253994"/>
                    </a:ext>
                  </a:extLst>
                </a:gridCol>
                <a:gridCol w="333628">
                  <a:extLst>
                    <a:ext uri="{9D8B030D-6E8A-4147-A177-3AD203B41FA5}">
                      <a16:colId xmlns:a16="http://schemas.microsoft.com/office/drawing/2014/main" val="420172467"/>
                    </a:ext>
                  </a:extLst>
                </a:gridCol>
                <a:gridCol w="319728">
                  <a:extLst>
                    <a:ext uri="{9D8B030D-6E8A-4147-A177-3AD203B41FA5}">
                      <a16:colId xmlns:a16="http://schemas.microsoft.com/office/drawing/2014/main" val="2349683200"/>
                    </a:ext>
                  </a:extLst>
                </a:gridCol>
                <a:gridCol w="305827">
                  <a:extLst>
                    <a:ext uri="{9D8B030D-6E8A-4147-A177-3AD203B41FA5}">
                      <a16:colId xmlns:a16="http://schemas.microsoft.com/office/drawing/2014/main" val="232587003"/>
                    </a:ext>
                  </a:extLst>
                </a:gridCol>
                <a:gridCol w="319728">
                  <a:extLst>
                    <a:ext uri="{9D8B030D-6E8A-4147-A177-3AD203B41FA5}">
                      <a16:colId xmlns:a16="http://schemas.microsoft.com/office/drawing/2014/main" val="3893228783"/>
                    </a:ext>
                  </a:extLst>
                </a:gridCol>
                <a:gridCol w="333627">
                  <a:extLst>
                    <a:ext uri="{9D8B030D-6E8A-4147-A177-3AD203B41FA5}">
                      <a16:colId xmlns:a16="http://schemas.microsoft.com/office/drawing/2014/main" val="1810682300"/>
                    </a:ext>
                  </a:extLst>
                </a:gridCol>
                <a:gridCol w="305827">
                  <a:extLst>
                    <a:ext uri="{9D8B030D-6E8A-4147-A177-3AD203B41FA5}">
                      <a16:colId xmlns:a16="http://schemas.microsoft.com/office/drawing/2014/main" val="3264639981"/>
                    </a:ext>
                  </a:extLst>
                </a:gridCol>
                <a:gridCol w="333628">
                  <a:extLst>
                    <a:ext uri="{9D8B030D-6E8A-4147-A177-3AD203B41FA5}">
                      <a16:colId xmlns:a16="http://schemas.microsoft.com/office/drawing/2014/main" val="3250103509"/>
                    </a:ext>
                  </a:extLst>
                </a:gridCol>
                <a:gridCol w="319728">
                  <a:extLst>
                    <a:ext uri="{9D8B030D-6E8A-4147-A177-3AD203B41FA5}">
                      <a16:colId xmlns:a16="http://schemas.microsoft.com/office/drawing/2014/main" val="3103740402"/>
                    </a:ext>
                  </a:extLst>
                </a:gridCol>
                <a:gridCol w="333627">
                  <a:extLst>
                    <a:ext uri="{9D8B030D-6E8A-4147-A177-3AD203B41FA5}">
                      <a16:colId xmlns:a16="http://schemas.microsoft.com/office/drawing/2014/main" val="1005031145"/>
                    </a:ext>
                  </a:extLst>
                </a:gridCol>
                <a:gridCol w="305827">
                  <a:extLst>
                    <a:ext uri="{9D8B030D-6E8A-4147-A177-3AD203B41FA5}">
                      <a16:colId xmlns:a16="http://schemas.microsoft.com/office/drawing/2014/main" val="3319657863"/>
                    </a:ext>
                  </a:extLst>
                </a:gridCol>
                <a:gridCol w="305827">
                  <a:extLst>
                    <a:ext uri="{9D8B030D-6E8A-4147-A177-3AD203B41FA5}">
                      <a16:colId xmlns:a16="http://schemas.microsoft.com/office/drawing/2014/main" val="3302328897"/>
                    </a:ext>
                  </a:extLst>
                </a:gridCol>
                <a:gridCol w="312520">
                  <a:extLst>
                    <a:ext uri="{9D8B030D-6E8A-4147-A177-3AD203B41FA5}">
                      <a16:colId xmlns:a16="http://schemas.microsoft.com/office/drawing/2014/main" val="2493887247"/>
                    </a:ext>
                  </a:extLst>
                </a:gridCol>
                <a:gridCol w="303674">
                  <a:extLst>
                    <a:ext uri="{9D8B030D-6E8A-4147-A177-3AD203B41FA5}">
                      <a16:colId xmlns:a16="http://schemas.microsoft.com/office/drawing/2014/main" val="2446705051"/>
                    </a:ext>
                  </a:extLst>
                </a:gridCol>
                <a:gridCol w="303674">
                  <a:extLst>
                    <a:ext uri="{9D8B030D-6E8A-4147-A177-3AD203B41FA5}">
                      <a16:colId xmlns:a16="http://schemas.microsoft.com/office/drawing/2014/main" val="763452771"/>
                    </a:ext>
                  </a:extLst>
                </a:gridCol>
                <a:gridCol w="303674">
                  <a:extLst>
                    <a:ext uri="{9D8B030D-6E8A-4147-A177-3AD203B41FA5}">
                      <a16:colId xmlns:a16="http://schemas.microsoft.com/office/drawing/2014/main" val="874251783"/>
                    </a:ext>
                  </a:extLst>
                </a:gridCol>
                <a:gridCol w="303674">
                  <a:extLst>
                    <a:ext uri="{9D8B030D-6E8A-4147-A177-3AD203B41FA5}">
                      <a16:colId xmlns:a16="http://schemas.microsoft.com/office/drawing/2014/main" val="198856291"/>
                    </a:ext>
                  </a:extLst>
                </a:gridCol>
                <a:gridCol w="303674">
                  <a:extLst>
                    <a:ext uri="{9D8B030D-6E8A-4147-A177-3AD203B41FA5}">
                      <a16:colId xmlns:a16="http://schemas.microsoft.com/office/drawing/2014/main" val="3673208732"/>
                    </a:ext>
                  </a:extLst>
                </a:gridCol>
                <a:gridCol w="303674">
                  <a:extLst>
                    <a:ext uri="{9D8B030D-6E8A-4147-A177-3AD203B41FA5}">
                      <a16:colId xmlns:a16="http://schemas.microsoft.com/office/drawing/2014/main" val="1588515511"/>
                    </a:ext>
                  </a:extLst>
                </a:gridCol>
                <a:gridCol w="303674">
                  <a:extLst>
                    <a:ext uri="{9D8B030D-6E8A-4147-A177-3AD203B41FA5}">
                      <a16:colId xmlns:a16="http://schemas.microsoft.com/office/drawing/2014/main" val="691115312"/>
                    </a:ext>
                  </a:extLst>
                </a:gridCol>
                <a:gridCol w="303674">
                  <a:extLst>
                    <a:ext uri="{9D8B030D-6E8A-4147-A177-3AD203B41FA5}">
                      <a16:colId xmlns:a16="http://schemas.microsoft.com/office/drawing/2014/main" val="719799727"/>
                    </a:ext>
                  </a:extLst>
                </a:gridCol>
                <a:gridCol w="303674">
                  <a:extLst>
                    <a:ext uri="{9D8B030D-6E8A-4147-A177-3AD203B41FA5}">
                      <a16:colId xmlns:a16="http://schemas.microsoft.com/office/drawing/2014/main" val="2472506953"/>
                    </a:ext>
                  </a:extLst>
                </a:gridCol>
              </a:tblGrid>
              <a:tr h="334329">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2024-12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2027-11</a:t>
                      </a:r>
                    </a:p>
                  </a:txBody>
                  <a:tcPr marL="6350" marR="6350" marT="6350"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48429">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41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51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61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70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79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90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101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121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131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141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151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161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171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190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200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207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243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253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261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271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273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273</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48429">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60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48429">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44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48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53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58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62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67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71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76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85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89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94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99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103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108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117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121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131</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48429">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21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377" rtl="0" eaLnBrk="1" fontAlgn="b" latinLnBrk="0" hangingPunct="1"/>
                      <a:r>
                        <a:rPr lang="en-US" sz="900" b="0" i="0" u="none" strike="noStrike" kern="1200">
                          <a:solidFill>
                            <a:srgbClr val="000000"/>
                          </a:solidFill>
                          <a:effectLst/>
                          <a:latin typeface="+mj-lt"/>
                          <a:ea typeface="等线" panose="02010600030101010101" pitchFamily="2" charset="-122"/>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10" name="Rectangle 5">
            <a:extLst>
              <a:ext uri="{FF2B5EF4-FFF2-40B4-BE49-F238E27FC236}">
                <a16:creationId xmlns:a16="http://schemas.microsoft.com/office/drawing/2014/main" id="{A7E531F9-DFFA-8BA6-F4EF-7F5CC2391D67}"/>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60</a:t>
            </a:r>
          </a:p>
          <a:p>
            <a:pPr lvl="0"/>
            <a:r>
              <a:rPr lang="en-US" sz="1200">
                <a:solidFill>
                  <a:schemeClr val="tx1"/>
                </a:solidFill>
              </a:rPr>
              <a:t>Total Randomized = 21</a:t>
            </a:r>
            <a:endParaRPr lang="en-US" sz="1200" b="1">
              <a:solidFill>
                <a:schemeClr val="tx1"/>
              </a:solidFill>
            </a:endParaRPr>
          </a:p>
          <a:p>
            <a:pPr lvl="0"/>
            <a:r>
              <a:rPr lang="en-US" sz="1200">
                <a:solidFill>
                  <a:schemeClr val="tx1"/>
                </a:solidFill>
              </a:rPr>
              <a:t>Total SF= 24</a:t>
            </a:r>
          </a:p>
          <a:p>
            <a:pPr lvl="0"/>
            <a:r>
              <a:rPr lang="en-US" sz="1200">
                <a:solidFill>
                  <a:schemeClr val="tx1"/>
                </a:solidFill>
              </a:rPr>
              <a:t>SFR= 53.33%</a:t>
            </a:r>
          </a:p>
        </p:txBody>
      </p:sp>
    </p:spTree>
    <p:extLst>
      <p:ext uri="{BB962C8B-B14F-4D97-AF65-F5344CB8AC3E}">
        <p14:creationId xmlns:p14="http://schemas.microsoft.com/office/powerpoint/2010/main" val="2834654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176534-D902-F3FF-58B3-3F641558650E}"/>
            </a:ext>
          </a:extLst>
        </p:cNvPr>
        <p:cNvGrpSpPr/>
        <p:nvPr/>
      </p:nvGrpSpPr>
      <p:grpSpPr>
        <a:xfrm>
          <a:off x="0" y="0"/>
          <a:ext cx="0" cy="0"/>
          <a:chOff x="0" y="0"/>
          <a:chExt cx="0" cy="0"/>
        </a:xfrm>
      </p:grpSpPr>
      <p:graphicFrame>
        <p:nvGraphicFramePr>
          <p:cNvPr id="5" name="Chart 6">
            <a:extLst>
              <a:ext uri="{FF2B5EF4-FFF2-40B4-BE49-F238E27FC236}">
                <a16:creationId xmlns:a16="http://schemas.microsoft.com/office/drawing/2014/main" id="{E5D73020-947A-494B-8AF9-0ED43BC5CE96}"/>
              </a:ext>
            </a:extLst>
          </p:cNvPr>
          <p:cNvGraphicFramePr>
            <a:graphicFrameLocks/>
          </p:cNvGraphicFramePr>
          <p:nvPr/>
        </p:nvGraphicFramePr>
        <p:xfrm>
          <a:off x="-17548" y="627802"/>
          <a:ext cx="12209547" cy="45021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CE47BE39-45A7-200C-9D02-2CFB5A0C3558}"/>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9E1285CE-905D-CEEC-0731-F42E5C4080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E81C775C-9FBF-6E9C-D9AD-79E8EA7F0729}"/>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ED6CF9C3-28B9-6AB6-4BE2-1E48E39D28DF}"/>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F1DEEB4B-448E-10A6-821B-1C57991293A8}"/>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ACB7544F-5F27-E514-5324-640B096F234B}"/>
              </a:ext>
            </a:extLst>
          </p:cNvPr>
          <p:cNvSpPr>
            <a:spLocks noGrp="1"/>
          </p:cNvSpPr>
          <p:nvPr>
            <p:ph type="sldNum" sz="quarter" idx="20"/>
          </p:nvPr>
        </p:nvSpPr>
        <p:spPr/>
        <p:txBody>
          <a:bodyPr/>
          <a:lstStyle/>
          <a:p>
            <a:fld id="{8FF9B0DE-3FEB-4AA0-B465-B80EF7C1333D}" type="slidenum">
              <a:rPr lang="en-US" smtClean="0"/>
              <a:pPr/>
              <a:t>27</a:t>
            </a:fld>
            <a:endParaRPr lang="en-US"/>
          </a:p>
        </p:txBody>
      </p:sp>
      <p:sp>
        <p:nvSpPr>
          <p:cNvPr id="23" name="标题 2">
            <a:extLst>
              <a:ext uri="{FF2B5EF4-FFF2-40B4-BE49-F238E27FC236}">
                <a16:creationId xmlns:a16="http://schemas.microsoft.com/office/drawing/2014/main" id="{D574E043-E7D0-F0A3-400D-441BE27DCB30}"/>
              </a:ext>
            </a:extLst>
          </p:cNvPr>
          <p:cNvSpPr>
            <a:spLocks noGrp="1"/>
          </p:cNvSpPr>
          <p:nvPr>
            <p:ph type="title"/>
          </p:nvPr>
        </p:nvSpPr>
        <p:spPr>
          <a:xfrm>
            <a:off x="-1" y="257617"/>
            <a:ext cx="12079706" cy="553999"/>
          </a:xfrm>
        </p:spPr>
        <p:txBody>
          <a:bodyPr wrap="square" anchor="t">
            <a:normAutofit/>
          </a:bodyPr>
          <a:lstStyle/>
          <a:p>
            <a:r>
              <a:rPr lang="en-US" altLang="zh-CN" sz="2400"/>
              <a:t>1404-0064 </a:t>
            </a:r>
            <a:r>
              <a:rPr lang="en-US" altLang="zh-CN" sz="2400" err="1"/>
              <a:t>Liverage</a:t>
            </a:r>
            <a:r>
              <a:rPr lang="en-US" altLang="zh-CN" sz="2400" baseline="30000" err="1"/>
              <a:t>TM</a:t>
            </a:r>
            <a:r>
              <a:rPr lang="en-US" altLang="zh-CN" sz="2400"/>
              <a:t> - Cirrhosis dated on 01Dec2025 </a:t>
            </a:r>
            <a:r>
              <a:rPr lang="en-US" altLang="zh-CN" sz="2400" i="1">
                <a:solidFill>
                  <a:srgbClr val="EE6541"/>
                </a:solidFill>
              </a:rPr>
              <a:t>(Taiwan recruitment status)</a:t>
            </a:r>
            <a:endParaRPr lang="en-US" altLang="zh-CN" sz="2400" i="1">
              <a:solidFill>
                <a:srgbClr val="EE6541"/>
              </a:solidFill>
              <a:highlight>
                <a:srgbClr val="FFFF00"/>
              </a:highlight>
            </a:endParaRPr>
          </a:p>
        </p:txBody>
      </p:sp>
      <p:grpSp>
        <p:nvGrpSpPr>
          <p:cNvPr id="3" name="组合 2">
            <a:extLst>
              <a:ext uri="{FF2B5EF4-FFF2-40B4-BE49-F238E27FC236}">
                <a16:creationId xmlns:a16="http://schemas.microsoft.com/office/drawing/2014/main" id="{616802AF-6EF5-481F-5942-0B277179AFC5}"/>
              </a:ext>
            </a:extLst>
          </p:cNvPr>
          <p:cNvGrpSpPr/>
          <p:nvPr/>
        </p:nvGrpSpPr>
        <p:grpSpPr>
          <a:xfrm>
            <a:off x="-1805334" y="5616854"/>
            <a:ext cx="1232411" cy="1259964"/>
            <a:chOff x="893167" y="683532"/>
            <a:chExt cx="1232411" cy="1259964"/>
          </a:xfrm>
        </p:grpSpPr>
        <p:sp>
          <p:nvSpPr>
            <p:cNvPr id="27" name="矩形 26">
              <a:extLst>
                <a:ext uri="{FF2B5EF4-FFF2-40B4-BE49-F238E27FC236}">
                  <a16:creationId xmlns:a16="http://schemas.microsoft.com/office/drawing/2014/main" id="{EF96EF8B-22CE-8B89-131F-1114545D2808}"/>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A31552A9-69BD-B592-D992-076FE48E7A92}"/>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8" imgW="834480" imgH="714960" progId="Excel.Sheet.12">
                    <p:embed/>
                  </p:oleObj>
                </mc:Choice>
                <mc:Fallback>
                  <p:oleObj name="Worksheet" showAsIcon="1" r:id="rId8" imgW="834480" imgH="714960" progId="Excel.Sheet.12">
                    <p:embed/>
                    <p:pic>
                      <p:nvPicPr>
                        <p:cNvPr id="28" name="对象 27">
                          <a:extLst>
                            <a:ext uri="{FF2B5EF4-FFF2-40B4-BE49-F238E27FC236}">
                              <a16:creationId xmlns:a16="http://schemas.microsoft.com/office/drawing/2014/main" id="{A31552A9-69BD-B592-D992-076FE48E7A92}"/>
                            </a:ext>
                          </a:extLst>
                        </p:cNvPr>
                        <p:cNvPicPr/>
                        <p:nvPr/>
                      </p:nvPicPr>
                      <p:blipFill>
                        <a:blip r:embed="rId9"/>
                        <a:stretch>
                          <a:fillRect/>
                        </a:stretch>
                      </p:blipFill>
                      <p:spPr>
                        <a:xfrm>
                          <a:off x="962025" y="912813"/>
                          <a:ext cx="1125538" cy="963612"/>
                        </a:xfrm>
                        <a:prstGeom prst="rect">
                          <a:avLst/>
                        </a:prstGeom>
                      </p:spPr>
                    </p:pic>
                  </p:oleObj>
                </mc:Fallback>
              </mc:AlternateContent>
            </a:graphicData>
          </a:graphic>
        </p:graphicFrame>
      </p:grpSp>
      <p:graphicFrame>
        <p:nvGraphicFramePr>
          <p:cNvPr id="2" name="表格 1">
            <a:extLst>
              <a:ext uri="{FF2B5EF4-FFF2-40B4-BE49-F238E27FC236}">
                <a16:creationId xmlns:a16="http://schemas.microsoft.com/office/drawing/2014/main" id="{85F687BC-B253-E34F-2272-1C875C59E141}"/>
              </a:ext>
            </a:extLst>
          </p:cNvPr>
          <p:cNvGraphicFramePr>
            <a:graphicFrameLocks noGrp="1"/>
          </p:cNvGraphicFramePr>
          <p:nvPr/>
        </p:nvGraphicFramePr>
        <p:xfrm>
          <a:off x="16244" y="5129954"/>
          <a:ext cx="12175755" cy="1728045"/>
        </p:xfrm>
        <a:graphic>
          <a:graphicData uri="http://schemas.openxmlformats.org/drawingml/2006/table">
            <a:tbl>
              <a:tblPr>
                <a:tableStyleId>{9D7B26C5-4107-4FEC-AEDC-1716B250A1EF}</a:tableStyleId>
              </a:tblPr>
              <a:tblGrid>
                <a:gridCol w="830408">
                  <a:extLst>
                    <a:ext uri="{9D8B030D-6E8A-4147-A177-3AD203B41FA5}">
                      <a16:colId xmlns:a16="http://schemas.microsoft.com/office/drawing/2014/main" val="3473625976"/>
                    </a:ext>
                  </a:extLst>
                </a:gridCol>
                <a:gridCol w="333628">
                  <a:extLst>
                    <a:ext uri="{9D8B030D-6E8A-4147-A177-3AD203B41FA5}">
                      <a16:colId xmlns:a16="http://schemas.microsoft.com/office/drawing/2014/main" val="2511394184"/>
                    </a:ext>
                  </a:extLst>
                </a:gridCol>
                <a:gridCol w="305827">
                  <a:extLst>
                    <a:ext uri="{9D8B030D-6E8A-4147-A177-3AD203B41FA5}">
                      <a16:colId xmlns:a16="http://schemas.microsoft.com/office/drawing/2014/main" val="1006931387"/>
                    </a:ext>
                  </a:extLst>
                </a:gridCol>
                <a:gridCol w="319728">
                  <a:extLst>
                    <a:ext uri="{9D8B030D-6E8A-4147-A177-3AD203B41FA5}">
                      <a16:colId xmlns:a16="http://schemas.microsoft.com/office/drawing/2014/main" val="1580186530"/>
                    </a:ext>
                  </a:extLst>
                </a:gridCol>
                <a:gridCol w="319728">
                  <a:extLst>
                    <a:ext uri="{9D8B030D-6E8A-4147-A177-3AD203B41FA5}">
                      <a16:colId xmlns:a16="http://schemas.microsoft.com/office/drawing/2014/main" val="2077854728"/>
                    </a:ext>
                  </a:extLst>
                </a:gridCol>
                <a:gridCol w="305827">
                  <a:extLst>
                    <a:ext uri="{9D8B030D-6E8A-4147-A177-3AD203B41FA5}">
                      <a16:colId xmlns:a16="http://schemas.microsoft.com/office/drawing/2014/main" val="1923209731"/>
                    </a:ext>
                  </a:extLst>
                </a:gridCol>
                <a:gridCol w="305827">
                  <a:extLst>
                    <a:ext uri="{9D8B030D-6E8A-4147-A177-3AD203B41FA5}">
                      <a16:colId xmlns:a16="http://schemas.microsoft.com/office/drawing/2014/main" val="1904945596"/>
                    </a:ext>
                  </a:extLst>
                </a:gridCol>
                <a:gridCol w="305827">
                  <a:extLst>
                    <a:ext uri="{9D8B030D-6E8A-4147-A177-3AD203B41FA5}">
                      <a16:colId xmlns:a16="http://schemas.microsoft.com/office/drawing/2014/main" val="3832727492"/>
                    </a:ext>
                  </a:extLst>
                </a:gridCol>
                <a:gridCol w="305827">
                  <a:extLst>
                    <a:ext uri="{9D8B030D-6E8A-4147-A177-3AD203B41FA5}">
                      <a16:colId xmlns:a16="http://schemas.microsoft.com/office/drawing/2014/main" val="3120066975"/>
                    </a:ext>
                  </a:extLst>
                </a:gridCol>
                <a:gridCol w="319727">
                  <a:extLst>
                    <a:ext uri="{9D8B030D-6E8A-4147-A177-3AD203B41FA5}">
                      <a16:colId xmlns:a16="http://schemas.microsoft.com/office/drawing/2014/main" val="3924652231"/>
                    </a:ext>
                  </a:extLst>
                </a:gridCol>
                <a:gridCol w="333628">
                  <a:extLst>
                    <a:ext uri="{9D8B030D-6E8A-4147-A177-3AD203B41FA5}">
                      <a16:colId xmlns:a16="http://schemas.microsoft.com/office/drawing/2014/main" val="139508724"/>
                    </a:ext>
                  </a:extLst>
                </a:gridCol>
                <a:gridCol w="362175">
                  <a:extLst>
                    <a:ext uri="{9D8B030D-6E8A-4147-A177-3AD203B41FA5}">
                      <a16:colId xmlns:a16="http://schemas.microsoft.com/office/drawing/2014/main" val="1582784343"/>
                    </a:ext>
                  </a:extLst>
                </a:gridCol>
                <a:gridCol w="305827">
                  <a:extLst>
                    <a:ext uri="{9D8B030D-6E8A-4147-A177-3AD203B41FA5}">
                      <a16:colId xmlns:a16="http://schemas.microsoft.com/office/drawing/2014/main" val="4187133416"/>
                    </a:ext>
                  </a:extLst>
                </a:gridCol>
                <a:gridCol w="333628">
                  <a:extLst>
                    <a:ext uri="{9D8B030D-6E8A-4147-A177-3AD203B41FA5}">
                      <a16:colId xmlns:a16="http://schemas.microsoft.com/office/drawing/2014/main" val="3581936348"/>
                    </a:ext>
                  </a:extLst>
                </a:gridCol>
                <a:gridCol w="305827">
                  <a:extLst>
                    <a:ext uri="{9D8B030D-6E8A-4147-A177-3AD203B41FA5}">
                      <a16:colId xmlns:a16="http://schemas.microsoft.com/office/drawing/2014/main" val="2530529000"/>
                    </a:ext>
                  </a:extLst>
                </a:gridCol>
                <a:gridCol w="319728">
                  <a:extLst>
                    <a:ext uri="{9D8B030D-6E8A-4147-A177-3AD203B41FA5}">
                      <a16:colId xmlns:a16="http://schemas.microsoft.com/office/drawing/2014/main" val="3846253994"/>
                    </a:ext>
                  </a:extLst>
                </a:gridCol>
                <a:gridCol w="333628">
                  <a:extLst>
                    <a:ext uri="{9D8B030D-6E8A-4147-A177-3AD203B41FA5}">
                      <a16:colId xmlns:a16="http://schemas.microsoft.com/office/drawing/2014/main" val="420172467"/>
                    </a:ext>
                  </a:extLst>
                </a:gridCol>
                <a:gridCol w="319728">
                  <a:extLst>
                    <a:ext uri="{9D8B030D-6E8A-4147-A177-3AD203B41FA5}">
                      <a16:colId xmlns:a16="http://schemas.microsoft.com/office/drawing/2014/main" val="2349683200"/>
                    </a:ext>
                  </a:extLst>
                </a:gridCol>
                <a:gridCol w="305827">
                  <a:extLst>
                    <a:ext uri="{9D8B030D-6E8A-4147-A177-3AD203B41FA5}">
                      <a16:colId xmlns:a16="http://schemas.microsoft.com/office/drawing/2014/main" val="232587003"/>
                    </a:ext>
                  </a:extLst>
                </a:gridCol>
                <a:gridCol w="319728">
                  <a:extLst>
                    <a:ext uri="{9D8B030D-6E8A-4147-A177-3AD203B41FA5}">
                      <a16:colId xmlns:a16="http://schemas.microsoft.com/office/drawing/2014/main" val="3893228783"/>
                    </a:ext>
                  </a:extLst>
                </a:gridCol>
                <a:gridCol w="333627">
                  <a:extLst>
                    <a:ext uri="{9D8B030D-6E8A-4147-A177-3AD203B41FA5}">
                      <a16:colId xmlns:a16="http://schemas.microsoft.com/office/drawing/2014/main" val="1810682300"/>
                    </a:ext>
                  </a:extLst>
                </a:gridCol>
                <a:gridCol w="305827">
                  <a:extLst>
                    <a:ext uri="{9D8B030D-6E8A-4147-A177-3AD203B41FA5}">
                      <a16:colId xmlns:a16="http://schemas.microsoft.com/office/drawing/2014/main" val="3264639981"/>
                    </a:ext>
                  </a:extLst>
                </a:gridCol>
                <a:gridCol w="333628">
                  <a:extLst>
                    <a:ext uri="{9D8B030D-6E8A-4147-A177-3AD203B41FA5}">
                      <a16:colId xmlns:a16="http://schemas.microsoft.com/office/drawing/2014/main" val="3250103509"/>
                    </a:ext>
                  </a:extLst>
                </a:gridCol>
                <a:gridCol w="319728">
                  <a:extLst>
                    <a:ext uri="{9D8B030D-6E8A-4147-A177-3AD203B41FA5}">
                      <a16:colId xmlns:a16="http://schemas.microsoft.com/office/drawing/2014/main" val="3103740402"/>
                    </a:ext>
                  </a:extLst>
                </a:gridCol>
                <a:gridCol w="333627">
                  <a:extLst>
                    <a:ext uri="{9D8B030D-6E8A-4147-A177-3AD203B41FA5}">
                      <a16:colId xmlns:a16="http://schemas.microsoft.com/office/drawing/2014/main" val="1005031145"/>
                    </a:ext>
                  </a:extLst>
                </a:gridCol>
                <a:gridCol w="305827">
                  <a:extLst>
                    <a:ext uri="{9D8B030D-6E8A-4147-A177-3AD203B41FA5}">
                      <a16:colId xmlns:a16="http://schemas.microsoft.com/office/drawing/2014/main" val="3319657863"/>
                    </a:ext>
                  </a:extLst>
                </a:gridCol>
                <a:gridCol w="305827">
                  <a:extLst>
                    <a:ext uri="{9D8B030D-6E8A-4147-A177-3AD203B41FA5}">
                      <a16:colId xmlns:a16="http://schemas.microsoft.com/office/drawing/2014/main" val="3302328897"/>
                    </a:ext>
                  </a:extLst>
                </a:gridCol>
                <a:gridCol w="312520">
                  <a:extLst>
                    <a:ext uri="{9D8B030D-6E8A-4147-A177-3AD203B41FA5}">
                      <a16:colId xmlns:a16="http://schemas.microsoft.com/office/drawing/2014/main" val="2493887247"/>
                    </a:ext>
                  </a:extLst>
                </a:gridCol>
                <a:gridCol w="303674">
                  <a:extLst>
                    <a:ext uri="{9D8B030D-6E8A-4147-A177-3AD203B41FA5}">
                      <a16:colId xmlns:a16="http://schemas.microsoft.com/office/drawing/2014/main" val="2446705051"/>
                    </a:ext>
                  </a:extLst>
                </a:gridCol>
                <a:gridCol w="303674">
                  <a:extLst>
                    <a:ext uri="{9D8B030D-6E8A-4147-A177-3AD203B41FA5}">
                      <a16:colId xmlns:a16="http://schemas.microsoft.com/office/drawing/2014/main" val="763452771"/>
                    </a:ext>
                  </a:extLst>
                </a:gridCol>
                <a:gridCol w="303674">
                  <a:extLst>
                    <a:ext uri="{9D8B030D-6E8A-4147-A177-3AD203B41FA5}">
                      <a16:colId xmlns:a16="http://schemas.microsoft.com/office/drawing/2014/main" val="874251783"/>
                    </a:ext>
                  </a:extLst>
                </a:gridCol>
                <a:gridCol w="303674">
                  <a:extLst>
                    <a:ext uri="{9D8B030D-6E8A-4147-A177-3AD203B41FA5}">
                      <a16:colId xmlns:a16="http://schemas.microsoft.com/office/drawing/2014/main" val="198856291"/>
                    </a:ext>
                  </a:extLst>
                </a:gridCol>
                <a:gridCol w="303674">
                  <a:extLst>
                    <a:ext uri="{9D8B030D-6E8A-4147-A177-3AD203B41FA5}">
                      <a16:colId xmlns:a16="http://schemas.microsoft.com/office/drawing/2014/main" val="3673208732"/>
                    </a:ext>
                  </a:extLst>
                </a:gridCol>
                <a:gridCol w="303674">
                  <a:extLst>
                    <a:ext uri="{9D8B030D-6E8A-4147-A177-3AD203B41FA5}">
                      <a16:colId xmlns:a16="http://schemas.microsoft.com/office/drawing/2014/main" val="1588515511"/>
                    </a:ext>
                  </a:extLst>
                </a:gridCol>
                <a:gridCol w="303674">
                  <a:extLst>
                    <a:ext uri="{9D8B030D-6E8A-4147-A177-3AD203B41FA5}">
                      <a16:colId xmlns:a16="http://schemas.microsoft.com/office/drawing/2014/main" val="691115312"/>
                    </a:ext>
                  </a:extLst>
                </a:gridCol>
                <a:gridCol w="303674">
                  <a:extLst>
                    <a:ext uri="{9D8B030D-6E8A-4147-A177-3AD203B41FA5}">
                      <a16:colId xmlns:a16="http://schemas.microsoft.com/office/drawing/2014/main" val="719799727"/>
                    </a:ext>
                  </a:extLst>
                </a:gridCol>
                <a:gridCol w="303674">
                  <a:extLst>
                    <a:ext uri="{9D8B030D-6E8A-4147-A177-3AD203B41FA5}">
                      <a16:colId xmlns:a16="http://schemas.microsoft.com/office/drawing/2014/main" val="2472506953"/>
                    </a:ext>
                  </a:extLst>
                </a:gridCol>
              </a:tblGrid>
              <a:tr h="334329">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2024-12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2027-11</a:t>
                      </a:r>
                    </a:p>
                  </a:txBody>
                  <a:tcPr marL="6350" marR="6350" marT="6350"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48429">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42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46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48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52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53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58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60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62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64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66</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48429">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17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48429">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29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b" latinLnBrk="0" hangingPunct="1"/>
                      <a:r>
                        <a:rPr lang="en-US" sz="1000" b="0" i="0" u="none" strike="noStrike" kern="1200">
                          <a:solidFill>
                            <a:srgbClr val="000000"/>
                          </a:solidFill>
                          <a:effectLst/>
                          <a:latin typeface="Boehringer Forward Text" panose="02000500000000020000" pitchFamily="2" charset="0"/>
                          <a:ea typeface="+mn-ea"/>
                          <a:cs typeface="+mn-cs"/>
                        </a:rPr>
                        <a:t>33</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48429">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000" b="0" i="0" u="none" strike="noStrike">
                          <a:solidFill>
                            <a:srgbClr val="000000"/>
                          </a:solidFill>
                          <a:effectLst/>
                          <a:latin typeface="Boehringer Forward Text" panose="02000500000000020000" pitchFamily="2"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10" name="Rectangle 5">
            <a:extLst>
              <a:ext uri="{FF2B5EF4-FFF2-40B4-BE49-F238E27FC236}">
                <a16:creationId xmlns:a16="http://schemas.microsoft.com/office/drawing/2014/main" id="{F6FCB5FB-B5B1-CA90-A7AE-D476B3C48420}"/>
              </a:ext>
            </a:extLst>
          </p:cNvPr>
          <p:cNvSpPr/>
          <p:nvPr/>
        </p:nvSpPr>
        <p:spPr>
          <a:xfrm>
            <a:off x="5007033" y="2021064"/>
            <a:ext cx="2065637" cy="7811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17</a:t>
            </a:r>
          </a:p>
          <a:p>
            <a:pPr lvl="0"/>
            <a:r>
              <a:rPr lang="en-US" sz="1200">
                <a:solidFill>
                  <a:schemeClr val="tx1"/>
                </a:solidFill>
              </a:rPr>
              <a:t>Total Randomized = 2</a:t>
            </a:r>
            <a:endParaRPr lang="en-US" sz="1200" b="1">
              <a:solidFill>
                <a:schemeClr val="tx1"/>
              </a:solidFill>
            </a:endParaRPr>
          </a:p>
          <a:p>
            <a:pPr lvl="0"/>
            <a:r>
              <a:rPr lang="en-US" sz="1200">
                <a:solidFill>
                  <a:schemeClr val="tx1"/>
                </a:solidFill>
              </a:rPr>
              <a:t>Total SF= 9</a:t>
            </a:r>
          </a:p>
          <a:p>
            <a:pPr lvl="0"/>
            <a:r>
              <a:rPr lang="en-US" sz="1200">
                <a:solidFill>
                  <a:schemeClr val="tx1"/>
                </a:solidFill>
              </a:rPr>
              <a:t>SFR=81.81%</a:t>
            </a:r>
          </a:p>
        </p:txBody>
      </p:sp>
      <p:pic>
        <p:nvPicPr>
          <p:cNvPr id="9" name="Picture 2" descr="image">
            <a:extLst>
              <a:ext uri="{FF2B5EF4-FFF2-40B4-BE49-F238E27FC236}">
                <a16:creationId xmlns:a16="http://schemas.microsoft.com/office/drawing/2014/main" id="{667A9184-F45F-2B44-1818-584F85F334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222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5A5EA2-29CF-2A0E-E4DC-D8658091209E}"/>
            </a:ext>
          </a:extLst>
        </p:cNvPr>
        <p:cNvGrpSpPr/>
        <p:nvPr/>
      </p:nvGrpSpPr>
      <p:grpSpPr>
        <a:xfrm>
          <a:off x="0" y="0"/>
          <a:ext cx="0" cy="0"/>
          <a:chOff x="0" y="0"/>
          <a:chExt cx="0" cy="0"/>
        </a:xfrm>
      </p:grpSpPr>
      <p:graphicFrame>
        <p:nvGraphicFramePr>
          <p:cNvPr id="9" name="Chart 6">
            <a:extLst>
              <a:ext uri="{FF2B5EF4-FFF2-40B4-BE49-F238E27FC236}">
                <a16:creationId xmlns:a16="http://schemas.microsoft.com/office/drawing/2014/main" id="{E5D73020-947A-494B-8AF9-0ED43BC5CE96}"/>
              </a:ext>
            </a:extLst>
          </p:cNvPr>
          <p:cNvGraphicFramePr>
            <a:graphicFrameLocks/>
          </p:cNvGraphicFramePr>
          <p:nvPr/>
        </p:nvGraphicFramePr>
        <p:xfrm>
          <a:off x="-1" y="476250"/>
          <a:ext cx="12175755" cy="4581527"/>
        </p:xfrm>
        <a:graphic>
          <a:graphicData uri="http://schemas.openxmlformats.org/drawingml/2006/chart">
            <c:chart xmlns:c="http://schemas.openxmlformats.org/drawingml/2006/chart" xmlns:r="http://schemas.openxmlformats.org/officeDocument/2006/relationships" r:id="rId3"/>
          </a:graphicData>
        </a:graphic>
      </p:graphicFrame>
      <p:pic>
        <p:nvPicPr>
          <p:cNvPr id="5" name="Picture 8" descr="Traffic light - Simple English Wikipedia, the free ...">
            <a:extLst>
              <a:ext uri="{FF2B5EF4-FFF2-40B4-BE49-F238E27FC236}">
                <a16:creationId xmlns:a16="http://schemas.microsoft.com/office/drawing/2014/main" id="{34C308C9-E6F6-0670-6348-10BED92892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a:off x="11017660" y="189365"/>
            <a:ext cx="968654" cy="392216"/>
          </a:xfrm>
          <a:prstGeom prst="rect">
            <a:avLst/>
          </a:prstGeom>
          <a:solidFill>
            <a:schemeClr val="tx1"/>
          </a:solidFill>
        </p:spPr>
      </p:pic>
      <p:sp>
        <p:nvSpPr>
          <p:cNvPr id="6" name="TextBox 5">
            <a:extLst>
              <a:ext uri="{FF2B5EF4-FFF2-40B4-BE49-F238E27FC236}">
                <a16:creationId xmlns:a16="http://schemas.microsoft.com/office/drawing/2014/main" id="{0A61ECA2-C305-3170-F755-29354FD5C0E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A51F75A6-9E81-FA99-F007-AC920AC94E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F0D31F3F-E2FE-4649-A123-08D52874E2FA}"/>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32EAA189-EEB7-DA87-AE10-34146E99B413}"/>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BCE6EC93-9941-6E30-222F-9AC55A177086}"/>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30987D08-0A1B-3601-529E-15C28CD743CF}"/>
              </a:ext>
            </a:extLst>
          </p:cNvPr>
          <p:cNvSpPr>
            <a:spLocks noGrp="1"/>
          </p:cNvSpPr>
          <p:nvPr>
            <p:ph type="sldNum" sz="quarter" idx="20"/>
          </p:nvPr>
        </p:nvSpPr>
        <p:spPr/>
        <p:txBody>
          <a:bodyPr/>
          <a:lstStyle/>
          <a:p>
            <a:fld id="{8FF9B0DE-3FEB-4AA0-B465-B80EF7C1333D}" type="slidenum">
              <a:rPr lang="en-US" smtClean="0"/>
              <a:pPr/>
              <a:t>28</a:t>
            </a:fld>
            <a:endParaRPr lang="en-US"/>
          </a:p>
        </p:txBody>
      </p:sp>
      <p:sp>
        <p:nvSpPr>
          <p:cNvPr id="23" name="标题 2">
            <a:extLst>
              <a:ext uri="{FF2B5EF4-FFF2-40B4-BE49-F238E27FC236}">
                <a16:creationId xmlns:a16="http://schemas.microsoft.com/office/drawing/2014/main" id="{31B1F1FF-7A02-49DF-5657-8865134D23F1}"/>
              </a:ext>
            </a:extLst>
          </p:cNvPr>
          <p:cNvSpPr>
            <a:spLocks noGrp="1"/>
          </p:cNvSpPr>
          <p:nvPr>
            <p:ph type="title"/>
          </p:nvPr>
        </p:nvSpPr>
        <p:spPr>
          <a:xfrm>
            <a:off x="-1" y="257617"/>
            <a:ext cx="12079706" cy="553999"/>
          </a:xfrm>
        </p:spPr>
        <p:txBody>
          <a:bodyPr wrap="square" anchor="t">
            <a:normAutofit/>
          </a:bodyPr>
          <a:lstStyle/>
          <a:p>
            <a:r>
              <a:rPr lang="en-US" altLang="zh-CN" sz="2400"/>
              <a:t>1404-0064 </a:t>
            </a:r>
            <a:r>
              <a:rPr lang="en-US" altLang="zh-CN" sz="2400" err="1"/>
              <a:t>Liverage</a:t>
            </a:r>
            <a:r>
              <a:rPr lang="en-US" altLang="zh-CN" sz="2400" baseline="30000" err="1"/>
              <a:t>TM</a:t>
            </a:r>
            <a:r>
              <a:rPr lang="en-US" altLang="zh-CN" sz="2400"/>
              <a:t> - Cirrhosis dated on 1Dec2025 </a:t>
            </a:r>
            <a:r>
              <a:rPr lang="en-US" altLang="zh-CN" sz="2400" i="1">
                <a:solidFill>
                  <a:srgbClr val="EE6541"/>
                </a:solidFill>
              </a:rPr>
              <a:t>(Hong Kong recruitment status)</a:t>
            </a:r>
            <a:endParaRPr lang="en-US" altLang="zh-CN" sz="2400" i="1">
              <a:solidFill>
                <a:srgbClr val="EE6541"/>
              </a:solidFill>
              <a:highlight>
                <a:srgbClr val="FFFF00"/>
              </a:highlight>
            </a:endParaRPr>
          </a:p>
        </p:txBody>
      </p:sp>
      <p:grpSp>
        <p:nvGrpSpPr>
          <p:cNvPr id="3" name="组合 2">
            <a:extLst>
              <a:ext uri="{FF2B5EF4-FFF2-40B4-BE49-F238E27FC236}">
                <a16:creationId xmlns:a16="http://schemas.microsoft.com/office/drawing/2014/main" id="{FDB88D3F-D015-70A2-4579-1BC09D1D755F}"/>
              </a:ext>
            </a:extLst>
          </p:cNvPr>
          <p:cNvGrpSpPr/>
          <p:nvPr/>
        </p:nvGrpSpPr>
        <p:grpSpPr>
          <a:xfrm>
            <a:off x="-1805334" y="5616854"/>
            <a:ext cx="1232411" cy="1259964"/>
            <a:chOff x="893167" y="683532"/>
            <a:chExt cx="1232411" cy="1259964"/>
          </a:xfrm>
        </p:grpSpPr>
        <p:sp>
          <p:nvSpPr>
            <p:cNvPr id="27" name="矩形 26">
              <a:extLst>
                <a:ext uri="{FF2B5EF4-FFF2-40B4-BE49-F238E27FC236}">
                  <a16:creationId xmlns:a16="http://schemas.microsoft.com/office/drawing/2014/main" id="{BD996F88-73D0-488C-4603-CF58FB7F7014}"/>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754C79E2-89DA-FDA8-4182-6BF03CE924E5}"/>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9" imgW="834480" imgH="714960" progId="Excel.Sheet.12">
                    <p:embed/>
                  </p:oleObj>
                </mc:Choice>
                <mc:Fallback>
                  <p:oleObj name="Worksheet" showAsIcon="1" r:id="rId9" imgW="834480" imgH="714960" progId="Excel.Sheet.12">
                    <p:embed/>
                    <p:pic>
                      <p:nvPicPr>
                        <p:cNvPr id="28" name="对象 27">
                          <a:extLst>
                            <a:ext uri="{FF2B5EF4-FFF2-40B4-BE49-F238E27FC236}">
                              <a16:creationId xmlns:a16="http://schemas.microsoft.com/office/drawing/2014/main" id="{754C79E2-89DA-FDA8-4182-6BF03CE924E5}"/>
                            </a:ext>
                          </a:extLst>
                        </p:cNvPr>
                        <p:cNvPicPr/>
                        <p:nvPr/>
                      </p:nvPicPr>
                      <p:blipFill>
                        <a:blip r:embed="rId10"/>
                        <a:stretch>
                          <a:fillRect/>
                        </a:stretch>
                      </p:blipFill>
                      <p:spPr>
                        <a:xfrm>
                          <a:off x="962025" y="912813"/>
                          <a:ext cx="1125538" cy="963612"/>
                        </a:xfrm>
                        <a:prstGeom prst="rect">
                          <a:avLst/>
                        </a:prstGeom>
                      </p:spPr>
                    </p:pic>
                  </p:oleObj>
                </mc:Fallback>
              </mc:AlternateContent>
            </a:graphicData>
          </a:graphic>
        </p:graphicFrame>
      </p:grpSp>
      <p:graphicFrame>
        <p:nvGraphicFramePr>
          <p:cNvPr id="2" name="表格 1">
            <a:extLst>
              <a:ext uri="{FF2B5EF4-FFF2-40B4-BE49-F238E27FC236}">
                <a16:creationId xmlns:a16="http://schemas.microsoft.com/office/drawing/2014/main" id="{DBC61595-F1D2-8ED3-5AED-A04C7F1923B5}"/>
              </a:ext>
            </a:extLst>
          </p:cNvPr>
          <p:cNvGraphicFramePr>
            <a:graphicFrameLocks noGrp="1"/>
          </p:cNvGraphicFramePr>
          <p:nvPr/>
        </p:nvGraphicFramePr>
        <p:xfrm>
          <a:off x="16244" y="5129954"/>
          <a:ext cx="12175755" cy="1728045"/>
        </p:xfrm>
        <a:graphic>
          <a:graphicData uri="http://schemas.openxmlformats.org/drawingml/2006/table">
            <a:tbl>
              <a:tblPr>
                <a:tableStyleId>{9D7B26C5-4107-4FEC-AEDC-1716B250A1EF}</a:tableStyleId>
              </a:tblPr>
              <a:tblGrid>
                <a:gridCol w="830408">
                  <a:extLst>
                    <a:ext uri="{9D8B030D-6E8A-4147-A177-3AD203B41FA5}">
                      <a16:colId xmlns:a16="http://schemas.microsoft.com/office/drawing/2014/main" val="3473625976"/>
                    </a:ext>
                  </a:extLst>
                </a:gridCol>
                <a:gridCol w="333628">
                  <a:extLst>
                    <a:ext uri="{9D8B030D-6E8A-4147-A177-3AD203B41FA5}">
                      <a16:colId xmlns:a16="http://schemas.microsoft.com/office/drawing/2014/main" val="2511394184"/>
                    </a:ext>
                  </a:extLst>
                </a:gridCol>
                <a:gridCol w="305827">
                  <a:extLst>
                    <a:ext uri="{9D8B030D-6E8A-4147-A177-3AD203B41FA5}">
                      <a16:colId xmlns:a16="http://schemas.microsoft.com/office/drawing/2014/main" val="1006931387"/>
                    </a:ext>
                  </a:extLst>
                </a:gridCol>
                <a:gridCol w="319728">
                  <a:extLst>
                    <a:ext uri="{9D8B030D-6E8A-4147-A177-3AD203B41FA5}">
                      <a16:colId xmlns:a16="http://schemas.microsoft.com/office/drawing/2014/main" val="1580186530"/>
                    </a:ext>
                  </a:extLst>
                </a:gridCol>
                <a:gridCol w="319728">
                  <a:extLst>
                    <a:ext uri="{9D8B030D-6E8A-4147-A177-3AD203B41FA5}">
                      <a16:colId xmlns:a16="http://schemas.microsoft.com/office/drawing/2014/main" val="2077854728"/>
                    </a:ext>
                  </a:extLst>
                </a:gridCol>
                <a:gridCol w="305827">
                  <a:extLst>
                    <a:ext uri="{9D8B030D-6E8A-4147-A177-3AD203B41FA5}">
                      <a16:colId xmlns:a16="http://schemas.microsoft.com/office/drawing/2014/main" val="1923209731"/>
                    </a:ext>
                  </a:extLst>
                </a:gridCol>
                <a:gridCol w="305827">
                  <a:extLst>
                    <a:ext uri="{9D8B030D-6E8A-4147-A177-3AD203B41FA5}">
                      <a16:colId xmlns:a16="http://schemas.microsoft.com/office/drawing/2014/main" val="1904945596"/>
                    </a:ext>
                  </a:extLst>
                </a:gridCol>
                <a:gridCol w="305827">
                  <a:extLst>
                    <a:ext uri="{9D8B030D-6E8A-4147-A177-3AD203B41FA5}">
                      <a16:colId xmlns:a16="http://schemas.microsoft.com/office/drawing/2014/main" val="3832727492"/>
                    </a:ext>
                  </a:extLst>
                </a:gridCol>
                <a:gridCol w="305827">
                  <a:extLst>
                    <a:ext uri="{9D8B030D-6E8A-4147-A177-3AD203B41FA5}">
                      <a16:colId xmlns:a16="http://schemas.microsoft.com/office/drawing/2014/main" val="3120066975"/>
                    </a:ext>
                  </a:extLst>
                </a:gridCol>
                <a:gridCol w="319727">
                  <a:extLst>
                    <a:ext uri="{9D8B030D-6E8A-4147-A177-3AD203B41FA5}">
                      <a16:colId xmlns:a16="http://schemas.microsoft.com/office/drawing/2014/main" val="3924652231"/>
                    </a:ext>
                  </a:extLst>
                </a:gridCol>
                <a:gridCol w="333628">
                  <a:extLst>
                    <a:ext uri="{9D8B030D-6E8A-4147-A177-3AD203B41FA5}">
                      <a16:colId xmlns:a16="http://schemas.microsoft.com/office/drawing/2014/main" val="139508724"/>
                    </a:ext>
                  </a:extLst>
                </a:gridCol>
                <a:gridCol w="362175">
                  <a:extLst>
                    <a:ext uri="{9D8B030D-6E8A-4147-A177-3AD203B41FA5}">
                      <a16:colId xmlns:a16="http://schemas.microsoft.com/office/drawing/2014/main" val="1582784343"/>
                    </a:ext>
                  </a:extLst>
                </a:gridCol>
                <a:gridCol w="305827">
                  <a:extLst>
                    <a:ext uri="{9D8B030D-6E8A-4147-A177-3AD203B41FA5}">
                      <a16:colId xmlns:a16="http://schemas.microsoft.com/office/drawing/2014/main" val="4187133416"/>
                    </a:ext>
                  </a:extLst>
                </a:gridCol>
                <a:gridCol w="333628">
                  <a:extLst>
                    <a:ext uri="{9D8B030D-6E8A-4147-A177-3AD203B41FA5}">
                      <a16:colId xmlns:a16="http://schemas.microsoft.com/office/drawing/2014/main" val="3581936348"/>
                    </a:ext>
                  </a:extLst>
                </a:gridCol>
                <a:gridCol w="305827">
                  <a:extLst>
                    <a:ext uri="{9D8B030D-6E8A-4147-A177-3AD203B41FA5}">
                      <a16:colId xmlns:a16="http://schemas.microsoft.com/office/drawing/2014/main" val="2530529000"/>
                    </a:ext>
                  </a:extLst>
                </a:gridCol>
                <a:gridCol w="319728">
                  <a:extLst>
                    <a:ext uri="{9D8B030D-6E8A-4147-A177-3AD203B41FA5}">
                      <a16:colId xmlns:a16="http://schemas.microsoft.com/office/drawing/2014/main" val="3846253994"/>
                    </a:ext>
                  </a:extLst>
                </a:gridCol>
                <a:gridCol w="333628">
                  <a:extLst>
                    <a:ext uri="{9D8B030D-6E8A-4147-A177-3AD203B41FA5}">
                      <a16:colId xmlns:a16="http://schemas.microsoft.com/office/drawing/2014/main" val="420172467"/>
                    </a:ext>
                  </a:extLst>
                </a:gridCol>
                <a:gridCol w="319728">
                  <a:extLst>
                    <a:ext uri="{9D8B030D-6E8A-4147-A177-3AD203B41FA5}">
                      <a16:colId xmlns:a16="http://schemas.microsoft.com/office/drawing/2014/main" val="2349683200"/>
                    </a:ext>
                  </a:extLst>
                </a:gridCol>
                <a:gridCol w="305827">
                  <a:extLst>
                    <a:ext uri="{9D8B030D-6E8A-4147-A177-3AD203B41FA5}">
                      <a16:colId xmlns:a16="http://schemas.microsoft.com/office/drawing/2014/main" val="232587003"/>
                    </a:ext>
                  </a:extLst>
                </a:gridCol>
                <a:gridCol w="319728">
                  <a:extLst>
                    <a:ext uri="{9D8B030D-6E8A-4147-A177-3AD203B41FA5}">
                      <a16:colId xmlns:a16="http://schemas.microsoft.com/office/drawing/2014/main" val="3893228783"/>
                    </a:ext>
                  </a:extLst>
                </a:gridCol>
                <a:gridCol w="333627">
                  <a:extLst>
                    <a:ext uri="{9D8B030D-6E8A-4147-A177-3AD203B41FA5}">
                      <a16:colId xmlns:a16="http://schemas.microsoft.com/office/drawing/2014/main" val="1810682300"/>
                    </a:ext>
                  </a:extLst>
                </a:gridCol>
                <a:gridCol w="305827">
                  <a:extLst>
                    <a:ext uri="{9D8B030D-6E8A-4147-A177-3AD203B41FA5}">
                      <a16:colId xmlns:a16="http://schemas.microsoft.com/office/drawing/2014/main" val="3264639981"/>
                    </a:ext>
                  </a:extLst>
                </a:gridCol>
                <a:gridCol w="333628">
                  <a:extLst>
                    <a:ext uri="{9D8B030D-6E8A-4147-A177-3AD203B41FA5}">
                      <a16:colId xmlns:a16="http://schemas.microsoft.com/office/drawing/2014/main" val="3250103509"/>
                    </a:ext>
                  </a:extLst>
                </a:gridCol>
                <a:gridCol w="319728">
                  <a:extLst>
                    <a:ext uri="{9D8B030D-6E8A-4147-A177-3AD203B41FA5}">
                      <a16:colId xmlns:a16="http://schemas.microsoft.com/office/drawing/2014/main" val="3103740402"/>
                    </a:ext>
                  </a:extLst>
                </a:gridCol>
                <a:gridCol w="333627">
                  <a:extLst>
                    <a:ext uri="{9D8B030D-6E8A-4147-A177-3AD203B41FA5}">
                      <a16:colId xmlns:a16="http://schemas.microsoft.com/office/drawing/2014/main" val="1005031145"/>
                    </a:ext>
                  </a:extLst>
                </a:gridCol>
                <a:gridCol w="305827">
                  <a:extLst>
                    <a:ext uri="{9D8B030D-6E8A-4147-A177-3AD203B41FA5}">
                      <a16:colId xmlns:a16="http://schemas.microsoft.com/office/drawing/2014/main" val="3319657863"/>
                    </a:ext>
                  </a:extLst>
                </a:gridCol>
                <a:gridCol w="305827">
                  <a:extLst>
                    <a:ext uri="{9D8B030D-6E8A-4147-A177-3AD203B41FA5}">
                      <a16:colId xmlns:a16="http://schemas.microsoft.com/office/drawing/2014/main" val="3302328897"/>
                    </a:ext>
                  </a:extLst>
                </a:gridCol>
                <a:gridCol w="312520">
                  <a:extLst>
                    <a:ext uri="{9D8B030D-6E8A-4147-A177-3AD203B41FA5}">
                      <a16:colId xmlns:a16="http://schemas.microsoft.com/office/drawing/2014/main" val="2493887247"/>
                    </a:ext>
                  </a:extLst>
                </a:gridCol>
                <a:gridCol w="303674">
                  <a:extLst>
                    <a:ext uri="{9D8B030D-6E8A-4147-A177-3AD203B41FA5}">
                      <a16:colId xmlns:a16="http://schemas.microsoft.com/office/drawing/2014/main" val="2446705051"/>
                    </a:ext>
                  </a:extLst>
                </a:gridCol>
                <a:gridCol w="303674">
                  <a:extLst>
                    <a:ext uri="{9D8B030D-6E8A-4147-A177-3AD203B41FA5}">
                      <a16:colId xmlns:a16="http://schemas.microsoft.com/office/drawing/2014/main" val="763452771"/>
                    </a:ext>
                  </a:extLst>
                </a:gridCol>
                <a:gridCol w="303674">
                  <a:extLst>
                    <a:ext uri="{9D8B030D-6E8A-4147-A177-3AD203B41FA5}">
                      <a16:colId xmlns:a16="http://schemas.microsoft.com/office/drawing/2014/main" val="874251783"/>
                    </a:ext>
                  </a:extLst>
                </a:gridCol>
                <a:gridCol w="303674">
                  <a:extLst>
                    <a:ext uri="{9D8B030D-6E8A-4147-A177-3AD203B41FA5}">
                      <a16:colId xmlns:a16="http://schemas.microsoft.com/office/drawing/2014/main" val="198856291"/>
                    </a:ext>
                  </a:extLst>
                </a:gridCol>
                <a:gridCol w="303674">
                  <a:extLst>
                    <a:ext uri="{9D8B030D-6E8A-4147-A177-3AD203B41FA5}">
                      <a16:colId xmlns:a16="http://schemas.microsoft.com/office/drawing/2014/main" val="3673208732"/>
                    </a:ext>
                  </a:extLst>
                </a:gridCol>
                <a:gridCol w="303674">
                  <a:extLst>
                    <a:ext uri="{9D8B030D-6E8A-4147-A177-3AD203B41FA5}">
                      <a16:colId xmlns:a16="http://schemas.microsoft.com/office/drawing/2014/main" val="1588515511"/>
                    </a:ext>
                  </a:extLst>
                </a:gridCol>
                <a:gridCol w="303674">
                  <a:extLst>
                    <a:ext uri="{9D8B030D-6E8A-4147-A177-3AD203B41FA5}">
                      <a16:colId xmlns:a16="http://schemas.microsoft.com/office/drawing/2014/main" val="691115312"/>
                    </a:ext>
                  </a:extLst>
                </a:gridCol>
                <a:gridCol w="303674">
                  <a:extLst>
                    <a:ext uri="{9D8B030D-6E8A-4147-A177-3AD203B41FA5}">
                      <a16:colId xmlns:a16="http://schemas.microsoft.com/office/drawing/2014/main" val="719799727"/>
                    </a:ext>
                  </a:extLst>
                </a:gridCol>
                <a:gridCol w="303674">
                  <a:extLst>
                    <a:ext uri="{9D8B030D-6E8A-4147-A177-3AD203B41FA5}">
                      <a16:colId xmlns:a16="http://schemas.microsoft.com/office/drawing/2014/main" val="2472506953"/>
                    </a:ext>
                  </a:extLst>
                </a:gridCol>
              </a:tblGrid>
              <a:tr h="334329">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2024-12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2025-12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2026-12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en-US" sz="1000" b="1" i="0" u="none" strike="noStrike">
                          <a:solidFill>
                            <a:srgbClr val="000000"/>
                          </a:solidFill>
                          <a:effectLst/>
                          <a:latin typeface="+mj-lt"/>
                        </a:rPr>
                        <a:t>2027-11</a:t>
                      </a:r>
                    </a:p>
                  </a:txBody>
                  <a:tcPr marL="6350" marR="6350" marT="6350" marB="0" anchor="ctr">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48429">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44</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48429">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endParaRPr lang="en-US" sz="1100" b="0" i="0" u="none" strike="noStrike" kern="1200">
                        <a:solidFill>
                          <a:srgbClr val="000000"/>
                        </a:solidFill>
                        <a:effectLst/>
                        <a:latin typeface="Calibri" panose="020F0502020204030204" pitchFamily="34" charset="0"/>
                        <a:ea typeface="+mn-ea"/>
                        <a:cs typeface="+mn-cs"/>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48429">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377" rtl="0" eaLnBrk="1" fontAlgn="ctr" latinLnBrk="0" hangingPunct="1"/>
                      <a:r>
                        <a:rPr lang="en-US" sz="1100" b="0" i="0" u="none" strike="noStrike" kern="1200">
                          <a:solidFill>
                            <a:srgbClr val="000000"/>
                          </a:solidFill>
                          <a:effectLst/>
                          <a:latin typeface="Calibri" panose="020F0502020204030204" pitchFamily="34" charset="0"/>
                          <a:ea typeface="+mn-ea"/>
                          <a:cs typeface="+mn-cs"/>
                        </a:rPr>
                        <a:t>17</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48429">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6350" marR="6350" marT="6350" marB="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10" name="Rectangle 5">
            <a:extLst>
              <a:ext uri="{FF2B5EF4-FFF2-40B4-BE49-F238E27FC236}">
                <a16:creationId xmlns:a16="http://schemas.microsoft.com/office/drawing/2014/main" id="{CFAA4471-182B-5CD1-0AA2-8012BEC9F93E}"/>
              </a:ext>
            </a:extLst>
          </p:cNvPr>
          <p:cNvSpPr/>
          <p:nvPr/>
        </p:nvSpPr>
        <p:spPr>
          <a:xfrm>
            <a:off x="5007033" y="1799924"/>
            <a:ext cx="2065637" cy="100226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 7</a:t>
            </a:r>
          </a:p>
          <a:p>
            <a:pPr lvl="0"/>
            <a:r>
              <a:rPr lang="en-US" sz="1200">
                <a:solidFill>
                  <a:schemeClr val="tx1"/>
                </a:solidFill>
              </a:rPr>
              <a:t>Total Randomized = 5</a:t>
            </a:r>
            <a:endParaRPr lang="en-US" sz="1200" b="1">
              <a:solidFill>
                <a:schemeClr val="tx1"/>
              </a:solidFill>
            </a:endParaRPr>
          </a:p>
          <a:p>
            <a:pPr lvl="0"/>
            <a:r>
              <a:rPr lang="en-US" sz="1200">
                <a:solidFill>
                  <a:schemeClr val="tx1"/>
                </a:solidFill>
              </a:rPr>
              <a:t>Total SF= 0</a:t>
            </a:r>
          </a:p>
          <a:p>
            <a:pPr lvl="0"/>
            <a:r>
              <a:rPr lang="en-US" sz="1200">
                <a:solidFill>
                  <a:schemeClr val="tx1"/>
                </a:solidFill>
              </a:rPr>
              <a:t>SFR= 0%</a:t>
            </a:r>
          </a:p>
          <a:p>
            <a:pPr lvl="0"/>
            <a:r>
              <a:rPr lang="en-US" sz="1200">
                <a:solidFill>
                  <a:schemeClr val="tx1"/>
                </a:solidFill>
              </a:rPr>
              <a:t>1 ETD</a:t>
            </a:r>
          </a:p>
        </p:txBody>
      </p:sp>
    </p:spTree>
    <p:extLst>
      <p:ext uri="{BB962C8B-B14F-4D97-AF65-F5344CB8AC3E}">
        <p14:creationId xmlns:p14="http://schemas.microsoft.com/office/powerpoint/2010/main" val="521664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1166537" y="1143000"/>
          <a:ext cx="10559707" cy="685800"/>
        </p:xfrm>
        <a:graphic>
          <a:graphicData uri="http://schemas.openxmlformats.org/drawingml/2006/table">
            <a:tbl>
              <a:tblPr firstRow="1" bandRow="1"/>
              <a:tblGrid>
                <a:gridCol w="518267">
                  <a:extLst>
                    <a:ext uri="{9D8B030D-6E8A-4147-A177-3AD203B41FA5}">
                      <a16:colId xmlns:a16="http://schemas.microsoft.com/office/drawing/2014/main" val="1064917641"/>
                    </a:ext>
                  </a:extLst>
                </a:gridCol>
                <a:gridCol w="518267">
                  <a:extLst>
                    <a:ext uri="{9D8B030D-6E8A-4147-A177-3AD203B41FA5}">
                      <a16:colId xmlns:a16="http://schemas.microsoft.com/office/drawing/2014/main" val="4221117315"/>
                    </a:ext>
                  </a:extLst>
                </a:gridCol>
                <a:gridCol w="518267">
                  <a:extLst>
                    <a:ext uri="{9D8B030D-6E8A-4147-A177-3AD203B41FA5}">
                      <a16:colId xmlns:a16="http://schemas.microsoft.com/office/drawing/2014/main" val="3266065341"/>
                    </a:ext>
                  </a:extLst>
                </a:gridCol>
                <a:gridCol w="518267">
                  <a:extLst>
                    <a:ext uri="{9D8B030D-6E8A-4147-A177-3AD203B41FA5}">
                      <a16:colId xmlns:a16="http://schemas.microsoft.com/office/drawing/2014/main" val="2374051224"/>
                    </a:ext>
                  </a:extLst>
                </a:gridCol>
                <a:gridCol w="566864">
                  <a:extLst>
                    <a:ext uri="{9D8B030D-6E8A-4147-A177-3AD203B41FA5}">
                      <a16:colId xmlns:a16="http://schemas.microsoft.com/office/drawing/2014/main" val="1840388365"/>
                    </a:ext>
                  </a:extLst>
                </a:gridCol>
                <a:gridCol w="527985">
                  <a:extLst>
                    <a:ext uri="{9D8B030D-6E8A-4147-A177-3AD203B41FA5}">
                      <a16:colId xmlns:a16="http://schemas.microsoft.com/office/drawing/2014/main" val="1916737696"/>
                    </a:ext>
                  </a:extLst>
                </a:gridCol>
                <a:gridCol w="527985">
                  <a:extLst>
                    <a:ext uri="{9D8B030D-6E8A-4147-A177-3AD203B41FA5}">
                      <a16:colId xmlns:a16="http://schemas.microsoft.com/office/drawing/2014/main" val="267750830"/>
                    </a:ext>
                  </a:extLst>
                </a:gridCol>
                <a:gridCol w="527985">
                  <a:extLst>
                    <a:ext uri="{9D8B030D-6E8A-4147-A177-3AD203B41FA5}">
                      <a16:colId xmlns:a16="http://schemas.microsoft.com/office/drawing/2014/main" val="676677274"/>
                    </a:ext>
                  </a:extLst>
                </a:gridCol>
                <a:gridCol w="527985">
                  <a:extLst>
                    <a:ext uri="{9D8B030D-6E8A-4147-A177-3AD203B41FA5}">
                      <a16:colId xmlns:a16="http://schemas.microsoft.com/office/drawing/2014/main" val="3966469970"/>
                    </a:ext>
                  </a:extLst>
                </a:gridCol>
                <a:gridCol w="527985">
                  <a:extLst>
                    <a:ext uri="{9D8B030D-6E8A-4147-A177-3AD203B41FA5}">
                      <a16:colId xmlns:a16="http://schemas.microsoft.com/office/drawing/2014/main" val="1780112805"/>
                    </a:ext>
                  </a:extLst>
                </a:gridCol>
                <a:gridCol w="527985">
                  <a:extLst>
                    <a:ext uri="{9D8B030D-6E8A-4147-A177-3AD203B41FA5}">
                      <a16:colId xmlns:a16="http://schemas.microsoft.com/office/drawing/2014/main" val="2522973146"/>
                    </a:ext>
                  </a:extLst>
                </a:gridCol>
                <a:gridCol w="527985">
                  <a:extLst>
                    <a:ext uri="{9D8B030D-6E8A-4147-A177-3AD203B41FA5}">
                      <a16:colId xmlns:a16="http://schemas.microsoft.com/office/drawing/2014/main" val="2828037664"/>
                    </a:ext>
                  </a:extLst>
                </a:gridCol>
                <a:gridCol w="527985">
                  <a:extLst>
                    <a:ext uri="{9D8B030D-6E8A-4147-A177-3AD203B41FA5}">
                      <a16:colId xmlns:a16="http://schemas.microsoft.com/office/drawing/2014/main" val="4229858754"/>
                    </a:ext>
                  </a:extLst>
                </a:gridCol>
                <a:gridCol w="527985">
                  <a:extLst>
                    <a:ext uri="{9D8B030D-6E8A-4147-A177-3AD203B41FA5}">
                      <a16:colId xmlns:a16="http://schemas.microsoft.com/office/drawing/2014/main" val="477917424"/>
                    </a:ext>
                  </a:extLst>
                </a:gridCol>
                <a:gridCol w="527985">
                  <a:extLst>
                    <a:ext uri="{9D8B030D-6E8A-4147-A177-3AD203B41FA5}">
                      <a16:colId xmlns:a16="http://schemas.microsoft.com/office/drawing/2014/main" val="3049670565"/>
                    </a:ext>
                  </a:extLst>
                </a:gridCol>
                <a:gridCol w="527985">
                  <a:extLst>
                    <a:ext uri="{9D8B030D-6E8A-4147-A177-3AD203B41FA5}">
                      <a16:colId xmlns:a16="http://schemas.microsoft.com/office/drawing/2014/main" val="679641061"/>
                    </a:ext>
                  </a:extLst>
                </a:gridCol>
                <a:gridCol w="527985">
                  <a:extLst>
                    <a:ext uri="{9D8B030D-6E8A-4147-A177-3AD203B41FA5}">
                      <a16:colId xmlns:a16="http://schemas.microsoft.com/office/drawing/2014/main" val="2564818166"/>
                    </a:ext>
                  </a:extLst>
                </a:gridCol>
                <a:gridCol w="527985">
                  <a:extLst>
                    <a:ext uri="{9D8B030D-6E8A-4147-A177-3AD203B41FA5}">
                      <a16:colId xmlns:a16="http://schemas.microsoft.com/office/drawing/2014/main" val="27647923"/>
                    </a:ext>
                  </a:extLst>
                </a:gridCol>
                <a:gridCol w="527985">
                  <a:extLst>
                    <a:ext uri="{9D8B030D-6E8A-4147-A177-3AD203B41FA5}">
                      <a16:colId xmlns:a16="http://schemas.microsoft.com/office/drawing/2014/main" val="1813513822"/>
                    </a:ext>
                  </a:extLst>
                </a:gridCol>
                <a:gridCol w="527985">
                  <a:extLst>
                    <a:ext uri="{9D8B030D-6E8A-4147-A177-3AD203B41FA5}">
                      <a16:colId xmlns:a16="http://schemas.microsoft.com/office/drawing/2014/main" val="3281359632"/>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1219170" rtl="0" eaLnBrk="1" latinLnBrk="0" hangingPunct="1"/>
                      <a:r>
                        <a:rPr lang="en-US" altLang="zh-CN" sz="1100" b="1" kern="1200">
                          <a:solidFill>
                            <a:srgbClr val="000000"/>
                          </a:solidFill>
                          <a:latin typeface="Arial" panose="020B0604020202020204" pitchFamily="34" charset="0"/>
                          <a:ea typeface="+mn-ea"/>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panose="020B0604020202020204" pitchFamily="34" charset="0"/>
                          <a:ea typeface="+mn-ea"/>
                          <a:cs typeface="Arial" panose="020B0604020202020204" pitchFamily="34" charset="0"/>
                        </a:rPr>
                        <a:t>Q2</a:t>
                      </a:r>
                      <a:endParaRPr lang="zh-CN" altLang="en-US" sz="1100" b="1" kern="1200">
                        <a:solidFill>
                          <a:srgbClr val="000000"/>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1219170" rtl="0" eaLnBrk="1" latinLnBrk="0" hangingPunct="1"/>
                      <a:r>
                        <a:rPr lang="en-US" altLang="zh-CN" sz="1100" b="1" kern="1200">
                          <a:solidFill>
                            <a:srgbClr val="000000"/>
                          </a:solidFill>
                          <a:latin typeface="Arial" panose="020B0604020202020204" pitchFamily="34" charset="0"/>
                          <a:ea typeface="+mn-ea"/>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panose="020B0604020202020204" pitchFamily="34" charset="0"/>
                          <a:ea typeface="+mn-ea"/>
                          <a:cs typeface="Arial" panose="020B0604020202020204" pitchFamily="34" charset="0"/>
                        </a:rPr>
                        <a:t>Q4</a:t>
                      </a:r>
                      <a:endParaRPr lang="zh-CN" altLang="en-US" sz="1100" b="1" kern="1200">
                        <a:solidFill>
                          <a:srgbClr val="000000"/>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2" name="Isosceles Triangle 1"/>
          <p:cNvSpPr/>
          <p:nvPr/>
        </p:nvSpPr>
        <p:spPr>
          <a:xfrm rot="16200000" flipH="1">
            <a:off x="726045" y="136440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129" name="Isosceles Triangle 128"/>
          <p:cNvSpPr/>
          <p:nvPr/>
        </p:nvSpPr>
        <p:spPr>
          <a:xfrm rot="5400000">
            <a:off x="11515718" y="135352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cxnSp>
        <p:nvCxnSpPr>
          <p:cNvPr id="81"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30480" y="304048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pSp>
        <p:nvGrpSpPr>
          <p:cNvPr id="10" name="组合 9">
            <a:extLst>
              <a:ext uri="{FF2B5EF4-FFF2-40B4-BE49-F238E27FC236}">
                <a16:creationId xmlns:a16="http://schemas.microsoft.com/office/drawing/2014/main" id="{87284D00-9832-467B-B5C7-95C96A496C28}"/>
              </a:ext>
            </a:extLst>
          </p:cNvPr>
          <p:cNvGrpSpPr/>
          <p:nvPr/>
        </p:nvGrpSpPr>
        <p:grpSpPr>
          <a:xfrm>
            <a:off x="16028" y="1669021"/>
            <a:ext cx="1013461" cy="388379"/>
            <a:chOff x="16026" y="1475391"/>
            <a:chExt cx="1078255" cy="447229"/>
          </a:xfrm>
        </p:grpSpPr>
        <p:sp>
          <p:nvSpPr>
            <p:cNvPr id="113" name="Freeform: Shape 147">
              <a:extLst>
                <a:ext uri="{FF2B5EF4-FFF2-40B4-BE49-F238E27FC236}">
                  <a16:creationId xmlns:a16="http://schemas.microsoft.com/office/drawing/2014/main" id="{469F5FF1-4B8E-465D-97EF-9CE5D974FE0D}"/>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Global</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114" name="Oval 4">
              <a:extLst>
                <a:ext uri="{FF2B5EF4-FFF2-40B4-BE49-F238E27FC236}">
                  <a16:creationId xmlns:a16="http://schemas.microsoft.com/office/drawing/2014/main" id="{1629834C-75E8-4773-BA88-2CA38E81E009}"/>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115" name="Rectangle: Rounded Corners 116">
              <a:extLst>
                <a:ext uri="{FF2B5EF4-FFF2-40B4-BE49-F238E27FC236}">
                  <a16:creationId xmlns:a16="http://schemas.microsoft.com/office/drawing/2014/main" id="{85DDDECC-056A-4A99-8642-D99AB653A4E9}"/>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116"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44" cstate="print">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组合 13">
            <a:extLst>
              <a:ext uri="{FF2B5EF4-FFF2-40B4-BE49-F238E27FC236}">
                <a16:creationId xmlns:a16="http://schemas.microsoft.com/office/drawing/2014/main" id="{8E4F9132-9958-4938-8610-DD9A8E39B15A}"/>
              </a:ext>
            </a:extLst>
          </p:cNvPr>
          <p:cNvGrpSpPr/>
          <p:nvPr/>
        </p:nvGrpSpPr>
        <p:grpSpPr>
          <a:xfrm>
            <a:off x="30195" y="3084556"/>
            <a:ext cx="999295" cy="388377"/>
            <a:chOff x="0" y="3230959"/>
            <a:chExt cx="1078256" cy="447229"/>
          </a:xfrm>
        </p:grpSpPr>
        <p:grpSp>
          <p:nvGrpSpPr>
            <p:cNvPr id="15" name="Group 14">
              <a:extLst>
                <a:ext uri="{FF2B5EF4-FFF2-40B4-BE49-F238E27FC236}">
                  <a16:creationId xmlns:a16="http://schemas.microsoft.com/office/drawing/2014/main" id="{B3186A6E-2E58-45BD-91DF-817525852692}"/>
                </a:ext>
              </a:extLst>
            </p:cNvPr>
            <p:cNvGrpSpPr/>
            <p:nvPr/>
          </p:nvGrpSpPr>
          <p:grpSpPr>
            <a:xfrm>
              <a:off x="0" y="3230959"/>
              <a:ext cx="1078256" cy="447229"/>
              <a:chOff x="0" y="2654487"/>
              <a:chExt cx="808692" cy="335422"/>
            </a:xfrm>
          </p:grpSpPr>
          <p:sp>
            <p:nvSpPr>
              <p:cNvPr id="134" name="Freeform: Shape 152">
                <a:extLst>
                  <a:ext uri="{FF2B5EF4-FFF2-40B4-BE49-F238E27FC236}">
                    <a16:creationId xmlns:a16="http://schemas.microsoft.com/office/drawing/2014/main" id="{808EC121-D3B7-4E05-908F-C8EFBD0CB71E}"/>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135" name="Oval 134">
                <a:extLst>
                  <a:ext uri="{FF2B5EF4-FFF2-40B4-BE49-F238E27FC236}">
                    <a16:creationId xmlns:a16="http://schemas.microsoft.com/office/drawing/2014/main" id="{FEFADB89-8F35-407D-93F6-37544172D655}"/>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136" name="Rectangle: Rounded Corners 116">
                <a:extLst>
                  <a:ext uri="{FF2B5EF4-FFF2-40B4-BE49-F238E27FC236}">
                    <a16:creationId xmlns:a16="http://schemas.microsoft.com/office/drawing/2014/main" id="{07FF067D-CE54-4150-AA18-A64493FAA508}"/>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grpSp>
        <p:pic>
          <p:nvPicPr>
            <p:cNvPr id="138"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5" cstate="print">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组合 5">
            <a:extLst>
              <a:ext uri="{FF2B5EF4-FFF2-40B4-BE49-F238E27FC236}">
                <a16:creationId xmlns:a16="http://schemas.microsoft.com/office/drawing/2014/main" id="{F9BCA914-7BB9-4AC7-AA9C-7B23081EE5CE}"/>
              </a:ext>
            </a:extLst>
          </p:cNvPr>
          <p:cNvGrpSpPr/>
          <p:nvPr/>
        </p:nvGrpSpPr>
        <p:grpSpPr>
          <a:xfrm>
            <a:off x="10065196" y="1855794"/>
            <a:ext cx="1056642" cy="615663"/>
            <a:chOff x="9807568" y="2333923"/>
            <a:chExt cx="1056642" cy="615663"/>
          </a:xfrm>
        </p:grpSpPr>
        <p:sp>
          <p:nvSpPr>
            <p:cNvPr id="102" name="五角星 55"/>
            <p:cNvSpPr/>
            <p:nvPr/>
          </p:nvSpPr>
          <p:spPr bwMode="auto">
            <a:xfrm>
              <a:off x="10209835" y="2333923"/>
              <a:ext cx="203981" cy="179684"/>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203864"/>
                </a:solidFill>
                <a:effectLst/>
                <a:uLnTx/>
                <a:uFillTx/>
                <a:latin typeface="Boehringer Forward Text"/>
                <a:ea typeface="+mn-ea"/>
                <a:cs typeface="+mn-cs"/>
              </a:endParaRPr>
            </a:p>
          </p:txBody>
        </p:sp>
        <p:sp>
          <p:nvSpPr>
            <p:cNvPr id="95" name="OTLSHAPE_M_39ea6ebc19a94c9fab6ef5006c31df58_Title">
              <a:extLst>
                <a:ext uri="{FF2B5EF4-FFF2-40B4-BE49-F238E27FC236}">
                  <a16:creationId xmlns:a16="http://schemas.microsoft.com/office/drawing/2014/main" id="{90B8C819-3C78-4A88-A866-5DA965418DB0}"/>
                </a:ext>
              </a:extLst>
            </p:cNvPr>
            <p:cNvSpPr txBox="1"/>
            <p:nvPr>
              <p:custDataLst>
                <p:tags r:id="rId41"/>
              </p:custDataLst>
            </p:nvPr>
          </p:nvSpPr>
          <p:spPr>
            <a:xfrm>
              <a:off x="9807568" y="2559800"/>
              <a:ext cx="1056642" cy="38978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Dec 2027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US approval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grpSp>
      <p:grpSp>
        <p:nvGrpSpPr>
          <p:cNvPr id="5" name="组合 4">
            <a:extLst>
              <a:ext uri="{FF2B5EF4-FFF2-40B4-BE49-F238E27FC236}">
                <a16:creationId xmlns:a16="http://schemas.microsoft.com/office/drawing/2014/main" id="{C911E4A5-C228-4645-8A56-EB0CF3F8A295}"/>
              </a:ext>
            </a:extLst>
          </p:cNvPr>
          <p:cNvGrpSpPr/>
          <p:nvPr/>
        </p:nvGrpSpPr>
        <p:grpSpPr>
          <a:xfrm>
            <a:off x="9181121" y="1990307"/>
            <a:ext cx="746410" cy="409368"/>
            <a:chOff x="8416072" y="1787096"/>
            <a:chExt cx="746412" cy="409368"/>
          </a:xfrm>
        </p:grpSpPr>
        <p:sp>
          <p:nvSpPr>
            <p:cNvPr id="225" name="OTLSHAPE_T_e17f3958430f4cff8650518c93c7635e_StartDate">
              <a:extLst>
                <a:ext uri="{FF2B5EF4-FFF2-40B4-BE49-F238E27FC236}">
                  <a16:creationId xmlns:a16="http://schemas.microsoft.com/office/drawing/2014/main" id="{66B72D49-72EA-4466-BBCB-474ADB480A4C}"/>
                </a:ext>
              </a:extLst>
            </p:cNvPr>
            <p:cNvSpPr txBox="1"/>
            <p:nvPr>
              <p:custDataLst>
                <p:tags r:id="rId40"/>
              </p:custDataLst>
            </p:nvPr>
          </p:nvSpPr>
          <p:spPr>
            <a:xfrm>
              <a:off x="8416072" y="1787096"/>
              <a:ext cx="746412" cy="12311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Dec 2026</a:t>
              </a:r>
              <a:endParaRPr kumimoji="0" lang="zh-CN" alt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27" name="Rectangle 37">
              <a:extLst>
                <a:ext uri="{FF2B5EF4-FFF2-40B4-BE49-F238E27FC236}">
                  <a16:creationId xmlns:a16="http://schemas.microsoft.com/office/drawing/2014/main" id="{FE82B3E4-078D-4E0F-9633-06B05A75D69C}"/>
                </a:ext>
              </a:extLst>
            </p:cNvPr>
            <p:cNvSpPr/>
            <p:nvPr/>
          </p:nvSpPr>
          <p:spPr>
            <a:xfrm>
              <a:off x="8481788" y="1857910"/>
              <a:ext cx="574197"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NDA sub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grpSp>
      <p:sp>
        <p:nvSpPr>
          <p:cNvPr id="72" name="TextBox 146"/>
          <p:cNvSpPr txBox="1"/>
          <p:nvPr/>
        </p:nvSpPr>
        <p:spPr>
          <a:xfrm>
            <a:off x="94417" y="2073992"/>
            <a:ext cx="720000" cy="12311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SYNCHRONIZE-1</a:t>
            </a:r>
          </a:p>
        </p:txBody>
      </p:sp>
      <p:sp>
        <p:nvSpPr>
          <p:cNvPr id="74" name="TextBox 146"/>
          <p:cNvSpPr txBox="1"/>
          <p:nvPr/>
        </p:nvSpPr>
        <p:spPr>
          <a:xfrm>
            <a:off x="94417" y="2398763"/>
            <a:ext cx="720000" cy="12311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SYNCHRONIZE-2</a:t>
            </a:r>
          </a:p>
        </p:txBody>
      </p:sp>
      <p:sp>
        <p:nvSpPr>
          <p:cNvPr id="82" name="TextBox 146"/>
          <p:cNvSpPr txBox="1"/>
          <p:nvPr/>
        </p:nvSpPr>
        <p:spPr>
          <a:xfrm>
            <a:off x="94417" y="2723530"/>
            <a:ext cx="720000"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SYNCHRONIZE-CVOT</a:t>
            </a:r>
          </a:p>
        </p:txBody>
      </p:sp>
      <p:sp>
        <p:nvSpPr>
          <p:cNvPr id="177" name="TextBox 176">
            <a:extLst>
              <a:ext uri="{FF2B5EF4-FFF2-40B4-BE49-F238E27FC236}">
                <a16:creationId xmlns:a16="http://schemas.microsoft.com/office/drawing/2014/main" id="{F7235E81-0FFA-4095-BDA9-219AD659BF81}"/>
              </a:ext>
            </a:extLst>
          </p:cNvPr>
          <p:cNvSpPr txBox="1"/>
          <p:nvPr/>
        </p:nvSpPr>
        <p:spPr>
          <a:xfrm>
            <a:off x="3996471" y="1890894"/>
            <a:ext cx="762687"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Jun</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/LS</a:t>
            </a: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R</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26" name="OTLSHAPE_M_6b1a73d763be4fac8983a757de742681_Shape">
            <a:extLst>
              <a:ext uri="{FF2B5EF4-FFF2-40B4-BE49-F238E27FC236}">
                <a16:creationId xmlns:a16="http://schemas.microsoft.com/office/drawing/2014/main" id="{54472A95-3527-4483-A454-2A6B85E4AF1C}"/>
              </a:ext>
            </a:extLst>
          </p:cNvPr>
          <p:cNvSpPr/>
          <p:nvPr>
            <p:custDataLst>
              <p:tags r:id="rId1"/>
            </p:custDataLst>
          </p:nvPr>
        </p:nvSpPr>
        <p:spPr>
          <a:xfrm>
            <a:off x="9470414" y="1857457"/>
            <a:ext cx="144000" cy="144000"/>
          </a:xfrm>
          <a:prstGeom prst="diamond">
            <a:avLst/>
          </a:prstGeom>
          <a:solidFill>
            <a:schemeClr val="accent2"/>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71" name="OTLSHAPE_T_e17f3958430f4cff8650518c93c7635e_Shape">
            <a:extLst>
              <a:ext uri="{FF2B5EF4-FFF2-40B4-BE49-F238E27FC236}">
                <a16:creationId xmlns:a16="http://schemas.microsoft.com/office/drawing/2014/main" id="{F4EBF5DB-75B7-47C9-97E6-3A193A92FD22}"/>
              </a:ext>
            </a:extLst>
          </p:cNvPr>
          <p:cNvSpPr/>
          <p:nvPr>
            <p:custDataLst>
              <p:tags r:id="rId2"/>
            </p:custDataLst>
          </p:nvPr>
        </p:nvSpPr>
        <p:spPr bwMode="auto">
          <a:xfrm>
            <a:off x="3064666" y="2036098"/>
            <a:ext cx="1463040" cy="18699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Obesity w/o T2DM, N=</a:t>
            </a:r>
            <a:r>
              <a:rPr lang="en-US" altLang="zh-CN" sz="800" b="1">
                <a:solidFill>
                  <a:srgbClr val="203864"/>
                </a:solidFill>
                <a:latin typeface="Calibri" panose="020F0502020204030204" pitchFamily="34" charset="0"/>
                <a:cs typeface="Calibri" panose="020F0502020204030204" pitchFamily="34" charset="0"/>
              </a:rPr>
              <a:t>726</a:t>
            </a:r>
            <a:endPar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39" name="OTLSHAPE_T_5a934a26f311425e8ebaa0f45e6533ad_Shape">
            <a:extLst>
              <a:ext uri="{FF2B5EF4-FFF2-40B4-BE49-F238E27FC236}">
                <a16:creationId xmlns:a16="http://schemas.microsoft.com/office/drawing/2014/main" id="{3AADFD0C-E478-4702-BCAC-3DCA92863B0E}"/>
              </a:ext>
            </a:extLst>
          </p:cNvPr>
          <p:cNvSpPr/>
          <p:nvPr>
            <p:custDataLst>
              <p:tags r:id="rId3"/>
            </p:custDataLst>
          </p:nvPr>
        </p:nvSpPr>
        <p:spPr bwMode="auto">
          <a:xfrm>
            <a:off x="4664611" y="2696921"/>
            <a:ext cx="3563124" cy="137112"/>
          </a:xfrm>
          <a:prstGeom prst="roundRect">
            <a:avLst/>
          </a:prstGeom>
          <a:pattFill prst="pct25">
            <a:fgClr>
              <a:srgbClr val="FF99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marL="0" marR="0" lvl="0" indent="0" algn="ctr" defTabSz="1625438"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9" normalizeH="0" baseline="0" noProof="0">
              <a:ln>
                <a:noFill/>
              </a:ln>
              <a:solidFill>
                <a:srgbClr val="203864"/>
              </a:solidFill>
              <a:effectLst/>
              <a:uLnTx/>
              <a:uFillTx/>
              <a:latin typeface="Calibri" panose="020F0502020204030204" pitchFamily="34" charset="0"/>
              <a:ea typeface="+mn-ea"/>
              <a:cs typeface="+mn-cs"/>
            </a:endParaRPr>
          </a:p>
        </p:txBody>
      </p:sp>
      <p:sp>
        <p:nvSpPr>
          <p:cNvPr id="157" name="Star: 4 Points 143">
            <a:extLst>
              <a:ext uri="{FF2B5EF4-FFF2-40B4-BE49-F238E27FC236}">
                <a16:creationId xmlns:a16="http://schemas.microsoft.com/office/drawing/2014/main" id="{A3EC5C36-5E1F-446F-BF43-32E629CB6B49}"/>
              </a:ext>
            </a:extLst>
          </p:cNvPr>
          <p:cNvSpPr/>
          <p:nvPr/>
        </p:nvSpPr>
        <p:spPr bwMode="auto">
          <a:xfrm>
            <a:off x="8122842" y="274306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ctr"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8" name="Star: 4 Points 143">
            <a:extLst>
              <a:ext uri="{FF2B5EF4-FFF2-40B4-BE49-F238E27FC236}">
                <a16:creationId xmlns:a16="http://schemas.microsoft.com/office/drawing/2014/main" id="{7E19EE01-6D82-4BC6-BA0E-8395AB5A3251}"/>
              </a:ext>
            </a:extLst>
          </p:cNvPr>
          <p:cNvSpPr/>
          <p:nvPr/>
        </p:nvSpPr>
        <p:spPr bwMode="auto">
          <a:xfrm>
            <a:off x="4549493" y="265023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ctr"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78" name="TextBox 177">
            <a:extLst>
              <a:ext uri="{FF2B5EF4-FFF2-40B4-BE49-F238E27FC236}">
                <a16:creationId xmlns:a16="http://schemas.microsoft.com/office/drawing/2014/main" id="{287F5F38-28F5-419D-806F-AFB1B1E3C586}"/>
              </a:ext>
            </a:extLst>
          </p:cNvPr>
          <p:cNvSpPr txBox="1"/>
          <p:nvPr/>
        </p:nvSpPr>
        <p:spPr>
          <a:xfrm>
            <a:off x="4283267" y="2847593"/>
            <a:ext cx="762687"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lang="en-US" altLang="zh-CN" sz="800" b="1">
                <a:solidFill>
                  <a:srgbClr val="203864"/>
                </a:solidFill>
                <a:latin typeface="Calibri" panose="020F0502020204030204" pitchFamily="34" charset="0"/>
                <a:cs typeface="Calibri" panose="020F0502020204030204" pitchFamily="34" charset="0"/>
              </a:rPr>
              <a:t>Aug</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a:t>
            </a: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LSR</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79" name="TextBox 178">
            <a:extLst>
              <a:ext uri="{FF2B5EF4-FFF2-40B4-BE49-F238E27FC236}">
                <a16:creationId xmlns:a16="http://schemas.microsoft.com/office/drawing/2014/main" id="{78AD7E7B-0D93-44E7-A461-265545763924}"/>
              </a:ext>
            </a:extLst>
          </p:cNvPr>
          <p:cNvSpPr txBox="1"/>
          <p:nvPr/>
        </p:nvSpPr>
        <p:spPr>
          <a:xfrm>
            <a:off x="7808141" y="2599073"/>
            <a:ext cx="1109740"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30Apr/TLR</a:t>
            </a:r>
          </a:p>
        </p:txBody>
      </p:sp>
      <p:sp>
        <p:nvSpPr>
          <p:cNvPr id="176" name="OTLSHAPE_T_e17f3958430f4cff8650518c93c7635e_Shape">
            <a:extLst>
              <a:ext uri="{FF2B5EF4-FFF2-40B4-BE49-F238E27FC236}">
                <a16:creationId xmlns:a16="http://schemas.microsoft.com/office/drawing/2014/main" id="{9996BC75-AED7-4C95-8473-FDC22EACC8C6}"/>
              </a:ext>
            </a:extLst>
          </p:cNvPr>
          <p:cNvSpPr/>
          <p:nvPr>
            <p:custDataLst>
              <p:tags r:id="rId4"/>
            </p:custDataLst>
          </p:nvPr>
        </p:nvSpPr>
        <p:spPr bwMode="auto">
          <a:xfrm>
            <a:off x="3064667" y="2685635"/>
            <a:ext cx="1655199" cy="160898"/>
          </a:xfrm>
          <a:prstGeom prst="roundRect">
            <a:avLst/>
          </a:prstGeom>
          <a:solidFill>
            <a:srgbClr val="FF9900">
              <a:alpha val="6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Obesity with CV risk, N=5534</a:t>
            </a:r>
            <a:endParaRPr kumimoji="0" lang="en-US" altLang="zh-CN" sz="800" b="1" i="0" u="none" strike="sngStrike" kern="1200" cap="none" spc="0" normalizeH="0" baseline="0" noProof="0">
              <a:ln>
                <a:noFill/>
              </a:ln>
              <a:solidFill>
                <a:srgbClr val="203864"/>
              </a:solidFill>
              <a:effectLst/>
              <a:highlight>
                <a:srgbClr val="FFFF00"/>
              </a:highlight>
              <a:uLnTx/>
              <a:uFillTx/>
              <a:latin typeface="Calibri" panose="020F0502020204030204" pitchFamily="34" charset="0"/>
              <a:ea typeface="+mn-ea"/>
              <a:cs typeface="Calibri" panose="020F0502020204030204" pitchFamily="34" charset="0"/>
            </a:endParaRPr>
          </a:p>
        </p:txBody>
      </p:sp>
      <p:sp>
        <p:nvSpPr>
          <p:cNvPr id="180" name="TextBox 179">
            <a:extLst>
              <a:ext uri="{FF2B5EF4-FFF2-40B4-BE49-F238E27FC236}">
                <a16:creationId xmlns:a16="http://schemas.microsoft.com/office/drawing/2014/main" id="{C36AD114-1EFF-4823-BF5A-4400FF1D5F0E}"/>
              </a:ext>
            </a:extLst>
          </p:cNvPr>
          <p:cNvSpPr txBox="1"/>
          <p:nvPr/>
        </p:nvSpPr>
        <p:spPr>
          <a:xfrm>
            <a:off x="2762587" y="1890894"/>
            <a:ext cx="609600"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25Nov/FSS</a:t>
            </a:r>
          </a:p>
        </p:txBody>
      </p:sp>
      <p:sp>
        <p:nvSpPr>
          <p:cNvPr id="156" name="OTLSHAPE_T_5a934a26f311425e8ebaa0f45e6533ad_Shape">
            <a:extLst>
              <a:ext uri="{FF2B5EF4-FFF2-40B4-BE49-F238E27FC236}">
                <a16:creationId xmlns:a16="http://schemas.microsoft.com/office/drawing/2014/main" id="{17915A8F-7CD7-48C4-A19A-3D702BD4583C}"/>
              </a:ext>
            </a:extLst>
          </p:cNvPr>
          <p:cNvSpPr/>
          <p:nvPr>
            <p:custDataLst>
              <p:tags r:id="rId5"/>
            </p:custDataLst>
          </p:nvPr>
        </p:nvSpPr>
        <p:spPr bwMode="auto">
          <a:xfrm>
            <a:off x="4538291" y="2046091"/>
            <a:ext cx="3472891" cy="180809"/>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marL="0" marR="0" lvl="0" indent="0" algn="ctr" defTabSz="1625438"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9" normalizeH="0" baseline="0" noProof="0">
              <a:ln>
                <a:noFill/>
              </a:ln>
              <a:solidFill>
                <a:srgbClr val="203864"/>
              </a:solidFill>
              <a:effectLst/>
              <a:uLnTx/>
              <a:uFillTx/>
              <a:latin typeface="Calibri" panose="020F0502020204030204" pitchFamily="34" charset="0"/>
              <a:ea typeface="+mn-ea"/>
              <a:cs typeface="+mn-cs"/>
            </a:endParaRPr>
          </a:p>
        </p:txBody>
      </p:sp>
      <p:sp>
        <p:nvSpPr>
          <p:cNvPr id="170" name="Star: 4 Points 143">
            <a:extLst>
              <a:ext uri="{FF2B5EF4-FFF2-40B4-BE49-F238E27FC236}">
                <a16:creationId xmlns:a16="http://schemas.microsoft.com/office/drawing/2014/main" id="{410ACF09-A8B3-40B0-A2E0-76E82BB72A46}"/>
              </a:ext>
            </a:extLst>
          </p:cNvPr>
          <p:cNvSpPr/>
          <p:nvPr/>
        </p:nvSpPr>
        <p:spPr bwMode="auto">
          <a:xfrm>
            <a:off x="4408431" y="214033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53" name="OTLSHAPE_T_5a934a26f311425e8ebaa0f45e6533ad_Shape">
            <a:extLst>
              <a:ext uri="{FF2B5EF4-FFF2-40B4-BE49-F238E27FC236}">
                <a16:creationId xmlns:a16="http://schemas.microsoft.com/office/drawing/2014/main" id="{66EC4921-091C-46B4-B50F-57FA446630DE}"/>
              </a:ext>
            </a:extLst>
          </p:cNvPr>
          <p:cNvSpPr/>
          <p:nvPr>
            <p:custDataLst>
              <p:tags r:id="rId6"/>
            </p:custDataLst>
          </p:nvPr>
        </p:nvSpPr>
        <p:spPr bwMode="auto">
          <a:xfrm>
            <a:off x="4537105" y="2345096"/>
            <a:ext cx="3640840" cy="19142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marL="0" marR="0" lvl="0" indent="0" algn="ctr" defTabSz="1625438"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9" normalizeH="0" baseline="0" noProof="0">
              <a:ln>
                <a:noFill/>
              </a:ln>
              <a:solidFill>
                <a:srgbClr val="203864"/>
              </a:solidFill>
              <a:effectLst/>
              <a:uLnTx/>
              <a:uFillTx/>
              <a:latin typeface="Calibri" panose="020F0502020204030204" pitchFamily="34" charset="0"/>
              <a:ea typeface="+mn-ea"/>
              <a:cs typeface="+mn-cs"/>
            </a:endParaRPr>
          </a:p>
        </p:txBody>
      </p:sp>
      <p:sp>
        <p:nvSpPr>
          <p:cNvPr id="173" name="OTLSHAPE_T_e17f3958430f4cff8650518c93c7635e_Shape">
            <a:extLst>
              <a:ext uri="{FF2B5EF4-FFF2-40B4-BE49-F238E27FC236}">
                <a16:creationId xmlns:a16="http://schemas.microsoft.com/office/drawing/2014/main" id="{9610C173-774E-4809-90E8-036956CB879A}"/>
              </a:ext>
            </a:extLst>
          </p:cNvPr>
          <p:cNvSpPr/>
          <p:nvPr>
            <p:custDataLst>
              <p:tags r:id="rId7"/>
            </p:custDataLst>
          </p:nvPr>
        </p:nvSpPr>
        <p:spPr bwMode="auto">
          <a:xfrm>
            <a:off x="3064669" y="2345096"/>
            <a:ext cx="1463036" cy="17677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de-DE"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Obesity with T2DM, N=</a:t>
            </a:r>
            <a:r>
              <a:rPr lang="de-DE" altLang="zh-CN" sz="800" b="1">
                <a:solidFill>
                  <a:srgbClr val="203864"/>
                </a:solidFill>
                <a:latin typeface="Calibri" panose="020F0502020204030204" pitchFamily="34" charset="0"/>
                <a:cs typeface="Calibri" panose="020F0502020204030204" pitchFamily="34" charset="0"/>
              </a:rPr>
              <a:t>755</a:t>
            </a:r>
            <a:endParaRPr kumimoji="0" lang="de-DE"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1" name="Star: 4 Points 143">
            <a:extLst>
              <a:ext uri="{FF2B5EF4-FFF2-40B4-BE49-F238E27FC236}">
                <a16:creationId xmlns:a16="http://schemas.microsoft.com/office/drawing/2014/main" id="{C25F8EEB-1E94-458E-B49E-CCC060014DCB}"/>
              </a:ext>
            </a:extLst>
          </p:cNvPr>
          <p:cNvSpPr/>
          <p:nvPr/>
        </p:nvSpPr>
        <p:spPr bwMode="auto">
          <a:xfrm>
            <a:off x="4406038" y="2483573"/>
            <a:ext cx="203379"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81" name="Star: 4 Points 143">
            <a:extLst>
              <a:ext uri="{FF2B5EF4-FFF2-40B4-BE49-F238E27FC236}">
                <a16:creationId xmlns:a16="http://schemas.microsoft.com/office/drawing/2014/main" id="{CF17B9B8-E45E-4432-9877-57BF9A920730}"/>
              </a:ext>
            </a:extLst>
          </p:cNvPr>
          <p:cNvSpPr/>
          <p:nvPr/>
        </p:nvSpPr>
        <p:spPr bwMode="auto">
          <a:xfrm>
            <a:off x="2968091" y="214033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84" name="Star: 4 Points 143">
            <a:extLst>
              <a:ext uri="{FF2B5EF4-FFF2-40B4-BE49-F238E27FC236}">
                <a16:creationId xmlns:a16="http://schemas.microsoft.com/office/drawing/2014/main" id="{41156E56-7939-4DB4-9DCE-DDE2187AE2FC}"/>
              </a:ext>
            </a:extLst>
          </p:cNvPr>
          <p:cNvSpPr/>
          <p:nvPr/>
        </p:nvSpPr>
        <p:spPr bwMode="auto">
          <a:xfrm>
            <a:off x="7920952" y="214033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58" name="Star: 4 Points 143">
            <a:extLst>
              <a:ext uri="{FF2B5EF4-FFF2-40B4-BE49-F238E27FC236}">
                <a16:creationId xmlns:a16="http://schemas.microsoft.com/office/drawing/2014/main" id="{26B65E49-67D1-4C91-8A8F-69550E5EB95A}"/>
              </a:ext>
            </a:extLst>
          </p:cNvPr>
          <p:cNvSpPr/>
          <p:nvPr/>
        </p:nvSpPr>
        <p:spPr bwMode="auto">
          <a:xfrm>
            <a:off x="2954989" y="2472854"/>
            <a:ext cx="224796" cy="22124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59" name="TextBox 158">
            <a:extLst>
              <a:ext uri="{FF2B5EF4-FFF2-40B4-BE49-F238E27FC236}">
                <a16:creationId xmlns:a16="http://schemas.microsoft.com/office/drawing/2014/main" id="{8A4102C0-123C-43D3-BD33-BD758D9260DC}"/>
              </a:ext>
            </a:extLst>
          </p:cNvPr>
          <p:cNvSpPr txBox="1"/>
          <p:nvPr/>
        </p:nvSpPr>
        <p:spPr>
          <a:xfrm>
            <a:off x="7585304" y="1890894"/>
            <a:ext cx="762687"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27 Mar2026</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a:t>
            </a:r>
            <a:r>
              <a:rPr lang="en-US" altLang="zh-CN" sz="800" b="1">
                <a:solidFill>
                  <a:srgbClr val="203864"/>
                </a:solidFill>
                <a:latin typeface="Calibri" panose="020F0502020204030204" pitchFamily="34" charset="0"/>
                <a:cs typeface="Calibri" panose="020F0502020204030204" pitchFamily="34" charset="0"/>
              </a:rPr>
              <a:t>DBL</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24" name="Star: 4 Points 143">
            <a:extLst>
              <a:ext uri="{FF2B5EF4-FFF2-40B4-BE49-F238E27FC236}">
                <a16:creationId xmlns:a16="http://schemas.microsoft.com/office/drawing/2014/main" id="{803ACDE2-E736-4889-930F-9D20FDBE28EF}"/>
              </a:ext>
            </a:extLst>
          </p:cNvPr>
          <p:cNvSpPr/>
          <p:nvPr/>
        </p:nvSpPr>
        <p:spPr bwMode="auto">
          <a:xfrm>
            <a:off x="8061883" y="2423375"/>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25" name="Star: 4 Points 143">
            <a:extLst>
              <a:ext uri="{FF2B5EF4-FFF2-40B4-BE49-F238E27FC236}">
                <a16:creationId xmlns:a16="http://schemas.microsoft.com/office/drawing/2014/main" id="{11D68AB7-5C98-4234-A2D8-6C53239E7C0C}"/>
              </a:ext>
            </a:extLst>
          </p:cNvPr>
          <p:cNvSpPr/>
          <p:nvPr/>
        </p:nvSpPr>
        <p:spPr bwMode="auto">
          <a:xfrm>
            <a:off x="2968091" y="2752589"/>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10" name="灯片编号占位符 2">
            <a:extLst>
              <a:ext uri="{FF2B5EF4-FFF2-40B4-BE49-F238E27FC236}">
                <a16:creationId xmlns:a16="http://schemas.microsoft.com/office/drawing/2014/main" id="{293C8DF2-23DA-491E-8B42-CA67C2A8D18A}"/>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207" name="组合 206">
            <a:extLst>
              <a:ext uri="{FF2B5EF4-FFF2-40B4-BE49-F238E27FC236}">
                <a16:creationId xmlns:a16="http://schemas.microsoft.com/office/drawing/2014/main" id="{5AD5EB17-19CD-423B-92D5-55AE9D84C190}"/>
              </a:ext>
            </a:extLst>
          </p:cNvPr>
          <p:cNvGrpSpPr/>
          <p:nvPr/>
        </p:nvGrpSpPr>
        <p:grpSpPr>
          <a:xfrm>
            <a:off x="10956270" y="5573893"/>
            <a:ext cx="1056642" cy="620840"/>
            <a:chOff x="9735377" y="5081282"/>
            <a:chExt cx="1056642" cy="620840"/>
          </a:xfrm>
        </p:grpSpPr>
        <p:sp>
          <p:nvSpPr>
            <p:cNvPr id="208" name="五角星 55">
              <a:extLst>
                <a:ext uri="{FF2B5EF4-FFF2-40B4-BE49-F238E27FC236}">
                  <a16:creationId xmlns:a16="http://schemas.microsoft.com/office/drawing/2014/main" id="{ACE75D6F-23FE-4E72-BE3A-B716DD252705}"/>
                </a:ext>
              </a:extLst>
            </p:cNvPr>
            <p:cNvSpPr/>
            <p:nvPr/>
          </p:nvSpPr>
          <p:spPr bwMode="auto">
            <a:xfrm>
              <a:off x="10110198" y="5081282"/>
              <a:ext cx="203981" cy="179685"/>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209" name="OTLSHAPE_M_39ea6ebc19a94c9fab6ef5006c31df58_Title">
              <a:extLst>
                <a:ext uri="{FF2B5EF4-FFF2-40B4-BE49-F238E27FC236}">
                  <a16:creationId xmlns:a16="http://schemas.microsoft.com/office/drawing/2014/main" id="{D92E168B-23D5-4441-82DF-B134AB51A1D2}"/>
                </a:ext>
              </a:extLst>
            </p:cNvPr>
            <p:cNvSpPr txBox="1"/>
            <p:nvPr>
              <p:custDataLst>
                <p:tags r:id="rId39"/>
              </p:custDataLst>
            </p:nvPr>
          </p:nvSpPr>
          <p:spPr>
            <a:xfrm>
              <a:off x="9735377" y="5332791"/>
              <a:ext cx="1056642" cy="3693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Jul 2028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CN NDA App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(base case)</a:t>
              </a:r>
            </a:p>
          </p:txBody>
        </p:sp>
      </p:grpSp>
      <p:grpSp>
        <p:nvGrpSpPr>
          <p:cNvPr id="210" name="组合 209">
            <a:extLst>
              <a:ext uri="{FF2B5EF4-FFF2-40B4-BE49-F238E27FC236}">
                <a16:creationId xmlns:a16="http://schemas.microsoft.com/office/drawing/2014/main" id="{E5A55BFD-CA12-4057-AC31-22CE9B2F0D50}"/>
              </a:ext>
            </a:extLst>
          </p:cNvPr>
          <p:cNvGrpSpPr/>
          <p:nvPr/>
        </p:nvGrpSpPr>
        <p:grpSpPr>
          <a:xfrm>
            <a:off x="9334407" y="5597631"/>
            <a:ext cx="825867" cy="682239"/>
            <a:chOff x="7934026" y="5028530"/>
            <a:chExt cx="825867" cy="682239"/>
          </a:xfrm>
        </p:grpSpPr>
        <p:sp>
          <p:nvSpPr>
            <p:cNvPr id="211" name="OTLSHAPE_M_6b1a73d763be4fac8983a757de742681_Shape">
              <a:extLst>
                <a:ext uri="{FF2B5EF4-FFF2-40B4-BE49-F238E27FC236}">
                  <a16:creationId xmlns:a16="http://schemas.microsoft.com/office/drawing/2014/main" id="{D11B5CBA-6A45-403B-9084-927926A11258}"/>
                </a:ext>
              </a:extLst>
            </p:cNvPr>
            <p:cNvSpPr>
              <a:spLocks noChangeAspect="1"/>
            </p:cNvSpPr>
            <p:nvPr>
              <p:custDataLst>
                <p:tags r:id="rId38"/>
              </p:custDataLst>
            </p:nvPr>
          </p:nvSpPr>
          <p:spPr>
            <a:xfrm>
              <a:off x="8255520" y="5028530"/>
              <a:ext cx="182880" cy="182880"/>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err="1">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endParaRPr>
            </a:p>
          </p:txBody>
        </p:sp>
        <p:sp>
          <p:nvSpPr>
            <p:cNvPr id="212" name="Rectangle 37">
              <a:extLst>
                <a:ext uri="{FF2B5EF4-FFF2-40B4-BE49-F238E27FC236}">
                  <a16:creationId xmlns:a16="http://schemas.microsoft.com/office/drawing/2014/main" id="{4F12D62E-0204-43B9-8722-3EE8538E20E6}"/>
                </a:ext>
              </a:extLst>
            </p:cNvPr>
            <p:cNvSpPr/>
            <p:nvPr/>
          </p:nvSpPr>
          <p:spPr>
            <a:xfrm>
              <a:off x="7934026" y="5187550"/>
              <a:ext cx="825867" cy="52321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Jan 2027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CN NDA sub</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endParaRPr>
            </a:p>
          </p:txBody>
        </p:sp>
      </p:grpSp>
      <p:grpSp>
        <p:nvGrpSpPr>
          <p:cNvPr id="11" name="Group 10">
            <a:extLst>
              <a:ext uri="{FF2B5EF4-FFF2-40B4-BE49-F238E27FC236}">
                <a16:creationId xmlns:a16="http://schemas.microsoft.com/office/drawing/2014/main" id="{22461806-8A79-4F79-92C3-1E22DB4D75C7}"/>
              </a:ext>
            </a:extLst>
          </p:cNvPr>
          <p:cNvGrpSpPr/>
          <p:nvPr/>
        </p:nvGrpSpPr>
        <p:grpSpPr>
          <a:xfrm>
            <a:off x="1294694" y="3556962"/>
            <a:ext cx="8175720" cy="1129415"/>
            <a:chOff x="97540" y="2548518"/>
            <a:chExt cx="6131787" cy="847060"/>
          </a:xfrm>
        </p:grpSpPr>
        <p:sp>
          <p:nvSpPr>
            <p:cNvPr id="140" name="TextBox 139">
              <a:extLst>
                <a:ext uri="{FF2B5EF4-FFF2-40B4-BE49-F238E27FC236}">
                  <a16:creationId xmlns:a16="http://schemas.microsoft.com/office/drawing/2014/main" id="{1EC58832-E272-42A1-8ED1-AAE9CCDB1F45}"/>
                </a:ext>
              </a:extLst>
            </p:cNvPr>
            <p:cNvSpPr txBox="1"/>
            <p:nvPr/>
          </p:nvSpPr>
          <p:spPr>
            <a:xfrm>
              <a:off x="3112278" y="2620465"/>
              <a:ext cx="572015" cy="92333"/>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Jul</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/LS</a:t>
              </a: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R</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grpSp>
          <p:nvGrpSpPr>
            <p:cNvPr id="8" name="Group 7">
              <a:extLst>
                <a:ext uri="{FF2B5EF4-FFF2-40B4-BE49-F238E27FC236}">
                  <a16:creationId xmlns:a16="http://schemas.microsoft.com/office/drawing/2014/main" id="{A2E3BC87-1A5F-4290-8E6A-7D7F10308AD8}"/>
                </a:ext>
              </a:extLst>
            </p:cNvPr>
            <p:cNvGrpSpPr/>
            <p:nvPr/>
          </p:nvGrpSpPr>
          <p:grpSpPr>
            <a:xfrm>
              <a:off x="97540" y="2548518"/>
              <a:ext cx="6131787" cy="847060"/>
              <a:chOff x="87985" y="2455555"/>
              <a:chExt cx="6131787" cy="847060"/>
            </a:xfrm>
          </p:grpSpPr>
          <p:grpSp>
            <p:nvGrpSpPr>
              <p:cNvPr id="3" name="Group 2">
                <a:extLst>
                  <a:ext uri="{FF2B5EF4-FFF2-40B4-BE49-F238E27FC236}">
                    <a16:creationId xmlns:a16="http://schemas.microsoft.com/office/drawing/2014/main" id="{5922AE03-890C-4C8D-A179-1B14AF530F80}"/>
                  </a:ext>
                </a:extLst>
              </p:cNvPr>
              <p:cNvGrpSpPr/>
              <p:nvPr/>
            </p:nvGrpSpPr>
            <p:grpSpPr>
              <a:xfrm>
                <a:off x="87985" y="2455555"/>
                <a:ext cx="6131787" cy="847060"/>
                <a:chOff x="87985" y="2448408"/>
                <a:chExt cx="6131787" cy="847060"/>
              </a:xfrm>
            </p:grpSpPr>
            <p:sp>
              <p:nvSpPr>
                <p:cNvPr id="172" name="TextBox 171">
                  <a:extLst>
                    <a:ext uri="{FF2B5EF4-FFF2-40B4-BE49-F238E27FC236}">
                      <a16:creationId xmlns:a16="http://schemas.microsoft.com/office/drawing/2014/main" id="{6ADC767E-AEE4-444A-AA5F-F62795ABA7D3}"/>
                    </a:ext>
                  </a:extLst>
                </p:cNvPr>
                <p:cNvSpPr txBox="1"/>
                <p:nvPr/>
              </p:nvSpPr>
              <p:spPr>
                <a:xfrm>
                  <a:off x="3298008" y="2937841"/>
                  <a:ext cx="572015" cy="92333"/>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lang="en-US" sz="800" b="1">
                      <a:solidFill>
                        <a:srgbClr val="203864"/>
                      </a:solidFill>
                      <a:latin typeface="Calibri" panose="020F0502020204030204" pitchFamily="34" charset="0"/>
                      <a:cs typeface="Calibri" panose="020F0502020204030204" pitchFamily="34" charset="0"/>
                    </a:rPr>
                    <a:t>Aug</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a:t>
                  </a: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LSR</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grpSp>
              <p:nvGrpSpPr>
                <p:cNvPr id="21" name="组合 20">
                  <a:extLst>
                    <a:ext uri="{FF2B5EF4-FFF2-40B4-BE49-F238E27FC236}">
                      <a16:creationId xmlns:a16="http://schemas.microsoft.com/office/drawing/2014/main" id="{9E40DA0E-9CEA-4660-B49A-F7A1CEA37459}"/>
                    </a:ext>
                  </a:extLst>
                </p:cNvPr>
                <p:cNvGrpSpPr/>
                <p:nvPr/>
              </p:nvGrpSpPr>
              <p:grpSpPr>
                <a:xfrm>
                  <a:off x="87985" y="2448408"/>
                  <a:ext cx="6131787" cy="847060"/>
                  <a:chOff x="117312" y="3423987"/>
                  <a:chExt cx="8175713" cy="1129414"/>
                </a:xfrm>
              </p:grpSpPr>
              <p:sp>
                <p:nvSpPr>
                  <p:cNvPr id="195" name="TextBox 194">
                    <a:extLst>
                      <a:ext uri="{FF2B5EF4-FFF2-40B4-BE49-F238E27FC236}">
                        <a16:creationId xmlns:a16="http://schemas.microsoft.com/office/drawing/2014/main" id="{F1880E03-E496-4CB8-81B1-C1C2E6BD2B4A}"/>
                      </a:ext>
                    </a:extLst>
                  </p:cNvPr>
                  <p:cNvSpPr txBox="1"/>
                  <p:nvPr/>
                </p:nvSpPr>
                <p:spPr>
                  <a:xfrm>
                    <a:off x="2589299" y="3892643"/>
                    <a:ext cx="849929" cy="277127"/>
                  </a:xfrm>
                  <a:prstGeom prst="rect">
                    <a:avLst/>
                  </a:prstGeom>
                  <a:noFill/>
                </p:spPr>
                <p:txBody>
                  <a:bodyPr wrap="square">
                    <a:spAutoFit/>
                  </a:bodyPr>
                  <a:lstStyle/>
                  <a:p>
                    <a:pPr marL="0" marR="0" lvl="0" indent="0" algn="ctr" defTabSz="1625438" rtl="0" eaLnBrk="0" fontAlgn="base" latinLnBrk="0" hangingPunct="0">
                      <a:lnSpc>
                        <a:spcPct val="90000"/>
                      </a:lnSpc>
                      <a:spcBef>
                        <a:spcPct val="0"/>
                      </a:spcBef>
                      <a:spcAft>
                        <a:spcPct val="0"/>
                      </a:spcAft>
                      <a:buClrTx/>
                      <a:buSzTx/>
                      <a:buFontTx/>
                      <a:buNone/>
                      <a:tabLst/>
                      <a:defRPr/>
                    </a:pPr>
                    <a:r>
                      <a:rPr kumimoji="0" lang="en-US" altLang="zh-CN" sz="667"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CTA + EC + HGRAC + 1</a:t>
                    </a:r>
                    <a:r>
                      <a:rPr kumimoji="0" lang="en-US" altLang="zh-CN" sz="667" b="1" i="0" u="none" strike="noStrike" kern="1200" cap="none" spc="0" normalizeH="0" baseline="30000" noProof="0">
                        <a:ln>
                          <a:noFill/>
                        </a:ln>
                        <a:solidFill>
                          <a:srgbClr val="203864"/>
                        </a:solidFill>
                        <a:effectLst/>
                        <a:uLnTx/>
                        <a:uFillTx/>
                        <a:latin typeface="Calibri" panose="020F0502020204030204" pitchFamily="34" charset="0"/>
                        <a:ea typeface="+mn-ea"/>
                        <a:cs typeface="Calibri" panose="020F0502020204030204" pitchFamily="34" charset="0"/>
                      </a:rPr>
                      <a:t>st</a:t>
                    </a:r>
                    <a:r>
                      <a:rPr kumimoji="0" lang="en-US" altLang="zh-CN" sz="667"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 SIV (5M)</a:t>
                    </a:r>
                    <a:endParaRPr kumimoji="0" lang="zh-CN" altLang="en-US" sz="667"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grpSp>
                <p:nvGrpSpPr>
                  <p:cNvPr id="18" name="组合 17">
                    <a:extLst>
                      <a:ext uri="{FF2B5EF4-FFF2-40B4-BE49-F238E27FC236}">
                        <a16:creationId xmlns:a16="http://schemas.microsoft.com/office/drawing/2014/main" id="{4DED0391-9CB7-4681-BF89-2B331ED9B66B}"/>
                      </a:ext>
                    </a:extLst>
                  </p:cNvPr>
                  <p:cNvGrpSpPr/>
                  <p:nvPr/>
                </p:nvGrpSpPr>
                <p:grpSpPr>
                  <a:xfrm>
                    <a:off x="117312" y="3423987"/>
                    <a:ext cx="8175713" cy="1129414"/>
                    <a:chOff x="117312" y="3566600"/>
                    <a:chExt cx="8175713" cy="1129414"/>
                  </a:xfrm>
                </p:grpSpPr>
                <p:sp>
                  <p:nvSpPr>
                    <p:cNvPr id="213" name="TextBox 172"/>
                    <p:cNvSpPr txBox="1"/>
                    <p:nvPr/>
                  </p:nvSpPr>
                  <p:spPr>
                    <a:xfrm>
                      <a:off x="117312" y="3816756"/>
                      <a:ext cx="720000" cy="12311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SYNCHRONIZE-1</a:t>
                      </a:r>
                    </a:p>
                  </p:txBody>
                </p:sp>
                <p:sp>
                  <p:nvSpPr>
                    <p:cNvPr id="107" name="TextBox 172"/>
                    <p:cNvSpPr txBox="1"/>
                    <p:nvPr/>
                  </p:nvSpPr>
                  <p:spPr>
                    <a:xfrm>
                      <a:off x="117312" y="4116445"/>
                      <a:ext cx="720000" cy="12311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SYNCHRONIZE-2</a:t>
                      </a:r>
                    </a:p>
                  </p:txBody>
                </p:sp>
                <p:sp>
                  <p:nvSpPr>
                    <p:cNvPr id="108" name="TextBox 172"/>
                    <p:cNvSpPr txBox="1"/>
                    <p:nvPr/>
                  </p:nvSpPr>
                  <p:spPr>
                    <a:xfrm>
                      <a:off x="117312" y="4449793"/>
                      <a:ext cx="720000"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SYNCHRONIZE-CVOT</a:t>
                      </a:r>
                    </a:p>
                  </p:txBody>
                </p:sp>
                <p:sp>
                  <p:nvSpPr>
                    <p:cNvPr id="200" name="OTLSHAPE_M_39ea6ebc19a94c9fab6ef5006c31df58_Title">
                      <a:extLst>
                        <a:ext uri="{FF2B5EF4-FFF2-40B4-BE49-F238E27FC236}">
                          <a16:creationId xmlns:a16="http://schemas.microsoft.com/office/drawing/2014/main" id="{AB395328-49DE-4921-9C87-6B8D6F4F0708}"/>
                        </a:ext>
                      </a:extLst>
                    </p:cNvPr>
                    <p:cNvSpPr txBox="1"/>
                    <p:nvPr>
                      <p:custDataLst>
                        <p:tags r:id="rId26"/>
                      </p:custDataLst>
                    </p:nvPr>
                  </p:nvSpPr>
                  <p:spPr>
                    <a:xfrm>
                      <a:off x="2065786" y="4285099"/>
                      <a:ext cx="662880" cy="123111"/>
                    </a:xfrm>
                    <a:prstGeom prst="rect">
                      <a:avLst/>
                    </a:prstGeom>
                    <a:noFill/>
                  </p:spPr>
                  <p:txBody>
                    <a:bodyPr vert="horz" wrap="square" lIns="0" tIns="0" rIns="0" bIns="0" rtlCol="0" anchor="ctr" anchorCtr="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CTA Sub </a:t>
                      </a:r>
                      <a:endParaRPr kumimoji="0" lang="zh-CN" alt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02" name="OTLSHAPE_T_e17f3958430f4cff8650518c93c7635e_Shape">
                      <a:extLst>
                        <a:ext uri="{FF2B5EF4-FFF2-40B4-BE49-F238E27FC236}">
                          <a16:creationId xmlns:a16="http://schemas.microsoft.com/office/drawing/2014/main" id="{E46ED098-BE94-48FC-9289-011445A905C0}"/>
                        </a:ext>
                      </a:extLst>
                    </p:cNvPr>
                    <p:cNvSpPr/>
                    <p:nvPr>
                      <p:custDataLst>
                        <p:tags r:id="rId27"/>
                      </p:custDataLst>
                    </p:nvPr>
                  </p:nvSpPr>
                  <p:spPr bwMode="auto">
                    <a:xfrm>
                      <a:off x="2520996" y="4095516"/>
                      <a:ext cx="793227" cy="13059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marL="0" marR="0" lvl="0" indent="0" algn="ctr" defTabSz="1625438" rtl="0" eaLnBrk="0" fontAlgn="base" latinLnBrk="0" hangingPunct="0">
                        <a:lnSpc>
                          <a:spcPct val="9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06" name="OTLSHAPE_M_39ea6ebc19a94c9fab6ef5006c31df58_Shape">
                      <a:extLst>
                        <a:ext uri="{FF2B5EF4-FFF2-40B4-BE49-F238E27FC236}">
                          <a16:creationId xmlns:a16="http://schemas.microsoft.com/office/drawing/2014/main" id="{9DC2C3A5-D33C-440F-90B2-D361AC43E0D0}"/>
                        </a:ext>
                      </a:extLst>
                    </p:cNvPr>
                    <p:cNvSpPr/>
                    <p:nvPr>
                      <p:custDataLst>
                        <p:tags r:id="rId28"/>
                      </p:custDataLst>
                    </p:nvPr>
                  </p:nvSpPr>
                  <p:spPr bwMode="auto">
                    <a:xfrm rot="16200000">
                      <a:off x="2504676" y="4198576"/>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40" name="TextBox 239">
                      <a:extLst>
                        <a:ext uri="{FF2B5EF4-FFF2-40B4-BE49-F238E27FC236}">
                          <a16:creationId xmlns:a16="http://schemas.microsoft.com/office/drawing/2014/main" id="{DD960669-FA3D-4779-BE43-8062D8EDC837}"/>
                        </a:ext>
                      </a:extLst>
                    </p:cNvPr>
                    <p:cNvSpPr txBox="1"/>
                    <p:nvPr/>
                  </p:nvSpPr>
                  <p:spPr>
                    <a:xfrm>
                      <a:off x="1944315" y="3967774"/>
                      <a:ext cx="1101600"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25Aug</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42" name="OTLSHAPE_T_e17f3958430f4cff8650518c93c7635e_Shape">
                      <a:extLst>
                        <a:ext uri="{FF2B5EF4-FFF2-40B4-BE49-F238E27FC236}">
                          <a16:creationId xmlns:a16="http://schemas.microsoft.com/office/drawing/2014/main" id="{823A2169-736F-4CDC-8E1C-754BC50F79C2}"/>
                        </a:ext>
                      </a:extLst>
                    </p:cNvPr>
                    <p:cNvSpPr/>
                    <p:nvPr>
                      <p:custDataLst>
                        <p:tags r:id="rId29"/>
                      </p:custDataLst>
                    </p:nvPr>
                  </p:nvSpPr>
                  <p:spPr bwMode="auto">
                    <a:xfrm>
                      <a:off x="1033052" y="4077949"/>
                      <a:ext cx="638193" cy="233060"/>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en-GB"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EoP2</a:t>
                      </a:r>
                      <a:endParaRPr kumimoji="0" lang="zh-CN" alt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43" name="TextBox 242">
                      <a:extLst>
                        <a:ext uri="{FF2B5EF4-FFF2-40B4-BE49-F238E27FC236}">
                          <a16:creationId xmlns:a16="http://schemas.microsoft.com/office/drawing/2014/main" id="{3D9534D1-AB83-41C0-A085-F593E0D87B01}"/>
                        </a:ext>
                      </a:extLst>
                    </p:cNvPr>
                    <p:cNvSpPr txBox="1"/>
                    <p:nvPr/>
                  </p:nvSpPr>
                  <p:spPr>
                    <a:xfrm>
                      <a:off x="752056" y="3805156"/>
                      <a:ext cx="638192" cy="24622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29 Dec </a:t>
                      </a:r>
                    </a:p>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2022</a:t>
                      </a:r>
                    </a:p>
                  </p:txBody>
                </p:sp>
                <p:sp>
                  <p:nvSpPr>
                    <p:cNvPr id="137" name="OTLSHAPE_T_e17f3958430f4cff8650518c93c7635e_Shape">
                      <a:extLst>
                        <a:ext uri="{FF2B5EF4-FFF2-40B4-BE49-F238E27FC236}">
                          <a16:creationId xmlns:a16="http://schemas.microsoft.com/office/drawing/2014/main" id="{0E6AC0BA-2C7E-4BD5-A107-4979B1E4FCCB}"/>
                        </a:ext>
                      </a:extLst>
                    </p:cNvPr>
                    <p:cNvSpPr/>
                    <p:nvPr>
                      <p:custDataLst>
                        <p:tags r:id="rId30"/>
                      </p:custDataLst>
                    </p:nvPr>
                  </p:nvSpPr>
                  <p:spPr bwMode="auto">
                    <a:xfrm>
                      <a:off x="3325175" y="3752419"/>
                      <a:ext cx="1196022" cy="1643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Obesity w/o T2DM, N=64/726</a:t>
                      </a:r>
                      <a:endParaRPr kumimoji="0" lang="en-US" altLang="zh-CN" sz="667"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6" name="OTLSHAPE_T_5a934a26f311425e8ebaa0f45e6533ad_Shape">
                      <a:extLst>
                        <a:ext uri="{FF2B5EF4-FFF2-40B4-BE49-F238E27FC236}">
                          <a16:creationId xmlns:a16="http://schemas.microsoft.com/office/drawing/2014/main" id="{BF03E8EC-D692-4015-8855-FB96FB32DDA1}"/>
                        </a:ext>
                      </a:extLst>
                    </p:cNvPr>
                    <p:cNvSpPr/>
                    <p:nvPr>
                      <p:custDataLst>
                        <p:tags r:id="rId31"/>
                      </p:custDataLst>
                    </p:nvPr>
                  </p:nvSpPr>
                  <p:spPr bwMode="auto">
                    <a:xfrm>
                      <a:off x="4570843" y="4360404"/>
                      <a:ext cx="3634629" cy="154531"/>
                    </a:xfrm>
                    <a:prstGeom prst="roundRect">
                      <a:avLst/>
                    </a:prstGeom>
                    <a:pattFill prst="pct25">
                      <a:fgClr>
                        <a:srgbClr val="FF99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marL="0" marR="0" lvl="0" indent="0" algn="ctr" defTabSz="1625438"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9" normalizeH="0" baseline="0" noProof="0">
                        <a:ln>
                          <a:noFill/>
                        </a:ln>
                        <a:solidFill>
                          <a:srgbClr val="203864"/>
                        </a:solidFill>
                        <a:effectLst/>
                        <a:uLnTx/>
                        <a:uFillTx/>
                        <a:latin typeface="Calibri" panose="020F0502020204030204" pitchFamily="34" charset="0"/>
                        <a:ea typeface="+mn-ea"/>
                        <a:cs typeface="+mn-cs"/>
                      </a:endParaRPr>
                    </a:p>
                  </p:txBody>
                </p:sp>
                <p:sp>
                  <p:nvSpPr>
                    <p:cNvPr id="167" name="Star: 4 Points 143">
                      <a:extLst>
                        <a:ext uri="{FF2B5EF4-FFF2-40B4-BE49-F238E27FC236}">
                          <a16:creationId xmlns:a16="http://schemas.microsoft.com/office/drawing/2014/main" id="{83EE14F2-92E0-4920-86B1-0BDC77D87848}"/>
                        </a:ext>
                      </a:extLst>
                    </p:cNvPr>
                    <p:cNvSpPr/>
                    <p:nvPr/>
                  </p:nvSpPr>
                  <p:spPr bwMode="auto">
                    <a:xfrm>
                      <a:off x="8094432" y="444774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ctr"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9" name="Star: 4 Points 143">
                      <a:extLst>
                        <a:ext uri="{FF2B5EF4-FFF2-40B4-BE49-F238E27FC236}">
                          <a16:creationId xmlns:a16="http://schemas.microsoft.com/office/drawing/2014/main" id="{FD080A49-EE4D-4334-A9C8-F96991380FF1}"/>
                        </a:ext>
                      </a:extLst>
                    </p:cNvPr>
                    <p:cNvSpPr/>
                    <p:nvPr/>
                  </p:nvSpPr>
                  <p:spPr bwMode="auto">
                    <a:xfrm>
                      <a:off x="4526926" y="4392680"/>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ctr"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88" name="OTLSHAPE_T_e17f3958430f4cff8650518c93c7635e_Shape">
                      <a:extLst>
                        <a:ext uri="{FF2B5EF4-FFF2-40B4-BE49-F238E27FC236}">
                          <a16:creationId xmlns:a16="http://schemas.microsoft.com/office/drawing/2014/main" id="{4C904C91-3BAF-49EC-977A-25D64D759EA7}"/>
                        </a:ext>
                      </a:extLst>
                    </p:cNvPr>
                    <p:cNvSpPr/>
                    <p:nvPr>
                      <p:custDataLst>
                        <p:tags r:id="rId32"/>
                      </p:custDataLst>
                    </p:nvPr>
                  </p:nvSpPr>
                  <p:spPr bwMode="auto">
                    <a:xfrm>
                      <a:off x="3325883" y="4347386"/>
                      <a:ext cx="1285231" cy="169675"/>
                    </a:xfrm>
                    <a:prstGeom prst="roundRect">
                      <a:avLst/>
                    </a:prstGeom>
                    <a:solidFill>
                      <a:srgbClr val="FF9900">
                        <a:alpha val="6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203864"/>
                          </a:solidFill>
                          <a:effectLst/>
                          <a:uLnTx/>
                          <a:uFillTx/>
                          <a:latin typeface="Calibri"/>
                          <a:ea typeface="+mn-ea"/>
                          <a:cs typeface="Calibri"/>
                        </a:rPr>
                        <a:t>Obesity with CV risk, N=174+43 (incl TW&amp;HK)/5534</a:t>
                      </a:r>
                      <a:endParaRPr kumimoji="0" lang="en-US" altLang="zh-CN" sz="600" b="1" i="0" u="none" strike="sng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41" name="TextBox 140">
                      <a:extLst>
                        <a:ext uri="{FF2B5EF4-FFF2-40B4-BE49-F238E27FC236}">
                          <a16:creationId xmlns:a16="http://schemas.microsoft.com/office/drawing/2014/main" id="{87C5E1FC-88A5-4543-850C-9297D186708B}"/>
                        </a:ext>
                      </a:extLst>
                    </p:cNvPr>
                    <p:cNvSpPr txBox="1"/>
                    <p:nvPr/>
                  </p:nvSpPr>
                  <p:spPr>
                    <a:xfrm>
                      <a:off x="2370409" y="3566600"/>
                      <a:ext cx="1828801"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31Jan/FSS</a:t>
                      </a:r>
                    </a:p>
                  </p:txBody>
                </p:sp>
                <p:sp>
                  <p:nvSpPr>
                    <p:cNvPr id="147" name="OTLSHAPE_T_5a934a26f311425e8ebaa0f45e6533ad_Shape">
                      <a:extLst>
                        <a:ext uri="{FF2B5EF4-FFF2-40B4-BE49-F238E27FC236}">
                          <a16:creationId xmlns:a16="http://schemas.microsoft.com/office/drawing/2014/main" id="{EA38A3DC-AB6A-4B76-9C34-E6368D1B2147}"/>
                        </a:ext>
                      </a:extLst>
                    </p:cNvPr>
                    <p:cNvSpPr/>
                    <p:nvPr>
                      <p:custDataLst>
                        <p:tags r:id="rId33"/>
                      </p:custDataLst>
                    </p:nvPr>
                  </p:nvSpPr>
                  <p:spPr bwMode="auto">
                    <a:xfrm>
                      <a:off x="4521197" y="3778862"/>
                      <a:ext cx="3473632" cy="191517"/>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marL="0" marR="0" lvl="0" indent="0" algn="ctr" defTabSz="1625438"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9" normalizeH="0" baseline="0" noProof="0">
                        <a:ln>
                          <a:noFill/>
                        </a:ln>
                        <a:solidFill>
                          <a:srgbClr val="203864"/>
                        </a:solidFill>
                        <a:effectLst/>
                        <a:uLnTx/>
                        <a:uFillTx/>
                        <a:latin typeface="Calibri" panose="020F0502020204030204" pitchFamily="34" charset="0"/>
                        <a:ea typeface="+mn-ea"/>
                        <a:cs typeface="+mn-cs"/>
                      </a:endParaRPr>
                    </a:p>
                  </p:txBody>
                </p:sp>
                <p:sp>
                  <p:nvSpPr>
                    <p:cNvPr id="148" name="Star: 4 Points 143">
                      <a:extLst>
                        <a:ext uri="{FF2B5EF4-FFF2-40B4-BE49-F238E27FC236}">
                          <a16:creationId xmlns:a16="http://schemas.microsoft.com/office/drawing/2014/main" id="{68142583-5BBD-4B46-8D26-8F1348C7FE91}"/>
                        </a:ext>
                      </a:extLst>
                    </p:cNvPr>
                    <p:cNvSpPr/>
                    <p:nvPr/>
                  </p:nvSpPr>
                  <p:spPr bwMode="auto">
                    <a:xfrm>
                      <a:off x="4412521" y="3837776"/>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3" name="OTLSHAPE_T_5a934a26f311425e8ebaa0f45e6533ad_Shape">
                      <a:extLst>
                        <a:ext uri="{FF2B5EF4-FFF2-40B4-BE49-F238E27FC236}">
                          <a16:creationId xmlns:a16="http://schemas.microsoft.com/office/drawing/2014/main" id="{83F34793-4500-4F7A-8727-C32E01B2409C}"/>
                        </a:ext>
                      </a:extLst>
                    </p:cNvPr>
                    <p:cNvSpPr/>
                    <p:nvPr>
                      <p:custDataLst>
                        <p:tags r:id="rId34"/>
                      </p:custDataLst>
                    </p:nvPr>
                  </p:nvSpPr>
                  <p:spPr bwMode="auto">
                    <a:xfrm>
                      <a:off x="4521195" y="4077949"/>
                      <a:ext cx="3634629" cy="174135"/>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marL="0" marR="0" lvl="0" indent="0" algn="ctr" defTabSz="1625438"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9" normalizeH="0" baseline="0" noProof="0">
                        <a:ln>
                          <a:noFill/>
                        </a:ln>
                        <a:solidFill>
                          <a:srgbClr val="203864"/>
                        </a:solidFill>
                        <a:effectLst/>
                        <a:uLnTx/>
                        <a:uFillTx/>
                        <a:latin typeface="Calibri" panose="020F0502020204030204" pitchFamily="34" charset="0"/>
                        <a:ea typeface="+mn-ea"/>
                        <a:cs typeface="+mn-cs"/>
                      </a:endParaRPr>
                    </a:p>
                  </p:txBody>
                </p:sp>
                <p:sp>
                  <p:nvSpPr>
                    <p:cNvPr id="164" name="OTLSHAPE_T_e17f3958430f4cff8650518c93c7635e_Shape">
                      <a:extLst>
                        <a:ext uri="{FF2B5EF4-FFF2-40B4-BE49-F238E27FC236}">
                          <a16:creationId xmlns:a16="http://schemas.microsoft.com/office/drawing/2014/main" id="{E40C00DA-3FEB-4889-BC41-55E9DBEC4ACA}"/>
                        </a:ext>
                      </a:extLst>
                    </p:cNvPr>
                    <p:cNvSpPr/>
                    <p:nvPr>
                      <p:custDataLst>
                        <p:tags r:id="rId35"/>
                      </p:custDataLst>
                    </p:nvPr>
                  </p:nvSpPr>
                  <p:spPr bwMode="auto">
                    <a:xfrm>
                      <a:off x="3329512" y="4077952"/>
                      <a:ext cx="1191685" cy="15610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625438" rtl="0" eaLnBrk="0" fontAlgn="base" latinLnBrk="0" hangingPunct="0">
                        <a:lnSpc>
                          <a:spcPct val="100000"/>
                        </a:lnSpc>
                        <a:spcBef>
                          <a:spcPct val="0"/>
                        </a:spcBef>
                        <a:spcAft>
                          <a:spcPct val="0"/>
                        </a:spcAft>
                        <a:buClrTx/>
                        <a:buSzTx/>
                        <a:buFontTx/>
                        <a:buNone/>
                        <a:tabLst/>
                        <a:defRPr/>
                      </a:pPr>
                      <a:r>
                        <a:rPr kumimoji="0" lang="de-DE"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Obesity with T2DM, N=</a:t>
                      </a:r>
                      <a:r>
                        <a:rPr lang="de-DE" altLang="zh-CN" sz="800" b="1">
                          <a:solidFill>
                            <a:srgbClr val="203864"/>
                          </a:solidFill>
                          <a:latin typeface="Calibri" panose="020F0502020204030204" pitchFamily="34" charset="0"/>
                          <a:cs typeface="Calibri" panose="020F0502020204030204" pitchFamily="34" charset="0"/>
                        </a:rPr>
                        <a:t>78</a:t>
                      </a:r>
                      <a:r>
                        <a:rPr kumimoji="0" lang="de-DE"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/755</a:t>
                      </a:r>
                      <a:endParaRPr kumimoji="0" lang="de-DE" altLang="zh-CN" sz="667" b="1" i="0" u="none" strike="noStrike" kern="1200" cap="none" spc="0" normalizeH="0" baseline="0" noProof="0">
                        <a:ln>
                          <a:noFill/>
                        </a:ln>
                        <a:solidFill>
                          <a:srgbClr val="203864"/>
                        </a:solidFill>
                        <a:effectLst/>
                        <a:highlight>
                          <a:srgbClr val="FFFF00"/>
                        </a:highlight>
                        <a:uLnTx/>
                        <a:uFillTx/>
                        <a:latin typeface="Calibri" panose="020F0502020204030204" pitchFamily="34" charset="0"/>
                        <a:ea typeface="+mn-ea"/>
                        <a:cs typeface="Calibri" panose="020F0502020204030204" pitchFamily="34" charset="0"/>
                      </a:endParaRPr>
                    </a:p>
                  </p:txBody>
                </p:sp>
                <p:sp>
                  <p:nvSpPr>
                    <p:cNvPr id="165" name="Star: 4 Points 143">
                      <a:extLst>
                        <a:ext uri="{FF2B5EF4-FFF2-40B4-BE49-F238E27FC236}">
                          <a16:creationId xmlns:a16="http://schemas.microsoft.com/office/drawing/2014/main" id="{6C96286A-C536-45DD-96F3-324E960A307A}"/>
                        </a:ext>
                      </a:extLst>
                    </p:cNvPr>
                    <p:cNvSpPr/>
                    <p:nvPr/>
                  </p:nvSpPr>
                  <p:spPr bwMode="auto">
                    <a:xfrm>
                      <a:off x="4411184" y="4144441"/>
                      <a:ext cx="203379"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51" name="Star: 4 Points 143">
                      <a:extLst>
                        <a:ext uri="{FF2B5EF4-FFF2-40B4-BE49-F238E27FC236}">
                          <a16:creationId xmlns:a16="http://schemas.microsoft.com/office/drawing/2014/main" id="{C50E94EE-0107-4752-AF63-CB9F27425BA1}"/>
                        </a:ext>
                      </a:extLst>
                    </p:cNvPr>
                    <p:cNvSpPr/>
                    <p:nvPr/>
                  </p:nvSpPr>
                  <p:spPr bwMode="auto">
                    <a:xfrm>
                      <a:off x="3223219" y="382745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0" name="Star: 4 Points 143">
                      <a:extLst>
                        <a:ext uri="{FF2B5EF4-FFF2-40B4-BE49-F238E27FC236}">
                          <a16:creationId xmlns:a16="http://schemas.microsoft.com/office/drawing/2014/main" id="{43F7D966-020B-4887-99F7-A0367410E81B}"/>
                        </a:ext>
                      </a:extLst>
                    </p:cNvPr>
                    <p:cNvSpPr/>
                    <p:nvPr/>
                  </p:nvSpPr>
                  <p:spPr bwMode="auto">
                    <a:xfrm>
                      <a:off x="7885019" y="3824646"/>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62" name="Star: 4 Points 143">
                      <a:extLst>
                        <a:ext uri="{FF2B5EF4-FFF2-40B4-BE49-F238E27FC236}">
                          <a16:creationId xmlns:a16="http://schemas.microsoft.com/office/drawing/2014/main" id="{C1811289-1E2F-42CA-AB61-B3EE8E9F0127}"/>
                        </a:ext>
                      </a:extLst>
                    </p:cNvPr>
                    <p:cNvSpPr/>
                    <p:nvPr/>
                  </p:nvSpPr>
                  <p:spPr bwMode="auto">
                    <a:xfrm>
                      <a:off x="3205539" y="4209511"/>
                      <a:ext cx="224796" cy="22124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89" name="Star: 4 Points 143">
                      <a:extLst>
                        <a:ext uri="{FF2B5EF4-FFF2-40B4-BE49-F238E27FC236}">
                          <a16:creationId xmlns:a16="http://schemas.microsoft.com/office/drawing/2014/main" id="{CD5F50A9-0008-4D3A-855B-312FB933F34A}"/>
                        </a:ext>
                      </a:extLst>
                    </p:cNvPr>
                    <p:cNvSpPr/>
                    <p:nvPr/>
                  </p:nvSpPr>
                  <p:spPr bwMode="auto">
                    <a:xfrm>
                      <a:off x="3223217" y="441968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90" name="OTLSHAPE_M_39ea6ebc19a94c9fab6ef5006c31df58_Shape">
                      <a:extLst>
                        <a:ext uri="{FF2B5EF4-FFF2-40B4-BE49-F238E27FC236}">
                          <a16:creationId xmlns:a16="http://schemas.microsoft.com/office/drawing/2014/main" id="{3C997D5E-EE65-4FB4-8934-450D53C963E0}"/>
                        </a:ext>
                      </a:extLst>
                    </p:cNvPr>
                    <p:cNvSpPr/>
                    <p:nvPr>
                      <p:custDataLst>
                        <p:tags r:id="rId36"/>
                      </p:custDataLst>
                    </p:nvPr>
                  </p:nvSpPr>
                  <p:spPr bwMode="auto">
                    <a:xfrm rot="16200000">
                      <a:off x="1025346" y="4257678"/>
                      <a:ext cx="91613" cy="10668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l" defTabSz="2167142"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91" name="OTLSHAPE_M_39ea6ebc19a94c9fab6ef5006c31df58_Shape">
                      <a:extLst>
                        <a:ext uri="{FF2B5EF4-FFF2-40B4-BE49-F238E27FC236}">
                          <a16:creationId xmlns:a16="http://schemas.microsoft.com/office/drawing/2014/main" id="{DF1790CB-6034-4A62-B272-BDE76E7F5388}"/>
                        </a:ext>
                      </a:extLst>
                    </p:cNvPr>
                    <p:cNvSpPr/>
                    <p:nvPr>
                      <p:custDataLst>
                        <p:tags r:id="rId37"/>
                      </p:custDataLst>
                    </p:nvPr>
                  </p:nvSpPr>
                  <p:spPr bwMode="auto">
                    <a:xfrm rot="16200000">
                      <a:off x="1673829" y="4257678"/>
                      <a:ext cx="91613" cy="10668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ctr" defTabSz="2167142"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92" name="TextBox 191">
                      <a:extLst>
                        <a:ext uri="{FF2B5EF4-FFF2-40B4-BE49-F238E27FC236}">
                          <a16:creationId xmlns:a16="http://schemas.microsoft.com/office/drawing/2014/main" id="{A197CB62-C545-4328-A0D5-39D7EB52413D}"/>
                        </a:ext>
                      </a:extLst>
                    </p:cNvPr>
                    <p:cNvSpPr txBox="1"/>
                    <p:nvPr/>
                  </p:nvSpPr>
                  <p:spPr>
                    <a:xfrm>
                      <a:off x="1235653" y="3764512"/>
                      <a:ext cx="642400" cy="24622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Mar/CDE feedback</a:t>
                      </a:r>
                    </a:p>
                  </p:txBody>
                </p:sp>
              </p:grpSp>
            </p:grpSp>
          </p:grpSp>
          <p:sp>
            <p:nvSpPr>
              <p:cNvPr id="187" name="OTLSHAPE_M_39ea6ebc19a94c9fab6ef5006c31df58_Shape">
                <a:extLst>
                  <a:ext uri="{FF2B5EF4-FFF2-40B4-BE49-F238E27FC236}">
                    <a16:creationId xmlns:a16="http://schemas.microsoft.com/office/drawing/2014/main" id="{CDD2B52A-CB82-48D5-B38C-C81E4482AF7E}"/>
                  </a:ext>
                </a:extLst>
              </p:cNvPr>
              <p:cNvSpPr/>
              <p:nvPr>
                <p:custDataLst>
                  <p:tags r:id="rId25"/>
                </p:custDataLst>
              </p:nvPr>
            </p:nvSpPr>
            <p:spPr bwMode="auto">
              <a:xfrm rot="16200000">
                <a:off x="1385288" y="2969221"/>
                <a:ext cx="68710" cy="8001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ctr" defTabSz="2167142"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93" name="TextBox 192">
                <a:extLst>
                  <a:ext uri="{FF2B5EF4-FFF2-40B4-BE49-F238E27FC236}">
                    <a16:creationId xmlns:a16="http://schemas.microsoft.com/office/drawing/2014/main" id="{C46B05F6-DAFE-4CCA-A00D-C7BEBC23655C}"/>
                  </a:ext>
                </a:extLst>
              </p:cNvPr>
              <p:cNvSpPr txBox="1"/>
              <p:nvPr/>
            </p:nvSpPr>
            <p:spPr>
              <a:xfrm>
                <a:off x="1119677" y="3078402"/>
                <a:ext cx="696512" cy="184666"/>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25Apr</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a:t>
                </a:r>
              </a:p>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EoP2 meeting</a:t>
                </a:r>
              </a:p>
            </p:txBody>
          </p:sp>
        </p:grpSp>
      </p:grpSp>
      <p:grpSp>
        <p:nvGrpSpPr>
          <p:cNvPr id="23" name="Group 22">
            <a:extLst>
              <a:ext uri="{FF2B5EF4-FFF2-40B4-BE49-F238E27FC236}">
                <a16:creationId xmlns:a16="http://schemas.microsoft.com/office/drawing/2014/main" id="{126C5FC8-F517-53FC-9052-8CF9879D66EE}"/>
              </a:ext>
            </a:extLst>
          </p:cNvPr>
          <p:cNvGrpSpPr/>
          <p:nvPr/>
        </p:nvGrpSpPr>
        <p:grpSpPr>
          <a:xfrm>
            <a:off x="162820" y="4582452"/>
            <a:ext cx="8619530" cy="688949"/>
            <a:chOff x="-109310" y="3638864"/>
            <a:chExt cx="6464647" cy="516705"/>
          </a:xfrm>
        </p:grpSpPr>
        <p:sp>
          <p:nvSpPr>
            <p:cNvPr id="24" name="OTLSHAPE_T_e17f3958430f4cff8650518c93c7635e_Shape">
              <a:extLst>
                <a:ext uri="{FF2B5EF4-FFF2-40B4-BE49-F238E27FC236}">
                  <a16:creationId xmlns:a16="http://schemas.microsoft.com/office/drawing/2014/main" id="{58BCF507-ACB3-5156-DEBD-82107A2B7213}"/>
                </a:ext>
              </a:extLst>
            </p:cNvPr>
            <p:cNvSpPr/>
            <p:nvPr>
              <p:custDataLst>
                <p:tags r:id="rId17"/>
              </p:custDataLst>
            </p:nvPr>
          </p:nvSpPr>
          <p:spPr bwMode="auto">
            <a:xfrm>
              <a:off x="3197904" y="3757106"/>
              <a:ext cx="2594128" cy="165275"/>
            </a:xfrm>
            <a:prstGeom prst="roundRect">
              <a:avLst/>
            </a:prstGeom>
            <a:pattFill prst="pct25">
              <a:fgClr>
                <a:srgbClr val="0066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25" name="组合 21">
              <a:extLst>
                <a:ext uri="{FF2B5EF4-FFF2-40B4-BE49-F238E27FC236}">
                  <a16:creationId xmlns:a16="http://schemas.microsoft.com/office/drawing/2014/main" id="{FA462E2B-5244-AAAC-7302-AF9330E10467}"/>
                </a:ext>
              </a:extLst>
            </p:cNvPr>
            <p:cNvGrpSpPr/>
            <p:nvPr/>
          </p:nvGrpSpPr>
          <p:grpSpPr>
            <a:xfrm>
              <a:off x="-109310" y="3638864"/>
              <a:ext cx="6464647" cy="516705"/>
              <a:chOff x="-145746" y="5573285"/>
              <a:chExt cx="8619537" cy="688941"/>
            </a:xfrm>
          </p:grpSpPr>
          <p:sp>
            <p:nvSpPr>
              <p:cNvPr id="28" name="OTLSHAPE_M_39ea6ebc19a94c9fab6ef5006c31df58_Title">
                <a:extLst>
                  <a:ext uri="{FF2B5EF4-FFF2-40B4-BE49-F238E27FC236}">
                    <a16:creationId xmlns:a16="http://schemas.microsoft.com/office/drawing/2014/main" id="{9C0CCCC8-39BF-F506-F909-958015AED7B5}"/>
                  </a:ext>
                </a:extLst>
              </p:cNvPr>
              <p:cNvSpPr txBox="1"/>
              <p:nvPr>
                <p:custDataLst>
                  <p:tags r:id="rId18"/>
                </p:custDataLst>
              </p:nvPr>
            </p:nvSpPr>
            <p:spPr>
              <a:xfrm>
                <a:off x="1941102" y="6058048"/>
                <a:ext cx="1028091" cy="143564"/>
              </a:xfrm>
              <a:prstGeom prst="rect">
                <a:avLst/>
              </a:prstGeom>
              <a:noFill/>
            </p:spPr>
            <p:txBody>
              <a:bodyPr vert="horz" wrap="square" lIns="0" tIns="0" rIns="0" bIns="0" rtlCol="0" anchor="ctr" anchorCtr="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1F497D"/>
                    </a:solidFill>
                    <a:effectLst/>
                    <a:uLnTx/>
                    <a:uFillTx/>
                    <a:latin typeface="Calibri" panose="020F0502020204030204" pitchFamily="34" charset="0"/>
                    <a:ea typeface="等线" panose="02010600030101010101" pitchFamily="2" charset="-122"/>
                    <a:cs typeface="Calibri" panose="020F0502020204030204" pitchFamily="34" charset="0"/>
                  </a:rPr>
                  <a:t>CTA Sub</a:t>
                </a:r>
                <a:endParaRPr kumimoji="0" lang="zh-CN" altLang="en-US" sz="933" b="1" i="0" u="none" strike="noStrike" kern="1200" cap="none" spc="0" normalizeH="0" baseline="0" noProof="0">
                  <a:ln>
                    <a:noFill/>
                  </a:ln>
                  <a:solidFill>
                    <a:srgbClr val="1F497D"/>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9" name="OTLSHAPE_T_e17f3958430f4cff8650518c93c7635e_Shape">
                <a:extLst>
                  <a:ext uri="{FF2B5EF4-FFF2-40B4-BE49-F238E27FC236}">
                    <a16:creationId xmlns:a16="http://schemas.microsoft.com/office/drawing/2014/main" id="{EA28EB14-BF4D-E5D2-7F10-B55EDECAB031}"/>
                  </a:ext>
                </a:extLst>
              </p:cNvPr>
              <p:cNvSpPr/>
              <p:nvPr>
                <p:custDataLst>
                  <p:tags r:id="rId19"/>
                </p:custDataLst>
              </p:nvPr>
            </p:nvSpPr>
            <p:spPr bwMode="auto">
              <a:xfrm>
                <a:off x="2405033" y="5751009"/>
                <a:ext cx="731520" cy="20092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216747" tIns="108373" rIns="216747" bIns="108373" numCol="1" rtlCol="0" anchor="ctr" anchorCtr="0" compatLnSpc="1">
                <a:prstTxWarp prst="textNoShape">
                  <a:avLst/>
                </a:prstTxWarp>
              </a:bodyPr>
              <a:lstStyle/>
              <a:p>
                <a:pPr marL="0" marR="0" lvl="0" indent="0" algn="ctr" defTabSz="1625398" rtl="0" eaLnBrk="0" fontAlgn="base" latinLnBrk="0" hangingPunct="0">
                  <a:lnSpc>
                    <a:spcPct val="90000"/>
                  </a:lnSpc>
                  <a:spcBef>
                    <a:spcPct val="0"/>
                  </a:spcBef>
                  <a:spcAft>
                    <a:spcPct val="0"/>
                  </a:spcAft>
                  <a:buClrTx/>
                  <a:buSzTx/>
                  <a:buFontTx/>
                  <a:buNone/>
                  <a:tabLst/>
                  <a:defRPr/>
                </a:pPr>
                <a:endParaRPr kumimoji="0" lang="zh-CN" altLang="en-US" sz="533" b="1"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30" name="OTLSHAPE_M_39ea6ebc19a94c9fab6ef5006c31df58_Shape">
                <a:extLst>
                  <a:ext uri="{FF2B5EF4-FFF2-40B4-BE49-F238E27FC236}">
                    <a16:creationId xmlns:a16="http://schemas.microsoft.com/office/drawing/2014/main" id="{0F13300B-292D-E9B6-CA73-73D253863906}"/>
                  </a:ext>
                </a:extLst>
              </p:cNvPr>
              <p:cNvSpPr/>
              <p:nvPr>
                <p:custDataLst>
                  <p:tags r:id="rId20"/>
                </p:custDataLst>
              </p:nvPr>
            </p:nvSpPr>
            <p:spPr bwMode="auto">
              <a:xfrm rot="16200000">
                <a:off x="2367520" y="5927084"/>
                <a:ext cx="133252"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ctr" defTabSz="216708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31" name="TextBox 192">
                <a:extLst>
                  <a:ext uri="{FF2B5EF4-FFF2-40B4-BE49-F238E27FC236}">
                    <a16:creationId xmlns:a16="http://schemas.microsoft.com/office/drawing/2014/main" id="{637607C5-A70E-3AE1-34D7-614874F750F5}"/>
                  </a:ext>
                </a:extLst>
              </p:cNvPr>
              <p:cNvSpPr txBox="1"/>
              <p:nvPr/>
            </p:nvSpPr>
            <p:spPr>
              <a:xfrm>
                <a:off x="2125113" y="5575481"/>
                <a:ext cx="616276" cy="123110"/>
              </a:xfrm>
              <a:prstGeom prst="rect">
                <a:avLst/>
              </a:prstGeom>
              <a:noFill/>
            </p:spPr>
            <p:txBody>
              <a:bodyPr wrap="square" lIns="0" tIns="0" rIns="0" bIns="0" rtlCol="0" anchor="t">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3366"/>
                    </a:solidFill>
                    <a:effectLst/>
                    <a:uLnTx/>
                    <a:uFillTx/>
                    <a:latin typeface="Calibri"/>
                    <a:ea typeface="+mn-ea"/>
                    <a:cs typeface="Calibri"/>
                  </a:rPr>
                  <a:t>15Sep</a:t>
                </a:r>
                <a:endParaRPr kumimoji="0" lang="en-US" sz="800"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endParaRPr>
              </a:p>
            </p:txBody>
          </p:sp>
          <p:sp>
            <p:nvSpPr>
              <p:cNvPr id="224" name="Star: 4 Points 143">
                <a:extLst>
                  <a:ext uri="{FF2B5EF4-FFF2-40B4-BE49-F238E27FC236}">
                    <a16:creationId xmlns:a16="http://schemas.microsoft.com/office/drawing/2014/main" id="{FB68E783-E73F-FA10-0B72-2FFE63309F5E}"/>
                  </a:ext>
                </a:extLst>
              </p:cNvPr>
              <p:cNvSpPr/>
              <p:nvPr/>
            </p:nvSpPr>
            <p:spPr bwMode="auto">
              <a:xfrm>
                <a:off x="4194994" y="5875878"/>
                <a:ext cx="245472" cy="193133"/>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marL="0" marR="0" lvl="0" indent="0" algn="ctr" defTabSz="162535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30" name="OTLSHAPE_T_e17f3958430f4cff8650518c93c7635e_Shape">
                <a:extLst>
                  <a:ext uri="{FF2B5EF4-FFF2-40B4-BE49-F238E27FC236}">
                    <a16:creationId xmlns:a16="http://schemas.microsoft.com/office/drawing/2014/main" id="{DC72E225-01E8-BAE8-A69C-CF1AAD7CC5A2}"/>
                  </a:ext>
                </a:extLst>
              </p:cNvPr>
              <p:cNvSpPr/>
              <p:nvPr>
                <p:custDataLst>
                  <p:tags r:id="rId21"/>
                </p:custDataLst>
              </p:nvPr>
            </p:nvSpPr>
            <p:spPr bwMode="auto">
              <a:xfrm>
                <a:off x="3144523" y="5730921"/>
                <a:ext cx="1119354" cy="238549"/>
              </a:xfrm>
              <a:prstGeom prst="roundRect">
                <a:avLst/>
              </a:prstGeom>
              <a:solidFill>
                <a:srgbClr val="006600">
                  <a:alpha val="4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31" name="OTLSHAPE_T_e17f3958430f4cff8650518c93c7635e_StartDate">
                <a:extLst>
                  <a:ext uri="{FF2B5EF4-FFF2-40B4-BE49-F238E27FC236}">
                    <a16:creationId xmlns:a16="http://schemas.microsoft.com/office/drawing/2014/main" id="{6A7C8C18-670E-8B82-B6C3-5E0D1AD76AF9}"/>
                  </a:ext>
                </a:extLst>
              </p:cNvPr>
              <p:cNvSpPr txBox="1"/>
              <p:nvPr>
                <p:custDataLst>
                  <p:tags r:id="rId22"/>
                </p:custDataLst>
              </p:nvPr>
            </p:nvSpPr>
            <p:spPr>
              <a:xfrm>
                <a:off x="2717647" y="5988560"/>
                <a:ext cx="1198111" cy="143564"/>
              </a:xfrm>
              <a:prstGeom prst="rect">
                <a:avLst/>
              </a:prstGeom>
              <a:noFill/>
            </p:spPr>
            <p:txBody>
              <a:bodyPr vert="horz" wrap="square" lIns="0" tIns="0" rIns="0" bIns="0" rtlCol="0" anchor="ctr" anchorCtr="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3366"/>
                    </a:solidFill>
                    <a:effectLst/>
                    <a:uLnTx/>
                    <a:uFillTx/>
                    <a:latin typeface="Calibri" panose="020F0502020204030204" pitchFamily="34" charset="0"/>
                    <a:ea typeface="等线" panose="02010600030101010101" pitchFamily="2" charset="-122"/>
                    <a:cs typeface="Calibri" panose="020F0502020204030204" pitchFamily="34" charset="0"/>
                  </a:rPr>
                  <a:t>6Feb</a:t>
                </a:r>
                <a:r>
                  <a:rPr kumimoji="0" lang="en-US" altLang="zh-CN" sz="933" b="1" i="0" u="none" strike="noStrike" kern="1200" cap="none" spc="0" normalizeH="0" baseline="0" noProof="0">
                    <a:ln>
                      <a:noFill/>
                    </a:ln>
                    <a:solidFill>
                      <a:srgbClr val="1F497D"/>
                    </a:solidFill>
                    <a:effectLst/>
                    <a:uLnTx/>
                    <a:uFillTx/>
                    <a:latin typeface="Calibri" panose="020F0502020204030204" pitchFamily="34" charset="0"/>
                    <a:ea typeface="等线" panose="02010600030101010101" pitchFamily="2" charset="-122"/>
                    <a:cs typeface="Calibri" panose="020F0502020204030204" pitchFamily="34" charset="0"/>
                  </a:rPr>
                  <a:t>/FSS</a:t>
                </a:r>
                <a:endParaRPr kumimoji="0" lang="zh-CN" altLang="en-US" sz="933" b="1" i="0" u="none" strike="noStrike" kern="1200" cap="none" spc="0" normalizeH="0" baseline="0" noProof="0">
                  <a:ln>
                    <a:noFill/>
                  </a:ln>
                  <a:solidFill>
                    <a:srgbClr val="1F497D"/>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32" name="Star: 4 Points 143">
                <a:extLst>
                  <a:ext uri="{FF2B5EF4-FFF2-40B4-BE49-F238E27FC236}">
                    <a16:creationId xmlns:a16="http://schemas.microsoft.com/office/drawing/2014/main" id="{A27762EC-D3FD-7A18-9704-144466FAC1DA}"/>
                  </a:ext>
                </a:extLst>
              </p:cNvPr>
              <p:cNvSpPr/>
              <p:nvPr/>
            </p:nvSpPr>
            <p:spPr bwMode="auto">
              <a:xfrm>
                <a:off x="3017079" y="5859913"/>
                <a:ext cx="232372" cy="22351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marL="0" marR="0" lvl="0" indent="0" algn="l" defTabSz="162535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33" name="TextBox 108">
                <a:extLst>
                  <a:ext uri="{FF2B5EF4-FFF2-40B4-BE49-F238E27FC236}">
                    <a16:creationId xmlns:a16="http://schemas.microsoft.com/office/drawing/2014/main" id="{F61C334A-6279-0269-9BDD-84822CD36F13}"/>
                  </a:ext>
                </a:extLst>
              </p:cNvPr>
              <p:cNvSpPr txBox="1"/>
              <p:nvPr/>
            </p:nvSpPr>
            <p:spPr>
              <a:xfrm>
                <a:off x="3926051" y="5573285"/>
                <a:ext cx="762111" cy="143563"/>
              </a:xfrm>
              <a:prstGeom prst="rect">
                <a:avLst/>
              </a:prstGeom>
              <a:noFill/>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lang="en-US" altLang="zh-CN" sz="933" b="1">
                    <a:solidFill>
                      <a:srgbClr val="003366"/>
                    </a:solidFill>
                    <a:latin typeface="Calibri" panose="020F0502020204030204" pitchFamily="34" charset="0"/>
                    <a:cs typeface="Calibri" panose="020F0502020204030204" pitchFamily="34" charset="0"/>
                  </a:rPr>
                  <a:t>Jul</a:t>
                </a:r>
                <a:r>
                  <a:rPr kumimoji="0" lang="en-US" sz="933"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a:t>
                </a:r>
                <a:r>
                  <a:rPr kumimoji="0" lang="en-US" sz="933"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LSS</a:t>
                </a:r>
              </a:p>
            </p:txBody>
          </p:sp>
          <p:sp>
            <p:nvSpPr>
              <p:cNvPr id="234" name="OTLSHAPE_T_e17f3958430f4cff8650518c93c7635e_Shape">
                <a:extLst>
                  <a:ext uri="{FF2B5EF4-FFF2-40B4-BE49-F238E27FC236}">
                    <a16:creationId xmlns:a16="http://schemas.microsoft.com/office/drawing/2014/main" id="{B2757B82-D3CF-8E57-BC76-E684F0850598}"/>
                  </a:ext>
                </a:extLst>
              </p:cNvPr>
              <p:cNvSpPr/>
              <p:nvPr>
                <p:custDataLst>
                  <p:tags r:id="rId23"/>
                </p:custDataLst>
              </p:nvPr>
            </p:nvSpPr>
            <p:spPr bwMode="auto">
              <a:xfrm>
                <a:off x="1916306" y="5722455"/>
                <a:ext cx="487680" cy="241201"/>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zh-CN" altLang="en-US" sz="533" b="1"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36" name="TextBox 235">
                <a:extLst>
                  <a:ext uri="{FF2B5EF4-FFF2-40B4-BE49-F238E27FC236}">
                    <a16:creationId xmlns:a16="http://schemas.microsoft.com/office/drawing/2014/main" id="{5395C515-17C5-3482-CEC7-D76D7785AD19}"/>
                  </a:ext>
                </a:extLst>
              </p:cNvPr>
              <p:cNvSpPr txBox="1"/>
              <p:nvPr/>
            </p:nvSpPr>
            <p:spPr>
              <a:xfrm>
                <a:off x="1796020" y="5740000"/>
                <a:ext cx="731520" cy="235896"/>
              </a:xfrm>
              <a:prstGeom prst="rect">
                <a:avLst/>
              </a:prstGeom>
              <a:noFill/>
            </p:spPr>
            <p:txBody>
              <a:bodyPr wrap="square">
                <a:spAutoFit/>
              </a:bodyPr>
              <a:lstStyle/>
              <a:p>
                <a:pPr marL="0" marR="0" lvl="0" indent="0" algn="ctr" defTabSz="1625398" rtl="0" eaLnBrk="0" fontAlgn="base" latinLnBrk="0" hangingPunct="0">
                  <a:lnSpc>
                    <a:spcPct val="100000"/>
                  </a:lnSpc>
                  <a:spcBef>
                    <a:spcPct val="0"/>
                  </a:spcBef>
                  <a:spcAft>
                    <a:spcPct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rPr>
                  <a:t>Pre-IND</a:t>
                </a:r>
                <a:endParaRPr kumimoji="0" lang="zh-CN" altLang="en-US" sz="933" b="1"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38" name="TextBox 146">
                <a:extLst>
                  <a:ext uri="{FF2B5EF4-FFF2-40B4-BE49-F238E27FC236}">
                    <a16:creationId xmlns:a16="http://schemas.microsoft.com/office/drawing/2014/main" id="{65A867ED-8E3B-3315-FC00-A2C934D090CD}"/>
                  </a:ext>
                </a:extLst>
              </p:cNvPr>
              <p:cNvSpPr txBox="1"/>
              <p:nvPr/>
            </p:nvSpPr>
            <p:spPr>
              <a:xfrm>
                <a:off x="-145746" y="5772743"/>
                <a:ext cx="892635" cy="123110"/>
              </a:xfrm>
              <a:prstGeom prst="rect">
                <a:avLst/>
              </a:prstGeom>
              <a:noFill/>
              <a:ln w="9525">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SYNCHRONIZE-CN</a:t>
                </a:r>
              </a:p>
            </p:txBody>
          </p:sp>
          <p:sp>
            <p:nvSpPr>
              <p:cNvPr id="239" name="TextBox 112">
                <a:extLst>
                  <a:ext uri="{FF2B5EF4-FFF2-40B4-BE49-F238E27FC236}">
                    <a16:creationId xmlns:a16="http://schemas.microsoft.com/office/drawing/2014/main" id="{C9B0154B-D79E-88F5-DC52-003F2D37606D}"/>
                  </a:ext>
                </a:extLst>
              </p:cNvPr>
              <p:cNvSpPr txBox="1"/>
              <p:nvPr/>
            </p:nvSpPr>
            <p:spPr>
              <a:xfrm>
                <a:off x="6957109" y="5975100"/>
                <a:ext cx="1516682" cy="287126"/>
              </a:xfrm>
              <a:prstGeom prst="rect">
                <a:avLst/>
              </a:prstGeom>
              <a:noFill/>
            </p:spPr>
            <p:txBody>
              <a:bodyPr wrap="square" lIns="0" tIns="0" rIns="0" bIns="0" rtlCol="0" anchor="t">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lang="en-US" sz="933" b="1">
                    <a:solidFill>
                      <a:srgbClr val="003366"/>
                    </a:solidFill>
                    <a:latin typeface="Calibri"/>
                    <a:cs typeface="Calibri"/>
                  </a:rPr>
                  <a:t>13 Mar</a:t>
                </a:r>
                <a:r>
                  <a:rPr kumimoji="0" lang="en-US" sz="933" b="1" i="0" u="none" strike="noStrike" kern="1200" cap="none" spc="0" normalizeH="0" baseline="0" noProof="0">
                    <a:ln>
                      <a:noFill/>
                    </a:ln>
                    <a:solidFill>
                      <a:srgbClr val="1F497D"/>
                    </a:solidFill>
                    <a:effectLst/>
                    <a:uLnTx/>
                    <a:uFillTx/>
                    <a:latin typeface="Calibri"/>
                    <a:ea typeface="+mn-ea"/>
                    <a:cs typeface="Calibri"/>
                  </a:rPr>
                  <a:t>/DBL</a:t>
                </a:r>
              </a:p>
              <a:p>
                <a:pPr marL="0" marR="0" lvl="0" indent="0" algn="ctr" defTabSz="1625398" rtl="0" eaLnBrk="1" fontAlgn="auto" latinLnBrk="0" hangingPunct="1">
                  <a:lnSpc>
                    <a:spcPct val="100000"/>
                  </a:lnSpc>
                  <a:spcBef>
                    <a:spcPts val="0"/>
                  </a:spcBef>
                  <a:spcAft>
                    <a:spcPts val="0"/>
                  </a:spcAft>
                  <a:buClrTx/>
                  <a:buSzTx/>
                  <a:buFontTx/>
                  <a:buNone/>
                  <a:tabLst/>
                  <a:defRPr/>
                </a:pPr>
                <a:r>
                  <a:rPr lang="en-US" sz="933" b="1">
                    <a:solidFill>
                      <a:srgbClr val="1F497D"/>
                    </a:solidFill>
                    <a:latin typeface="Calibri"/>
                    <a:cs typeface="Calibri"/>
                  </a:rPr>
                  <a:t>(79W)</a:t>
                </a:r>
                <a:endParaRPr kumimoji="0" lang="en-US" sz="933" b="1" i="0" u="none" strike="noStrike" kern="1200" cap="none" spc="0" normalizeH="0" baseline="0" noProof="0">
                  <a:ln>
                    <a:noFill/>
                  </a:ln>
                  <a:solidFill>
                    <a:srgbClr val="496C98"/>
                  </a:solidFill>
                  <a:effectLst/>
                  <a:uLnTx/>
                  <a:uFillTx/>
                  <a:latin typeface="Calibri"/>
                  <a:ea typeface="+mn-ea"/>
                  <a:cs typeface="Calibri"/>
                </a:endParaRPr>
              </a:p>
            </p:txBody>
          </p:sp>
          <p:sp>
            <p:nvSpPr>
              <p:cNvPr id="241" name="Star: 4 Points 143">
                <a:extLst>
                  <a:ext uri="{FF2B5EF4-FFF2-40B4-BE49-F238E27FC236}">
                    <a16:creationId xmlns:a16="http://schemas.microsoft.com/office/drawing/2014/main" id="{D06F9062-3A46-C9F5-4016-C0B0FA7E6FD7}"/>
                  </a:ext>
                </a:extLst>
              </p:cNvPr>
              <p:cNvSpPr/>
              <p:nvPr/>
            </p:nvSpPr>
            <p:spPr bwMode="auto">
              <a:xfrm>
                <a:off x="7623420" y="574586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ctr" defTabSz="1219048" rtl="0" eaLnBrk="0" fontAlgn="base" latinLnBrk="0" hangingPunct="0">
                  <a:lnSpc>
                    <a:spcPct val="100000"/>
                  </a:lnSpc>
                  <a:spcBef>
                    <a:spcPct val="0"/>
                  </a:spcBef>
                  <a:spcAft>
                    <a:spcPct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44" name="TextBox 192">
                <a:extLst>
                  <a:ext uri="{FF2B5EF4-FFF2-40B4-BE49-F238E27FC236}">
                    <a16:creationId xmlns:a16="http://schemas.microsoft.com/office/drawing/2014/main" id="{F248D2DC-A15D-605A-E56C-93600B26B0D4}"/>
                  </a:ext>
                </a:extLst>
              </p:cNvPr>
              <p:cNvSpPr txBox="1"/>
              <p:nvPr/>
            </p:nvSpPr>
            <p:spPr>
              <a:xfrm>
                <a:off x="1753350" y="5575662"/>
                <a:ext cx="458851" cy="143563"/>
              </a:xfrm>
              <a:prstGeom prst="rect">
                <a:avLst/>
              </a:prstGeom>
              <a:noFill/>
            </p:spPr>
            <p:txBody>
              <a:bodyPr wrap="square" lIns="0" tIns="0" rIns="0" bIns="0" rtlCol="0">
                <a:spAutoFit/>
              </a:bodyPr>
              <a:lstStyle/>
              <a:p>
                <a:pPr marL="0" marR="0" lvl="0" indent="0" algn="l" defTabSz="1625398"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31 May</a:t>
                </a:r>
              </a:p>
            </p:txBody>
          </p:sp>
          <p:sp>
            <p:nvSpPr>
              <p:cNvPr id="245" name="OTLSHAPE_M_39ea6ebc19a94c9fab6ef5006c31df58_Shape">
                <a:extLst>
                  <a:ext uri="{FF2B5EF4-FFF2-40B4-BE49-F238E27FC236}">
                    <a16:creationId xmlns:a16="http://schemas.microsoft.com/office/drawing/2014/main" id="{02FCE94E-D6B7-D9A8-F38D-B050364E3C59}"/>
                  </a:ext>
                </a:extLst>
              </p:cNvPr>
              <p:cNvSpPr/>
              <p:nvPr>
                <p:custDataLst>
                  <p:tags r:id="rId24"/>
                </p:custDataLst>
              </p:nvPr>
            </p:nvSpPr>
            <p:spPr bwMode="auto">
              <a:xfrm rot="16200000">
                <a:off x="1891312" y="5927082"/>
                <a:ext cx="133252"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ctr" defTabSz="216708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sp>
        <p:nvSpPr>
          <p:cNvPr id="247" name="文本框 174">
            <a:extLst>
              <a:ext uri="{FF2B5EF4-FFF2-40B4-BE49-F238E27FC236}">
                <a16:creationId xmlns:a16="http://schemas.microsoft.com/office/drawing/2014/main" id="{85C09B5F-33AD-EB9D-75ED-742DDB67886F}"/>
              </a:ext>
            </a:extLst>
          </p:cNvPr>
          <p:cNvSpPr txBox="1"/>
          <p:nvPr/>
        </p:nvSpPr>
        <p:spPr>
          <a:xfrm>
            <a:off x="3501460" y="4666133"/>
            <a:ext cx="1035645" cy="461665"/>
          </a:xfrm>
          <a:prstGeom prst="rect">
            <a:avLst/>
          </a:prstGeom>
          <a:noFill/>
        </p:spPr>
        <p:txBody>
          <a:bodyPr wrap="square">
            <a:spAutoFit/>
          </a:bodyPr>
          <a:lstStyle/>
          <a:p>
            <a:pPr marL="0" marR="0" lvl="0" indent="0" algn="ctr" defTabSz="162539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rPr>
              <a:t>Obesity, BMI 24/28 N=307 (</a:t>
            </a:r>
            <a:r>
              <a:rPr lang="en-US" altLang="zh-CN" sz="800" b="1">
                <a:solidFill>
                  <a:srgbClr val="203864"/>
                </a:solidFill>
                <a:latin typeface="Calibri" panose="020F0502020204030204" pitchFamily="34" charset="0"/>
                <a:ea typeface="等线" panose="02010600030101010101" pitchFamily="2" charset="-122"/>
                <a:cs typeface="Calibri" panose="020F0502020204030204" pitchFamily="34" charset="0"/>
              </a:rPr>
              <a:t>56</a:t>
            </a: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rPr>
              <a:t> for MRI-PDFF)</a:t>
            </a:r>
          </a:p>
        </p:txBody>
      </p:sp>
      <p:sp>
        <p:nvSpPr>
          <p:cNvPr id="19" name="TextBox 146">
            <a:extLst>
              <a:ext uri="{FF2B5EF4-FFF2-40B4-BE49-F238E27FC236}">
                <a16:creationId xmlns:a16="http://schemas.microsoft.com/office/drawing/2014/main" id="{F6ABA3B6-60D2-8583-6D7B-48BF8EDC61F4}"/>
              </a:ext>
            </a:extLst>
          </p:cNvPr>
          <p:cNvSpPr txBox="1"/>
          <p:nvPr/>
        </p:nvSpPr>
        <p:spPr>
          <a:xfrm>
            <a:off x="97913" y="5332593"/>
            <a:ext cx="892635" cy="246221"/>
          </a:xfrm>
          <a:prstGeom prst="rect">
            <a:avLst/>
          </a:prstGeom>
          <a:noFill/>
          <a:ln w="9525">
            <a:solidFill>
              <a:schemeClr val="accent1"/>
            </a:solidFill>
          </a:ln>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CN </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PK</a:t>
            </a: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-1404.13</a:t>
            </a:r>
          </a:p>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MRD study design</a:t>
            </a:r>
          </a:p>
        </p:txBody>
      </p:sp>
      <p:sp>
        <p:nvSpPr>
          <p:cNvPr id="255" name="OTLSHAPE_M_39ea6ebc19a94c9fab6ef5006c31df58_Title">
            <a:extLst>
              <a:ext uri="{FF2B5EF4-FFF2-40B4-BE49-F238E27FC236}">
                <a16:creationId xmlns:a16="http://schemas.microsoft.com/office/drawing/2014/main" id="{EB1824F7-0CF2-DBBA-5F17-7E47C7437D3C}"/>
              </a:ext>
            </a:extLst>
          </p:cNvPr>
          <p:cNvSpPr txBox="1"/>
          <p:nvPr>
            <p:custDataLst>
              <p:tags r:id="rId8"/>
            </p:custDataLst>
          </p:nvPr>
        </p:nvSpPr>
        <p:spPr>
          <a:xfrm>
            <a:off x="2887067" y="5605921"/>
            <a:ext cx="1028091" cy="143565"/>
          </a:xfrm>
          <a:prstGeom prst="rect">
            <a:avLst/>
          </a:prstGeom>
          <a:noFill/>
        </p:spPr>
        <p:txBody>
          <a:bodyPr vert="horz" wrap="square" lIns="0" tIns="0" rIns="0" bIns="0" rtlCol="0" anchor="ctr" anchorCtr="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1F497D"/>
                </a:solidFill>
                <a:effectLst/>
                <a:uLnTx/>
                <a:uFillTx/>
                <a:latin typeface="Calibri" panose="020F0502020204030204" pitchFamily="34" charset="0"/>
                <a:ea typeface="等线" panose="02010600030101010101" pitchFamily="2" charset="-122"/>
                <a:cs typeface="Calibri" panose="020F0502020204030204" pitchFamily="34" charset="0"/>
              </a:rPr>
              <a:t>CTA Sub</a:t>
            </a:r>
            <a:endParaRPr kumimoji="0" lang="zh-CN" altLang="en-US" sz="933" b="1" i="0" u="none" strike="noStrike" kern="1200" cap="none" spc="0" normalizeH="0" baseline="0" noProof="0">
              <a:ln>
                <a:noFill/>
              </a:ln>
              <a:solidFill>
                <a:srgbClr val="1F497D"/>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49" name="OTLSHAPE_M_39ea6ebc19a94c9fab6ef5006c31df58_Shape">
            <a:extLst>
              <a:ext uri="{FF2B5EF4-FFF2-40B4-BE49-F238E27FC236}">
                <a16:creationId xmlns:a16="http://schemas.microsoft.com/office/drawing/2014/main" id="{95C66EDC-6BCF-51E9-E0E9-AB4B385FC25E}"/>
              </a:ext>
            </a:extLst>
          </p:cNvPr>
          <p:cNvSpPr/>
          <p:nvPr>
            <p:custDataLst>
              <p:tags r:id="rId9"/>
            </p:custDataLst>
          </p:nvPr>
        </p:nvSpPr>
        <p:spPr bwMode="auto">
          <a:xfrm rot="16200000">
            <a:off x="3347784" y="5418084"/>
            <a:ext cx="133253"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ctr" defTabSz="216708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59213AE9-1239-3085-CF8F-9F43D01D970A}"/>
              </a:ext>
            </a:extLst>
          </p:cNvPr>
          <p:cNvSpPr/>
          <p:nvPr>
            <p:custDataLst>
              <p:tags r:id="rId10"/>
            </p:custDataLst>
          </p:nvPr>
        </p:nvSpPr>
        <p:spPr bwMode="auto">
          <a:xfrm>
            <a:off x="3357860" y="5260590"/>
            <a:ext cx="1256940" cy="237011"/>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216747" tIns="108373" rIns="216747" bIns="108373" numCol="1" rtlCol="0" anchor="ctr" anchorCtr="0" compatLnSpc="1">
            <a:prstTxWarp prst="textNoShape">
              <a:avLst/>
            </a:prstTxWarp>
          </a:bodyPr>
          <a:lstStyle/>
          <a:p>
            <a:pPr marL="0" marR="0" lvl="0" indent="0" algn="ctr" defTabSz="1625398" rtl="0" eaLnBrk="0" fontAlgn="base" latinLnBrk="0" hangingPunct="0">
              <a:lnSpc>
                <a:spcPct val="90000"/>
              </a:lnSpc>
              <a:spcBef>
                <a:spcPct val="0"/>
              </a:spcBef>
              <a:spcAft>
                <a:spcPct val="0"/>
              </a:spcAft>
              <a:buClrTx/>
              <a:buSzTx/>
              <a:buFontTx/>
              <a:buNone/>
              <a:tabLst/>
              <a:defRPr/>
            </a:pPr>
            <a:endParaRPr kumimoji="0" lang="zh-CN" altLang="en-US" sz="533" b="1"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5" name="TextBox 192">
            <a:extLst>
              <a:ext uri="{FF2B5EF4-FFF2-40B4-BE49-F238E27FC236}">
                <a16:creationId xmlns:a16="http://schemas.microsoft.com/office/drawing/2014/main" id="{D671EAA7-9915-52F6-2E27-1B4F1CA3A262}"/>
              </a:ext>
            </a:extLst>
          </p:cNvPr>
          <p:cNvSpPr txBox="1"/>
          <p:nvPr/>
        </p:nvSpPr>
        <p:spPr>
          <a:xfrm>
            <a:off x="3164540" y="5056016"/>
            <a:ext cx="467596" cy="143565"/>
          </a:xfrm>
          <a:prstGeom prst="rect">
            <a:avLst/>
          </a:prstGeom>
          <a:noFill/>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lang="en-US" altLang="zh-CN" sz="933" b="1">
                <a:solidFill>
                  <a:srgbClr val="203864"/>
                </a:solidFill>
                <a:latin typeface="Calibri" panose="020F0502020204030204" pitchFamily="34" charset="0"/>
                <a:cs typeface="Calibri" panose="020F0502020204030204" pitchFamily="34" charset="0"/>
              </a:rPr>
              <a:t>1</a:t>
            </a:r>
            <a:r>
              <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8 Jan</a:t>
            </a:r>
            <a:endParaRPr kumimoji="0" lang="en-US"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66" name="Star: 4 Points 143">
            <a:extLst>
              <a:ext uri="{FF2B5EF4-FFF2-40B4-BE49-F238E27FC236}">
                <a16:creationId xmlns:a16="http://schemas.microsoft.com/office/drawing/2014/main" id="{EE0FE79E-7408-260A-51A3-09F3EAEE2CA9}"/>
              </a:ext>
            </a:extLst>
          </p:cNvPr>
          <p:cNvSpPr/>
          <p:nvPr/>
        </p:nvSpPr>
        <p:spPr bwMode="auto">
          <a:xfrm>
            <a:off x="4479119" y="5361144"/>
            <a:ext cx="232372" cy="22352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marL="0" marR="0" lvl="0" indent="0" algn="l" defTabSz="162535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7" name="OTLSHAPE_T_e17f3958430f4cff8650518c93c7635e_Shape">
            <a:extLst>
              <a:ext uri="{FF2B5EF4-FFF2-40B4-BE49-F238E27FC236}">
                <a16:creationId xmlns:a16="http://schemas.microsoft.com/office/drawing/2014/main" id="{DE815627-8983-68FE-D774-A7C368D4EF7B}"/>
              </a:ext>
            </a:extLst>
          </p:cNvPr>
          <p:cNvSpPr/>
          <p:nvPr>
            <p:custDataLst>
              <p:tags r:id="rId11"/>
            </p:custDataLst>
          </p:nvPr>
        </p:nvSpPr>
        <p:spPr bwMode="auto">
          <a:xfrm>
            <a:off x="4587193" y="5260076"/>
            <a:ext cx="422921" cy="227717"/>
          </a:xfrm>
          <a:prstGeom prst="roundRect">
            <a:avLst/>
          </a:prstGeom>
          <a:solidFill>
            <a:schemeClr val="accent5">
              <a:lumMod val="50000"/>
              <a:alpha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en-US" altLang="zh-CN" sz="700" b="1"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8" name="TextBox 192">
            <a:extLst>
              <a:ext uri="{FF2B5EF4-FFF2-40B4-BE49-F238E27FC236}">
                <a16:creationId xmlns:a16="http://schemas.microsoft.com/office/drawing/2014/main" id="{3FD6E0CB-F305-16D0-E7DD-D1B94A974214}"/>
              </a:ext>
            </a:extLst>
          </p:cNvPr>
          <p:cNvSpPr txBox="1"/>
          <p:nvPr/>
        </p:nvSpPr>
        <p:spPr>
          <a:xfrm>
            <a:off x="4161459" y="4928521"/>
            <a:ext cx="622255" cy="287130"/>
          </a:xfrm>
          <a:prstGeom prst="rect">
            <a:avLst/>
          </a:prstGeom>
          <a:noFill/>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Jul 2024</a:t>
            </a:r>
          </a:p>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/SIV</a:t>
            </a:r>
            <a:endParaRPr kumimoji="0" lang="en-US"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70" name="TextBox 192">
            <a:extLst>
              <a:ext uri="{FF2B5EF4-FFF2-40B4-BE49-F238E27FC236}">
                <a16:creationId xmlns:a16="http://schemas.microsoft.com/office/drawing/2014/main" id="{6190EE31-1D91-F052-169E-67B9F9E3B845}"/>
              </a:ext>
            </a:extLst>
          </p:cNvPr>
          <p:cNvSpPr txBox="1"/>
          <p:nvPr/>
        </p:nvSpPr>
        <p:spPr>
          <a:xfrm>
            <a:off x="4708739" y="4924749"/>
            <a:ext cx="490605" cy="287130"/>
          </a:xfrm>
          <a:prstGeom prst="rect">
            <a:avLst/>
          </a:prstGeom>
          <a:noFill/>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Sept 2024/LSS</a:t>
            </a:r>
            <a:endParaRPr kumimoji="0" lang="en-US"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71" name="OTLSHAPE_T_e17f3958430f4cff8650518c93c7635e_Shape">
            <a:extLst>
              <a:ext uri="{FF2B5EF4-FFF2-40B4-BE49-F238E27FC236}">
                <a16:creationId xmlns:a16="http://schemas.microsoft.com/office/drawing/2014/main" id="{3324F616-1C67-66BB-AFF4-0D9847C4BFA8}"/>
              </a:ext>
            </a:extLst>
          </p:cNvPr>
          <p:cNvSpPr/>
          <p:nvPr>
            <p:custDataLst>
              <p:tags r:id="rId12"/>
            </p:custDataLst>
          </p:nvPr>
        </p:nvSpPr>
        <p:spPr bwMode="auto">
          <a:xfrm>
            <a:off x="4982359" y="5260076"/>
            <a:ext cx="1701824" cy="193136"/>
          </a:xfrm>
          <a:prstGeom prst="roundRect">
            <a:avLst/>
          </a:prstGeom>
          <a:pattFill prst="pct60">
            <a:fgClr>
              <a:srgbClr val="A7B9C9"/>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3" name="Star: 4 Points 143">
            <a:extLst>
              <a:ext uri="{FF2B5EF4-FFF2-40B4-BE49-F238E27FC236}">
                <a16:creationId xmlns:a16="http://schemas.microsoft.com/office/drawing/2014/main" id="{ABA1EA8B-499C-EF1D-894E-3BD62B812509}"/>
              </a:ext>
            </a:extLst>
          </p:cNvPr>
          <p:cNvSpPr/>
          <p:nvPr/>
        </p:nvSpPr>
        <p:spPr bwMode="auto">
          <a:xfrm>
            <a:off x="6572989" y="5329034"/>
            <a:ext cx="245472" cy="19313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marL="0" marR="0" lvl="0" indent="0" algn="ctr" defTabSz="162535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5" name="TextBox 192">
            <a:extLst>
              <a:ext uri="{FF2B5EF4-FFF2-40B4-BE49-F238E27FC236}">
                <a16:creationId xmlns:a16="http://schemas.microsoft.com/office/drawing/2014/main" id="{2CF194E8-6969-97FF-F660-AA7A78A30582}"/>
              </a:ext>
            </a:extLst>
          </p:cNvPr>
          <p:cNvSpPr txBox="1"/>
          <p:nvPr/>
        </p:nvSpPr>
        <p:spPr>
          <a:xfrm>
            <a:off x="6178708" y="5061103"/>
            <a:ext cx="936278" cy="143565"/>
          </a:xfrm>
          <a:prstGeom prst="rect">
            <a:avLst/>
          </a:prstGeom>
          <a:noFill/>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lang="en-US" altLang="zh-CN" sz="933" b="1">
                <a:solidFill>
                  <a:srgbClr val="203864"/>
                </a:solidFill>
                <a:latin typeface="Calibri" panose="020F0502020204030204" pitchFamily="34" charset="0"/>
                <a:cs typeface="Calibri" panose="020F0502020204030204" pitchFamily="34" charset="0"/>
              </a:rPr>
              <a:t>20 Jun </a:t>
            </a:r>
            <a:r>
              <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2025/DBL</a:t>
            </a:r>
            <a:endParaRPr kumimoji="0" lang="en-US"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76" name="OTLSHAPE_M_39ea6ebc19a94c9fab6ef5006c31df58_Shape">
            <a:extLst>
              <a:ext uri="{FF2B5EF4-FFF2-40B4-BE49-F238E27FC236}">
                <a16:creationId xmlns:a16="http://schemas.microsoft.com/office/drawing/2014/main" id="{768F857A-15AB-2B10-330A-132AF539244A}"/>
              </a:ext>
            </a:extLst>
          </p:cNvPr>
          <p:cNvSpPr/>
          <p:nvPr>
            <p:custDataLst>
              <p:tags r:id="rId13"/>
            </p:custDataLst>
          </p:nvPr>
        </p:nvSpPr>
        <p:spPr bwMode="auto">
          <a:xfrm rot="16200000">
            <a:off x="7690590" y="5390907"/>
            <a:ext cx="181577" cy="1771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marL="0" marR="0" lvl="0" indent="0" algn="ctr" defTabSz="2167142"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7" name="TextBox 192">
            <a:extLst>
              <a:ext uri="{FF2B5EF4-FFF2-40B4-BE49-F238E27FC236}">
                <a16:creationId xmlns:a16="http://schemas.microsoft.com/office/drawing/2014/main" id="{32F4CCC4-359E-0B57-46A9-5095BBE0E969}"/>
              </a:ext>
            </a:extLst>
          </p:cNvPr>
          <p:cNvSpPr txBox="1"/>
          <p:nvPr/>
        </p:nvSpPr>
        <p:spPr>
          <a:xfrm>
            <a:off x="7246013" y="5109296"/>
            <a:ext cx="958780" cy="287130"/>
          </a:xfrm>
          <a:prstGeom prst="rect">
            <a:avLst/>
          </a:prstGeom>
          <a:noFill/>
        </p:spPr>
        <p:txBody>
          <a:bodyPr wrap="square" lIns="0" tIns="0" rIns="0" bIns="0" rtlCol="0">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lang="en-US" altLang="zh-CN" sz="933" b="1">
                <a:solidFill>
                  <a:srgbClr val="203864"/>
                </a:solidFill>
                <a:latin typeface="Calibri" panose="020F0502020204030204" pitchFamily="34" charset="0"/>
                <a:cs typeface="Calibri" panose="020F0502020204030204" pitchFamily="34" charset="0"/>
              </a:rPr>
              <a:t>Jan </a:t>
            </a:r>
            <a:r>
              <a:rPr kumimoji="0" lang="en-US" altLang="zh-CN"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2026</a:t>
            </a:r>
          </a:p>
          <a:p>
            <a:pPr marL="0" marR="0" lvl="0" indent="0" algn="ctr" defTabSz="1625398" rtl="0" eaLnBrk="1" fontAlgn="auto" latinLnBrk="0" hangingPunct="1">
              <a:lnSpc>
                <a:spcPct val="100000"/>
              </a:lnSpc>
              <a:spcBef>
                <a:spcPts val="0"/>
              </a:spcBef>
              <a:spcAft>
                <a:spcPts val="0"/>
              </a:spcAft>
              <a:buClrTx/>
              <a:buSzTx/>
              <a:buFontTx/>
              <a:buNone/>
              <a:tabLst/>
              <a:defRPr/>
            </a:pPr>
            <a:r>
              <a:rPr lang="en-US" sz="933" b="1">
                <a:solidFill>
                  <a:srgbClr val="203864"/>
                </a:solidFill>
                <a:latin typeface="Calibri" panose="020F0502020204030204" pitchFamily="34" charset="0"/>
                <a:cs typeface="Calibri" panose="020F0502020204030204" pitchFamily="34" charset="0"/>
              </a:rPr>
              <a:t>CTR</a:t>
            </a:r>
            <a:endParaRPr kumimoji="0" lang="en-US" sz="933"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28" name="TextBox 227">
            <a:extLst>
              <a:ext uri="{FF2B5EF4-FFF2-40B4-BE49-F238E27FC236}">
                <a16:creationId xmlns:a16="http://schemas.microsoft.com/office/drawing/2014/main" id="{4C5D9690-1D3C-CB1E-B675-2B7FDF74D796}"/>
              </a:ext>
            </a:extLst>
          </p:cNvPr>
          <p:cNvSpPr txBox="1"/>
          <p:nvPr/>
        </p:nvSpPr>
        <p:spPr>
          <a:xfrm>
            <a:off x="8150873" y="3574641"/>
            <a:ext cx="900865"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15 May2026/DBL</a:t>
            </a:r>
          </a:p>
        </p:txBody>
      </p:sp>
      <p:sp>
        <p:nvSpPr>
          <p:cNvPr id="229" name="TextBox 228">
            <a:extLst>
              <a:ext uri="{FF2B5EF4-FFF2-40B4-BE49-F238E27FC236}">
                <a16:creationId xmlns:a16="http://schemas.microsoft.com/office/drawing/2014/main" id="{A82B941D-F6AC-D3BB-516D-721F5C9740B4}"/>
              </a:ext>
            </a:extLst>
          </p:cNvPr>
          <p:cNvSpPr txBox="1"/>
          <p:nvPr/>
        </p:nvSpPr>
        <p:spPr>
          <a:xfrm>
            <a:off x="7653518" y="3141478"/>
            <a:ext cx="762687"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27Mar2026</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/DBL </a:t>
            </a:r>
          </a:p>
        </p:txBody>
      </p:sp>
      <p:sp>
        <p:nvSpPr>
          <p:cNvPr id="235" name="Star: 4 Points 143">
            <a:extLst>
              <a:ext uri="{FF2B5EF4-FFF2-40B4-BE49-F238E27FC236}">
                <a16:creationId xmlns:a16="http://schemas.microsoft.com/office/drawing/2014/main" id="{D668713C-9457-9A32-F785-E4A2E174685C}"/>
              </a:ext>
            </a:extLst>
          </p:cNvPr>
          <p:cNvSpPr/>
          <p:nvPr/>
        </p:nvSpPr>
        <p:spPr bwMode="auto">
          <a:xfrm>
            <a:off x="8079208" y="3675397"/>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7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pic>
        <p:nvPicPr>
          <p:cNvPr id="27" name="Picture 8" descr="Traffic light - Simple English Wikipedia, the free ...">
            <a:extLst>
              <a:ext uri="{FF2B5EF4-FFF2-40B4-BE49-F238E27FC236}">
                <a16:creationId xmlns:a16="http://schemas.microsoft.com/office/drawing/2014/main" id="{A4C97E71-5197-6A49-C3FE-E432A30C57F2}"/>
              </a:ext>
            </a:extLst>
          </p:cNvPr>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rot="10800000">
            <a:off x="10281548" y="476250"/>
            <a:ext cx="1420283" cy="575084"/>
          </a:xfrm>
          <a:prstGeom prst="rect">
            <a:avLst/>
          </a:prstGeom>
          <a:solidFill>
            <a:schemeClr val="tx1"/>
          </a:solidFill>
        </p:spPr>
      </p:pic>
      <p:sp>
        <p:nvSpPr>
          <p:cNvPr id="7" name="TextBox 6">
            <a:extLst>
              <a:ext uri="{FF2B5EF4-FFF2-40B4-BE49-F238E27FC236}">
                <a16:creationId xmlns:a16="http://schemas.microsoft.com/office/drawing/2014/main" id="{13AC06E7-FB28-A8B3-8336-5FC9ABD2FDBA}"/>
              </a:ext>
            </a:extLst>
          </p:cNvPr>
          <p:cNvSpPr txBox="1"/>
          <p:nvPr/>
        </p:nvSpPr>
        <p:spPr>
          <a:xfrm>
            <a:off x="2852395" y="3416733"/>
            <a:ext cx="609600"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a:ea typeface="+mn-ea"/>
                <a:cs typeface="Calibri"/>
              </a:rPr>
              <a:t>30Nov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203864"/>
                </a:solidFill>
                <a:effectLst/>
                <a:uLnTx/>
                <a:uFillTx/>
                <a:latin typeface="Calibri"/>
                <a:ea typeface="+mn-ea"/>
                <a:cs typeface="Calibri"/>
              </a:rPr>
              <a:t>/CTA appr</a:t>
            </a:r>
            <a:endParaRPr kumimoji="0" lang="zh-CN" altLang="en-US" sz="800" b="1" i="0" u="none" strike="noStrike" kern="1200" cap="none" spc="0" normalizeH="0" baseline="0" noProof="0">
              <a:ln>
                <a:noFill/>
              </a:ln>
              <a:solidFill>
                <a:srgbClr val="203864"/>
              </a:solidFill>
              <a:effectLst/>
              <a:uLnTx/>
              <a:uFillTx/>
              <a:latin typeface="Calibri"/>
              <a:ea typeface="+mn-ea"/>
              <a:cs typeface="Calibri"/>
            </a:endParaRPr>
          </a:p>
        </p:txBody>
      </p:sp>
      <p:sp>
        <p:nvSpPr>
          <p:cNvPr id="13" name="OTLSHAPE_M_39ea6ebc19a94c9fab6ef5006c31df58_Shape">
            <a:extLst>
              <a:ext uri="{FF2B5EF4-FFF2-40B4-BE49-F238E27FC236}">
                <a16:creationId xmlns:a16="http://schemas.microsoft.com/office/drawing/2014/main" id="{5CBA3459-A619-5C78-7A8A-6673FAC8D9C2}"/>
              </a:ext>
            </a:extLst>
          </p:cNvPr>
          <p:cNvSpPr/>
          <p:nvPr>
            <p:custDataLst>
              <p:tags r:id="rId14"/>
            </p:custDataLst>
          </p:nvPr>
        </p:nvSpPr>
        <p:spPr bwMode="auto">
          <a:xfrm rot="16200000">
            <a:off x="3093352" y="3821569"/>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17" name="OTLSHAPE_M_39ea6ebc19a94c9fab6ef5006c31df58_Shape">
            <a:extLst>
              <a:ext uri="{FF2B5EF4-FFF2-40B4-BE49-F238E27FC236}">
                <a16:creationId xmlns:a16="http://schemas.microsoft.com/office/drawing/2014/main" id="{87F9B76D-83D9-76A8-48D7-1EE5EE0F1D5F}"/>
              </a:ext>
            </a:extLst>
          </p:cNvPr>
          <p:cNvSpPr/>
          <p:nvPr>
            <p:custDataLst>
              <p:tags r:id="rId15"/>
            </p:custDataLst>
          </p:nvPr>
        </p:nvSpPr>
        <p:spPr bwMode="auto">
          <a:xfrm rot="16200000">
            <a:off x="2957364" y="4639204"/>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marL="0" marR="0" lvl="0" indent="0" algn="ctr" defTabSz="1625398"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50" name="TextBox 192">
            <a:extLst>
              <a:ext uri="{FF2B5EF4-FFF2-40B4-BE49-F238E27FC236}">
                <a16:creationId xmlns:a16="http://schemas.microsoft.com/office/drawing/2014/main" id="{0F6E6E5D-B0F8-EFEB-002F-AEABB5D45F40}"/>
              </a:ext>
            </a:extLst>
          </p:cNvPr>
          <p:cNvSpPr txBox="1"/>
          <p:nvPr/>
        </p:nvSpPr>
        <p:spPr>
          <a:xfrm>
            <a:off x="2798352" y="4757608"/>
            <a:ext cx="616276" cy="246221"/>
          </a:xfrm>
          <a:prstGeom prst="rect">
            <a:avLst/>
          </a:prstGeom>
          <a:noFill/>
        </p:spPr>
        <p:txBody>
          <a:bodyPr wrap="square" lIns="0" tIns="0" rIns="0" bIns="0" rtlCol="0" anchor="t">
            <a:spAutoFit/>
          </a:bodyPr>
          <a:lstStyle/>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a:ea typeface="+mn-ea"/>
                <a:cs typeface="Calibri"/>
              </a:rPr>
              <a:t>30Nov/</a:t>
            </a:r>
          </a:p>
          <a:p>
            <a:pPr marL="0" marR="0" lvl="0" indent="0" algn="ctr" defTabSz="162539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a:ea typeface="+mn-ea"/>
                <a:cs typeface="Calibri"/>
              </a:rPr>
              <a:t>CTA appr</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grpSp>
        <p:nvGrpSpPr>
          <p:cNvPr id="80" name="组合 206">
            <a:extLst>
              <a:ext uri="{FF2B5EF4-FFF2-40B4-BE49-F238E27FC236}">
                <a16:creationId xmlns:a16="http://schemas.microsoft.com/office/drawing/2014/main" id="{77037E16-E1E1-D550-8F6A-4DE7EFF20BED}"/>
              </a:ext>
            </a:extLst>
          </p:cNvPr>
          <p:cNvGrpSpPr/>
          <p:nvPr/>
        </p:nvGrpSpPr>
        <p:grpSpPr>
          <a:xfrm>
            <a:off x="10376439" y="5571600"/>
            <a:ext cx="1056642" cy="635156"/>
            <a:chOff x="9783504" y="5030128"/>
            <a:chExt cx="1056642" cy="635152"/>
          </a:xfrm>
        </p:grpSpPr>
        <p:sp>
          <p:nvSpPr>
            <p:cNvPr id="83" name="五角星 55">
              <a:extLst>
                <a:ext uri="{FF2B5EF4-FFF2-40B4-BE49-F238E27FC236}">
                  <a16:creationId xmlns:a16="http://schemas.microsoft.com/office/drawing/2014/main" id="{157B506A-1084-226B-EE2E-C1079225C188}"/>
                </a:ext>
              </a:extLst>
            </p:cNvPr>
            <p:cNvSpPr/>
            <p:nvPr/>
          </p:nvSpPr>
          <p:spPr bwMode="auto">
            <a:xfrm>
              <a:off x="10209835" y="5030128"/>
              <a:ext cx="203981" cy="179684"/>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84" name="OTLSHAPE_M_39ea6ebc19a94c9fab6ef5006c31df58_Title">
              <a:extLst>
                <a:ext uri="{FF2B5EF4-FFF2-40B4-BE49-F238E27FC236}">
                  <a16:creationId xmlns:a16="http://schemas.microsoft.com/office/drawing/2014/main" id="{41A37908-B3E2-3FB7-4E62-F302E1B37D80}"/>
                </a:ext>
              </a:extLst>
            </p:cNvPr>
            <p:cNvSpPr txBox="1"/>
            <p:nvPr>
              <p:custDataLst>
                <p:tags r:id="rId16"/>
              </p:custDataLst>
            </p:nvPr>
          </p:nvSpPr>
          <p:spPr>
            <a:xfrm>
              <a:off x="9783504" y="5295949"/>
              <a:ext cx="1056642" cy="36933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C00000"/>
                  </a:solidFill>
                  <a:latin typeface="Calibri" panose="020F0502020204030204" pitchFamily="34" charset="0"/>
                  <a:cs typeface="Calibri" panose="020F0502020204030204" pitchFamily="34" charset="0"/>
                </a:rPr>
                <a:t>Apr</a:t>
              </a:r>
              <a:r>
                <a:rPr kumimoji="0" lang="en-US" altLang="zh-CN" sz="800" b="1" i="0" u="none" strike="noStrike" kern="1200" cap="none" spc="0" normalizeH="0" baseline="0" noProof="0">
                  <a:ln>
                    <a:noFill/>
                  </a:ln>
                  <a:solidFill>
                    <a:srgbClr val="C00000"/>
                  </a:solidFill>
                  <a:effectLst/>
                  <a:uLnTx/>
                  <a:uFillTx/>
                  <a:latin typeface="Calibri" panose="020F0502020204030204" pitchFamily="34" charset="0"/>
                  <a:ea typeface="+mn-ea"/>
                  <a:cs typeface="Calibri" panose="020F0502020204030204" pitchFamily="34" charset="0"/>
                </a:rPr>
                <a:t> 2028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C00000"/>
                  </a:solidFill>
                  <a:effectLst/>
                  <a:uLnTx/>
                  <a:uFillTx/>
                  <a:latin typeface="Calibri" panose="020F0502020204030204" pitchFamily="34" charset="0"/>
                  <a:ea typeface="+mn-ea"/>
                  <a:cs typeface="Calibri" panose="020F0502020204030204" pitchFamily="34" charset="0"/>
                </a:rPr>
                <a:t>CN NDA App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C00000"/>
                  </a:solidFill>
                  <a:effectLst/>
                  <a:uLnTx/>
                  <a:uFillTx/>
                  <a:latin typeface="Calibri" panose="020F0502020204030204" pitchFamily="34" charset="0"/>
                  <a:ea typeface="+mn-ea"/>
                  <a:cs typeface="Calibri" panose="020F0502020204030204" pitchFamily="34" charset="0"/>
                </a:rPr>
                <a:t>(best case)</a:t>
              </a:r>
            </a:p>
          </p:txBody>
        </p:sp>
      </p:grpSp>
      <p:sp>
        <p:nvSpPr>
          <p:cNvPr id="22" name="TextBox 21">
            <a:extLst>
              <a:ext uri="{FF2B5EF4-FFF2-40B4-BE49-F238E27FC236}">
                <a16:creationId xmlns:a16="http://schemas.microsoft.com/office/drawing/2014/main" id="{E19A7A96-F3B4-8752-904E-7DCDE0C949E4}"/>
              </a:ext>
            </a:extLst>
          </p:cNvPr>
          <p:cNvSpPr txBox="1"/>
          <p:nvPr/>
        </p:nvSpPr>
        <p:spPr>
          <a:xfrm>
            <a:off x="2673741" y="3556962"/>
            <a:ext cx="1828802"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6Feb/FSS</a:t>
            </a:r>
          </a:p>
        </p:txBody>
      </p:sp>
      <p:sp>
        <p:nvSpPr>
          <p:cNvPr id="248" name="TextBox 247">
            <a:extLst>
              <a:ext uri="{FF2B5EF4-FFF2-40B4-BE49-F238E27FC236}">
                <a16:creationId xmlns:a16="http://schemas.microsoft.com/office/drawing/2014/main" id="{5B1536FB-B6F6-2079-4C10-BE50087F353A}"/>
              </a:ext>
            </a:extLst>
          </p:cNvPr>
          <p:cNvSpPr txBox="1"/>
          <p:nvPr/>
        </p:nvSpPr>
        <p:spPr>
          <a:xfrm>
            <a:off x="2577236" y="4095373"/>
            <a:ext cx="1828802"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17Jan/FSS</a:t>
            </a:r>
          </a:p>
        </p:txBody>
      </p:sp>
      <p:sp>
        <p:nvSpPr>
          <p:cNvPr id="9" name="Title 1">
            <a:extLst>
              <a:ext uri="{FF2B5EF4-FFF2-40B4-BE49-F238E27FC236}">
                <a16:creationId xmlns:a16="http://schemas.microsoft.com/office/drawing/2014/main" id="{CF3E5102-DA24-3F5B-EAF8-45F1124BC955}"/>
              </a:ext>
            </a:extLst>
          </p:cNvPr>
          <p:cNvSpPr txBox="1">
            <a:spLocks/>
          </p:cNvSpPr>
          <p:nvPr/>
        </p:nvSpPr>
        <p:spPr>
          <a:xfrm>
            <a:off x="479426" y="477000"/>
            <a:ext cx="11233151" cy="720000"/>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Survodutide/</a:t>
            </a:r>
            <a:r>
              <a:rPr lang="en-US" altLang="zh-CN">
                <a:solidFill>
                  <a:schemeClr val="tx2"/>
                </a:solidFill>
              </a:rPr>
              <a:t>Obesity</a:t>
            </a:r>
            <a:r>
              <a:rPr lang="en-US" altLang="zh-CN"/>
              <a:t> Development Plan</a:t>
            </a:r>
            <a:endParaRPr lang="zh-CN" altLang="en-US"/>
          </a:p>
        </p:txBody>
      </p:sp>
      <p:sp>
        <p:nvSpPr>
          <p:cNvPr id="253" name="Footer Placeholder 4">
            <a:extLst>
              <a:ext uri="{FF2B5EF4-FFF2-40B4-BE49-F238E27FC236}">
                <a16:creationId xmlns:a16="http://schemas.microsoft.com/office/drawing/2014/main" id="{C8809CC9-C86C-1BE7-BBA2-1EC9107E197F}"/>
              </a:ext>
            </a:extLst>
          </p:cNvPr>
          <p:cNvSpPr txBox="1">
            <a:spLocks/>
          </p:cNvSpPr>
          <p:nvPr/>
        </p:nvSpPr>
        <p:spPr>
          <a:xfrm>
            <a:off x="6312024" y="6246836"/>
            <a:ext cx="5040560" cy="28800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300"/>
              </a:spcAft>
              <a:defRPr/>
            </a:pPr>
            <a:r>
              <a:rPr lang="en-US" altLang="zh-CN" sz="800">
                <a:solidFill>
                  <a:srgbClr val="08312A"/>
                </a:solidFill>
                <a:latin typeface="Boehringer Forward Text"/>
              </a:rPr>
              <a:t>TA CEC Portfolio Update|    ONLY FOR INTERNAL USE</a:t>
            </a:r>
          </a:p>
        </p:txBody>
      </p:sp>
      <p:sp>
        <p:nvSpPr>
          <p:cNvPr id="12" name="TextBox 253">
            <a:extLst>
              <a:ext uri="{FF2B5EF4-FFF2-40B4-BE49-F238E27FC236}">
                <a16:creationId xmlns:a16="http://schemas.microsoft.com/office/drawing/2014/main" id="{1E5C57D1-BEB4-A54E-8174-867D5B1BFD0F}"/>
              </a:ext>
            </a:extLst>
          </p:cNvPr>
          <p:cNvSpPr txBox="1"/>
          <p:nvPr/>
        </p:nvSpPr>
        <p:spPr>
          <a:xfrm>
            <a:off x="3275512" y="5279105"/>
            <a:ext cx="1376529" cy="185244"/>
          </a:xfrm>
          <a:prstGeom prst="rect">
            <a:avLst/>
          </a:prstGeom>
          <a:noFill/>
        </p:spPr>
        <p:txBody>
          <a:bodyPr wrap="square">
            <a:spAutoFit/>
          </a:bodyPr>
          <a:lstStyle/>
          <a:p>
            <a:pPr marL="0" marR="0" lvl="0" indent="0" algn="ctr" defTabSz="1625398" rtl="0" eaLnBrk="0" fontAlgn="base" latinLnBrk="0" hangingPunct="0">
              <a:lnSpc>
                <a:spcPct val="90000"/>
              </a:lnSpc>
              <a:spcBef>
                <a:spcPct val="0"/>
              </a:spcBef>
              <a:spcAft>
                <a:spcPct val="0"/>
              </a:spcAft>
              <a:buClrTx/>
              <a:buSzTx/>
              <a:buFontTx/>
              <a:buNone/>
              <a:tabLst/>
              <a:defRPr/>
            </a:pPr>
            <a:r>
              <a:rPr kumimoji="0" lang="en-US" altLang="zh-CN" sz="671"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CTA + EC +HGRAC + 1</a:t>
            </a:r>
            <a:r>
              <a:rPr kumimoji="0" lang="en-US" altLang="zh-CN" sz="671" b="1" i="0" u="none" strike="noStrike" kern="1200" cap="none" spc="0" normalizeH="0" baseline="30000" noProof="0">
                <a:ln>
                  <a:noFill/>
                </a:ln>
                <a:solidFill>
                  <a:srgbClr val="203864"/>
                </a:solidFill>
                <a:effectLst/>
                <a:uLnTx/>
                <a:uFillTx/>
                <a:latin typeface="Calibri" panose="020F0502020204030204" pitchFamily="34" charset="0"/>
                <a:ea typeface="+mn-ea"/>
                <a:cs typeface="Calibri" panose="020F0502020204030204" pitchFamily="34" charset="0"/>
              </a:rPr>
              <a:t>st</a:t>
            </a:r>
            <a:r>
              <a:rPr kumimoji="0" lang="en-US" altLang="zh-CN" sz="671"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 SIV (6M)</a:t>
            </a:r>
            <a:endParaRPr kumimoji="0" lang="zh-CN" altLang="en-US" sz="671"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0" name="TextBox 253">
            <a:extLst>
              <a:ext uri="{FF2B5EF4-FFF2-40B4-BE49-F238E27FC236}">
                <a16:creationId xmlns:a16="http://schemas.microsoft.com/office/drawing/2014/main" id="{8A18C9BE-B506-2661-DA67-27C092A3C43B}"/>
              </a:ext>
            </a:extLst>
          </p:cNvPr>
          <p:cNvSpPr txBox="1"/>
          <p:nvPr/>
        </p:nvSpPr>
        <p:spPr>
          <a:xfrm>
            <a:off x="4571065" y="5289477"/>
            <a:ext cx="399752" cy="185244"/>
          </a:xfrm>
          <a:prstGeom prst="rect">
            <a:avLst/>
          </a:prstGeom>
          <a:noFill/>
        </p:spPr>
        <p:txBody>
          <a:bodyPr wrap="square">
            <a:spAutoFit/>
          </a:bodyPr>
          <a:lstStyle/>
          <a:p>
            <a:pPr marL="0" marR="0" lvl="0" indent="0" algn="ctr" defTabSz="1625398" rtl="0" eaLnBrk="0" fontAlgn="base" latinLnBrk="0" hangingPunct="0">
              <a:lnSpc>
                <a:spcPct val="90000"/>
              </a:lnSpc>
              <a:spcBef>
                <a:spcPct val="0"/>
              </a:spcBef>
              <a:spcAft>
                <a:spcPct val="0"/>
              </a:spcAft>
              <a:buClrTx/>
              <a:buSzTx/>
              <a:buFontTx/>
              <a:buNone/>
              <a:tabLst/>
              <a:defRPr/>
            </a:pPr>
            <a:r>
              <a:rPr kumimoji="0" lang="en-US" altLang="zh-CN" sz="671"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N=30</a:t>
            </a:r>
            <a:endParaRPr kumimoji="0" lang="zh-CN" altLang="en-US" sz="671"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69" name="Star: 4 Points 143">
            <a:extLst>
              <a:ext uri="{FF2B5EF4-FFF2-40B4-BE49-F238E27FC236}">
                <a16:creationId xmlns:a16="http://schemas.microsoft.com/office/drawing/2014/main" id="{D0C73A3A-E4BC-2AB4-44EB-0873ECED36CC}"/>
              </a:ext>
            </a:extLst>
          </p:cNvPr>
          <p:cNvSpPr/>
          <p:nvPr/>
        </p:nvSpPr>
        <p:spPr bwMode="auto">
          <a:xfrm>
            <a:off x="4885037" y="5382904"/>
            <a:ext cx="245472" cy="19313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marL="0" marR="0" lvl="0" indent="0" algn="ctr" defTabSz="1625358"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203864"/>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64" name="组合 63">
            <a:extLst>
              <a:ext uri="{FF2B5EF4-FFF2-40B4-BE49-F238E27FC236}">
                <a16:creationId xmlns:a16="http://schemas.microsoft.com/office/drawing/2014/main" id="{ECB3354D-3306-0DB3-60D8-1FDF87D9B453}"/>
              </a:ext>
            </a:extLst>
          </p:cNvPr>
          <p:cNvGrpSpPr/>
          <p:nvPr/>
        </p:nvGrpSpPr>
        <p:grpSpPr>
          <a:xfrm>
            <a:off x="6345792" y="1879428"/>
            <a:ext cx="2086527" cy="4168000"/>
            <a:chOff x="2922216" y="1879428"/>
            <a:chExt cx="2086527" cy="4168000"/>
          </a:xfrm>
        </p:grpSpPr>
        <p:cxnSp>
          <p:nvCxnSpPr>
            <p:cNvPr id="146" name="直接连接符 145">
              <a:extLst>
                <a:ext uri="{FF2B5EF4-FFF2-40B4-BE49-F238E27FC236}">
                  <a16:creationId xmlns:a16="http://schemas.microsoft.com/office/drawing/2014/main" id="{3EB8C12A-4512-4719-9A12-FD05431B5098}"/>
                </a:ext>
              </a:extLst>
            </p:cNvPr>
            <p:cNvCxnSpPr>
              <a:cxnSpLocks/>
            </p:cNvCxnSpPr>
            <p:nvPr/>
          </p:nvCxnSpPr>
          <p:spPr>
            <a:xfrm>
              <a:off x="3927404" y="1879428"/>
              <a:ext cx="0" cy="4002711"/>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149" name="TextBox 56">
              <a:extLst>
                <a:ext uri="{FF2B5EF4-FFF2-40B4-BE49-F238E27FC236}">
                  <a16:creationId xmlns:a16="http://schemas.microsoft.com/office/drawing/2014/main" id="{C94FAC8B-A607-4A05-BBF2-C27AE74589D9}"/>
                </a:ext>
              </a:extLst>
            </p:cNvPr>
            <p:cNvSpPr txBox="1"/>
            <p:nvPr/>
          </p:nvSpPr>
          <p:spPr>
            <a:xfrm>
              <a:off x="2922216" y="5893540"/>
              <a:ext cx="2086527" cy="153888"/>
            </a:xfrm>
            <a:prstGeom prst="rect">
              <a:avLst/>
            </a:prstGeom>
            <a:noFill/>
          </p:spPr>
          <p:txBody>
            <a:bodyPr wrap="square" lIns="45720" tIns="0" rIns="4572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6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Boehringer Forward Head"/>
                  <a:ea typeface="+mn-ea"/>
                  <a:cs typeface="Calibri" panose="020F0502020204030204" pitchFamily="34" charset="0"/>
                </a:rPr>
                <a:t>We are here</a:t>
              </a:r>
            </a:p>
          </p:txBody>
        </p:sp>
      </p:grpSp>
      <p:sp>
        <p:nvSpPr>
          <p:cNvPr id="16" name="TextBox 158">
            <a:extLst>
              <a:ext uri="{FF2B5EF4-FFF2-40B4-BE49-F238E27FC236}">
                <a16:creationId xmlns:a16="http://schemas.microsoft.com/office/drawing/2014/main" id="{77707B3B-BD01-FF53-1C8F-587E6D467569}"/>
              </a:ext>
            </a:extLst>
          </p:cNvPr>
          <p:cNvSpPr txBox="1"/>
          <p:nvPr/>
        </p:nvSpPr>
        <p:spPr>
          <a:xfrm>
            <a:off x="8036447" y="2212927"/>
            <a:ext cx="762687" cy="123111"/>
          </a:xfrm>
          <a:prstGeom prst="rect">
            <a:avLst/>
          </a:prstGeom>
          <a:noFill/>
        </p:spPr>
        <p:txBody>
          <a:bodyPr wrap="square" lIns="0" tIns="0" rIns="0" bIns="0" rtlCol="0">
            <a:spAutoFit/>
          </a:bodyPr>
          <a:lstStyle/>
          <a:p>
            <a:pPr marL="0" marR="0" lvl="0" indent="0" algn="ctr" defTabSz="1625438" rtl="0" eaLnBrk="1" fontAlgn="auto" latinLnBrk="0" hangingPunct="1">
              <a:lnSpc>
                <a:spcPct val="100000"/>
              </a:lnSpc>
              <a:spcBef>
                <a:spcPts val="0"/>
              </a:spcBef>
              <a:spcAft>
                <a:spcPts val="0"/>
              </a:spcAft>
              <a:buClrTx/>
              <a:buSzTx/>
              <a:buFontTx/>
              <a:buNone/>
              <a:tabLst/>
              <a:defRPr/>
            </a:pPr>
            <a:r>
              <a:rPr lang="en-US" altLang="zh-CN" sz="800" b="1">
                <a:solidFill>
                  <a:srgbClr val="203864"/>
                </a:solidFill>
                <a:latin typeface="Calibri" panose="020F0502020204030204" pitchFamily="34" charset="0"/>
                <a:cs typeface="Calibri" panose="020F0502020204030204" pitchFamily="34" charset="0"/>
              </a:rPr>
              <a:t>15</a:t>
            </a:r>
            <a:r>
              <a:rPr kumimoji="0" lang="en-US" altLang="zh-CN"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 May2026</a:t>
            </a:r>
            <a:r>
              <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rPr>
              <a:t>/</a:t>
            </a:r>
            <a:r>
              <a:rPr lang="en-US" altLang="zh-CN" sz="800" b="1">
                <a:solidFill>
                  <a:srgbClr val="203864"/>
                </a:solidFill>
                <a:latin typeface="Calibri" panose="020F0502020204030204" pitchFamily="34" charset="0"/>
                <a:cs typeface="Calibri" panose="020F0502020204030204" pitchFamily="34" charset="0"/>
              </a:rPr>
              <a:t>DBL</a:t>
            </a:r>
            <a:endParaRPr kumimoji="0" lang="en-US" sz="800" b="1" i="0" u="none" strike="noStrike" kern="1200" cap="none" spc="0" normalizeH="0" baseline="0" noProof="0">
              <a:ln>
                <a:noFill/>
              </a:ln>
              <a:solidFill>
                <a:srgbClr val="203864"/>
              </a:solidFill>
              <a:effectLst/>
              <a:uLnTx/>
              <a:uFillTx/>
              <a:latin typeface="Calibri" panose="020F0502020204030204" pitchFamily="34" charset="0"/>
              <a:ea typeface="+mn-ea"/>
              <a:cs typeface="Calibri" panose="020F0502020204030204" pitchFamily="34" charset="0"/>
            </a:endParaRPr>
          </a:p>
        </p:txBody>
      </p:sp>
      <p:sp>
        <p:nvSpPr>
          <p:cNvPr id="26" name="文本框 160">
            <a:extLst>
              <a:ext uri="{FF2B5EF4-FFF2-40B4-BE49-F238E27FC236}">
                <a16:creationId xmlns:a16="http://schemas.microsoft.com/office/drawing/2014/main" id="{43019BC2-E2F0-42BD-7213-E9044A5301DF}"/>
              </a:ext>
            </a:extLst>
          </p:cNvPr>
          <p:cNvSpPr txBox="1"/>
          <p:nvPr/>
        </p:nvSpPr>
        <p:spPr>
          <a:xfrm>
            <a:off x="9005620" y="2322788"/>
            <a:ext cx="2989149" cy="664012"/>
          </a:xfrm>
          <a:prstGeom prst="roundRect">
            <a:avLst/>
          </a:prstGeom>
          <a:noFill/>
          <a:ln>
            <a:solidFill>
              <a:srgbClr val="076D7E"/>
            </a:solidFill>
            <a:prstDash val="lgDash"/>
          </a:ln>
        </p:spPr>
        <p:txBody>
          <a:bodyPr wrap="square" rtlCol="0">
            <a:spAutoFit/>
          </a:bodyPr>
          <a:lstStyle/>
          <a:p>
            <a:pPr marL="171450" indent="-171450">
              <a:buFont typeface="Arial" panose="020B0604020202020204" pitchFamily="34" charset="0"/>
              <a:buChar char="•"/>
            </a:pPr>
            <a:r>
              <a:rPr kumimoji="1" lang="en-US" altLang="zh-CN" sz="1100" i="1"/>
              <a:t>Patient retention is still the focus</a:t>
            </a:r>
          </a:p>
          <a:p>
            <a:pPr marL="171450" indent="-171450">
              <a:buFont typeface="Arial" panose="020B0604020202020204" pitchFamily="34" charset="0"/>
              <a:buChar char="•"/>
            </a:pPr>
            <a:r>
              <a:rPr kumimoji="1" lang="en-US" altLang="zh-CN" sz="1100" i="1"/>
              <a:t>Communication plan are under development</a:t>
            </a:r>
          </a:p>
        </p:txBody>
      </p:sp>
      <p:sp>
        <p:nvSpPr>
          <p:cNvPr id="237" name="文本框 160">
            <a:extLst>
              <a:ext uri="{FF2B5EF4-FFF2-40B4-BE49-F238E27FC236}">
                <a16:creationId xmlns:a16="http://schemas.microsoft.com/office/drawing/2014/main" id="{FF1BC18E-D37F-7F15-9BB1-037C3C8A3EDF}"/>
              </a:ext>
            </a:extLst>
          </p:cNvPr>
          <p:cNvSpPr txBox="1"/>
          <p:nvPr/>
        </p:nvSpPr>
        <p:spPr>
          <a:xfrm>
            <a:off x="9326417" y="3083415"/>
            <a:ext cx="2767670" cy="2536865"/>
          </a:xfrm>
          <a:prstGeom prst="roundRect">
            <a:avLst/>
          </a:prstGeom>
          <a:noFill/>
          <a:ln>
            <a:solidFill>
              <a:srgbClr val="076D7E"/>
            </a:solidFill>
            <a:prstDash val="lgDash"/>
          </a:ln>
        </p:spPr>
        <p:txBody>
          <a:bodyPr wrap="square" rtlCol="0">
            <a:spAutoFit/>
          </a:bodyPr>
          <a:lstStyle/>
          <a:p>
            <a:pPr marL="171450" indent="-171450">
              <a:buFont typeface="Arial" panose="020B0604020202020204" pitchFamily="34" charset="0"/>
              <a:buChar char="•"/>
            </a:pPr>
            <a:r>
              <a:rPr kumimoji="1" lang="en-US" altLang="zh-CN" sz="1100" i="1"/>
              <a:t>Final feedback from CDE Clin-Pharm on new proposal of BE studies for supporting bridging PFS to Pen (whether conducting BE studies only on the highest and lowest strength is sufficient to support bridging for all strengths). BI Clin-Pharm evaluated as no problem considering dose proportional PK profile and same concentration ratio for all strength between PFS and PEN.</a:t>
            </a:r>
          </a:p>
        </p:txBody>
      </p:sp>
    </p:spTree>
    <p:extLst>
      <p:ext uri="{BB962C8B-B14F-4D97-AF65-F5344CB8AC3E}">
        <p14:creationId xmlns:p14="http://schemas.microsoft.com/office/powerpoint/2010/main" val="4000881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61CC81-B826-6B8E-BC85-A8492E261A1D}"/>
              </a:ext>
            </a:extLst>
          </p:cNvPr>
          <p:cNvSpPr>
            <a:spLocks noGrp="1"/>
          </p:cNvSpPr>
          <p:nvPr>
            <p:ph type="title"/>
          </p:nvPr>
        </p:nvSpPr>
        <p:spPr/>
        <p:txBody>
          <a:bodyPr/>
          <a:lstStyle/>
          <a:p>
            <a:r>
              <a:rPr lang="en-US" altLang="zh-CN"/>
              <a:t>CN Participant Discontinuation in SYNCHRONIZE trials </a:t>
            </a:r>
            <a:r>
              <a:rPr lang="en-US" altLang="zh-CN" sz="1400"/>
              <a:t>(Cut off Date for CN: </a:t>
            </a:r>
            <a:r>
              <a:rPr lang="en-US" altLang="zh-CN" sz="1400">
                <a:solidFill>
                  <a:srgbClr val="08312A"/>
                </a:solidFill>
              </a:rPr>
              <a:t>4-Dec-2025</a:t>
            </a:r>
            <a:r>
              <a:rPr lang="en-US" altLang="zh-CN" sz="1400"/>
              <a:t>)</a:t>
            </a:r>
            <a:endParaRPr lang="zh-CN" altLang="en-US"/>
          </a:p>
        </p:txBody>
      </p:sp>
      <p:sp>
        <p:nvSpPr>
          <p:cNvPr id="5" name="页脚占位符 4">
            <a:extLst>
              <a:ext uri="{FF2B5EF4-FFF2-40B4-BE49-F238E27FC236}">
                <a16:creationId xmlns:a16="http://schemas.microsoft.com/office/drawing/2014/main" id="{7F1AE908-3FD7-E43F-5930-E5AE08521583}"/>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269EAADA-5DA8-F0C9-0ECD-516FAA2AFC5A}"/>
              </a:ext>
            </a:extLst>
          </p:cNvPr>
          <p:cNvSpPr>
            <a:spLocks noGrp="1"/>
          </p:cNvSpPr>
          <p:nvPr>
            <p:ph type="sldNum" sz="quarter" idx="20"/>
          </p:nvPr>
        </p:nvSpPr>
        <p:spPr/>
        <p:txBody>
          <a:bodyPr/>
          <a:lstStyle/>
          <a:p>
            <a:fld id="{DF4E8F9F-5B1F-4F5B-BE49-3245D8C18D9F}" type="slidenum">
              <a:rPr lang="en-US" smtClean="0"/>
              <a:pPr/>
              <a:t>30</a:t>
            </a:fld>
            <a:endParaRPr lang="en-US"/>
          </a:p>
        </p:txBody>
      </p:sp>
      <p:graphicFrame>
        <p:nvGraphicFramePr>
          <p:cNvPr id="7" name="表格 6">
            <a:extLst>
              <a:ext uri="{FF2B5EF4-FFF2-40B4-BE49-F238E27FC236}">
                <a16:creationId xmlns:a16="http://schemas.microsoft.com/office/drawing/2014/main" id="{A6622616-FAE9-711B-10D6-C6A76079FC74}"/>
              </a:ext>
            </a:extLst>
          </p:cNvPr>
          <p:cNvGraphicFramePr>
            <a:graphicFrameLocks noGrp="1"/>
          </p:cNvGraphicFramePr>
          <p:nvPr/>
        </p:nvGraphicFramePr>
        <p:xfrm>
          <a:off x="1554235" y="1279513"/>
          <a:ext cx="9161725" cy="3552996"/>
        </p:xfrm>
        <a:graphic>
          <a:graphicData uri="http://schemas.openxmlformats.org/drawingml/2006/table">
            <a:tbl>
              <a:tblPr firstRow="1" bandRow="1">
                <a:tableStyleId>{2D5ABB26-0587-4C30-8999-92F81FD0307C}</a:tableStyleId>
              </a:tblPr>
              <a:tblGrid>
                <a:gridCol w="1821602">
                  <a:extLst>
                    <a:ext uri="{9D8B030D-6E8A-4147-A177-3AD203B41FA5}">
                      <a16:colId xmlns:a16="http://schemas.microsoft.com/office/drawing/2014/main" val="3171367129"/>
                    </a:ext>
                  </a:extLst>
                </a:gridCol>
                <a:gridCol w="835808">
                  <a:extLst>
                    <a:ext uri="{9D8B030D-6E8A-4147-A177-3AD203B41FA5}">
                      <a16:colId xmlns:a16="http://schemas.microsoft.com/office/drawing/2014/main" val="719880864"/>
                    </a:ext>
                  </a:extLst>
                </a:gridCol>
                <a:gridCol w="924927">
                  <a:extLst>
                    <a:ext uri="{9D8B030D-6E8A-4147-A177-3AD203B41FA5}">
                      <a16:colId xmlns:a16="http://schemas.microsoft.com/office/drawing/2014/main" val="2114553404"/>
                    </a:ext>
                  </a:extLst>
                </a:gridCol>
                <a:gridCol w="2553730">
                  <a:extLst>
                    <a:ext uri="{9D8B030D-6E8A-4147-A177-3AD203B41FA5}">
                      <a16:colId xmlns:a16="http://schemas.microsoft.com/office/drawing/2014/main" val="247528775"/>
                    </a:ext>
                  </a:extLst>
                </a:gridCol>
                <a:gridCol w="3025658">
                  <a:extLst>
                    <a:ext uri="{9D8B030D-6E8A-4147-A177-3AD203B41FA5}">
                      <a16:colId xmlns:a16="http://schemas.microsoft.com/office/drawing/2014/main" val="3137821058"/>
                    </a:ext>
                  </a:extLst>
                </a:gridCol>
              </a:tblGrid>
              <a:tr h="433548">
                <a:tc>
                  <a:txBody>
                    <a:bodyPr/>
                    <a:lstStyle/>
                    <a:p>
                      <a:pPr algn="ctr"/>
                      <a:endParaRPr lang="zh-CN" altLang="en-US" sz="1400" b="0"/>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1"/>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a:t>N</a:t>
                      </a:r>
                      <a:endParaRPr lang="zh-CN" altLang="en-US" sz="1400" b="1"/>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a:t>Discontinued prematurely</a:t>
                      </a:r>
                    </a:p>
                    <a:p>
                      <a:pPr algn="ctr"/>
                      <a:r>
                        <a:rPr lang="en-US" altLang="zh-CN" sz="1400" b="1"/>
                        <a:t>n (%)</a:t>
                      </a:r>
                      <a:endParaRPr lang="zh-CN" altLang="en-US" sz="1400" b="1"/>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altLang="zh-CN" sz="1400" b="1"/>
                        <a:t>PSD*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t>n (%)</a:t>
                      </a:r>
                      <a:endParaRPr lang="zh-CN" altLang="en-US" sz="1400" b="1"/>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872273302"/>
                  </a:ext>
                </a:extLst>
              </a:tr>
              <a:tr h="433548">
                <a:tc rowSpan="2">
                  <a:txBody>
                    <a:bodyPr/>
                    <a:lstStyle/>
                    <a:p>
                      <a:pPr algn="ctr"/>
                      <a:r>
                        <a:rPr lang="en-US" altLang="zh-CN" sz="1200" b="1"/>
                        <a:t>SYNCHRONIZE-1</a:t>
                      </a:r>
                      <a:endParaRPr lang="zh-CN" altLang="en-US" sz="1200" b="1"/>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Global</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algn="ctr"/>
                      <a:r>
                        <a:rPr lang="en-US" altLang="zh-CN" sz="1200"/>
                        <a:t>725</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marL="107950" lvl="0" algn="ctr"/>
                      <a:r>
                        <a:rPr lang="en-US" altLang="zh-CN" sz="1200">
                          <a:solidFill>
                            <a:srgbClr val="FF0000"/>
                          </a:solidFill>
                        </a:rPr>
                        <a:t>258 (35.6%) </a:t>
                      </a:r>
                      <a:endParaRPr lang="zh-CN" altLang="en-US" sz="120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algn="ctr"/>
                      <a:r>
                        <a:rPr lang="en-US" altLang="zh-CN" sz="1200">
                          <a:solidFill>
                            <a:srgbClr val="FF0000"/>
                          </a:solidFill>
                        </a:rPr>
                        <a:t>74(10.21%)</a:t>
                      </a:r>
                      <a:endParaRPr lang="zh-CN" altLang="en-US" sz="1200" baseline="30000">
                        <a:solidFill>
                          <a:srgbClr val="FF0000"/>
                        </a:solidFill>
                        <a:latin typeface="BISansOpti"/>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extLst>
                  <a:ext uri="{0D108BD9-81ED-4DB2-BD59-A6C34878D82A}">
                    <a16:rowId xmlns:a16="http://schemas.microsoft.com/office/drawing/2014/main" val="560243144"/>
                  </a:ext>
                </a:extLst>
              </a:tr>
              <a:tr h="433548">
                <a:tc vMerge="1">
                  <a:txBody>
                    <a:bodyPr/>
                    <a:lstStyle/>
                    <a:p>
                      <a:endParaRPr lang="zh-CN" altLang="en-US" sz="1100"/>
                    </a:p>
                  </a:txBody>
                  <a:tcPr/>
                </a:tc>
                <a:tc>
                  <a:txBody>
                    <a:bodyPr/>
                    <a:lstStyle/>
                    <a:p>
                      <a:pPr algn="ctr"/>
                      <a:r>
                        <a:rPr lang="en-US" altLang="zh-CN" sz="1200"/>
                        <a:t>China</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64</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107950" lvl="0" algn="ctr"/>
                      <a:r>
                        <a:rPr lang="en-US" altLang="zh-CN" sz="1200">
                          <a:solidFill>
                            <a:schemeClr val="tx1"/>
                          </a:solidFill>
                        </a:rPr>
                        <a:t>14 (21.8%)</a:t>
                      </a:r>
                      <a:endParaRPr lang="zh-CN" altLang="en-US" sz="1200">
                        <a:solidFill>
                          <a:schemeClr val="tx1"/>
                        </a:solidFill>
                      </a:endParaRPr>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0 (1 potential LFU)</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88226792"/>
                  </a:ext>
                </a:extLst>
              </a:tr>
              <a:tr h="43354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t>SYNCHRONIZE-2</a:t>
                      </a:r>
                      <a:endParaRPr lang="zh-CN" altLang="en-US" sz="1200" b="1"/>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Global</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algn="ctr"/>
                      <a:r>
                        <a:rPr lang="en-US" altLang="zh-CN" sz="1200"/>
                        <a:t>752</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marL="107950" lvl="0" algn="ctr"/>
                      <a:r>
                        <a:rPr lang="en-US" altLang="zh-CN" sz="1200">
                          <a:solidFill>
                            <a:srgbClr val="FF0000"/>
                          </a:solidFill>
                        </a:rPr>
                        <a:t>248 (32.9%)</a:t>
                      </a:r>
                      <a:endParaRPr lang="zh-CN" altLang="en-US" sz="1200">
                        <a:solidFill>
                          <a:srgbClr val="FF0000"/>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algn="ctr"/>
                      <a:r>
                        <a:rPr lang="en-US" altLang="zh-CN" sz="1200"/>
                        <a:t>38(5.05%)</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extLst>
                  <a:ext uri="{0D108BD9-81ED-4DB2-BD59-A6C34878D82A}">
                    <a16:rowId xmlns:a16="http://schemas.microsoft.com/office/drawing/2014/main" val="36997438"/>
                  </a:ext>
                </a:extLst>
              </a:tr>
              <a:tr h="433548">
                <a:tc vMerge="1">
                  <a:txBody>
                    <a:bodyPr/>
                    <a:lstStyle/>
                    <a:p>
                      <a:pPr algn="ctr"/>
                      <a:endParaRPr lang="zh-CN" altLang="en-US" sz="1100"/>
                    </a:p>
                  </a:txBody>
                  <a:tcPr anchor="ctr"/>
                </a:tc>
                <a:tc>
                  <a:txBody>
                    <a:bodyPr/>
                    <a:lstStyle/>
                    <a:p>
                      <a:pPr algn="ctr"/>
                      <a:r>
                        <a:rPr lang="en-US" altLang="zh-CN" sz="1200"/>
                        <a:t>China</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77</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107950" lvl="0" algn="ctr"/>
                      <a:r>
                        <a:rPr lang="en-US" altLang="zh-CN" sz="1200" kern="1200">
                          <a:solidFill>
                            <a:schemeClr val="tx1"/>
                          </a:solidFill>
                          <a:latin typeface="+mn-lt"/>
                          <a:ea typeface="+mn-ea"/>
                          <a:cs typeface="+mn-cs"/>
                        </a:rPr>
                        <a:t>20 (26%)</a:t>
                      </a:r>
                      <a:endParaRPr lang="zh-CN" altLang="en-US" sz="1200" kern="1200">
                        <a:solidFill>
                          <a:schemeClr val="tx1"/>
                        </a:solidFill>
                        <a:latin typeface="+mn-lt"/>
                        <a:ea typeface="+mn-ea"/>
                        <a:cs typeface="+mn-cs"/>
                      </a:endParaRPr>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0</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205714771"/>
                  </a:ext>
                </a:extLst>
              </a:tr>
              <a:tr h="43354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t>SYNCHRONIZE-CVOT</a:t>
                      </a:r>
                      <a:endParaRPr lang="zh-CN" altLang="en-US" sz="1200" b="1"/>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Global</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algn="ctr"/>
                      <a:r>
                        <a:rPr lang="en-US" altLang="zh-CN" sz="1200"/>
                        <a:t>5510</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marL="107950" lvl="0" algn="ctr"/>
                      <a:r>
                        <a:rPr lang="en-US" altLang="zh-CN" sz="1200">
                          <a:solidFill>
                            <a:srgbClr val="FF0000"/>
                          </a:solidFill>
                        </a:rPr>
                        <a:t>2057 (37.4%)</a:t>
                      </a:r>
                      <a:endParaRPr lang="zh-CN" altLang="en-US" sz="1200" baseline="30000">
                        <a:solidFill>
                          <a:srgbClr val="FF0000"/>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tc>
                  <a:txBody>
                    <a:bodyPr/>
                    <a:lstStyle/>
                    <a:p>
                      <a:pPr algn="ctr"/>
                      <a:r>
                        <a:rPr lang="en-US" altLang="zh-CN" sz="1200">
                          <a:solidFill>
                            <a:srgbClr val="FF0000"/>
                          </a:solidFill>
                        </a:rPr>
                        <a:t>269 (4.9 %)</a:t>
                      </a:r>
                      <a:endParaRPr lang="zh-CN" altLang="en-US" sz="1200">
                        <a:solidFill>
                          <a:srgbClr val="FF0000"/>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dot"/>
                      <a:round/>
                      <a:headEnd type="none" w="med" len="med"/>
                      <a:tailEnd type="none" w="med" len="med"/>
                    </a:lnB>
                    <a:solidFill>
                      <a:schemeClr val="bg1">
                        <a:lumMod val="95000"/>
                      </a:schemeClr>
                    </a:solidFill>
                  </a:tcPr>
                </a:tc>
                <a:extLst>
                  <a:ext uri="{0D108BD9-81ED-4DB2-BD59-A6C34878D82A}">
                    <a16:rowId xmlns:a16="http://schemas.microsoft.com/office/drawing/2014/main" val="3510625222"/>
                  </a:ext>
                </a:extLst>
              </a:tr>
              <a:tr h="433548">
                <a:tc vMerge="1">
                  <a:txBody>
                    <a:bodyPr/>
                    <a:lstStyle/>
                    <a:p>
                      <a:pPr algn="ctr"/>
                      <a:endParaRPr lang="zh-CN" altLang="en-US" sz="1100"/>
                    </a:p>
                  </a:txBody>
                  <a:tcPr anchor="ctr"/>
                </a:tc>
                <a:tc>
                  <a:txBody>
                    <a:bodyPr/>
                    <a:lstStyle/>
                    <a:p>
                      <a:pPr algn="ctr"/>
                      <a:r>
                        <a:rPr lang="en-US" altLang="zh-CN" sz="1200"/>
                        <a:t>China</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174</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107950" lvl="0" algn="ctr"/>
                      <a:r>
                        <a:rPr lang="en-US" altLang="zh-CN" sz="1200">
                          <a:solidFill>
                            <a:srgbClr val="FF0000"/>
                          </a:solidFill>
                        </a:rPr>
                        <a:t>53 (30%)</a:t>
                      </a:r>
                      <a:endParaRPr lang="zh-CN" altLang="en-US" sz="1200">
                        <a:solidFill>
                          <a:srgbClr val="FF0000"/>
                        </a:solidFill>
                      </a:endParaRPr>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1200"/>
                        <a:t>0</a:t>
                      </a:r>
                      <a:endParaRPr lang="zh-CN" altLang="en-US" sz="1200"/>
                    </a:p>
                  </a:txBody>
                  <a:tcPr anchor="ctr">
                    <a:lnT w="12700" cap="flat" cmpd="sng" algn="ctr">
                      <a:solidFill>
                        <a:schemeClr val="bg1">
                          <a:lumMod val="85000"/>
                        </a:schemeClr>
                      </a:solidFill>
                      <a:prstDash val="dot"/>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02617778"/>
                  </a:ext>
                </a:extLst>
              </a:tr>
              <a:tr h="4335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t>SYNCHRONIZE-CN</a:t>
                      </a:r>
                      <a:endParaRPr lang="zh-CN" altLang="en-US" sz="1200" b="1"/>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t>China</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t>306</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0" algn="ctr"/>
                      <a:r>
                        <a:rPr lang="en-US" altLang="zh-CN" sz="1200"/>
                        <a:t>57 (18.6%)</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t>0 </a:t>
                      </a:r>
                      <a:endParaRPr lang="zh-CN" altLang="en-US" sz="1200"/>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918750"/>
                  </a:ext>
                </a:extLst>
              </a:tr>
            </a:tbl>
          </a:graphicData>
        </a:graphic>
      </p:graphicFrame>
      <p:sp>
        <p:nvSpPr>
          <p:cNvPr id="8" name="文本框 7">
            <a:extLst>
              <a:ext uri="{FF2B5EF4-FFF2-40B4-BE49-F238E27FC236}">
                <a16:creationId xmlns:a16="http://schemas.microsoft.com/office/drawing/2014/main" id="{60657363-775E-D616-8C49-3499DCBA424E}"/>
              </a:ext>
            </a:extLst>
          </p:cNvPr>
          <p:cNvSpPr txBox="1"/>
          <p:nvPr/>
        </p:nvSpPr>
        <p:spPr bwMode="gray">
          <a:xfrm>
            <a:off x="1554235" y="4928521"/>
            <a:ext cx="5658272"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 follow-up lost + ICF withdraw;</a:t>
            </a:r>
          </a:p>
        </p:txBody>
      </p:sp>
      <p:sp>
        <p:nvSpPr>
          <p:cNvPr id="3" name="文本框 2">
            <a:extLst>
              <a:ext uri="{FF2B5EF4-FFF2-40B4-BE49-F238E27FC236}">
                <a16:creationId xmlns:a16="http://schemas.microsoft.com/office/drawing/2014/main" id="{01EEDC1A-992F-DB58-7D12-B23BEF21B9AD}"/>
              </a:ext>
            </a:extLst>
          </p:cNvPr>
          <p:cNvSpPr txBox="1"/>
          <p:nvPr/>
        </p:nvSpPr>
        <p:spPr bwMode="gray">
          <a:xfrm>
            <a:off x="1817167" y="6246836"/>
            <a:ext cx="5658272"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LFU=lost follow-up</a:t>
            </a:r>
          </a:p>
        </p:txBody>
      </p:sp>
    </p:spTree>
    <p:extLst>
      <p:ext uri="{BB962C8B-B14F-4D97-AF65-F5344CB8AC3E}">
        <p14:creationId xmlns:p14="http://schemas.microsoft.com/office/powerpoint/2010/main" val="3679301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C5FB3-1C06-02FE-3BCD-3129603E20E5}"/>
              </a:ext>
            </a:extLst>
          </p:cNvPr>
          <p:cNvSpPr>
            <a:spLocks noGrp="1"/>
          </p:cNvSpPr>
          <p:nvPr>
            <p:ph type="title"/>
          </p:nvPr>
        </p:nvSpPr>
        <p:spPr/>
        <p:txBody>
          <a:bodyPr/>
          <a:lstStyle/>
          <a:p>
            <a:r>
              <a:rPr lang="en-US" altLang="zh-CN" err="1"/>
              <a:t>VicaEmpa</a:t>
            </a:r>
            <a:endParaRPr lang="zh-CN" altLang="en-US"/>
          </a:p>
        </p:txBody>
      </p:sp>
      <p:sp>
        <p:nvSpPr>
          <p:cNvPr id="3" name="副标题 2">
            <a:extLst>
              <a:ext uri="{FF2B5EF4-FFF2-40B4-BE49-F238E27FC236}">
                <a16:creationId xmlns:a16="http://schemas.microsoft.com/office/drawing/2014/main" id="{AEFD857E-910D-9125-3F3B-574A800C3860}"/>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8F2527C9-F2AF-EEAF-65C0-0D278F3816C5}"/>
              </a:ext>
            </a:extLst>
          </p:cNvPr>
          <p:cNvSpPr>
            <a:spLocks noGrp="1"/>
          </p:cNvSpPr>
          <p:nvPr>
            <p:ph type="sldNum" sz="quarter" idx="16"/>
          </p:nvPr>
        </p:nvSpPr>
        <p:spPr/>
        <p:txBody>
          <a:bodyPr/>
          <a:lstStyle/>
          <a:p>
            <a:fld id="{8FF9B0DE-3FEB-4AA0-B465-B80EF7C1333D}" type="slidenum">
              <a:rPr lang="en-US" smtClean="0"/>
              <a:pPr/>
              <a:t>31</a:t>
            </a:fld>
            <a:endParaRPr lang="en-US"/>
          </a:p>
        </p:txBody>
      </p:sp>
    </p:spTree>
    <p:extLst>
      <p:ext uri="{BB962C8B-B14F-4D97-AF65-F5344CB8AC3E}">
        <p14:creationId xmlns:p14="http://schemas.microsoft.com/office/powerpoint/2010/main" val="1056409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8" name="Table 17">
            <a:extLst>
              <a:ext uri="{FF2B5EF4-FFF2-40B4-BE49-F238E27FC236}">
                <a16:creationId xmlns:a16="http://schemas.microsoft.com/office/drawing/2014/main" id="{B87822AC-82BB-5555-3406-DF5F02F17B92}"/>
              </a:ext>
            </a:extLst>
          </p:cNvPr>
          <p:cNvGraphicFramePr>
            <a:graphicFrameLocks noGrp="1"/>
          </p:cNvGraphicFramePr>
          <p:nvPr/>
        </p:nvGraphicFramePr>
        <p:xfrm>
          <a:off x="473489" y="1017704"/>
          <a:ext cx="11430218" cy="4841240"/>
        </p:xfrm>
        <a:graphic>
          <a:graphicData uri="http://schemas.openxmlformats.org/drawingml/2006/table">
            <a:tbl>
              <a:tblPr firstRow="1" bandRow="1"/>
              <a:tblGrid>
                <a:gridCol w="496966">
                  <a:extLst>
                    <a:ext uri="{9D8B030D-6E8A-4147-A177-3AD203B41FA5}">
                      <a16:colId xmlns:a16="http://schemas.microsoft.com/office/drawing/2014/main" val="4087860318"/>
                    </a:ext>
                  </a:extLst>
                </a:gridCol>
                <a:gridCol w="496966">
                  <a:extLst>
                    <a:ext uri="{9D8B030D-6E8A-4147-A177-3AD203B41FA5}">
                      <a16:colId xmlns:a16="http://schemas.microsoft.com/office/drawing/2014/main" val="3411862845"/>
                    </a:ext>
                  </a:extLst>
                </a:gridCol>
                <a:gridCol w="496966">
                  <a:extLst>
                    <a:ext uri="{9D8B030D-6E8A-4147-A177-3AD203B41FA5}">
                      <a16:colId xmlns:a16="http://schemas.microsoft.com/office/drawing/2014/main" val="2851474774"/>
                    </a:ext>
                  </a:extLst>
                </a:gridCol>
                <a:gridCol w="496966">
                  <a:extLst>
                    <a:ext uri="{9D8B030D-6E8A-4147-A177-3AD203B41FA5}">
                      <a16:colId xmlns:a16="http://schemas.microsoft.com/office/drawing/2014/main" val="107595344"/>
                    </a:ext>
                  </a:extLst>
                </a:gridCol>
                <a:gridCol w="496966">
                  <a:extLst>
                    <a:ext uri="{9D8B030D-6E8A-4147-A177-3AD203B41FA5}">
                      <a16:colId xmlns:a16="http://schemas.microsoft.com/office/drawing/2014/main" val="1666999431"/>
                    </a:ext>
                  </a:extLst>
                </a:gridCol>
                <a:gridCol w="496966">
                  <a:extLst>
                    <a:ext uri="{9D8B030D-6E8A-4147-A177-3AD203B41FA5}">
                      <a16:colId xmlns:a16="http://schemas.microsoft.com/office/drawing/2014/main" val="3696607442"/>
                    </a:ext>
                  </a:extLst>
                </a:gridCol>
                <a:gridCol w="496966">
                  <a:extLst>
                    <a:ext uri="{9D8B030D-6E8A-4147-A177-3AD203B41FA5}">
                      <a16:colId xmlns:a16="http://schemas.microsoft.com/office/drawing/2014/main" val="223989776"/>
                    </a:ext>
                  </a:extLst>
                </a:gridCol>
                <a:gridCol w="496966">
                  <a:extLst>
                    <a:ext uri="{9D8B030D-6E8A-4147-A177-3AD203B41FA5}">
                      <a16:colId xmlns:a16="http://schemas.microsoft.com/office/drawing/2014/main" val="124731204"/>
                    </a:ext>
                  </a:extLst>
                </a:gridCol>
                <a:gridCol w="496966">
                  <a:extLst>
                    <a:ext uri="{9D8B030D-6E8A-4147-A177-3AD203B41FA5}">
                      <a16:colId xmlns:a16="http://schemas.microsoft.com/office/drawing/2014/main" val="3066978585"/>
                    </a:ext>
                  </a:extLst>
                </a:gridCol>
                <a:gridCol w="496966">
                  <a:extLst>
                    <a:ext uri="{9D8B030D-6E8A-4147-A177-3AD203B41FA5}">
                      <a16:colId xmlns:a16="http://schemas.microsoft.com/office/drawing/2014/main" val="1064917641"/>
                    </a:ext>
                  </a:extLst>
                </a:gridCol>
                <a:gridCol w="496966">
                  <a:extLst>
                    <a:ext uri="{9D8B030D-6E8A-4147-A177-3AD203B41FA5}">
                      <a16:colId xmlns:a16="http://schemas.microsoft.com/office/drawing/2014/main" val="4221117315"/>
                    </a:ext>
                  </a:extLst>
                </a:gridCol>
                <a:gridCol w="496966">
                  <a:extLst>
                    <a:ext uri="{9D8B030D-6E8A-4147-A177-3AD203B41FA5}">
                      <a16:colId xmlns:a16="http://schemas.microsoft.com/office/drawing/2014/main" val="3266065341"/>
                    </a:ext>
                  </a:extLst>
                </a:gridCol>
                <a:gridCol w="496966">
                  <a:extLst>
                    <a:ext uri="{9D8B030D-6E8A-4147-A177-3AD203B41FA5}">
                      <a16:colId xmlns:a16="http://schemas.microsoft.com/office/drawing/2014/main" val="2374051224"/>
                    </a:ext>
                  </a:extLst>
                </a:gridCol>
                <a:gridCol w="496966">
                  <a:extLst>
                    <a:ext uri="{9D8B030D-6E8A-4147-A177-3AD203B41FA5}">
                      <a16:colId xmlns:a16="http://schemas.microsoft.com/office/drawing/2014/main" val="1840388365"/>
                    </a:ext>
                  </a:extLst>
                </a:gridCol>
                <a:gridCol w="496966">
                  <a:extLst>
                    <a:ext uri="{9D8B030D-6E8A-4147-A177-3AD203B41FA5}">
                      <a16:colId xmlns:a16="http://schemas.microsoft.com/office/drawing/2014/main" val="267750830"/>
                    </a:ext>
                  </a:extLst>
                </a:gridCol>
                <a:gridCol w="496966">
                  <a:extLst>
                    <a:ext uri="{9D8B030D-6E8A-4147-A177-3AD203B41FA5}">
                      <a16:colId xmlns:a16="http://schemas.microsoft.com/office/drawing/2014/main" val="3966469970"/>
                    </a:ext>
                  </a:extLst>
                </a:gridCol>
                <a:gridCol w="496966">
                  <a:extLst>
                    <a:ext uri="{9D8B030D-6E8A-4147-A177-3AD203B41FA5}">
                      <a16:colId xmlns:a16="http://schemas.microsoft.com/office/drawing/2014/main" val="2522973146"/>
                    </a:ext>
                  </a:extLst>
                </a:gridCol>
                <a:gridCol w="496966">
                  <a:extLst>
                    <a:ext uri="{9D8B030D-6E8A-4147-A177-3AD203B41FA5}">
                      <a16:colId xmlns:a16="http://schemas.microsoft.com/office/drawing/2014/main" val="1369122503"/>
                    </a:ext>
                  </a:extLst>
                </a:gridCol>
                <a:gridCol w="496966">
                  <a:extLst>
                    <a:ext uri="{9D8B030D-6E8A-4147-A177-3AD203B41FA5}">
                      <a16:colId xmlns:a16="http://schemas.microsoft.com/office/drawing/2014/main" val="2867001924"/>
                    </a:ext>
                  </a:extLst>
                </a:gridCol>
                <a:gridCol w="496966">
                  <a:extLst>
                    <a:ext uri="{9D8B030D-6E8A-4147-A177-3AD203B41FA5}">
                      <a16:colId xmlns:a16="http://schemas.microsoft.com/office/drawing/2014/main" val="3139393708"/>
                    </a:ext>
                  </a:extLst>
                </a:gridCol>
                <a:gridCol w="496966">
                  <a:extLst>
                    <a:ext uri="{9D8B030D-6E8A-4147-A177-3AD203B41FA5}">
                      <a16:colId xmlns:a16="http://schemas.microsoft.com/office/drawing/2014/main" val="561280759"/>
                    </a:ext>
                  </a:extLst>
                </a:gridCol>
                <a:gridCol w="496966">
                  <a:extLst>
                    <a:ext uri="{9D8B030D-6E8A-4147-A177-3AD203B41FA5}">
                      <a16:colId xmlns:a16="http://schemas.microsoft.com/office/drawing/2014/main" val="2584540109"/>
                    </a:ext>
                  </a:extLst>
                </a:gridCol>
                <a:gridCol w="496966">
                  <a:extLst>
                    <a:ext uri="{9D8B030D-6E8A-4147-A177-3AD203B41FA5}">
                      <a16:colId xmlns:a16="http://schemas.microsoft.com/office/drawing/2014/main" val="467224217"/>
                    </a:ext>
                  </a:extLst>
                </a:gridCol>
              </a:tblGrid>
              <a:tr h="254000">
                <a:tc>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11124038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64753278"/>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699947267"/>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463342811"/>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87752291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502096899"/>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93040305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99299608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82084917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492475526"/>
                  </a:ext>
                </a:extLst>
              </a:tr>
            </a:tbl>
          </a:graphicData>
        </a:graphic>
      </p:graphicFrame>
      <p:sp>
        <p:nvSpPr>
          <p:cNvPr id="95" name="Rectangle 94">
            <a:extLst>
              <a:ext uri="{FF2B5EF4-FFF2-40B4-BE49-F238E27FC236}">
                <a16:creationId xmlns:a16="http://schemas.microsoft.com/office/drawing/2014/main" id="{1135803C-711F-B5F9-2750-C70FDD5306AA}"/>
              </a:ext>
            </a:extLst>
          </p:cNvPr>
          <p:cNvSpPr/>
          <p:nvPr/>
        </p:nvSpPr>
        <p:spPr bwMode="gray">
          <a:xfrm>
            <a:off x="971667" y="2215445"/>
            <a:ext cx="5669280" cy="182880"/>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97" name="TextBox 96">
            <a:extLst>
              <a:ext uri="{FF2B5EF4-FFF2-40B4-BE49-F238E27FC236}">
                <a16:creationId xmlns:a16="http://schemas.microsoft.com/office/drawing/2014/main" id="{EE9E25E4-0CC7-AE66-8804-3E447E74DC74}"/>
              </a:ext>
            </a:extLst>
          </p:cNvPr>
          <p:cNvSpPr txBox="1"/>
          <p:nvPr/>
        </p:nvSpPr>
        <p:spPr bwMode="gray">
          <a:xfrm>
            <a:off x="5991534" y="1932677"/>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Sep, 2027</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1" name="Diamond 100">
            <a:extLst>
              <a:ext uri="{FF2B5EF4-FFF2-40B4-BE49-F238E27FC236}">
                <a16:creationId xmlns:a16="http://schemas.microsoft.com/office/drawing/2014/main" id="{87AEF157-E7E1-2A3B-B236-EE7AD002B82C}"/>
              </a:ext>
            </a:extLst>
          </p:cNvPr>
          <p:cNvSpPr/>
          <p:nvPr/>
        </p:nvSpPr>
        <p:spPr bwMode="gray">
          <a:xfrm>
            <a:off x="8033625" y="2233220"/>
            <a:ext cx="137160" cy="137160"/>
          </a:xfrm>
          <a:prstGeom prst="diamond">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4" name="TextBox 103">
            <a:extLst>
              <a:ext uri="{FF2B5EF4-FFF2-40B4-BE49-F238E27FC236}">
                <a16:creationId xmlns:a16="http://schemas.microsoft.com/office/drawing/2014/main" id="{394F45D9-7BC9-B69E-1224-6B1B1A25D59C}"/>
              </a:ext>
            </a:extLst>
          </p:cNvPr>
          <p:cNvSpPr txBox="1"/>
          <p:nvPr/>
        </p:nvSpPr>
        <p:spPr bwMode="gray">
          <a:xfrm>
            <a:off x="8236453" y="2183330"/>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Aug, 2028</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9" name="Rectangle 108">
            <a:extLst>
              <a:ext uri="{FF2B5EF4-FFF2-40B4-BE49-F238E27FC236}">
                <a16:creationId xmlns:a16="http://schemas.microsoft.com/office/drawing/2014/main" id="{65F9BA69-D4E0-CA9D-81D3-D73A6640593A}"/>
              </a:ext>
            </a:extLst>
          </p:cNvPr>
          <p:cNvSpPr/>
          <p:nvPr/>
        </p:nvSpPr>
        <p:spPr bwMode="gray">
          <a:xfrm>
            <a:off x="2283023" y="3144791"/>
            <a:ext cx="4357924" cy="179844"/>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0" name="TextBox 109">
            <a:extLst>
              <a:ext uri="{FF2B5EF4-FFF2-40B4-BE49-F238E27FC236}">
                <a16:creationId xmlns:a16="http://schemas.microsoft.com/office/drawing/2014/main" id="{BE04F023-90E6-4164-E246-FE5982A0C805}"/>
              </a:ext>
            </a:extLst>
          </p:cNvPr>
          <p:cNvSpPr txBox="1"/>
          <p:nvPr/>
        </p:nvSpPr>
        <p:spPr bwMode="gray">
          <a:xfrm>
            <a:off x="1793827" y="2876806"/>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8312A"/>
                </a:solidFill>
                <a:effectLst/>
                <a:uLnTx/>
                <a:uFillTx/>
                <a:latin typeface="Boehringer Forward Text"/>
                <a:ea typeface="+mn-ea"/>
                <a:cs typeface="+mn-cs"/>
              </a:rPr>
              <a:t>FSS: Aug, 2025</a:t>
            </a:r>
          </a:p>
        </p:txBody>
      </p:sp>
      <p:sp>
        <p:nvSpPr>
          <p:cNvPr id="117" name="Diamond 116">
            <a:extLst>
              <a:ext uri="{FF2B5EF4-FFF2-40B4-BE49-F238E27FC236}">
                <a16:creationId xmlns:a16="http://schemas.microsoft.com/office/drawing/2014/main" id="{10D22922-FA36-3939-E8E5-AA71C65FDD76}"/>
              </a:ext>
            </a:extLst>
          </p:cNvPr>
          <p:cNvSpPr/>
          <p:nvPr/>
        </p:nvSpPr>
        <p:spPr bwMode="gray">
          <a:xfrm>
            <a:off x="8949826" y="3160423"/>
            <a:ext cx="137160" cy="137160"/>
          </a:xfrm>
          <a:prstGeom prst="diamond">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8" name="TextBox 117">
            <a:extLst>
              <a:ext uri="{FF2B5EF4-FFF2-40B4-BE49-F238E27FC236}">
                <a16:creationId xmlns:a16="http://schemas.microsoft.com/office/drawing/2014/main" id="{F2FF9847-3EFB-9527-227F-273607CE9439}"/>
              </a:ext>
            </a:extLst>
          </p:cNvPr>
          <p:cNvSpPr txBox="1"/>
          <p:nvPr/>
        </p:nvSpPr>
        <p:spPr bwMode="gray">
          <a:xfrm>
            <a:off x="9134433" y="3110502"/>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Jan, 2029</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8" name="TextBox 147">
            <a:extLst>
              <a:ext uri="{FF2B5EF4-FFF2-40B4-BE49-F238E27FC236}">
                <a16:creationId xmlns:a16="http://schemas.microsoft.com/office/drawing/2014/main" id="{D0FD8934-5E87-E2E1-6791-986DBBD246BE}"/>
              </a:ext>
            </a:extLst>
          </p:cNvPr>
          <p:cNvSpPr txBox="1"/>
          <p:nvPr/>
        </p:nvSpPr>
        <p:spPr bwMode="gray">
          <a:xfrm>
            <a:off x="9659254" y="3359882"/>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Approval(Base): J</a:t>
            </a: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ul.2029</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9" name="Diamond 148">
            <a:extLst>
              <a:ext uri="{FF2B5EF4-FFF2-40B4-BE49-F238E27FC236}">
                <a16:creationId xmlns:a16="http://schemas.microsoft.com/office/drawing/2014/main" id="{830D51E4-9A3F-1614-1237-C4175A44D2B3}"/>
              </a:ext>
            </a:extLst>
          </p:cNvPr>
          <p:cNvSpPr/>
          <p:nvPr/>
        </p:nvSpPr>
        <p:spPr bwMode="gray">
          <a:xfrm>
            <a:off x="9480953" y="3413917"/>
            <a:ext cx="137160" cy="137160"/>
          </a:xfrm>
          <a:prstGeom prst="diamond">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3" name="Picture 2">
            <a:extLst>
              <a:ext uri="{FF2B5EF4-FFF2-40B4-BE49-F238E27FC236}">
                <a16:creationId xmlns:a16="http://schemas.microsoft.com/office/drawing/2014/main" id="{684CBBDB-F0CD-397D-AE18-8EAAAC1F7529}"/>
              </a:ext>
            </a:extLst>
          </p:cNvPr>
          <p:cNvPicPr>
            <a:picLocks noChangeAspect="1"/>
          </p:cNvPicPr>
          <p:nvPr/>
        </p:nvPicPr>
        <p:blipFill>
          <a:blip r:embed="rId2"/>
          <a:stretch>
            <a:fillRect/>
          </a:stretch>
        </p:blipFill>
        <p:spPr>
          <a:xfrm>
            <a:off x="10800000" y="360000"/>
            <a:ext cx="1208232" cy="491197"/>
          </a:xfrm>
          <a:prstGeom prst="rect">
            <a:avLst/>
          </a:prstGeom>
        </p:spPr>
      </p:pic>
      <p:sp>
        <p:nvSpPr>
          <p:cNvPr id="11" name="Title 1">
            <a:extLst>
              <a:ext uri="{FF2B5EF4-FFF2-40B4-BE49-F238E27FC236}">
                <a16:creationId xmlns:a16="http://schemas.microsoft.com/office/drawing/2014/main" id="{1C9AAB3B-E669-0CA6-F97C-6CEFB3998DF8}"/>
              </a:ext>
            </a:extLst>
          </p:cNvPr>
          <p:cNvSpPr>
            <a:spLocks noGrp="1"/>
          </p:cNvSpPr>
          <p:nvPr>
            <p:ph type="title"/>
          </p:nvPr>
        </p:nvSpPr>
        <p:spPr>
          <a:xfrm>
            <a:off x="479425" y="476250"/>
            <a:ext cx="11233150" cy="720725"/>
          </a:xfrm>
        </p:spPr>
        <p:txBody>
          <a:bodyPr/>
          <a:lstStyle/>
          <a:p>
            <a:r>
              <a:rPr lang="en-US" altLang="zh-CN" err="1"/>
              <a:t>VicaEmpa</a:t>
            </a:r>
            <a:r>
              <a:rPr lang="en-US" altLang="zh-CN"/>
              <a:t>/CKD Development Plan (</a:t>
            </a:r>
            <a:r>
              <a:rPr lang="en-US" altLang="zh-CN" i="1">
                <a:solidFill>
                  <a:schemeClr val="bg1">
                    <a:lumMod val="75000"/>
                  </a:schemeClr>
                </a:solidFill>
              </a:rPr>
              <a:t>both global and local</a:t>
            </a:r>
            <a:r>
              <a:rPr lang="en-US" altLang="zh-CN"/>
              <a:t>)</a:t>
            </a:r>
            <a:endParaRPr lang="zh-CN" altLang="en-US"/>
          </a:p>
        </p:txBody>
      </p:sp>
      <p:pic>
        <p:nvPicPr>
          <p:cNvPr id="5" name="Graphic 4" descr="Globe with solid fill">
            <a:extLst>
              <a:ext uri="{FF2B5EF4-FFF2-40B4-BE49-F238E27FC236}">
                <a16:creationId xmlns:a16="http://schemas.microsoft.com/office/drawing/2014/main" id="{1F9E0C1D-6D02-AA23-1323-93A9240F44B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028" y="2085498"/>
            <a:ext cx="365760" cy="365760"/>
          </a:xfrm>
          <a:prstGeom prst="rect">
            <a:avLst/>
          </a:prstGeom>
        </p:spPr>
      </p:pic>
      <p:pic>
        <p:nvPicPr>
          <p:cNvPr id="10" name="Picture 9" descr="A red circle with yellow stars and a black background&#10;&#10;Description automatically generated">
            <a:extLst>
              <a:ext uri="{FF2B5EF4-FFF2-40B4-BE49-F238E27FC236}">
                <a16:creationId xmlns:a16="http://schemas.microsoft.com/office/drawing/2014/main" id="{4179AA29-C0C4-8755-6D72-A499E517592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9834" y="3004090"/>
            <a:ext cx="274320" cy="274320"/>
          </a:xfrm>
          <a:prstGeom prst="rect">
            <a:avLst/>
          </a:prstGeom>
        </p:spPr>
      </p:pic>
      <p:sp>
        <p:nvSpPr>
          <p:cNvPr id="115" name="TextBox 114">
            <a:extLst>
              <a:ext uri="{FF2B5EF4-FFF2-40B4-BE49-F238E27FC236}">
                <a16:creationId xmlns:a16="http://schemas.microsoft.com/office/drawing/2014/main" id="{7DD3FCB0-42A1-6185-B1E4-9DAA14CA8879}"/>
              </a:ext>
            </a:extLst>
          </p:cNvPr>
          <p:cNvSpPr txBox="1"/>
          <p:nvPr/>
        </p:nvSpPr>
        <p:spPr bwMode="gray">
          <a:xfrm>
            <a:off x="2765166" y="6195576"/>
            <a:ext cx="1659507"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CTA-EC-HGRAC-1</a:t>
            </a:r>
            <a:r>
              <a:rPr kumimoji="0" lang="en-US" sz="1050" b="0" i="0" u="none" strike="noStrike" kern="1200" cap="none" spc="0" normalizeH="0" baseline="30000" noProof="0">
                <a:ln>
                  <a:noFill/>
                </a:ln>
                <a:solidFill>
                  <a:srgbClr val="5C5B59"/>
                </a:solidFill>
                <a:effectLst/>
                <a:uLnTx/>
                <a:uFillTx/>
                <a:latin typeface="Boehringer Forward Text"/>
                <a:ea typeface="+mn-ea"/>
                <a:cs typeface="+mn-cs"/>
              </a:rPr>
              <a:t>st</a:t>
            </a: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 SIV </a:t>
            </a:r>
          </a:p>
        </p:txBody>
      </p:sp>
      <p:sp>
        <p:nvSpPr>
          <p:cNvPr id="13" name="TextBox 12">
            <a:extLst>
              <a:ext uri="{FF2B5EF4-FFF2-40B4-BE49-F238E27FC236}">
                <a16:creationId xmlns:a16="http://schemas.microsoft.com/office/drawing/2014/main" id="{5E58E055-44C5-D137-C6EF-42DE4F7C42C0}"/>
              </a:ext>
            </a:extLst>
          </p:cNvPr>
          <p:cNvSpPr txBox="1"/>
          <p:nvPr/>
        </p:nvSpPr>
        <p:spPr bwMode="gray">
          <a:xfrm>
            <a:off x="3380986" y="2207307"/>
            <a:ext cx="1767213" cy="20730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Boehringer Forward Text"/>
                <a:ea typeface="+mn-ea"/>
                <a:cs typeface="+mn-cs"/>
              </a:rPr>
              <a:t>(Hybrid-Oxford University)</a:t>
            </a:r>
          </a:p>
        </p:txBody>
      </p:sp>
      <p:sp>
        <p:nvSpPr>
          <p:cNvPr id="15" name="TextBox 14">
            <a:extLst>
              <a:ext uri="{FF2B5EF4-FFF2-40B4-BE49-F238E27FC236}">
                <a16:creationId xmlns:a16="http://schemas.microsoft.com/office/drawing/2014/main" id="{581E5D63-E4E4-6188-2D9D-0B342744C15E}"/>
              </a:ext>
            </a:extLst>
          </p:cNvPr>
          <p:cNvSpPr txBox="1"/>
          <p:nvPr/>
        </p:nvSpPr>
        <p:spPr bwMode="gray">
          <a:xfrm>
            <a:off x="519833" y="1752600"/>
            <a:ext cx="2488629" cy="23692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a:ea typeface="+mn-ea"/>
                <a:cs typeface="+mn-cs"/>
              </a:rPr>
              <a:t>Ph-III: 1378-0006</a:t>
            </a:r>
          </a:p>
        </p:txBody>
      </p:sp>
      <p:sp>
        <p:nvSpPr>
          <p:cNvPr id="31" name="Rectangle 30">
            <a:extLst>
              <a:ext uri="{FF2B5EF4-FFF2-40B4-BE49-F238E27FC236}">
                <a16:creationId xmlns:a16="http://schemas.microsoft.com/office/drawing/2014/main" id="{55D587B4-A82A-FFD1-3855-BED8D2A765FC}"/>
              </a:ext>
            </a:extLst>
          </p:cNvPr>
          <p:cNvSpPr/>
          <p:nvPr/>
        </p:nvSpPr>
        <p:spPr bwMode="gray">
          <a:xfrm>
            <a:off x="1975078" y="6207956"/>
            <a:ext cx="731520" cy="182880"/>
          </a:xfrm>
          <a:prstGeom prst="rect">
            <a:avLst/>
          </a:prstGeom>
          <a:pattFill prst="pct25">
            <a:fgClr>
              <a:srgbClr val="5C5B59"/>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Rectangle 63">
            <a:extLst>
              <a:ext uri="{FF2B5EF4-FFF2-40B4-BE49-F238E27FC236}">
                <a16:creationId xmlns:a16="http://schemas.microsoft.com/office/drawing/2014/main" id="{3AD57799-54F9-2488-22FE-A60F3C4B5953}"/>
              </a:ext>
            </a:extLst>
          </p:cNvPr>
          <p:cNvSpPr/>
          <p:nvPr/>
        </p:nvSpPr>
        <p:spPr bwMode="gray">
          <a:xfrm>
            <a:off x="1975078" y="6475110"/>
            <a:ext cx="731520" cy="182880"/>
          </a:xfrm>
          <a:prstGeom prst="rect">
            <a:avLst/>
          </a:prstGeom>
          <a:pattFill prst="dkVert">
            <a:fgClr>
              <a:srgbClr val="5C5B59"/>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 name="TextBox 64">
            <a:extLst>
              <a:ext uri="{FF2B5EF4-FFF2-40B4-BE49-F238E27FC236}">
                <a16:creationId xmlns:a16="http://schemas.microsoft.com/office/drawing/2014/main" id="{1CE45994-0C76-8879-208B-CD044BA96ADB}"/>
              </a:ext>
            </a:extLst>
          </p:cNvPr>
          <p:cNvSpPr txBox="1"/>
          <p:nvPr/>
        </p:nvSpPr>
        <p:spPr bwMode="gray">
          <a:xfrm>
            <a:off x="2765166" y="6476973"/>
            <a:ext cx="2645034"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Trial duration on base case scenario</a:t>
            </a:r>
          </a:p>
        </p:txBody>
      </p:sp>
      <p:sp>
        <p:nvSpPr>
          <p:cNvPr id="9" name="Rectangle 8">
            <a:extLst>
              <a:ext uri="{FF2B5EF4-FFF2-40B4-BE49-F238E27FC236}">
                <a16:creationId xmlns:a16="http://schemas.microsoft.com/office/drawing/2014/main" id="{DF275ABF-8314-1040-BA8F-7C89F38077FF}"/>
              </a:ext>
            </a:extLst>
          </p:cNvPr>
          <p:cNvSpPr/>
          <p:nvPr/>
        </p:nvSpPr>
        <p:spPr bwMode="gray">
          <a:xfrm>
            <a:off x="958870" y="3140104"/>
            <a:ext cx="1371600" cy="191014"/>
          </a:xfrm>
          <a:prstGeom prst="rect">
            <a:avLst/>
          </a:prstGeom>
          <a:pattFill prst="pct25">
            <a:fgClr>
              <a:schemeClr val="accent2"/>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Rectangle 1">
            <a:extLst>
              <a:ext uri="{FF2B5EF4-FFF2-40B4-BE49-F238E27FC236}">
                <a16:creationId xmlns:a16="http://schemas.microsoft.com/office/drawing/2014/main" id="{5C07A7BB-402A-E5AD-B58B-0C9474D6078B}"/>
              </a:ext>
            </a:extLst>
          </p:cNvPr>
          <p:cNvSpPr/>
          <p:nvPr/>
        </p:nvSpPr>
        <p:spPr bwMode="gray">
          <a:xfrm>
            <a:off x="1962563" y="4442386"/>
            <a:ext cx="3017520" cy="179844"/>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 name="TextBox 3">
            <a:extLst>
              <a:ext uri="{FF2B5EF4-FFF2-40B4-BE49-F238E27FC236}">
                <a16:creationId xmlns:a16="http://schemas.microsoft.com/office/drawing/2014/main" id="{C4037639-31A7-1025-B760-D5B52C908DDE}"/>
              </a:ext>
            </a:extLst>
          </p:cNvPr>
          <p:cNvSpPr txBox="1"/>
          <p:nvPr/>
        </p:nvSpPr>
        <p:spPr bwMode="gray">
          <a:xfrm>
            <a:off x="1856986" y="4196086"/>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FSS: Jun,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TextBox 6">
            <a:extLst>
              <a:ext uri="{FF2B5EF4-FFF2-40B4-BE49-F238E27FC236}">
                <a16:creationId xmlns:a16="http://schemas.microsoft.com/office/drawing/2014/main" id="{80FB88A3-8138-563A-1A39-C8798B26F320}"/>
              </a:ext>
            </a:extLst>
          </p:cNvPr>
          <p:cNvSpPr txBox="1"/>
          <p:nvPr/>
        </p:nvSpPr>
        <p:spPr bwMode="gray">
          <a:xfrm>
            <a:off x="4648200" y="4216559"/>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Jan, 2027</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4" name="Graphic 13" descr="Globe with solid fill">
            <a:extLst>
              <a:ext uri="{FF2B5EF4-FFF2-40B4-BE49-F238E27FC236}">
                <a16:creationId xmlns:a16="http://schemas.microsoft.com/office/drawing/2014/main" id="{0DF3FC57-F840-7524-137A-6E29F17EBA7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4114" y="4351857"/>
            <a:ext cx="365760" cy="365760"/>
          </a:xfrm>
          <a:prstGeom prst="rect">
            <a:avLst/>
          </a:prstGeom>
        </p:spPr>
      </p:pic>
      <p:pic>
        <p:nvPicPr>
          <p:cNvPr id="67" name="Picture 66" descr="A red circle with yellow stars and a black background&#10;&#10;Description automatically generated">
            <a:extLst>
              <a:ext uri="{FF2B5EF4-FFF2-40B4-BE49-F238E27FC236}">
                <a16:creationId xmlns:a16="http://schemas.microsoft.com/office/drawing/2014/main" id="{29753516-9F01-D656-4E5F-6BBD71D364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9834" y="5419769"/>
            <a:ext cx="274320" cy="274320"/>
          </a:xfrm>
          <a:prstGeom prst="rect">
            <a:avLst/>
          </a:prstGeom>
        </p:spPr>
      </p:pic>
      <p:sp>
        <p:nvSpPr>
          <p:cNvPr id="68" name="TextBox 67">
            <a:extLst>
              <a:ext uri="{FF2B5EF4-FFF2-40B4-BE49-F238E27FC236}">
                <a16:creationId xmlns:a16="http://schemas.microsoft.com/office/drawing/2014/main" id="{C86CDC2C-79C8-1DB8-DF28-C0D5212157C7}"/>
              </a:ext>
            </a:extLst>
          </p:cNvPr>
          <p:cNvSpPr txBox="1"/>
          <p:nvPr/>
        </p:nvSpPr>
        <p:spPr bwMode="gray">
          <a:xfrm>
            <a:off x="519833" y="3905794"/>
            <a:ext cx="2488629" cy="23692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a:ea typeface="+mn-ea"/>
                <a:cs typeface="+mn-cs"/>
              </a:rPr>
              <a:t>Ph-II: 1378-0023</a:t>
            </a:r>
          </a:p>
        </p:txBody>
      </p:sp>
      <p:sp>
        <p:nvSpPr>
          <p:cNvPr id="69" name="Rectangle 68">
            <a:extLst>
              <a:ext uri="{FF2B5EF4-FFF2-40B4-BE49-F238E27FC236}">
                <a16:creationId xmlns:a16="http://schemas.microsoft.com/office/drawing/2014/main" id="{1A79F3ED-8D33-5630-2042-2842F266A5BF}"/>
              </a:ext>
            </a:extLst>
          </p:cNvPr>
          <p:cNvSpPr/>
          <p:nvPr/>
        </p:nvSpPr>
        <p:spPr bwMode="gray">
          <a:xfrm>
            <a:off x="1107397" y="4443297"/>
            <a:ext cx="457200" cy="182880"/>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70" name="TextBox 69">
            <a:extLst>
              <a:ext uri="{FF2B5EF4-FFF2-40B4-BE49-F238E27FC236}">
                <a16:creationId xmlns:a16="http://schemas.microsoft.com/office/drawing/2014/main" id="{39E0117D-9EE8-EC38-EB35-120ED57FD630}"/>
              </a:ext>
            </a:extLst>
          </p:cNvPr>
          <p:cNvSpPr txBox="1"/>
          <p:nvPr/>
        </p:nvSpPr>
        <p:spPr bwMode="gray">
          <a:xfrm>
            <a:off x="1180662" y="4207383"/>
            <a:ext cx="275871"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CTA</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6" name="TextBox 75">
            <a:extLst>
              <a:ext uri="{FF2B5EF4-FFF2-40B4-BE49-F238E27FC236}">
                <a16:creationId xmlns:a16="http://schemas.microsoft.com/office/drawing/2014/main" id="{72E8155D-EFF9-DF0B-9B66-DE439934BBCB}"/>
              </a:ext>
            </a:extLst>
          </p:cNvPr>
          <p:cNvSpPr txBox="1"/>
          <p:nvPr/>
        </p:nvSpPr>
        <p:spPr bwMode="gray">
          <a:xfrm>
            <a:off x="2117053" y="5173546"/>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FSS: Sep,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Rectangle 76">
            <a:extLst>
              <a:ext uri="{FF2B5EF4-FFF2-40B4-BE49-F238E27FC236}">
                <a16:creationId xmlns:a16="http://schemas.microsoft.com/office/drawing/2014/main" id="{7A12A9F0-FB5C-5A1C-1428-E60E2C2AB4E4}"/>
              </a:ext>
            </a:extLst>
          </p:cNvPr>
          <p:cNvSpPr/>
          <p:nvPr/>
        </p:nvSpPr>
        <p:spPr bwMode="gray">
          <a:xfrm>
            <a:off x="1467816" y="5447501"/>
            <a:ext cx="1005840" cy="182880"/>
          </a:xfrm>
          <a:prstGeom prst="rect">
            <a:avLst/>
          </a:prstGeom>
          <a:pattFill prst="pct25">
            <a:fgClr>
              <a:schemeClr val="accent2"/>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8" name="TextBox 77">
            <a:extLst>
              <a:ext uri="{FF2B5EF4-FFF2-40B4-BE49-F238E27FC236}">
                <a16:creationId xmlns:a16="http://schemas.microsoft.com/office/drawing/2014/main" id="{7E75B1D1-CA1F-485C-5AFA-E0D833C379D0}"/>
              </a:ext>
            </a:extLst>
          </p:cNvPr>
          <p:cNvSpPr txBox="1"/>
          <p:nvPr/>
        </p:nvSpPr>
        <p:spPr bwMode="gray">
          <a:xfrm>
            <a:off x="893865" y="5174254"/>
            <a:ext cx="996605"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CTA: Mar,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TextBox 15">
            <a:extLst>
              <a:ext uri="{FF2B5EF4-FFF2-40B4-BE49-F238E27FC236}">
                <a16:creationId xmlns:a16="http://schemas.microsoft.com/office/drawing/2014/main" id="{F4113FC9-718D-7C7A-CF5D-D273CFBBCFD0}"/>
              </a:ext>
            </a:extLst>
          </p:cNvPr>
          <p:cNvSpPr txBox="1"/>
          <p:nvPr/>
        </p:nvSpPr>
        <p:spPr bwMode="gray">
          <a:xfrm>
            <a:off x="5991534" y="2871611"/>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Sep, 2027</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9" name="TextBox 18">
            <a:extLst>
              <a:ext uri="{FF2B5EF4-FFF2-40B4-BE49-F238E27FC236}">
                <a16:creationId xmlns:a16="http://schemas.microsoft.com/office/drawing/2014/main" id="{FD9F62FF-87BA-EE76-8E75-5BBB5AFCD512}"/>
              </a:ext>
            </a:extLst>
          </p:cNvPr>
          <p:cNvSpPr txBox="1"/>
          <p:nvPr/>
        </p:nvSpPr>
        <p:spPr bwMode="gray">
          <a:xfrm>
            <a:off x="4644957" y="5167412"/>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Jan, 2027</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20" name="Picture 19">
            <a:hlinkClick r:id="" action="ppaction://noaction"/>
            <a:extLst>
              <a:ext uri="{FF2B5EF4-FFF2-40B4-BE49-F238E27FC236}">
                <a16:creationId xmlns:a16="http://schemas.microsoft.com/office/drawing/2014/main" id="{F27D5163-2E48-50ED-FA54-EEFB1F47CC2A}"/>
              </a:ext>
            </a:extLst>
          </p:cNvPr>
          <p:cNvPicPr>
            <a:picLocks noChangeAspect="1"/>
          </p:cNvPicPr>
          <p:nvPr/>
        </p:nvPicPr>
        <p:blipFill>
          <a:blip r:embed="rId6"/>
          <a:srcRect l="1712" t="13643" r="7051" b="7851"/>
          <a:stretch>
            <a:fillRect/>
          </a:stretch>
        </p:blipFill>
        <p:spPr>
          <a:xfrm>
            <a:off x="2052302" y="3833487"/>
            <a:ext cx="822960" cy="348708"/>
          </a:xfrm>
          <a:prstGeom prst="rect">
            <a:avLst/>
          </a:prstGeom>
        </p:spPr>
      </p:pic>
      <p:pic>
        <p:nvPicPr>
          <p:cNvPr id="21" name="Picture 20" descr="A logo for a company&#10;&#10;Description automatically generated">
            <a:hlinkClick r:id="" action="ppaction://noaction"/>
            <a:extLst>
              <a:ext uri="{FF2B5EF4-FFF2-40B4-BE49-F238E27FC236}">
                <a16:creationId xmlns:a16="http://schemas.microsoft.com/office/drawing/2014/main" id="{995C84EC-8C37-6FC0-1214-4A76261AD73C}"/>
              </a:ext>
            </a:extLst>
          </p:cNvPr>
          <p:cNvPicPr>
            <a:picLocks noChangeAspect="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9879" t="13642" r="10764" b="14276"/>
          <a:stretch/>
        </p:blipFill>
        <p:spPr>
          <a:xfrm>
            <a:off x="2003166" y="1674220"/>
            <a:ext cx="822960" cy="459608"/>
          </a:xfrm>
          <a:prstGeom prst="rect">
            <a:avLst/>
          </a:prstGeom>
        </p:spPr>
      </p:pic>
      <p:sp>
        <p:nvSpPr>
          <p:cNvPr id="23" name="TextBox 22">
            <a:extLst>
              <a:ext uri="{FF2B5EF4-FFF2-40B4-BE49-F238E27FC236}">
                <a16:creationId xmlns:a16="http://schemas.microsoft.com/office/drawing/2014/main" id="{FB04D855-0DD1-0CCF-D43C-597E8FFBF400}"/>
              </a:ext>
            </a:extLst>
          </p:cNvPr>
          <p:cNvSpPr txBox="1"/>
          <p:nvPr/>
        </p:nvSpPr>
        <p:spPr bwMode="gray">
          <a:xfrm>
            <a:off x="3149032" y="2492034"/>
            <a:ext cx="4259036" cy="340519"/>
          </a:xfrm>
          <a:prstGeom prst="roundRect">
            <a:avLst/>
          </a:prstGeom>
          <a:solidFill>
            <a:schemeClr val="accent3">
              <a:alpha val="50196"/>
            </a:schemeClr>
          </a:solidFill>
        </p:spPr>
        <p:txBody>
          <a:bodyPr wrap="square">
            <a:spAutoFit/>
          </a:bodyPr>
          <a:lstStyle/>
          <a:p>
            <a:pPr marL="285750" indent="-285750">
              <a:buFont typeface="Times new roman" panose="02020603050405020304" pitchFamily="18" charset="0"/>
              <a:buChar char="⁃"/>
            </a:pPr>
            <a:r>
              <a:rPr lang="en-US" altLang="zh-CN" sz="1400">
                <a:solidFill>
                  <a:schemeClr val="accent1"/>
                </a:solidFill>
              </a:rPr>
              <a:t>22 patients </a:t>
            </a:r>
            <a:r>
              <a:rPr lang="en-US" altLang="zh-CN" sz="1400" err="1">
                <a:solidFill>
                  <a:schemeClr val="accent1"/>
                </a:solidFill>
              </a:rPr>
              <a:t>randomised</a:t>
            </a:r>
            <a:r>
              <a:rPr lang="zh-CN" altLang="en-US" sz="1400">
                <a:solidFill>
                  <a:schemeClr val="accent1"/>
                </a:solidFill>
              </a:rPr>
              <a:t>，</a:t>
            </a:r>
            <a:r>
              <a:rPr lang="en-GB" altLang="zh-CN" sz="1400">
                <a:solidFill>
                  <a:schemeClr val="accent1"/>
                </a:solidFill>
              </a:rPr>
              <a:t>26</a:t>
            </a:r>
            <a:r>
              <a:rPr lang="en-US" altLang="zh-CN" sz="1400">
                <a:solidFill>
                  <a:schemeClr val="accent1"/>
                </a:solidFill>
              </a:rPr>
              <a:t> sites initiated</a:t>
            </a:r>
          </a:p>
        </p:txBody>
      </p:sp>
      <p:grpSp>
        <p:nvGrpSpPr>
          <p:cNvPr id="24" name="Group 23">
            <a:extLst>
              <a:ext uri="{FF2B5EF4-FFF2-40B4-BE49-F238E27FC236}">
                <a16:creationId xmlns:a16="http://schemas.microsoft.com/office/drawing/2014/main" id="{4B4575D4-4DA3-DABC-65D7-93D5F9AF1194}"/>
              </a:ext>
            </a:extLst>
          </p:cNvPr>
          <p:cNvGrpSpPr>
            <a:grpSpLocks noChangeAspect="1"/>
          </p:cNvGrpSpPr>
          <p:nvPr/>
        </p:nvGrpSpPr>
        <p:grpSpPr>
          <a:xfrm>
            <a:off x="10818393" y="399675"/>
            <a:ext cx="365760" cy="365760"/>
            <a:chOff x="11005457" y="315686"/>
            <a:chExt cx="548640" cy="548640"/>
          </a:xfrm>
        </p:grpSpPr>
        <p:sp>
          <p:nvSpPr>
            <p:cNvPr id="25" name="Oval 24">
              <a:extLst>
                <a:ext uri="{FF2B5EF4-FFF2-40B4-BE49-F238E27FC236}">
                  <a16:creationId xmlns:a16="http://schemas.microsoft.com/office/drawing/2014/main" id="{5D921B8A-D48A-3A17-2CD1-89AF7D796519}"/>
                </a:ext>
              </a:extLst>
            </p:cNvPr>
            <p:cNvSpPr/>
            <p:nvPr/>
          </p:nvSpPr>
          <p:spPr bwMode="gray">
            <a:xfrm>
              <a:off x="11005457" y="315686"/>
              <a:ext cx="548640" cy="548640"/>
            </a:xfrm>
            <a:prstGeom prst="ellipse">
              <a:avLst/>
            </a:prstGeom>
            <a:solidFill>
              <a:schemeClr val="accent5">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 name="Oval 25">
              <a:extLst>
                <a:ext uri="{FF2B5EF4-FFF2-40B4-BE49-F238E27FC236}">
                  <a16:creationId xmlns:a16="http://schemas.microsoft.com/office/drawing/2014/main" id="{A2D1870B-CBC4-B4C9-0963-8A148E2BEC69}"/>
                </a:ext>
              </a:extLst>
            </p:cNvPr>
            <p:cNvSpPr>
              <a:spLocks noChangeAspect="1"/>
            </p:cNvSpPr>
            <p:nvPr/>
          </p:nvSpPr>
          <p:spPr bwMode="gray">
            <a:xfrm>
              <a:off x="11096897" y="407126"/>
              <a:ext cx="365760" cy="365760"/>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27" name="TextBox 26">
            <a:extLst>
              <a:ext uri="{FF2B5EF4-FFF2-40B4-BE49-F238E27FC236}">
                <a16:creationId xmlns:a16="http://schemas.microsoft.com/office/drawing/2014/main" id="{AD6C1D3F-68A5-4636-E684-6B7F5D0CA84B}"/>
              </a:ext>
            </a:extLst>
          </p:cNvPr>
          <p:cNvSpPr txBox="1"/>
          <p:nvPr/>
        </p:nvSpPr>
        <p:spPr bwMode="gray">
          <a:xfrm>
            <a:off x="5657685" y="4583816"/>
            <a:ext cx="4754884" cy="578882"/>
          </a:xfrm>
          <a:prstGeom prst="roundRect">
            <a:avLst/>
          </a:prstGeom>
          <a:solidFill>
            <a:schemeClr val="accent3">
              <a:alpha val="50196"/>
            </a:schemeClr>
          </a:solidFill>
        </p:spPr>
        <p:txBody>
          <a:bodyPr wrap="square">
            <a:spAutoFit/>
          </a:bodyPr>
          <a:lstStyle/>
          <a:p>
            <a:pPr marL="285750" indent="-285750">
              <a:buFont typeface="Times new roman" panose="02020603050405020304" pitchFamily="18" charset="0"/>
              <a:buChar char="⁃"/>
            </a:pPr>
            <a:r>
              <a:rPr lang="en-US" altLang="zh-CN" sz="1400">
                <a:solidFill>
                  <a:schemeClr val="accent1"/>
                </a:solidFill>
              </a:rPr>
              <a:t>12 patients randomized in China</a:t>
            </a:r>
          </a:p>
          <a:p>
            <a:pPr marL="285750" indent="-285750">
              <a:buFont typeface="Times new roman" panose="02020603050405020304" pitchFamily="18" charset="0"/>
              <a:buChar char="⁃"/>
            </a:pPr>
            <a:r>
              <a:rPr lang="en-US" altLang="zh-CN" sz="1400"/>
              <a:t>CTP3.0 submitted on 24 Nov through HAI </a:t>
            </a:r>
          </a:p>
        </p:txBody>
      </p:sp>
      <p:cxnSp>
        <p:nvCxnSpPr>
          <p:cNvPr id="28" name="Straight Connector 27">
            <a:extLst>
              <a:ext uri="{FF2B5EF4-FFF2-40B4-BE49-F238E27FC236}">
                <a16:creationId xmlns:a16="http://schemas.microsoft.com/office/drawing/2014/main" id="{810DA94D-D915-A8BE-1E4E-310FF226F906}"/>
              </a:ext>
            </a:extLst>
          </p:cNvPr>
          <p:cNvCxnSpPr>
            <a:cxnSpLocks/>
          </p:cNvCxnSpPr>
          <p:nvPr/>
        </p:nvCxnSpPr>
        <p:spPr bwMode="gray">
          <a:xfrm>
            <a:off x="2471429" y="1739536"/>
            <a:ext cx="0" cy="4114800"/>
          </a:xfrm>
          <a:prstGeom prst="line">
            <a:avLst/>
          </a:prstGeom>
          <a:ln w="12700">
            <a:solidFill>
              <a:srgbClr val="EE6541"/>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821ED18-71C8-5D99-C30D-C86F286A8AC7}"/>
              </a:ext>
            </a:extLst>
          </p:cNvPr>
          <p:cNvSpPr/>
          <p:nvPr/>
        </p:nvSpPr>
        <p:spPr bwMode="gray">
          <a:xfrm>
            <a:off x="2330470" y="5441846"/>
            <a:ext cx="2651760" cy="182880"/>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179137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8" name="Table 17">
            <a:extLst>
              <a:ext uri="{FF2B5EF4-FFF2-40B4-BE49-F238E27FC236}">
                <a16:creationId xmlns:a16="http://schemas.microsoft.com/office/drawing/2014/main" id="{B87822AC-82BB-5555-3406-DF5F02F17B92}"/>
              </a:ext>
            </a:extLst>
          </p:cNvPr>
          <p:cNvGraphicFramePr>
            <a:graphicFrameLocks noGrp="1"/>
          </p:cNvGraphicFramePr>
          <p:nvPr/>
        </p:nvGraphicFramePr>
        <p:xfrm>
          <a:off x="479425" y="1001051"/>
          <a:ext cx="11430218" cy="4841240"/>
        </p:xfrm>
        <a:graphic>
          <a:graphicData uri="http://schemas.openxmlformats.org/drawingml/2006/table">
            <a:tbl>
              <a:tblPr firstRow="1" bandRow="1"/>
              <a:tblGrid>
                <a:gridCol w="496966">
                  <a:extLst>
                    <a:ext uri="{9D8B030D-6E8A-4147-A177-3AD203B41FA5}">
                      <a16:colId xmlns:a16="http://schemas.microsoft.com/office/drawing/2014/main" val="4087860318"/>
                    </a:ext>
                  </a:extLst>
                </a:gridCol>
                <a:gridCol w="496966">
                  <a:extLst>
                    <a:ext uri="{9D8B030D-6E8A-4147-A177-3AD203B41FA5}">
                      <a16:colId xmlns:a16="http://schemas.microsoft.com/office/drawing/2014/main" val="3411862845"/>
                    </a:ext>
                  </a:extLst>
                </a:gridCol>
                <a:gridCol w="496966">
                  <a:extLst>
                    <a:ext uri="{9D8B030D-6E8A-4147-A177-3AD203B41FA5}">
                      <a16:colId xmlns:a16="http://schemas.microsoft.com/office/drawing/2014/main" val="2851474774"/>
                    </a:ext>
                  </a:extLst>
                </a:gridCol>
                <a:gridCol w="496966">
                  <a:extLst>
                    <a:ext uri="{9D8B030D-6E8A-4147-A177-3AD203B41FA5}">
                      <a16:colId xmlns:a16="http://schemas.microsoft.com/office/drawing/2014/main" val="107595344"/>
                    </a:ext>
                  </a:extLst>
                </a:gridCol>
                <a:gridCol w="496966">
                  <a:extLst>
                    <a:ext uri="{9D8B030D-6E8A-4147-A177-3AD203B41FA5}">
                      <a16:colId xmlns:a16="http://schemas.microsoft.com/office/drawing/2014/main" val="1666999431"/>
                    </a:ext>
                  </a:extLst>
                </a:gridCol>
                <a:gridCol w="496966">
                  <a:extLst>
                    <a:ext uri="{9D8B030D-6E8A-4147-A177-3AD203B41FA5}">
                      <a16:colId xmlns:a16="http://schemas.microsoft.com/office/drawing/2014/main" val="3696607442"/>
                    </a:ext>
                  </a:extLst>
                </a:gridCol>
                <a:gridCol w="496966">
                  <a:extLst>
                    <a:ext uri="{9D8B030D-6E8A-4147-A177-3AD203B41FA5}">
                      <a16:colId xmlns:a16="http://schemas.microsoft.com/office/drawing/2014/main" val="223989776"/>
                    </a:ext>
                  </a:extLst>
                </a:gridCol>
                <a:gridCol w="496966">
                  <a:extLst>
                    <a:ext uri="{9D8B030D-6E8A-4147-A177-3AD203B41FA5}">
                      <a16:colId xmlns:a16="http://schemas.microsoft.com/office/drawing/2014/main" val="124731204"/>
                    </a:ext>
                  </a:extLst>
                </a:gridCol>
                <a:gridCol w="496966">
                  <a:extLst>
                    <a:ext uri="{9D8B030D-6E8A-4147-A177-3AD203B41FA5}">
                      <a16:colId xmlns:a16="http://schemas.microsoft.com/office/drawing/2014/main" val="3066978585"/>
                    </a:ext>
                  </a:extLst>
                </a:gridCol>
                <a:gridCol w="496966">
                  <a:extLst>
                    <a:ext uri="{9D8B030D-6E8A-4147-A177-3AD203B41FA5}">
                      <a16:colId xmlns:a16="http://schemas.microsoft.com/office/drawing/2014/main" val="1064917641"/>
                    </a:ext>
                  </a:extLst>
                </a:gridCol>
                <a:gridCol w="496966">
                  <a:extLst>
                    <a:ext uri="{9D8B030D-6E8A-4147-A177-3AD203B41FA5}">
                      <a16:colId xmlns:a16="http://schemas.microsoft.com/office/drawing/2014/main" val="4221117315"/>
                    </a:ext>
                  </a:extLst>
                </a:gridCol>
                <a:gridCol w="496966">
                  <a:extLst>
                    <a:ext uri="{9D8B030D-6E8A-4147-A177-3AD203B41FA5}">
                      <a16:colId xmlns:a16="http://schemas.microsoft.com/office/drawing/2014/main" val="3266065341"/>
                    </a:ext>
                  </a:extLst>
                </a:gridCol>
                <a:gridCol w="496966">
                  <a:extLst>
                    <a:ext uri="{9D8B030D-6E8A-4147-A177-3AD203B41FA5}">
                      <a16:colId xmlns:a16="http://schemas.microsoft.com/office/drawing/2014/main" val="2374051224"/>
                    </a:ext>
                  </a:extLst>
                </a:gridCol>
                <a:gridCol w="496966">
                  <a:extLst>
                    <a:ext uri="{9D8B030D-6E8A-4147-A177-3AD203B41FA5}">
                      <a16:colId xmlns:a16="http://schemas.microsoft.com/office/drawing/2014/main" val="1840388365"/>
                    </a:ext>
                  </a:extLst>
                </a:gridCol>
                <a:gridCol w="496966">
                  <a:extLst>
                    <a:ext uri="{9D8B030D-6E8A-4147-A177-3AD203B41FA5}">
                      <a16:colId xmlns:a16="http://schemas.microsoft.com/office/drawing/2014/main" val="267750830"/>
                    </a:ext>
                  </a:extLst>
                </a:gridCol>
                <a:gridCol w="496966">
                  <a:extLst>
                    <a:ext uri="{9D8B030D-6E8A-4147-A177-3AD203B41FA5}">
                      <a16:colId xmlns:a16="http://schemas.microsoft.com/office/drawing/2014/main" val="3966469970"/>
                    </a:ext>
                  </a:extLst>
                </a:gridCol>
                <a:gridCol w="496966">
                  <a:extLst>
                    <a:ext uri="{9D8B030D-6E8A-4147-A177-3AD203B41FA5}">
                      <a16:colId xmlns:a16="http://schemas.microsoft.com/office/drawing/2014/main" val="2522973146"/>
                    </a:ext>
                  </a:extLst>
                </a:gridCol>
                <a:gridCol w="496966">
                  <a:extLst>
                    <a:ext uri="{9D8B030D-6E8A-4147-A177-3AD203B41FA5}">
                      <a16:colId xmlns:a16="http://schemas.microsoft.com/office/drawing/2014/main" val="1369122503"/>
                    </a:ext>
                  </a:extLst>
                </a:gridCol>
                <a:gridCol w="496966">
                  <a:extLst>
                    <a:ext uri="{9D8B030D-6E8A-4147-A177-3AD203B41FA5}">
                      <a16:colId xmlns:a16="http://schemas.microsoft.com/office/drawing/2014/main" val="2867001924"/>
                    </a:ext>
                  </a:extLst>
                </a:gridCol>
                <a:gridCol w="496966">
                  <a:extLst>
                    <a:ext uri="{9D8B030D-6E8A-4147-A177-3AD203B41FA5}">
                      <a16:colId xmlns:a16="http://schemas.microsoft.com/office/drawing/2014/main" val="3139393708"/>
                    </a:ext>
                  </a:extLst>
                </a:gridCol>
                <a:gridCol w="496966">
                  <a:extLst>
                    <a:ext uri="{9D8B030D-6E8A-4147-A177-3AD203B41FA5}">
                      <a16:colId xmlns:a16="http://schemas.microsoft.com/office/drawing/2014/main" val="561280759"/>
                    </a:ext>
                  </a:extLst>
                </a:gridCol>
                <a:gridCol w="496966">
                  <a:extLst>
                    <a:ext uri="{9D8B030D-6E8A-4147-A177-3AD203B41FA5}">
                      <a16:colId xmlns:a16="http://schemas.microsoft.com/office/drawing/2014/main" val="2584540109"/>
                    </a:ext>
                  </a:extLst>
                </a:gridCol>
                <a:gridCol w="496966">
                  <a:extLst>
                    <a:ext uri="{9D8B030D-6E8A-4147-A177-3AD203B41FA5}">
                      <a16:colId xmlns:a16="http://schemas.microsoft.com/office/drawing/2014/main" val="467224217"/>
                    </a:ext>
                  </a:extLst>
                </a:gridCol>
              </a:tblGrid>
              <a:tr h="254000">
                <a:tc>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11124038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64753278"/>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699947267"/>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463342811"/>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87752291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502096899"/>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93040305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99299608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82084917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492475526"/>
                  </a:ext>
                </a:extLst>
              </a:tr>
            </a:tbl>
          </a:graphicData>
        </a:graphic>
      </p:graphicFrame>
      <p:sp>
        <p:nvSpPr>
          <p:cNvPr id="95" name="Rectangle 94">
            <a:extLst>
              <a:ext uri="{FF2B5EF4-FFF2-40B4-BE49-F238E27FC236}">
                <a16:creationId xmlns:a16="http://schemas.microsoft.com/office/drawing/2014/main" id="{1135803C-711F-B5F9-2750-C70FDD5306AA}"/>
              </a:ext>
            </a:extLst>
          </p:cNvPr>
          <p:cNvSpPr/>
          <p:nvPr/>
        </p:nvSpPr>
        <p:spPr bwMode="gray">
          <a:xfrm>
            <a:off x="2029606" y="4583949"/>
            <a:ext cx="7132320" cy="182880"/>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96" name="TextBox 95">
            <a:extLst>
              <a:ext uri="{FF2B5EF4-FFF2-40B4-BE49-F238E27FC236}">
                <a16:creationId xmlns:a16="http://schemas.microsoft.com/office/drawing/2014/main" id="{8364227D-3FC7-1C35-BD76-95FF191404CC}"/>
              </a:ext>
            </a:extLst>
          </p:cNvPr>
          <p:cNvSpPr txBox="1"/>
          <p:nvPr/>
        </p:nvSpPr>
        <p:spPr bwMode="gray">
          <a:xfrm>
            <a:off x="1776652" y="4337902"/>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FSS: Jul,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7" name="TextBox 96">
            <a:extLst>
              <a:ext uri="{FF2B5EF4-FFF2-40B4-BE49-F238E27FC236}">
                <a16:creationId xmlns:a16="http://schemas.microsoft.com/office/drawing/2014/main" id="{EE9E25E4-0CC7-AE66-8804-3E447E74DC74}"/>
              </a:ext>
            </a:extLst>
          </p:cNvPr>
          <p:cNvSpPr txBox="1"/>
          <p:nvPr/>
        </p:nvSpPr>
        <p:spPr bwMode="gray">
          <a:xfrm>
            <a:off x="8861182" y="4337902"/>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Mar, 2029</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1" name="Diamond 100">
            <a:extLst>
              <a:ext uri="{FF2B5EF4-FFF2-40B4-BE49-F238E27FC236}">
                <a16:creationId xmlns:a16="http://schemas.microsoft.com/office/drawing/2014/main" id="{87AEF157-E7E1-2A3B-B236-EE7AD002B82C}"/>
              </a:ext>
            </a:extLst>
          </p:cNvPr>
          <p:cNvSpPr/>
          <p:nvPr/>
        </p:nvSpPr>
        <p:spPr bwMode="gray">
          <a:xfrm>
            <a:off x="9913668" y="4608320"/>
            <a:ext cx="137160" cy="137160"/>
          </a:xfrm>
          <a:prstGeom prst="diamond">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4" name="TextBox 103">
            <a:extLst>
              <a:ext uri="{FF2B5EF4-FFF2-40B4-BE49-F238E27FC236}">
                <a16:creationId xmlns:a16="http://schemas.microsoft.com/office/drawing/2014/main" id="{394F45D9-7BC9-B69E-1224-6B1B1A25D59C}"/>
              </a:ext>
            </a:extLst>
          </p:cNvPr>
          <p:cNvSpPr txBox="1"/>
          <p:nvPr/>
        </p:nvSpPr>
        <p:spPr bwMode="gray">
          <a:xfrm>
            <a:off x="10069304" y="4519995"/>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Jan, 2030</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9" name="Rectangle 108">
            <a:extLst>
              <a:ext uri="{FF2B5EF4-FFF2-40B4-BE49-F238E27FC236}">
                <a16:creationId xmlns:a16="http://schemas.microsoft.com/office/drawing/2014/main" id="{65F9BA69-D4E0-CA9D-81D3-D73A6640593A}"/>
              </a:ext>
            </a:extLst>
          </p:cNvPr>
          <p:cNvSpPr/>
          <p:nvPr/>
        </p:nvSpPr>
        <p:spPr bwMode="gray">
          <a:xfrm>
            <a:off x="2499372" y="5424508"/>
            <a:ext cx="6675120" cy="182880"/>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7" name="Diamond 116">
            <a:extLst>
              <a:ext uri="{FF2B5EF4-FFF2-40B4-BE49-F238E27FC236}">
                <a16:creationId xmlns:a16="http://schemas.microsoft.com/office/drawing/2014/main" id="{10D22922-FA36-3939-E8E5-AA71C65FDD76}"/>
              </a:ext>
            </a:extLst>
          </p:cNvPr>
          <p:cNvSpPr/>
          <p:nvPr/>
        </p:nvSpPr>
        <p:spPr bwMode="gray">
          <a:xfrm>
            <a:off x="10398143" y="5420316"/>
            <a:ext cx="137160" cy="137160"/>
          </a:xfrm>
          <a:prstGeom prst="diamond">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8" name="TextBox 117">
            <a:extLst>
              <a:ext uri="{FF2B5EF4-FFF2-40B4-BE49-F238E27FC236}">
                <a16:creationId xmlns:a16="http://schemas.microsoft.com/office/drawing/2014/main" id="{F2FF9847-3EFB-9527-227F-273607CE9439}"/>
              </a:ext>
            </a:extLst>
          </p:cNvPr>
          <p:cNvSpPr txBox="1"/>
          <p:nvPr/>
        </p:nvSpPr>
        <p:spPr bwMode="gray">
          <a:xfrm>
            <a:off x="10631674" y="5385245"/>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Jun, 2030</a:t>
            </a:r>
          </a:p>
        </p:txBody>
      </p:sp>
      <p:pic>
        <p:nvPicPr>
          <p:cNvPr id="3" name="Picture 2">
            <a:extLst>
              <a:ext uri="{FF2B5EF4-FFF2-40B4-BE49-F238E27FC236}">
                <a16:creationId xmlns:a16="http://schemas.microsoft.com/office/drawing/2014/main" id="{684CBBDB-F0CD-397D-AE18-8EAAAC1F7529}"/>
              </a:ext>
            </a:extLst>
          </p:cNvPr>
          <p:cNvPicPr>
            <a:picLocks noChangeAspect="1"/>
          </p:cNvPicPr>
          <p:nvPr/>
        </p:nvPicPr>
        <p:blipFill>
          <a:blip r:embed="rId2"/>
          <a:stretch>
            <a:fillRect/>
          </a:stretch>
        </p:blipFill>
        <p:spPr>
          <a:xfrm>
            <a:off x="10800000" y="360000"/>
            <a:ext cx="1208232" cy="491197"/>
          </a:xfrm>
          <a:prstGeom prst="rect">
            <a:avLst/>
          </a:prstGeom>
        </p:spPr>
      </p:pic>
      <p:sp>
        <p:nvSpPr>
          <p:cNvPr id="11" name="Title 1">
            <a:extLst>
              <a:ext uri="{FF2B5EF4-FFF2-40B4-BE49-F238E27FC236}">
                <a16:creationId xmlns:a16="http://schemas.microsoft.com/office/drawing/2014/main" id="{1C9AAB3B-E669-0CA6-F97C-6CEFB3998DF8}"/>
              </a:ext>
            </a:extLst>
          </p:cNvPr>
          <p:cNvSpPr>
            <a:spLocks noGrp="1"/>
          </p:cNvSpPr>
          <p:nvPr>
            <p:ph type="title"/>
          </p:nvPr>
        </p:nvSpPr>
        <p:spPr>
          <a:xfrm>
            <a:off x="491028" y="231781"/>
            <a:ext cx="11233150" cy="720725"/>
          </a:xfrm>
        </p:spPr>
        <p:txBody>
          <a:bodyPr/>
          <a:lstStyle/>
          <a:p>
            <a:r>
              <a:rPr lang="en-US" altLang="zh-CN" err="1"/>
              <a:t>VicaEmpa</a:t>
            </a:r>
            <a:r>
              <a:rPr lang="en-US" altLang="zh-CN"/>
              <a:t>/HF Development Plan (</a:t>
            </a:r>
            <a:r>
              <a:rPr lang="en-US" altLang="zh-CN" i="1">
                <a:solidFill>
                  <a:schemeClr val="bg1">
                    <a:lumMod val="75000"/>
                  </a:schemeClr>
                </a:solidFill>
              </a:rPr>
              <a:t>both global and local</a:t>
            </a:r>
            <a:r>
              <a:rPr lang="en-US" altLang="zh-CN"/>
              <a:t>)</a:t>
            </a:r>
            <a:endParaRPr lang="zh-CN" altLang="en-US"/>
          </a:p>
        </p:txBody>
      </p:sp>
      <p:pic>
        <p:nvPicPr>
          <p:cNvPr id="5" name="Graphic 4" descr="Globe with solid fill">
            <a:extLst>
              <a:ext uri="{FF2B5EF4-FFF2-40B4-BE49-F238E27FC236}">
                <a16:creationId xmlns:a16="http://schemas.microsoft.com/office/drawing/2014/main" id="{1F9E0C1D-6D02-AA23-1323-93A9240F44B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9425" y="4440766"/>
            <a:ext cx="365760" cy="365760"/>
          </a:xfrm>
          <a:prstGeom prst="rect">
            <a:avLst/>
          </a:prstGeom>
        </p:spPr>
      </p:pic>
      <p:pic>
        <p:nvPicPr>
          <p:cNvPr id="10" name="Picture 9" descr="A red circle with yellow stars and a black background&#10;&#10;Description automatically generated">
            <a:extLst>
              <a:ext uri="{FF2B5EF4-FFF2-40B4-BE49-F238E27FC236}">
                <a16:creationId xmlns:a16="http://schemas.microsoft.com/office/drawing/2014/main" id="{4179AA29-C0C4-8755-6D72-A499E517592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8231" y="5283156"/>
            <a:ext cx="274320" cy="274320"/>
          </a:xfrm>
          <a:prstGeom prst="rect">
            <a:avLst/>
          </a:prstGeom>
        </p:spPr>
      </p:pic>
      <p:sp>
        <p:nvSpPr>
          <p:cNvPr id="115" name="TextBox 114">
            <a:extLst>
              <a:ext uri="{FF2B5EF4-FFF2-40B4-BE49-F238E27FC236}">
                <a16:creationId xmlns:a16="http://schemas.microsoft.com/office/drawing/2014/main" id="{7DD3FCB0-42A1-6185-B1E4-9DAA14CA8879}"/>
              </a:ext>
            </a:extLst>
          </p:cNvPr>
          <p:cNvSpPr txBox="1"/>
          <p:nvPr/>
        </p:nvSpPr>
        <p:spPr bwMode="gray">
          <a:xfrm>
            <a:off x="2765166" y="6195576"/>
            <a:ext cx="1659507"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CTA-EC-HGRAC-1</a:t>
            </a:r>
            <a:r>
              <a:rPr kumimoji="0" lang="en-US" sz="1050" b="0" i="0" u="none" strike="noStrike" kern="1200" cap="none" spc="0" normalizeH="0" baseline="30000" noProof="0">
                <a:ln>
                  <a:noFill/>
                </a:ln>
                <a:solidFill>
                  <a:srgbClr val="5C5B59"/>
                </a:solidFill>
                <a:effectLst/>
                <a:uLnTx/>
                <a:uFillTx/>
                <a:latin typeface="Boehringer Forward Text"/>
                <a:ea typeface="+mn-ea"/>
                <a:cs typeface="+mn-cs"/>
              </a:rPr>
              <a:t>st</a:t>
            </a: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 SIV </a:t>
            </a:r>
          </a:p>
        </p:txBody>
      </p:sp>
      <p:sp>
        <p:nvSpPr>
          <p:cNvPr id="15" name="TextBox 14">
            <a:extLst>
              <a:ext uri="{FF2B5EF4-FFF2-40B4-BE49-F238E27FC236}">
                <a16:creationId xmlns:a16="http://schemas.microsoft.com/office/drawing/2014/main" id="{581E5D63-E4E4-6188-2D9D-0B342744C15E}"/>
              </a:ext>
            </a:extLst>
          </p:cNvPr>
          <p:cNvSpPr txBox="1"/>
          <p:nvPr/>
        </p:nvSpPr>
        <p:spPr bwMode="gray">
          <a:xfrm>
            <a:off x="532338" y="3924321"/>
            <a:ext cx="2488629" cy="23692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a:ea typeface="+mn-ea"/>
                <a:cs typeface="+mn-cs"/>
              </a:rPr>
              <a:t>Ph-III: 1378-0018</a:t>
            </a:r>
          </a:p>
        </p:txBody>
      </p:sp>
      <p:sp>
        <p:nvSpPr>
          <p:cNvPr id="31" name="Rectangle 30">
            <a:extLst>
              <a:ext uri="{FF2B5EF4-FFF2-40B4-BE49-F238E27FC236}">
                <a16:creationId xmlns:a16="http://schemas.microsoft.com/office/drawing/2014/main" id="{55D587B4-A82A-FFD1-3855-BED8D2A765FC}"/>
              </a:ext>
            </a:extLst>
          </p:cNvPr>
          <p:cNvSpPr/>
          <p:nvPr/>
        </p:nvSpPr>
        <p:spPr bwMode="gray">
          <a:xfrm>
            <a:off x="1975078" y="6207956"/>
            <a:ext cx="731520" cy="182880"/>
          </a:xfrm>
          <a:prstGeom prst="rect">
            <a:avLst/>
          </a:prstGeom>
          <a:pattFill prst="pct25">
            <a:fgClr>
              <a:srgbClr val="5C5B59"/>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Rectangle 63">
            <a:extLst>
              <a:ext uri="{FF2B5EF4-FFF2-40B4-BE49-F238E27FC236}">
                <a16:creationId xmlns:a16="http://schemas.microsoft.com/office/drawing/2014/main" id="{3AD57799-54F9-2488-22FE-A60F3C4B5953}"/>
              </a:ext>
            </a:extLst>
          </p:cNvPr>
          <p:cNvSpPr/>
          <p:nvPr/>
        </p:nvSpPr>
        <p:spPr bwMode="gray">
          <a:xfrm>
            <a:off x="1975078" y="6475110"/>
            <a:ext cx="731520" cy="182880"/>
          </a:xfrm>
          <a:prstGeom prst="rect">
            <a:avLst/>
          </a:prstGeom>
          <a:pattFill prst="dkVert">
            <a:fgClr>
              <a:srgbClr val="5C5B59"/>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 name="TextBox 64">
            <a:extLst>
              <a:ext uri="{FF2B5EF4-FFF2-40B4-BE49-F238E27FC236}">
                <a16:creationId xmlns:a16="http://schemas.microsoft.com/office/drawing/2014/main" id="{1CE45994-0C76-8879-208B-CD044BA96ADB}"/>
              </a:ext>
            </a:extLst>
          </p:cNvPr>
          <p:cNvSpPr txBox="1"/>
          <p:nvPr/>
        </p:nvSpPr>
        <p:spPr bwMode="gray">
          <a:xfrm>
            <a:off x="2765166" y="6476973"/>
            <a:ext cx="2645034"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Trial duration on base case scenario</a:t>
            </a:r>
          </a:p>
        </p:txBody>
      </p:sp>
      <p:sp>
        <p:nvSpPr>
          <p:cNvPr id="7" name="Rectangle 6">
            <a:extLst>
              <a:ext uri="{FF2B5EF4-FFF2-40B4-BE49-F238E27FC236}">
                <a16:creationId xmlns:a16="http://schemas.microsoft.com/office/drawing/2014/main" id="{D7893A1E-E6B9-39E6-C6A2-BA5BCDECED0B}"/>
              </a:ext>
            </a:extLst>
          </p:cNvPr>
          <p:cNvSpPr/>
          <p:nvPr/>
        </p:nvSpPr>
        <p:spPr bwMode="gray">
          <a:xfrm>
            <a:off x="1031469" y="4588210"/>
            <a:ext cx="457200" cy="182880"/>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8" name="TextBox 7">
            <a:extLst>
              <a:ext uri="{FF2B5EF4-FFF2-40B4-BE49-F238E27FC236}">
                <a16:creationId xmlns:a16="http://schemas.microsoft.com/office/drawing/2014/main" id="{06DA5350-7886-DC90-CACC-93A4A11C211D}"/>
              </a:ext>
            </a:extLst>
          </p:cNvPr>
          <p:cNvSpPr txBox="1"/>
          <p:nvPr/>
        </p:nvSpPr>
        <p:spPr bwMode="gray">
          <a:xfrm>
            <a:off x="1165777" y="4317960"/>
            <a:ext cx="275871"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CTA</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8">
            <a:extLst>
              <a:ext uri="{FF2B5EF4-FFF2-40B4-BE49-F238E27FC236}">
                <a16:creationId xmlns:a16="http://schemas.microsoft.com/office/drawing/2014/main" id="{2F0F92C5-9FC0-7CBD-D273-226431087D6A}"/>
              </a:ext>
            </a:extLst>
          </p:cNvPr>
          <p:cNvSpPr txBox="1"/>
          <p:nvPr/>
        </p:nvSpPr>
        <p:spPr bwMode="gray">
          <a:xfrm>
            <a:off x="4087683" y="4567442"/>
            <a:ext cx="1767213"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Boehringer Forward Text"/>
                <a:ea typeface="+mn-ea"/>
                <a:cs typeface="+mn-cs"/>
              </a:rPr>
              <a:t>(Hybrid-IQVIA)</a:t>
            </a:r>
          </a:p>
        </p:txBody>
      </p:sp>
      <p:sp>
        <p:nvSpPr>
          <p:cNvPr id="67" name="TextBox 66">
            <a:extLst>
              <a:ext uri="{FF2B5EF4-FFF2-40B4-BE49-F238E27FC236}">
                <a16:creationId xmlns:a16="http://schemas.microsoft.com/office/drawing/2014/main" id="{EB5FD327-A79D-B48F-FC25-6EB4079B3F8A}"/>
              </a:ext>
            </a:extLst>
          </p:cNvPr>
          <p:cNvSpPr txBox="1"/>
          <p:nvPr/>
        </p:nvSpPr>
        <p:spPr bwMode="gray">
          <a:xfrm>
            <a:off x="1165777" y="5122182"/>
            <a:ext cx="996605"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CTA: Mar,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Rectangle 11">
            <a:extLst>
              <a:ext uri="{FF2B5EF4-FFF2-40B4-BE49-F238E27FC236}">
                <a16:creationId xmlns:a16="http://schemas.microsoft.com/office/drawing/2014/main" id="{CA620E7D-A31E-59D0-5FD7-E2EAA4C7264D}"/>
              </a:ext>
            </a:extLst>
          </p:cNvPr>
          <p:cNvSpPr/>
          <p:nvPr/>
        </p:nvSpPr>
        <p:spPr bwMode="gray">
          <a:xfrm>
            <a:off x="1493532" y="5412900"/>
            <a:ext cx="1005840" cy="182880"/>
          </a:xfrm>
          <a:prstGeom prst="rect">
            <a:avLst/>
          </a:prstGeom>
          <a:pattFill prst="pct25">
            <a:fgClr>
              <a:schemeClr val="accent2"/>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5" name="TextBox 74">
            <a:extLst>
              <a:ext uri="{FF2B5EF4-FFF2-40B4-BE49-F238E27FC236}">
                <a16:creationId xmlns:a16="http://schemas.microsoft.com/office/drawing/2014/main" id="{E2B32A8B-B015-FD7D-F90E-F00398E7B2C8}"/>
              </a:ext>
            </a:extLst>
          </p:cNvPr>
          <p:cNvSpPr txBox="1"/>
          <p:nvPr/>
        </p:nvSpPr>
        <p:spPr bwMode="gray">
          <a:xfrm>
            <a:off x="2258967" y="5128205"/>
            <a:ext cx="1524000" cy="20730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FSS: Oct,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6" name="TextBox 125">
            <a:extLst>
              <a:ext uri="{FF2B5EF4-FFF2-40B4-BE49-F238E27FC236}">
                <a16:creationId xmlns:a16="http://schemas.microsoft.com/office/drawing/2014/main" id="{374E25FE-E02C-5264-67CE-67C2593EEF34}"/>
              </a:ext>
            </a:extLst>
          </p:cNvPr>
          <p:cNvSpPr txBox="1"/>
          <p:nvPr/>
        </p:nvSpPr>
        <p:spPr bwMode="gray">
          <a:xfrm>
            <a:off x="7334361" y="2018890"/>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Jul, 2028</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1" name="TextBox 130">
            <a:extLst>
              <a:ext uri="{FF2B5EF4-FFF2-40B4-BE49-F238E27FC236}">
                <a16:creationId xmlns:a16="http://schemas.microsoft.com/office/drawing/2014/main" id="{88663696-999D-5203-6F33-C9C8182F51CF}"/>
              </a:ext>
            </a:extLst>
          </p:cNvPr>
          <p:cNvSpPr txBox="1"/>
          <p:nvPr/>
        </p:nvSpPr>
        <p:spPr bwMode="gray">
          <a:xfrm>
            <a:off x="9160901" y="2238056"/>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a:t>
            </a:r>
            <a:r>
              <a:rPr lang="en-US" sz="1050">
                <a:solidFill>
                  <a:srgbClr val="EE6541"/>
                </a:solidFill>
                <a:latin typeface="Boehringer Forward Text"/>
              </a:rPr>
              <a:t>Feb</a:t>
            </a:r>
            <a:r>
              <a:rPr kumimoji="0" lang="en-US" sz="1050" b="0" i="0" u="none" strike="noStrike" kern="1200" cap="none" spc="0" normalizeH="0" baseline="0" noProof="0">
                <a:ln>
                  <a:noFill/>
                </a:ln>
                <a:solidFill>
                  <a:srgbClr val="EE6541"/>
                </a:solidFill>
                <a:effectLst/>
                <a:uLnTx/>
                <a:uFillTx/>
                <a:latin typeface="Boehringer Forward Text"/>
                <a:ea typeface="+mn-ea"/>
                <a:cs typeface="+mn-cs"/>
              </a:rPr>
              <a:t>, 2029</a:t>
            </a:r>
            <a:endParaRPr kumimoji="0" lang="en-GB" sz="1050" b="0" i="0" u="none" strike="noStrike" kern="1200" cap="none" spc="0" normalizeH="0" baseline="0" noProof="0">
              <a:ln>
                <a:noFill/>
              </a:ln>
              <a:solidFill>
                <a:srgbClr val="EE6541"/>
              </a:solidFill>
              <a:effectLst/>
              <a:uLnTx/>
              <a:uFillTx/>
              <a:latin typeface="Boehringer Forward Text"/>
              <a:ea typeface="+mn-ea"/>
              <a:cs typeface="+mn-cs"/>
            </a:endParaRPr>
          </a:p>
        </p:txBody>
      </p:sp>
      <p:sp>
        <p:nvSpPr>
          <p:cNvPr id="139" name="TextBox 138">
            <a:extLst>
              <a:ext uri="{FF2B5EF4-FFF2-40B4-BE49-F238E27FC236}">
                <a16:creationId xmlns:a16="http://schemas.microsoft.com/office/drawing/2014/main" id="{0D5A191A-F304-C541-C785-A8C090E60E6F}"/>
              </a:ext>
            </a:extLst>
          </p:cNvPr>
          <p:cNvSpPr txBox="1"/>
          <p:nvPr/>
        </p:nvSpPr>
        <p:spPr bwMode="gray">
          <a:xfrm>
            <a:off x="9786228" y="3148546"/>
            <a:ext cx="1983796"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Boehringer Forward Text"/>
                <a:ea typeface="+mn-ea"/>
                <a:cs typeface="+mn-cs"/>
              </a:rPr>
              <a:t>Approval: </a:t>
            </a:r>
            <a:r>
              <a:rPr kumimoji="0" lang="en-US" sz="1050" b="0" i="0" u="none" strike="noStrike" kern="1200" cap="none" spc="0" normalizeH="0" baseline="0" noProof="0">
                <a:ln>
                  <a:noFill/>
                </a:ln>
                <a:solidFill>
                  <a:srgbClr val="EE6541"/>
                </a:solidFill>
                <a:effectLst/>
                <a:uLnTx/>
                <a:uFillTx/>
                <a:latin typeface="Boehringer Forward Text"/>
                <a:ea typeface="+mn-ea"/>
                <a:cs typeface="+mn-cs"/>
              </a:rPr>
              <a:t>Sep, 2029</a:t>
            </a:r>
            <a:endParaRPr kumimoji="0" lang="en-GB" sz="1050" b="0" i="0" u="none" strike="noStrike" kern="1200" cap="none" spc="0" normalizeH="0" baseline="0" noProof="0">
              <a:ln>
                <a:noFill/>
              </a:ln>
              <a:solidFill>
                <a:srgbClr val="EE6541"/>
              </a:solidFill>
              <a:effectLst/>
              <a:uLnTx/>
              <a:uFillTx/>
              <a:latin typeface="Boehringer Forward Text"/>
              <a:ea typeface="+mn-ea"/>
              <a:cs typeface="+mn-cs"/>
            </a:endParaRPr>
          </a:p>
        </p:txBody>
      </p:sp>
      <p:sp>
        <p:nvSpPr>
          <p:cNvPr id="152" name="TextBox 151">
            <a:extLst>
              <a:ext uri="{FF2B5EF4-FFF2-40B4-BE49-F238E27FC236}">
                <a16:creationId xmlns:a16="http://schemas.microsoft.com/office/drawing/2014/main" id="{609E52E9-A561-97C2-D4CD-A89AEB0CB979}"/>
              </a:ext>
            </a:extLst>
          </p:cNvPr>
          <p:cNvSpPr txBox="1"/>
          <p:nvPr/>
        </p:nvSpPr>
        <p:spPr bwMode="gray">
          <a:xfrm>
            <a:off x="10166945" y="3431309"/>
            <a:ext cx="168396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Boehringer Forward Text"/>
                <a:ea typeface="+mn-ea"/>
                <a:cs typeface="+mn-cs"/>
              </a:rPr>
              <a:t>Approval(Base): </a:t>
            </a:r>
            <a:r>
              <a:rPr kumimoji="0" lang="en-US" sz="1050" b="0" i="0" u="none" strike="noStrike" kern="1200" cap="none" spc="0" normalizeH="0" baseline="0" noProof="0">
                <a:ln>
                  <a:noFill/>
                </a:ln>
                <a:solidFill>
                  <a:srgbClr val="EE6541"/>
                </a:solidFill>
                <a:effectLst/>
                <a:uLnTx/>
                <a:uFillTx/>
                <a:latin typeface="Boehringer Forward Text"/>
                <a:ea typeface="+mn-ea"/>
                <a:cs typeface="+mn-cs"/>
              </a:rPr>
              <a:t>Ma</a:t>
            </a:r>
            <a:r>
              <a:rPr lang="en-US" sz="1050">
                <a:solidFill>
                  <a:srgbClr val="EE6541"/>
                </a:solidFill>
                <a:latin typeface="Boehringer Forward Text"/>
              </a:rPr>
              <a:t>r</a:t>
            </a:r>
            <a:r>
              <a:rPr kumimoji="0" lang="en-US" sz="1050" b="0" i="0" u="none" strike="noStrike" kern="1200" cap="none" spc="0" normalizeH="0" baseline="0" noProof="0">
                <a:ln>
                  <a:noFill/>
                </a:ln>
                <a:solidFill>
                  <a:srgbClr val="EE6541"/>
                </a:solidFill>
                <a:effectLst/>
                <a:uLnTx/>
                <a:uFillTx/>
                <a:latin typeface="Boehringer Forward Text"/>
                <a:ea typeface="+mn-ea"/>
                <a:cs typeface="+mn-cs"/>
              </a:rPr>
              <a:t>, 2030</a:t>
            </a:r>
            <a:endParaRPr kumimoji="0" lang="en-GB" sz="1050" b="0" i="0" u="none" strike="noStrike" kern="1200" cap="none" spc="0" normalizeH="0" baseline="0" noProof="0">
              <a:ln>
                <a:noFill/>
              </a:ln>
              <a:solidFill>
                <a:srgbClr val="EE6541"/>
              </a:solidFill>
              <a:effectLst/>
              <a:uLnTx/>
              <a:uFillTx/>
              <a:latin typeface="Boehringer Forward Text"/>
              <a:ea typeface="+mn-ea"/>
              <a:cs typeface="+mn-cs"/>
            </a:endParaRPr>
          </a:p>
        </p:txBody>
      </p:sp>
      <p:pic>
        <p:nvPicPr>
          <p:cNvPr id="19" name="Graphic 18" descr="Globe with solid fill">
            <a:extLst>
              <a:ext uri="{FF2B5EF4-FFF2-40B4-BE49-F238E27FC236}">
                <a16:creationId xmlns:a16="http://schemas.microsoft.com/office/drawing/2014/main" id="{5723EEEE-A4E0-4444-7DF4-57648B682F3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028" y="2323856"/>
            <a:ext cx="365760" cy="365760"/>
          </a:xfrm>
          <a:prstGeom prst="rect">
            <a:avLst/>
          </a:prstGeom>
        </p:spPr>
      </p:pic>
      <p:sp>
        <p:nvSpPr>
          <p:cNvPr id="20" name="TextBox 19">
            <a:extLst>
              <a:ext uri="{FF2B5EF4-FFF2-40B4-BE49-F238E27FC236}">
                <a16:creationId xmlns:a16="http://schemas.microsoft.com/office/drawing/2014/main" id="{DF48091F-A384-E417-8F3B-DFC1445BBA6A}"/>
              </a:ext>
            </a:extLst>
          </p:cNvPr>
          <p:cNvSpPr txBox="1"/>
          <p:nvPr/>
        </p:nvSpPr>
        <p:spPr bwMode="gray">
          <a:xfrm>
            <a:off x="532338" y="1801150"/>
            <a:ext cx="2488629" cy="23692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a:ea typeface="+mn-ea"/>
                <a:cs typeface="+mn-cs"/>
              </a:rPr>
              <a:t>Ph-III: 1378-0020</a:t>
            </a:r>
          </a:p>
        </p:txBody>
      </p:sp>
      <p:pic>
        <p:nvPicPr>
          <p:cNvPr id="22" name="Picture 21" descr="A red circle with yellow stars and a black background&#10;&#10;Description automatically generated">
            <a:extLst>
              <a:ext uri="{FF2B5EF4-FFF2-40B4-BE49-F238E27FC236}">
                <a16:creationId xmlns:a16="http://schemas.microsoft.com/office/drawing/2014/main" id="{D9910099-292D-E371-97C8-113024CF0C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2338" y="3185781"/>
            <a:ext cx="274320" cy="274320"/>
          </a:xfrm>
          <a:prstGeom prst="rect">
            <a:avLst/>
          </a:prstGeom>
        </p:spPr>
      </p:pic>
      <p:sp>
        <p:nvSpPr>
          <p:cNvPr id="23" name="Rectangle 22">
            <a:extLst>
              <a:ext uri="{FF2B5EF4-FFF2-40B4-BE49-F238E27FC236}">
                <a16:creationId xmlns:a16="http://schemas.microsoft.com/office/drawing/2014/main" id="{C108D0F1-AAC1-148B-EBC6-EAB21956D8C0}"/>
              </a:ext>
            </a:extLst>
          </p:cNvPr>
          <p:cNvSpPr/>
          <p:nvPr/>
        </p:nvSpPr>
        <p:spPr bwMode="gray">
          <a:xfrm>
            <a:off x="985681" y="2331621"/>
            <a:ext cx="6977698" cy="16029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4" name="TextBox 23">
            <a:extLst>
              <a:ext uri="{FF2B5EF4-FFF2-40B4-BE49-F238E27FC236}">
                <a16:creationId xmlns:a16="http://schemas.microsoft.com/office/drawing/2014/main" id="{2EEA831D-CA8A-CAC7-E568-8B6766261E54}"/>
              </a:ext>
            </a:extLst>
          </p:cNvPr>
          <p:cNvSpPr txBox="1"/>
          <p:nvPr/>
        </p:nvSpPr>
        <p:spPr bwMode="gray">
          <a:xfrm>
            <a:off x="3832221" y="2259902"/>
            <a:ext cx="1767213"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Boehringer Forward Text"/>
                <a:ea typeface="+mn-ea"/>
                <a:cs typeface="+mn-cs"/>
              </a:rPr>
              <a:t>(</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Hybrid</a:t>
            </a:r>
            <a:r>
              <a:rPr kumimoji="0" lang="en-GB" sz="1050" b="0" i="0" u="none" strike="noStrike" kern="1200" cap="none" spc="0" normalizeH="0" baseline="0" noProof="0">
                <a:ln>
                  <a:noFill/>
                </a:ln>
                <a:solidFill>
                  <a:prstClr val="black"/>
                </a:solidFill>
                <a:effectLst/>
                <a:uLnTx/>
                <a:uFillTx/>
                <a:latin typeface="Boehringer Forward Text"/>
                <a:ea typeface="+mn-ea"/>
                <a:cs typeface="+mn-cs"/>
              </a:rPr>
              <a:t>-IQVIA)</a:t>
            </a:r>
          </a:p>
        </p:txBody>
      </p:sp>
      <p:sp>
        <p:nvSpPr>
          <p:cNvPr id="29" name="Diamond 28">
            <a:extLst>
              <a:ext uri="{FF2B5EF4-FFF2-40B4-BE49-F238E27FC236}">
                <a16:creationId xmlns:a16="http://schemas.microsoft.com/office/drawing/2014/main" id="{FC548F11-65C7-8615-5F2C-2285F9E08967}"/>
              </a:ext>
            </a:extLst>
          </p:cNvPr>
          <p:cNvSpPr/>
          <p:nvPr/>
        </p:nvSpPr>
        <p:spPr bwMode="gray">
          <a:xfrm>
            <a:off x="8956543" y="2297604"/>
            <a:ext cx="137160" cy="137160"/>
          </a:xfrm>
          <a:prstGeom prst="diamond">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Rectangle 69">
            <a:extLst>
              <a:ext uri="{FF2B5EF4-FFF2-40B4-BE49-F238E27FC236}">
                <a16:creationId xmlns:a16="http://schemas.microsoft.com/office/drawing/2014/main" id="{1C825436-4932-C7B9-6303-9CF487BC0E7A}"/>
              </a:ext>
            </a:extLst>
          </p:cNvPr>
          <p:cNvSpPr/>
          <p:nvPr/>
        </p:nvSpPr>
        <p:spPr bwMode="gray">
          <a:xfrm>
            <a:off x="989539" y="3146204"/>
            <a:ext cx="6977698" cy="207301"/>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4" name="Diamond 73">
            <a:extLst>
              <a:ext uri="{FF2B5EF4-FFF2-40B4-BE49-F238E27FC236}">
                <a16:creationId xmlns:a16="http://schemas.microsoft.com/office/drawing/2014/main" id="{828C537F-F1F9-5F39-41D8-2DDA2AF00522}"/>
              </a:ext>
            </a:extLst>
          </p:cNvPr>
          <p:cNvSpPr/>
          <p:nvPr/>
        </p:nvSpPr>
        <p:spPr bwMode="gray">
          <a:xfrm>
            <a:off x="9608829" y="3183705"/>
            <a:ext cx="137160" cy="137160"/>
          </a:xfrm>
          <a:prstGeom prst="diamond">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Diamond 78">
            <a:extLst>
              <a:ext uri="{FF2B5EF4-FFF2-40B4-BE49-F238E27FC236}">
                <a16:creationId xmlns:a16="http://schemas.microsoft.com/office/drawing/2014/main" id="{F93B484E-194E-86FA-C776-2C5BC01B9386}"/>
              </a:ext>
            </a:extLst>
          </p:cNvPr>
          <p:cNvSpPr/>
          <p:nvPr/>
        </p:nvSpPr>
        <p:spPr bwMode="gray">
          <a:xfrm>
            <a:off x="10033007" y="3468546"/>
            <a:ext cx="137160" cy="137160"/>
          </a:xfrm>
          <a:prstGeom prst="diamond">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55C2DD2D-7D31-AF69-520D-F7D424D0B85F}"/>
              </a:ext>
            </a:extLst>
          </p:cNvPr>
          <p:cNvSpPr txBox="1"/>
          <p:nvPr/>
        </p:nvSpPr>
        <p:spPr bwMode="gray">
          <a:xfrm>
            <a:off x="7334361" y="2891512"/>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Jul, 2028</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TextBox 15">
            <a:extLst>
              <a:ext uri="{FF2B5EF4-FFF2-40B4-BE49-F238E27FC236}">
                <a16:creationId xmlns:a16="http://schemas.microsoft.com/office/drawing/2014/main" id="{B93B3534-B6FE-D4DF-E42E-C24954F16789}"/>
              </a:ext>
            </a:extLst>
          </p:cNvPr>
          <p:cNvSpPr txBox="1"/>
          <p:nvPr/>
        </p:nvSpPr>
        <p:spPr bwMode="gray">
          <a:xfrm>
            <a:off x="11107804" y="5636079"/>
            <a:ext cx="999671" cy="433517"/>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Approval(Base):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Aug, 2030</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21" name="Picture 20">
            <a:hlinkClick r:id="" action="ppaction://noaction"/>
            <a:extLst>
              <a:ext uri="{FF2B5EF4-FFF2-40B4-BE49-F238E27FC236}">
                <a16:creationId xmlns:a16="http://schemas.microsoft.com/office/drawing/2014/main" id="{04579CAA-8474-8B39-1D32-8384CD5E77E4}"/>
              </a:ext>
            </a:extLst>
          </p:cNvPr>
          <p:cNvPicPr>
            <a:picLocks noChangeAspect="1"/>
          </p:cNvPicPr>
          <p:nvPr/>
        </p:nvPicPr>
        <p:blipFill>
          <a:blip r:embed="rId6"/>
          <a:stretch>
            <a:fillRect/>
          </a:stretch>
        </p:blipFill>
        <p:spPr>
          <a:xfrm>
            <a:off x="2087892" y="1695384"/>
            <a:ext cx="914400" cy="374896"/>
          </a:xfrm>
          <a:prstGeom prst="rect">
            <a:avLst/>
          </a:prstGeom>
        </p:spPr>
      </p:pic>
      <p:pic>
        <p:nvPicPr>
          <p:cNvPr id="26" name="Picture 25">
            <a:hlinkClick r:id="" action="ppaction://noaction"/>
            <a:extLst>
              <a:ext uri="{FF2B5EF4-FFF2-40B4-BE49-F238E27FC236}">
                <a16:creationId xmlns:a16="http://schemas.microsoft.com/office/drawing/2014/main" id="{B20EF0AF-C886-1628-8363-5DA8101D34DC}"/>
              </a:ext>
            </a:extLst>
          </p:cNvPr>
          <p:cNvPicPr>
            <a:picLocks noChangeAspect="1"/>
          </p:cNvPicPr>
          <p:nvPr/>
        </p:nvPicPr>
        <p:blipFill>
          <a:blip r:embed="rId7"/>
          <a:stretch>
            <a:fillRect/>
          </a:stretch>
        </p:blipFill>
        <p:spPr>
          <a:xfrm>
            <a:off x="2081452" y="3846061"/>
            <a:ext cx="914400" cy="374895"/>
          </a:xfrm>
          <a:prstGeom prst="rect">
            <a:avLst/>
          </a:prstGeom>
        </p:spPr>
      </p:pic>
      <p:sp>
        <p:nvSpPr>
          <p:cNvPr id="27" name="TextBox 26">
            <a:extLst>
              <a:ext uri="{FF2B5EF4-FFF2-40B4-BE49-F238E27FC236}">
                <a16:creationId xmlns:a16="http://schemas.microsoft.com/office/drawing/2014/main" id="{59311BBF-EA34-25DC-89AD-986DDF00408E}"/>
              </a:ext>
            </a:extLst>
          </p:cNvPr>
          <p:cNvSpPr txBox="1"/>
          <p:nvPr/>
        </p:nvSpPr>
        <p:spPr bwMode="gray">
          <a:xfrm>
            <a:off x="1488669" y="2564948"/>
            <a:ext cx="5845692" cy="578882"/>
          </a:xfrm>
          <a:prstGeom prst="roundRect">
            <a:avLst/>
          </a:prstGeom>
          <a:solidFill>
            <a:schemeClr val="accent3">
              <a:alpha val="50196"/>
            </a:schemeClr>
          </a:solidFill>
        </p:spPr>
        <p:txBody>
          <a:bodyPr wrap="square">
            <a:spAutoFit/>
          </a:bodyPr>
          <a:lstStyle/>
          <a:p>
            <a:pPr marL="285750" indent="-285750">
              <a:spcAft>
                <a:spcPts val="600"/>
              </a:spcAft>
              <a:buFont typeface="Arial" panose="020B0604020202020204" pitchFamily="34" charset="0"/>
              <a:buChar char="•"/>
            </a:pPr>
            <a:r>
              <a:rPr lang="en-US" altLang="zh-CN" sz="1400">
                <a:solidFill>
                  <a:schemeClr val="accent1"/>
                </a:solidFill>
              </a:rPr>
              <a:t>339(vs. 197 planned) patients randomized in China, and similar momentum observed at global level (</a:t>
            </a:r>
            <a:r>
              <a:rPr lang="en-GB" altLang="zh-CN" sz="1400">
                <a:solidFill>
                  <a:schemeClr val="accent1"/>
                </a:solidFill>
              </a:rPr>
              <a:t>3,607</a:t>
            </a:r>
            <a:r>
              <a:rPr lang="en-US" altLang="zh-CN" sz="1400">
                <a:solidFill>
                  <a:schemeClr val="accent1"/>
                </a:solidFill>
              </a:rPr>
              <a:t> vs. 3,559 planned)</a:t>
            </a:r>
          </a:p>
        </p:txBody>
      </p:sp>
      <p:cxnSp>
        <p:nvCxnSpPr>
          <p:cNvPr id="28" name="Straight Connector 27">
            <a:extLst>
              <a:ext uri="{FF2B5EF4-FFF2-40B4-BE49-F238E27FC236}">
                <a16:creationId xmlns:a16="http://schemas.microsoft.com/office/drawing/2014/main" id="{0979E2EF-C3F0-EEB4-1863-4B826CA57518}"/>
              </a:ext>
            </a:extLst>
          </p:cNvPr>
          <p:cNvCxnSpPr>
            <a:cxnSpLocks/>
          </p:cNvCxnSpPr>
          <p:nvPr/>
        </p:nvCxnSpPr>
        <p:spPr bwMode="gray">
          <a:xfrm>
            <a:off x="2471429" y="1739536"/>
            <a:ext cx="0" cy="4114800"/>
          </a:xfrm>
          <a:prstGeom prst="line">
            <a:avLst/>
          </a:prstGeom>
          <a:ln w="12700">
            <a:solidFill>
              <a:srgbClr val="EE6541"/>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69F3BDC-BF84-FB5F-44E1-5F26519A7433}"/>
              </a:ext>
            </a:extLst>
          </p:cNvPr>
          <p:cNvSpPr txBox="1"/>
          <p:nvPr/>
        </p:nvSpPr>
        <p:spPr bwMode="gray">
          <a:xfrm>
            <a:off x="2974448" y="4823288"/>
            <a:ext cx="5242636" cy="817245"/>
          </a:xfrm>
          <a:prstGeom prst="roundRect">
            <a:avLst/>
          </a:prstGeom>
          <a:solidFill>
            <a:schemeClr val="accent3">
              <a:alpha val="50196"/>
            </a:schemeClr>
          </a:solidFill>
        </p:spPr>
        <p:txBody>
          <a:bodyPr wrap="square">
            <a:spAutoFit/>
          </a:bodyPr>
          <a:lstStyle/>
          <a:p>
            <a:pPr marL="285750" lvl="0" indent="-285750" defTabSz="914377">
              <a:buFont typeface="Arial" panose="020B0604020202020204" pitchFamily="34" charset="0"/>
              <a:buChar char="•"/>
              <a:defRPr/>
            </a:pPr>
            <a:r>
              <a:rPr lang="en-US" altLang="zh-CN" sz="1400"/>
              <a:t>IM was held on 23</a:t>
            </a:r>
            <a:r>
              <a:rPr lang="en-US" altLang="zh-CN" sz="1400" baseline="30000"/>
              <a:t>rd</a:t>
            </a:r>
            <a:r>
              <a:rPr lang="en-US" altLang="zh-CN" sz="1400"/>
              <a:t> Nov, 2025</a:t>
            </a:r>
          </a:p>
          <a:p>
            <a:pPr marL="285750" lvl="0" indent="-285750" defTabSz="914377">
              <a:buFont typeface="Arial" panose="020B0604020202020204" pitchFamily="34" charset="0"/>
              <a:buChar char="•"/>
              <a:defRPr/>
            </a:pPr>
            <a:r>
              <a:rPr lang="en-GB" altLang="zh-CN" sz="1400"/>
              <a:t>11</a:t>
            </a:r>
            <a:r>
              <a:rPr lang="en-US" altLang="zh-CN" sz="1400"/>
              <a:t>(vs. 1)</a:t>
            </a:r>
            <a:r>
              <a:rPr lang="en-GB" altLang="zh-CN" sz="1400"/>
              <a:t> </a:t>
            </a:r>
            <a:r>
              <a:rPr lang="en-US" altLang="zh-CN" sz="1400"/>
              <a:t>patients </a:t>
            </a:r>
            <a:r>
              <a:rPr lang="en-US" altLang="zh-CN" sz="1400" err="1"/>
              <a:t>randomised</a:t>
            </a:r>
            <a:r>
              <a:rPr lang="en-US" altLang="zh-CN" sz="1400"/>
              <a:t> in China, and 268(vs. 117) patients randomized globally</a:t>
            </a:r>
            <a:endParaRPr lang="zh-CN" altLang="en-US" sz="1400"/>
          </a:p>
        </p:txBody>
      </p:sp>
      <p:sp>
        <p:nvSpPr>
          <p:cNvPr id="66" name="TextBox 96">
            <a:extLst>
              <a:ext uri="{FF2B5EF4-FFF2-40B4-BE49-F238E27FC236}">
                <a16:creationId xmlns:a16="http://schemas.microsoft.com/office/drawing/2014/main" id="{8E453440-3B10-23AB-7D94-8CCF8F0B27B2}"/>
              </a:ext>
            </a:extLst>
          </p:cNvPr>
          <p:cNvSpPr txBox="1"/>
          <p:nvPr/>
        </p:nvSpPr>
        <p:spPr bwMode="gray">
          <a:xfrm>
            <a:off x="8858361" y="5180928"/>
            <a:ext cx="15240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Mar, 2029</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Diamond 78">
            <a:extLst>
              <a:ext uri="{FF2B5EF4-FFF2-40B4-BE49-F238E27FC236}">
                <a16:creationId xmlns:a16="http://schemas.microsoft.com/office/drawing/2014/main" id="{C477B7B2-98AD-4A02-5178-90FD75B4EBA9}"/>
              </a:ext>
            </a:extLst>
          </p:cNvPr>
          <p:cNvSpPr/>
          <p:nvPr/>
        </p:nvSpPr>
        <p:spPr bwMode="gray">
          <a:xfrm>
            <a:off x="10932630" y="5704649"/>
            <a:ext cx="137160" cy="137160"/>
          </a:xfrm>
          <a:prstGeom prst="diamond">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364549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8" name="Table 17">
            <a:extLst>
              <a:ext uri="{FF2B5EF4-FFF2-40B4-BE49-F238E27FC236}">
                <a16:creationId xmlns:a16="http://schemas.microsoft.com/office/drawing/2014/main" id="{B87822AC-82BB-5555-3406-DF5F02F17B92}"/>
              </a:ext>
            </a:extLst>
          </p:cNvPr>
          <p:cNvGraphicFramePr>
            <a:graphicFrameLocks noGrp="1"/>
          </p:cNvGraphicFramePr>
          <p:nvPr/>
        </p:nvGraphicFramePr>
        <p:xfrm>
          <a:off x="479425" y="1001051"/>
          <a:ext cx="11430218" cy="4841240"/>
        </p:xfrm>
        <a:graphic>
          <a:graphicData uri="http://schemas.openxmlformats.org/drawingml/2006/table">
            <a:tbl>
              <a:tblPr firstRow="1" bandRow="1"/>
              <a:tblGrid>
                <a:gridCol w="496966">
                  <a:extLst>
                    <a:ext uri="{9D8B030D-6E8A-4147-A177-3AD203B41FA5}">
                      <a16:colId xmlns:a16="http://schemas.microsoft.com/office/drawing/2014/main" val="4087860318"/>
                    </a:ext>
                  </a:extLst>
                </a:gridCol>
                <a:gridCol w="496966">
                  <a:extLst>
                    <a:ext uri="{9D8B030D-6E8A-4147-A177-3AD203B41FA5}">
                      <a16:colId xmlns:a16="http://schemas.microsoft.com/office/drawing/2014/main" val="3411862845"/>
                    </a:ext>
                  </a:extLst>
                </a:gridCol>
                <a:gridCol w="496966">
                  <a:extLst>
                    <a:ext uri="{9D8B030D-6E8A-4147-A177-3AD203B41FA5}">
                      <a16:colId xmlns:a16="http://schemas.microsoft.com/office/drawing/2014/main" val="2851474774"/>
                    </a:ext>
                  </a:extLst>
                </a:gridCol>
                <a:gridCol w="496966">
                  <a:extLst>
                    <a:ext uri="{9D8B030D-6E8A-4147-A177-3AD203B41FA5}">
                      <a16:colId xmlns:a16="http://schemas.microsoft.com/office/drawing/2014/main" val="107595344"/>
                    </a:ext>
                  </a:extLst>
                </a:gridCol>
                <a:gridCol w="496966">
                  <a:extLst>
                    <a:ext uri="{9D8B030D-6E8A-4147-A177-3AD203B41FA5}">
                      <a16:colId xmlns:a16="http://schemas.microsoft.com/office/drawing/2014/main" val="1666999431"/>
                    </a:ext>
                  </a:extLst>
                </a:gridCol>
                <a:gridCol w="496966">
                  <a:extLst>
                    <a:ext uri="{9D8B030D-6E8A-4147-A177-3AD203B41FA5}">
                      <a16:colId xmlns:a16="http://schemas.microsoft.com/office/drawing/2014/main" val="3696607442"/>
                    </a:ext>
                  </a:extLst>
                </a:gridCol>
                <a:gridCol w="496966">
                  <a:extLst>
                    <a:ext uri="{9D8B030D-6E8A-4147-A177-3AD203B41FA5}">
                      <a16:colId xmlns:a16="http://schemas.microsoft.com/office/drawing/2014/main" val="223989776"/>
                    </a:ext>
                  </a:extLst>
                </a:gridCol>
                <a:gridCol w="496966">
                  <a:extLst>
                    <a:ext uri="{9D8B030D-6E8A-4147-A177-3AD203B41FA5}">
                      <a16:colId xmlns:a16="http://schemas.microsoft.com/office/drawing/2014/main" val="124731204"/>
                    </a:ext>
                  </a:extLst>
                </a:gridCol>
                <a:gridCol w="496966">
                  <a:extLst>
                    <a:ext uri="{9D8B030D-6E8A-4147-A177-3AD203B41FA5}">
                      <a16:colId xmlns:a16="http://schemas.microsoft.com/office/drawing/2014/main" val="3066978585"/>
                    </a:ext>
                  </a:extLst>
                </a:gridCol>
                <a:gridCol w="496966">
                  <a:extLst>
                    <a:ext uri="{9D8B030D-6E8A-4147-A177-3AD203B41FA5}">
                      <a16:colId xmlns:a16="http://schemas.microsoft.com/office/drawing/2014/main" val="1064917641"/>
                    </a:ext>
                  </a:extLst>
                </a:gridCol>
                <a:gridCol w="496966">
                  <a:extLst>
                    <a:ext uri="{9D8B030D-6E8A-4147-A177-3AD203B41FA5}">
                      <a16:colId xmlns:a16="http://schemas.microsoft.com/office/drawing/2014/main" val="4221117315"/>
                    </a:ext>
                  </a:extLst>
                </a:gridCol>
                <a:gridCol w="496966">
                  <a:extLst>
                    <a:ext uri="{9D8B030D-6E8A-4147-A177-3AD203B41FA5}">
                      <a16:colId xmlns:a16="http://schemas.microsoft.com/office/drawing/2014/main" val="3266065341"/>
                    </a:ext>
                  </a:extLst>
                </a:gridCol>
                <a:gridCol w="496966">
                  <a:extLst>
                    <a:ext uri="{9D8B030D-6E8A-4147-A177-3AD203B41FA5}">
                      <a16:colId xmlns:a16="http://schemas.microsoft.com/office/drawing/2014/main" val="2374051224"/>
                    </a:ext>
                  </a:extLst>
                </a:gridCol>
                <a:gridCol w="496966">
                  <a:extLst>
                    <a:ext uri="{9D8B030D-6E8A-4147-A177-3AD203B41FA5}">
                      <a16:colId xmlns:a16="http://schemas.microsoft.com/office/drawing/2014/main" val="1840388365"/>
                    </a:ext>
                  </a:extLst>
                </a:gridCol>
                <a:gridCol w="496966">
                  <a:extLst>
                    <a:ext uri="{9D8B030D-6E8A-4147-A177-3AD203B41FA5}">
                      <a16:colId xmlns:a16="http://schemas.microsoft.com/office/drawing/2014/main" val="267750830"/>
                    </a:ext>
                  </a:extLst>
                </a:gridCol>
                <a:gridCol w="496966">
                  <a:extLst>
                    <a:ext uri="{9D8B030D-6E8A-4147-A177-3AD203B41FA5}">
                      <a16:colId xmlns:a16="http://schemas.microsoft.com/office/drawing/2014/main" val="3966469970"/>
                    </a:ext>
                  </a:extLst>
                </a:gridCol>
                <a:gridCol w="496966">
                  <a:extLst>
                    <a:ext uri="{9D8B030D-6E8A-4147-A177-3AD203B41FA5}">
                      <a16:colId xmlns:a16="http://schemas.microsoft.com/office/drawing/2014/main" val="2522973146"/>
                    </a:ext>
                  </a:extLst>
                </a:gridCol>
                <a:gridCol w="496966">
                  <a:extLst>
                    <a:ext uri="{9D8B030D-6E8A-4147-A177-3AD203B41FA5}">
                      <a16:colId xmlns:a16="http://schemas.microsoft.com/office/drawing/2014/main" val="1369122503"/>
                    </a:ext>
                  </a:extLst>
                </a:gridCol>
                <a:gridCol w="496966">
                  <a:extLst>
                    <a:ext uri="{9D8B030D-6E8A-4147-A177-3AD203B41FA5}">
                      <a16:colId xmlns:a16="http://schemas.microsoft.com/office/drawing/2014/main" val="2867001924"/>
                    </a:ext>
                  </a:extLst>
                </a:gridCol>
                <a:gridCol w="496966">
                  <a:extLst>
                    <a:ext uri="{9D8B030D-6E8A-4147-A177-3AD203B41FA5}">
                      <a16:colId xmlns:a16="http://schemas.microsoft.com/office/drawing/2014/main" val="3139393708"/>
                    </a:ext>
                  </a:extLst>
                </a:gridCol>
                <a:gridCol w="496966">
                  <a:extLst>
                    <a:ext uri="{9D8B030D-6E8A-4147-A177-3AD203B41FA5}">
                      <a16:colId xmlns:a16="http://schemas.microsoft.com/office/drawing/2014/main" val="561280759"/>
                    </a:ext>
                  </a:extLst>
                </a:gridCol>
                <a:gridCol w="496966">
                  <a:extLst>
                    <a:ext uri="{9D8B030D-6E8A-4147-A177-3AD203B41FA5}">
                      <a16:colId xmlns:a16="http://schemas.microsoft.com/office/drawing/2014/main" val="2584540109"/>
                    </a:ext>
                  </a:extLst>
                </a:gridCol>
                <a:gridCol w="496966">
                  <a:extLst>
                    <a:ext uri="{9D8B030D-6E8A-4147-A177-3AD203B41FA5}">
                      <a16:colId xmlns:a16="http://schemas.microsoft.com/office/drawing/2014/main" val="467224217"/>
                    </a:ext>
                  </a:extLst>
                </a:gridCol>
              </a:tblGrid>
              <a:tr h="254000">
                <a:tc>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EEEB"/>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11124038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64753278"/>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699947267"/>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463342811"/>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r>
                        <a:rPr lang="zh-CN" altLang="en-US" sz="1800" b="0" i="0" kern="1200">
                          <a:solidFill>
                            <a:schemeClr val="tx1"/>
                          </a:solidFill>
                          <a:effectLst/>
                          <a:latin typeface="+mn-lt"/>
                          <a:ea typeface="+mn-ea"/>
                          <a:cs typeface="+mn-cs"/>
                        </a:rPr>
                        <a:t> </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877522915"/>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502096899"/>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93040305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r>
                        <a:rPr lang="zh-CN" altLang="en-US" sz="1800" b="0" i="0" kern="1200">
                          <a:solidFill>
                            <a:schemeClr val="tx1"/>
                          </a:solidFill>
                          <a:effectLst/>
                          <a:latin typeface="+mn-lt"/>
                          <a:ea typeface="+mn-ea"/>
                          <a:cs typeface="+mn-cs"/>
                        </a:rPr>
                        <a:t> </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99299608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820849170"/>
                  </a:ext>
                </a:extLst>
              </a:tr>
              <a:tr h="416560">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492475526"/>
                  </a:ext>
                </a:extLst>
              </a:tr>
            </a:tbl>
          </a:graphicData>
        </a:graphic>
      </p:graphicFrame>
      <p:pic>
        <p:nvPicPr>
          <p:cNvPr id="3" name="Picture 2">
            <a:extLst>
              <a:ext uri="{FF2B5EF4-FFF2-40B4-BE49-F238E27FC236}">
                <a16:creationId xmlns:a16="http://schemas.microsoft.com/office/drawing/2014/main" id="{684CBBDB-F0CD-397D-AE18-8EAAAC1F7529}"/>
              </a:ext>
            </a:extLst>
          </p:cNvPr>
          <p:cNvPicPr>
            <a:picLocks noChangeAspect="1"/>
          </p:cNvPicPr>
          <p:nvPr/>
        </p:nvPicPr>
        <p:blipFill>
          <a:blip r:embed="rId3"/>
          <a:stretch>
            <a:fillRect/>
          </a:stretch>
        </p:blipFill>
        <p:spPr>
          <a:xfrm>
            <a:off x="10800000" y="360000"/>
            <a:ext cx="1208232" cy="491197"/>
          </a:xfrm>
          <a:prstGeom prst="rect">
            <a:avLst/>
          </a:prstGeom>
        </p:spPr>
      </p:pic>
      <p:sp>
        <p:nvSpPr>
          <p:cNvPr id="11" name="Title 1">
            <a:extLst>
              <a:ext uri="{FF2B5EF4-FFF2-40B4-BE49-F238E27FC236}">
                <a16:creationId xmlns:a16="http://schemas.microsoft.com/office/drawing/2014/main" id="{1C9AAB3B-E669-0CA6-F97C-6CEFB3998DF8}"/>
              </a:ext>
            </a:extLst>
          </p:cNvPr>
          <p:cNvSpPr>
            <a:spLocks noGrp="1"/>
          </p:cNvSpPr>
          <p:nvPr>
            <p:ph type="title"/>
          </p:nvPr>
        </p:nvSpPr>
        <p:spPr>
          <a:xfrm>
            <a:off x="491028" y="231781"/>
            <a:ext cx="11233150" cy="720725"/>
          </a:xfrm>
        </p:spPr>
        <p:txBody>
          <a:bodyPr/>
          <a:lstStyle/>
          <a:p>
            <a:r>
              <a:rPr lang="en-US" altLang="zh-CN" err="1"/>
              <a:t>VicaEmpa</a:t>
            </a:r>
            <a:r>
              <a:rPr lang="en-US" altLang="zh-CN"/>
              <a:t>/CVRR Development Plan (</a:t>
            </a:r>
            <a:r>
              <a:rPr lang="en-US" altLang="zh-CN" i="1">
                <a:solidFill>
                  <a:schemeClr val="bg1">
                    <a:lumMod val="75000"/>
                  </a:schemeClr>
                </a:solidFill>
              </a:rPr>
              <a:t>both global and local</a:t>
            </a:r>
            <a:r>
              <a:rPr lang="en-US" altLang="zh-CN"/>
              <a:t>)</a:t>
            </a:r>
            <a:endParaRPr lang="zh-CN" altLang="en-US"/>
          </a:p>
        </p:txBody>
      </p:sp>
      <p:sp>
        <p:nvSpPr>
          <p:cNvPr id="115" name="TextBox 114">
            <a:extLst>
              <a:ext uri="{FF2B5EF4-FFF2-40B4-BE49-F238E27FC236}">
                <a16:creationId xmlns:a16="http://schemas.microsoft.com/office/drawing/2014/main" id="{7DD3FCB0-42A1-6185-B1E4-9DAA14CA8879}"/>
              </a:ext>
            </a:extLst>
          </p:cNvPr>
          <p:cNvSpPr txBox="1"/>
          <p:nvPr/>
        </p:nvSpPr>
        <p:spPr bwMode="gray">
          <a:xfrm>
            <a:off x="2765166" y="6195576"/>
            <a:ext cx="1659507"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CTA-EC-HGRAC-1</a:t>
            </a:r>
            <a:r>
              <a:rPr kumimoji="0" lang="en-US" sz="1050" b="0" i="0" u="none" strike="noStrike" kern="1200" cap="none" spc="0" normalizeH="0" baseline="30000" noProof="0">
                <a:ln>
                  <a:noFill/>
                </a:ln>
                <a:solidFill>
                  <a:srgbClr val="5C5B59"/>
                </a:solidFill>
                <a:effectLst/>
                <a:uLnTx/>
                <a:uFillTx/>
                <a:latin typeface="Boehringer Forward Text"/>
                <a:ea typeface="+mn-ea"/>
                <a:cs typeface="+mn-cs"/>
              </a:rPr>
              <a:t>st</a:t>
            </a: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 SIV </a:t>
            </a:r>
          </a:p>
        </p:txBody>
      </p:sp>
      <p:sp>
        <p:nvSpPr>
          <p:cNvPr id="31" name="Rectangle 30">
            <a:extLst>
              <a:ext uri="{FF2B5EF4-FFF2-40B4-BE49-F238E27FC236}">
                <a16:creationId xmlns:a16="http://schemas.microsoft.com/office/drawing/2014/main" id="{55D587B4-A82A-FFD1-3855-BED8D2A765FC}"/>
              </a:ext>
            </a:extLst>
          </p:cNvPr>
          <p:cNvSpPr/>
          <p:nvPr/>
        </p:nvSpPr>
        <p:spPr bwMode="gray">
          <a:xfrm>
            <a:off x="1975078" y="6207956"/>
            <a:ext cx="731520" cy="182880"/>
          </a:xfrm>
          <a:prstGeom prst="rect">
            <a:avLst/>
          </a:prstGeom>
          <a:pattFill prst="pct25">
            <a:fgClr>
              <a:srgbClr val="5C5B59"/>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Rectangle 63">
            <a:extLst>
              <a:ext uri="{FF2B5EF4-FFF2-40B4-BE49-F238E27FC236}">
                <a16:creationId xmlns:a16="http://schemas.microsoft.com/office/drawing/2014/main" id="{3AD57799-54F9-2488-22FE-A60F3C4B5953}"/>
              </a:ext>
            </a:extLst>
          </p:cNvPr>
          <p:cNvSpPr/>
          <p:nvPr/>
        </p:nvSpPr>
        <p:spPr bwMode="gray">
          <a:xfrm>
            <a:off x="1975078" y="6475110"/>
            <a:ext cx="731520" cy="182880"/>
          </a:xfrm>
          <a:prstGeom prst="rect">
            <a:avLst/>
          </a:prstGeom>
          <a:pattFill prst="dkVert">
            <a:fgClr>
              <a:srgbClr val="5C5B59"/>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 name="TextBox 64">
            <a:extLst>
              <a:ext uri="{FF2B5EF4-FFF2-40B4-BE49-F238E27FC236}">
                <a16:creationId xmlns:a16="http://schemas.microsoft.com/office/drawing/2014/main" id="{1CE45994-0C76-8879-208B-CD044BA96ADB}"/>
              </a:ext>
            </a:extLst>
          </p:cNvPr>
          <p:cNvSpPr txBox="1"/>
          <p:nvPr/>
        </p:nvSpPr>
        <p:spPr bwMode="gray">
          <a:xfrm>
            <a:off x="2765166" y="6476973"/>
            <a:ext cx="2645034"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5C5B59"/>
                </a:solidFill>
                <a:effectLst/>
                <a:uLnTx/>
                <a:uFillTx/>
                <a:latin typeface="Boehringer Forward Text"/>
                <a:ea typeface="+mn-ea"/>
                <a:cs typeface="+mn-cs"/>
              </a:rPr>
              <a:t>Trial duration on base case scenario</a:t>
            </a:r>
          </a:p>
        </p:txBody>
      </p:sp>
      <p:sp>
        <p:nvSpPr>
          <p:cNvPr id="126" name="TextBox 125">
            <a:extLst>
              <a:ext uri="{FF2B5EF4-FFF2-40B4-BE49-F238E27FC236}">
                <a16:creationId xmlns:a16="http://schemas.microsoft.com/office/drawing/2014/main" id="{374E25FE-E02C-5264-67CE-67C2593EEF34}"/>
              </a:ext>
            </a:extLst>
          </p:cNvPr>
          <p:cNvSpPr txBox="1"/>
          <p:nvPr/>
        </p:nvSpPr>
        <p:spPr bwMode="gray">
          <a:xfrm>
            <a:off x="9415560" y="2189877"/>
            <a:ext cx="116467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Jan, 2030</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1" name="TextBox 130">
            <a:extLst>
              <a:ext uri="{FF2B5EF4-FFF2-40B4-BE49-F238E27FC236}">
                <a16:creationId xmlns:a16="http://schemas.microsoft.com/office/drawing/2014/main" id="{88663696-999D-5203-6F33-C9C8182F51CF}"/>
              </a:ext>
            </a:extLst>
          </p:cNvPr>
          <p:cNvSpPr txBox="1"/>
          <p:nvPr/>
        </p:nvSpPr>
        <p:spPr bwMode="gray">
          <a:xfrm>
            <a:off x="10630324" y="2179089"/>
            <a:ext cx="1296521"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Mar, 2031</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9" name="TextBox 138">
            <a:extLst>
              <a:ext uri="{FF2B5EF4-FFF2-40B4-BE49-F238E27FC236}">
                <a16:creationId xmlns:a16="http://schemas.microsoft.com/office/drawing/2014/main" id="{0D5A191A-F304-C541-C785-A8C090E60E6F}"/>
              </a:ext>
            </a:extLst>
          </p:cNvPr>
          <p:cNvSpPr txBox="1"/>
          <p:nvPr/>
        </p:nvSpPr>
        <p:spPr bwMode="gray">
          <a:xfrm>
            <a:off x="10763056" y="3006086"/>
            <a:ext cx="1296521"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 Apr, 2031</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9" name="Graphic 18" descr="Globe with solid fill">
            <a:extLst>
              <a:ext uri="{FF2B5EF4-FFF2-40B4-BE49-F238E27FC236}">
                <a16:creationId xmlns:a16="http://schemas.microsoft.com/office/drawing/2014/main" id="{5723EEEE-A4E0-4444-7DF4-57648B682F3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1028" y="2323856"/>
            <a:ext cx="365760" cy="365760"/>
          </a:xfrm>
          <a:prstGeom prst="rect">
            <a:avLst/>
          </a:prstGeom>
        </p:spPr>
      </p:pic>
      <p:sp>
        <p:nvSpPr>
          <p:cNvPr id="20" name="TextBox 19">
            <a:extLst>
              <a:ext uri="{FF2B5EF4-FFF2-40B4-BE49-F238E27FC236}">
                <a16:creationId xmlns:a16="http://schemas.microsoft.com/office/drawing/2014/main" id="{DF48091F-A384-E417-8F3B-DFC1445BBA6A}"/>
              </a:ext>
            </a:extLst>
          </p:cNvPr>
          <p:cNvSpPr txBox="1"/>
          <p:nvPr/>
        </p:nvSpPr>
        <p:spPr bwMode="gray">
          <a:xfrm>
            <a:off x="532338" y="1801150"/>
            <a:ext cx="2488629" cy="23692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a:ea typeface="+mn-ea"/>
                <a:cs typeface="+mn-cs"/>
              </a:rPr>
              <a:t>Ph-III: 1378-0041</a:t>
            </a:r>
          </a:p>
        </p:txBody>
      </p:sp>
      <p:pic>
        <p:nvPicPr>
          <p:cNvPr id="22" name="Picture 21" descr="A red circle with yellow stars and a black background&#10;&#10;Description automatically generated">
            <a:extLst>
              <a:ext uri="{FF2B5EF4-FFF2-40B4-BE49-F238E27FC236}">
                <a16:creationId xmlns:a16="http://schemas.microsoft.com/office/drawing/2014/main" id="{D9910099-292D-E371-97C8-113024CF0C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2338" y="3185781"/>
            <a:ext cx="274320" cy="274320"/>
          </a:xfrm>
          <a:prstGeom prst="rect">
            <a:avLst/>
          </a:prstGeom>
        </p:spPr>
      </p:pic>
      <p:sp>
        <p:nvSpPr>
          <p:cNvPr id="23" name="Rectangle 22">
            <a:extLst>
              <a:ext uri="{FF2B5EF4-FFF2-40B4-BE49-F238E27FC236}">
                <a16:creationId xmlns:a16="http://schemas.microsoft.com/office/drawing/2014/main" id="{C108D0F1-AAC1-148B-EBC6-EAB21956D8C0}"/>
              </a:ext>
            </a:extLst>
          </p:cNvPr>
          <p:cNvSpPr/>
          <p:nvPr/>
        </p:nvSpPr>
        <p:spPr bwMode="gray">
          <a:xfrm>
            <a:off x="2104282" y="2433635"/>
            <a:ext cx="7852518" cy="182880"/>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4" name="TextBox 23">
            <a:extLst>
              <a:ext uri="{FF2B5EF4-FFF2-40B4-BE49-F238E27FC236}">
                <a16:creationId xmlns:a16="http://schemas.microsoft.com/office/drawing/2014/main" id="{2EEA831D-CA8A-CAC7-E568-8B6766261E54}"/>
              </a:ext>
            </a:extLst>
          </p:cNvPr>
          <p:cNvSpPr txBox="1"/>
          <p:nvPr/>
        </p:nvSpPr>
        <p:spPr bwMode="gray">
          <a:xfrm>
            <a:off x="4947683" y="2378578"/>
            <a:ext cx="1767213"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solidFill>
                <a:effectLst/>
                <a:uLnTx/>
                <a:uFillTx/>
                <a:latin typeface="Boehringer Forward Text"/>
                <a:ea typeface="+mn-ea"/>
                <a:cs typeface="+mn-cs"/>
              </a:rPr>
              <a:t>EASi</a:t>
            </a:r>
            <a:r>
              <a:rPr kumimoji="0" lang="en-GB" sz="1200" b="0" i="0" u="none" strike="noStrike" kern="1200" cap="none" spc="0" normalizeH="0" baseline="0" noProof="0">
                <a:ln>
                  <a:noFill/>
                </a:ln>
                <a:solidFill>
                  <a:prstClr val="black"/>
                </a:solidFill>
                <a:effectLst/>
                <a:uLnTx/>
                <a:uFillTx/>
                <a:latin typeface="Boehringer Forward Text"/>
                <a:ea typeface="+mn-ea"/>
                <a:cs typeface="+mn-cs"/>
              </a:rPr>
              <a:t>-PROTKT</a:t>
            </a:r>
          </a:p>
        </p:txBody>
      </p:sp>
      <p:sp>
        <p:nvSpPr>
          <p:cNvPr id="29" name="Diamond 28">
            <a:extLst>
              <a:ext uri="{FF2B5EF4-FFF2-40B4-BE49-F238E27FC236}">
                <a16:creationId xmlns:a16="http://schemas.microsoft.com/office/drawing/2014/main" id="{FC548F11-65C7-8615-5F2C-2285F9E08967}"/>
              </a:ext>
            </a:extLst>
          </p:cNvPr>
          <p:cNvSpPr/>
          <p:nvPr/>
        </p:nvSpPr>
        <p:spPr bwMode="gray">
          <a:xfrm>
            <a:off x="11496303" y="2129798"/>
            <a:ext cx="137160" cy="137160"/>
          </a:xfrm>
          <a:prstGeom prst="diamond">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4" name="Diamond 73">
            <a:extLst>
              <a:ext uri="{FF2B5EF4-FFF2-40B4-BE49-F238E27FC236}">
                <a16:creationId xmlns:a16="http://schemas.microsoft.com/office/drawing/2014/main" id="{828C537F-F1F9-5F39-41D8-2DDA2AF00522}"/>
              </a:ext>
            </a:extLst>
          </p:cNvPr>
          <p:cNvSpPr/>
          <p:nvPr/>
        </p:nvSpPr>
        <p:spPr bwMode="gray">
          <a:xfrm>
            <a:off x="11531602" y="2945688"/>
            <a:ext cx="137160" cy="137160"/>
          </a:xfrm>
          <a:prstGeom prst="diamond">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Rectangle 20">
            <a:extLst>
              <a:ext uri="{FF2B5EF4-FFF2-40B4-BE49-F238E27FC236}">
                <a16:creationId xmlns:a16="http://schemas.microsoft.com/office/drawing/2014/main" id="{190857B2-4BF6-0785-EEA4-2E2DDA3E07F4}"/>
              </a:ext>
            </a:extLst>
          </p:cNvPr>
          <p:cNvSpPr/>
          <p:nvPr/>
        </p:nvSpPr>
        <p:spPr bwMode="gray">
          <a:xfrm>
            <a:off x="1776652" y="2434764"/>
            <a:ext cx="182880" cy="182880"/>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6" name="TextBox 25">
            <a:extLst>
              <a:ext uri="{FF2B5EF4-FFF2-40B4-BE49-F238E27FC236}">
                <a16:creationId xmlns:a16="http://schemas.microsoft.com/office/drawing/2014/main" id="{BAFDC945-35D7-2D86-6816-F15EC1E4EE04}"/>
              </a:ext>
            </a:extLst>
          </p:cNvPr>
          <p:cNvSpPr txBox="1"/>
          <p:nvPr/>
        </p:nvSpPr>
        <p:spPr bwMode="gray">
          <a:xfrm>
            <a:off x="1625117" y="2193242"/>
            <a:ext cx="275871"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CTA</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 name="Rectangle 26">
            <a:extLst>
              <a:ext uri="{FF2B5EF4-FFF2-40B4-BE49-F238E27FC236}">
                <a16:creationId xmlns:a16="http://schemas.microsoft.com/office/drawing/2014/main" id="{88F73FE4-830F-F323-9F4C-9147905CFEC9}"/>
              </a:ext>
            </a:extLst>
          </p:cNvPr>
          <p:cNvSpPr/>
          <p:nvPr/>
        </p:nvSpPr>
        <p:spPr bwMode="gray">
          <a:xfrm>
            <a:off x="1955106" y="3264407"/>
            <a:ext cx="1005840" cy="182880"/>
          </a:xfrm>
          <a:prstGeom prst="rect">
            <a:avLst/>
          </a:prstGeom>
          <a:pattFill prst="pct25">
            <a:fgClr>
              <a:schemeClr val="accent2"/>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TextBox 27">
            <a:extLst>
              <a:ext uri="{FF2B5EF4-FFF2-40B4-BE49-F238E27FC236}">
                <a16:creationId xmlns:a16="http://schemas.microsoft.com/office/drawing/2014/main" id="{1026C9B0-734E-D13A-4E82-CC593F79A5F2}"/>
              </a:ext>
            </a:extLst>
          </p:cNvPr>
          <p:cNvSpPr txBox="1"/>
          <p:nvPr/>
        </p:nvSpPr>
        <p:spPr bwMode="gray">
          <a:xfrm>
            <a:off x="1149531" y="2968457"/>
            <a:ext cx="1489332"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CTA: 31 May,2025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 name="TextBox 29">
            <a:extLst>
              <a:ext uri="{FF2B5EF4-FFF2-40B4-BE49-F238E27FC236}">
                <a16:creationId xmlns:a16="http://schemas.microsoft.com/office/drawing/2014/main" id="{1023ED86-8710-1F81-437E-B395C675CF68}"/>
              </a:ext>
            </a:extLst>
          </p:cNvPr>
          <p:cNvSpPr txBox="1"/>
          <p:nvPr/>
        </p:nvSpPr>
        <p:spPr bwMode="gray">
          <a:xfrm>
            <a:off x="2000958" y="2193242"/>
            <a:ext cx="1127090" cy="20730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FSS: Jul, 2025</a:t>
            </a:r>
          </a:p>
        </p:txBody>
      </p:sp>
      <p:pic>
        <p:nvPicPr>
          <p:cNvPr id="2" name="Picture 1">
            <a:hlinkClick r:id="" action="ppaction://noaction"/>
            <a:extLst>
              <a:ext uri="{FF2B5EF4-FFF2-40B4-BE49-F238E27FC236}">
                <a16:creationId xmlns:a16="http://schemas.microsoft.com/office/drawing/2014/main" id="{92900930-35C5-27C1-DB74-B58E54594105}"/>
              </a:ext>
            </a:extLst>
          </p:cNvPr>
          <p:cNvPicPr>
            <a:picLocks noChangeAspect="1"/>
          </p:cNvPicPr>
          <p:nvPr/>
        </p:nvPicPr>
        <p:blipFill>
          <a:blip r:embed="rId7"/>
          <a:stretch>
            <a:fillRect/>
          </a:stretch>
        </p:blipFill>
        <p:spPr>
          <a:xfrm>
            <a:off x="2159480" y="1676507"/>
            <a:ext cx="914400" cy="374895"/>
          </a:xfrm>
          <a:prstGeom prst="rect">
            <a:avLst/>
          </a:prstGeom>
        </p:spPr>
      </p:pic>
      <p:sp>
        <p:nvSpPr>
          <p:cNvPr id="4" name="TextBox 3">
            <a:extLst>
              <a:ext uri="{FF2B5EF4-FFF2-40B4-BE49-F238E27FC236}">
                <a16:creationId xmlns:a16="http://schemas.microsoft.com/office/drawing/2014/main" id="{43E11A3C-0FF9-1959-00EF-947BA9F29FAE}"/>
              </a:ext>
            </a:extLst>
          </p:cNvPr>
          <p:cNvSpPr txBox="1"/>
          <p:nvPr/>
        </p:nvSpPr>
        <p:spPr bwMode="gray">
          <a:xfrm>
            <a:off x="3676484" y="3640180"/>
            <a:ext cx="4471053" cy="817245"/>
          </a:xfrm>
          <a:prstGeom prst="roundRect">
            <a:avLst/>
          </a:prstGeom>
          <a:solidFill>
            <a:schemeClr val="accent3">
              <a:alpha val="50196"/>
            </a:schemeClr>
          </a:solidFill>
        </p:spPr>
        <p:txBody>
          <a:bodyPr wrap="square">
            <a:spAutoFit/>
          </a:bodyPr>
          <a:lstStyle/>
          <a:p>
            <a:pPr marL="171450" indent="-171450">
              <a:buFont typeface="Arial" panose="020B0604020202020204"/>
              <a:buChar char="•"/>
            </a:pPr>
            <a:r>
              <a:rPr lang="en-US" altLang="zh-CN" sz="1400">
                <a:solidFill>
                  <a:schemeClr val="accent1"/>
                </a:solidFill>
              </a:rPr>
              <a:t>28(vs. 12 planned) patients randomized in China, and similar momentum observed at global level (479 vs. 100 planned)</a:t>
            </a:r>
          </a:p>
        </p:txBody>
      </p:sp>
      <p:cxnSp>
        <p:nvCxnSpPr>
          <p:cNvPr id="5" name="Straight Connector 4">
            <a:extLst>
              <a:ext uri="{FF2B5EF4-FFF2-40B4-BE49-F238E27FC236}">
                <a16:creationId xmlns:a16="http://schemas.microsoft.com/office/drawing/2014/main" id="{87F0533D-5E1B-D539-1F31-64475A8DBF9A}"/>
              </a:ext>
            </a:extLst>
          </p:cNvPr>
          <p:cNvCxnSpPr>
            <a:cxnSpLocks/>
          </p:cNvCxnSpPr>
          <p:nvPr/>
        </p:nvCxnSpPr>
        <p:spPr bwMode="gray">
          <a:xfrm>
            <a:off x="2445217" y="1739536"/>
            <a:ext cx="0" cy="4114800"/>
          </a:xfrm>
          <a:prstGeom prst="line">
            <a:avLst/>
          </a:prstGeom>
          <a:ln w="12700">
            <a:solidFill>
              <a:srgbClr val="EE6541"/>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7" name="TextBox 27">
            <a:extLst>
              <a:ext uri="{FF2B5EF4-FFF2-40B4-BE49-F238E27FC236}">
                <a16:creationId xmlns:a16="http://schemas.microsoft.com/office/drawing/2014/main" id="{A638E735-9767-C0F7-C3F4-D4BF573AD8C8}"/>
              </a:ext>
            </a:extLst>
          </p:cNvPr>
          <p:cNvSpPr txBox="1"/>
          <p:nvPr/>
        </p:nvSpPr>
        <p:spPr bwMode="gray">
          <a:xfrm>
            <a:off x="2403428" y="2968457"/>
            <a:ext cx="1489332" cy="20730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FSS: Sep ,2025</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Rectangle 69">
            <a:extLst>
              <a:ext uri="{FF2B5EF4-FFF2-40B4-BE49-F238E27FC236}">
                <a16:creationId xmlns:a16="http://schemas.microsoft.com/office/drawing/2014/main" id="{1C825436-4932-C7B9-6303-9CF487BC0E7A}"/>
              </a:ext>
            </a:extLst>
          </p:cNvPr>
          <p:cNvSpPr/>
          <p:nvPr/>
        </p:nvSpPr>
        <p:spPr bwMode="gray">
          <a:xfrm>
            <a:off x="2378601" y="3224303"/>
            <a:ext cx="7577993" cy="222984"/>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TextBox 125">
            <a:extLst>
              <a:ext uri="{FF2B5EF4-FFF2-40B4-BE49-F238E27FC236}">
                <a16:creationId xmlns:a16="http://schemas.microsoft.com/office/drawing/2014/main" id="{4C10332E-61EE-154B-1190-4B5A47EE324F}"/>
              </a:ext>
            </a:extLst>
          </p:cNvPr>
          <p:cNvSpPr txBox="1"/>
          <p:nvPr/>
        </p:nvSpPr>
        <p:spPr bwMode="gray">
          <a:xfrm>
            <a:off x="9415560" y="2992729"/>
            <a:ext cx="116467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DBL</a:t>
            </a: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Jan, 2030</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Diamond 78">
            <a:extLst>
              <a:ext uri="{FF2B5EF4-FFF2-40B4-BE49-F238E27FC236}">
                <a16:creationId xmlns:a16="http://schemas.microsoft.com/office/drawing/2014/main" id="{02291340-C63E-8A98-1B15-B1A0F69BAFB2}"/>
              </a:ext>
            </a:extLst>
          </p:cNvPr>
          <p:cNvSpPr/>
          <p:nvPr/>
        </p:nvSpPr>
        <p:spPr bwMode="gray">
          <a:xfrm>
            <a:off x="11635721" y="3452571"/>
            <a:ext cx="137160" cy="137160"/>
          </a:xfrm>
          <a:prstGeom prst="diamond">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TextBox 15">
            <a:extLst>
              <a:ext uri="{FF2B5EF4-FFF2-40B4-BE49-F238E27FC236}">
                <a16:creationId xmlns:a16="http://schemas.microsoft.com/office/drawing/2014/main" id="{696C2CD4-097B-1864-448E-936C63FBAB2A}"/>
              </a:ext>
            </a:extLst>
          </p:cNvPr>
          <p:cNvSpPr txBox="1"/>
          <p:nvPr/>
        </p:nvSpPr>
        <p:spPr bwMode="gray">
          <a:xfrm>
            <a:off x="10949918" y="3558491"/>
            <a:ext cx="1058311" cy="433517"/>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Approval(Base):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Jun, 2031</a:t>
            </a:r>
            <a:endParaRPr kumimoji="0" lang="en-GB" sz="105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828165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DE1AF-0B8C-8197-E21D-9EFB88F43E02}"/>
              </a:ext>
            </a:extLst>
          </p:cNvPr>
          <p:cNvSpPr>
            <a:spLocks noGrp="1"/>
          </p:cNvSpPr>
          <p:nvPr>
            <p:ph type="title"/>
          </p:nvPr>
        </p:nvSpPr>
        <p:spPr/>
        <p:txBody>
          <a:bodyPr/>
          <a:lstStyle/>
          <a:p>
            <a:r>
              <a:rPr lang="en-US"/>
              <a:t>Oxford’s feedback on site activation and patient screening </a:t>
            </a:r>
            <a:endParaRPr lang="en-GB"/>
          </a:p>
        </p:txBody>
      </p:sp>
      <p:sp>
        <p:nvSpPr>
          <p:cNvPr id="3" name="Content Placeholder 2">
            <a:extLst>
              <a:ext uri="{FF2B5EF4-FFF2-40B4-BE49-F238E27FC236}">
                <a16:creationId xmlns:a16="http://schemas.microsoft.com/office/drawing/2014/main" id="{E50C72A5-4B3F-166C-E1ED-8844C610B38C}"/>
              </a:ext>
            </a:extLst>
          </p:cNvPr>
          <p:cNvSpPr>
            <a:spLocks noGrp="1"/>
          </p:cNvSpPr>
          <p:nvPr>
            <p:ph idx="1"/>
          </p:nvPr>
        </p:nvSpPr>
        <p:spPr>
          <a:xfrm>
            <a:off x="479423" y="1975993"/>
            <a:ext cx="5407027" cy="1114425"/>
          </a:xfrm>
        </p:spPr>
        <p:txBody>
          <a:bodyPr/>
          <a:lstStyle/>
          <a:p>
            <a:r>
              <a:rPr lang="en-US" sz="1400"/>
              <a:t>26 sites are open and a total of 40 are expected to open by their Spring festival (starts 17</a:t>
            </a:r>
            <a:r>
              <a:rPr lang="en-US" sz="1400" baseline="30000"/>
              <a:t>th</a:t>
            </a:r>
            <a:r>
              <a:rPr lang="en-US" sz="1400"/>
              <a:t> Feb). The target is 60, with 57 sites selected already (and 56 with local submissions in process).</a:t>
            </a:r>
            <a:endParaRPr lang="en-GB" sz="1400"/>
          </a:p>
        </p:txBody>
      </p:sp>
      <p:sp>
        <p:nvSpPr>
          <p:cNvPr id="4" name="Text Placeholder 3">
            <a:extLst>
              <a:ext uri="{FF2B5EF4-FFF2-40B4-BE49-F238E27FC236}">
                <a16:creationId xmlns:a16="http://schemas.microsoft.com/office/drawing/2014/main" id="{4E147549-33D4-A66F-50CE-1919A0A8D032}"/>
              </a:ext>
            </a:extLst>
          </p:cNvPr>
          <p:cNvSpPr>
            <a:spLocks noGrp="1"/>
          </p:cNvSpPr>
          <p:nvPr>
            <p:ph type="body" sz="quarter" idx="13"/>
          </p:nvPr>
        </p:nvSpPr>
        <p:spPr/>
        <p:txBody>
          <a:bodyPr/>
          <a:lstStyle/>
          <a:p>
            <a:endParaRPr lang="en-GB"/>
          </a:p>
        </p:txBody>
      </p:sp>
      <p:sp>
        <p:nvSpPr>
          <p:cNvPr id="5" name="Footer Placeholder 4">
            <a:extLst>
              <a:ext uri="{FF2B5EF4-FFF2-40B4-BE49-F238E27FC236}">
                <a16:creationId xmlns:a16="http://schemas.microsoft.com/office/drawing/2014/main" id="{E0481F14-C641-E2DB-7F2A-76DD2B28F294}"/>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97195A02-1F80-1D2E-A572-607F62B8058D}"/>
              </a:ext>
            </a:extLst>
          </p:cNvPr>
          <p:cNvSpPr>
            <a:spLocks noGrp="1"/>
          </p:cNvSpPr>
          <p:nvPr>
            <p:ph type="sldNum" sz="quarter" idx="20"/>
          </p:nvPr>
        </p:nvSpPr>
        <p:spPr/>
        <p:txBody>
          <a:bodyPr/>
          <a:lstStyle/>
          <a:p>
            <a:fld id="{DF4E8F9F-5B1F-4F5B-BE49-3245D8C18D9F}" type="slidenum">
              <a:rPr lang="en-US" smtClean="0"/>
              <a:pPr/>
              <a:t>35</a:t>
            </a:fld>
            <a:endParaRPr lang="en-US"/>
          </a:p>
        </p:txBody>
      </p:sp>
      <p:graphicFrame>
        <p:nvGraphicFramePr>
          <p:cNvPr id="8" name="Table 7">
            <a:extLst>
              <a:ext uri="{FF2B5EF4-FFF2-40B4-BE49-F238E27FC236}">
                <a16:creationId xmlns:a16="http://schemas.microsoft.com/office/drawing/2014/main" id="{0073C0DE-E451-BF63-10B6-FFD39578CE47}"/>
              </a:ext>
            </a:extLst>
          </p:cNvPr>
          <p:cNvGraphicFramePr>
            <a:graphicFrameLocks noGrp="1"/>
          </p:cNvGraphicFramePr>
          <p:nvPr>
            <p:extLst>
              <p:ext uri="{D42A27DB-BD31-4B8C-83A1-F6EECF244321}">
                <p14:modId xmlns:p14="http://schemas.microsoft.com/office/powerpoint/2010/main" val="841628595"/>
              </p:ext>
            </p:extLst>
          </p:nvPr>
        </p:nvGraphicFramePr>
        <p:xfrm>
          <a:off x="700087" y="3625905"/>
          <a:ext cx="4229101" cy="1535905"/>
        </p:xfrm>
        <a:graphic>
          <a:graphicData uri="http://schemas.openxmlformats.org/drawingml/2006/table">
            <a:tbl>
              <a:tblPr firstRow="1" bandRow="1">
                <a:tableStyleId>{00A15C55-8517-42AA-B614-E9B94910E393}</a:tableStyleId>
              </a:tblPr>
              <a:tblGrid>
                <a:gridCol w="1361817">
                  <a:extLst>
                    <a:ext uri="{9D8B030D-6E8A-4147-A177-3AD203B41FA5}">
                      <a16:colId xmlns:a16="http://schemas.microsoft.com/office/drawing/2014/main" val="710774785"/>
                    </a:ext>
                  </a:extLst>
                </a:gridCol>
                <a:gridCol w="2867284">
                  <a:extLst>
                    <a:ext uri="{9D8B030D-6E8A-4147-A177-3AD203B41FA5}">
                      <a16:colId xmlns:a16="http://schemas.microsoft.com/office/drawing/2014/main" val="2107882879"/>
                    </a:ext>
                  </a:extLst>
                </a:gridCol>
              </a:tblGrid>
              <a:tr h="219415">
                <a:tc>
                  <a:txBody>
                    <a:bodyPr/>
                    <a:lstStyle/>
                    <a:p>
                      <a:pPr algn="ctr">
                        <a:buNone/>
                      </a:pPr>
                      <a:r>
                        <a:rPr lang="en-GB" sz="1100" b="1">
                          <a:solidFill>
                            <a:schemeClr val="tx1"/>
                          </a:solidFill>
                          <a:effectLst/>
                        </a:rPr>
                        <a:t>Month</a:t>
                      </a:r>
                      <a:endParaRPr lang="en-GB" sz="1200">
                        <a:solidFill>
                          <a:schemeClr val="tx1"/>
                        </a:solidFill>
                        <a:effectLst/>
                        <a:latin typeface="Aptos" panose="020B0004020202020204" pitchFamily="34" charset="0"/>
                      </a:endParaRPr>
                    </a:p>
                  </a:txBody>
                  <a:tcPr marL="68580" marR="68580" marT="0" marB="0"/>
                </a:tc>
                <a:tc>
                  <a:txBody>
                    <a:bodyPr/>
                    <a:lstStyle/>
                    <a:p>
                      <a:pPr algn="l">
                        <a:buNone/>
                      </a:pPr>
                      <a:r>
                        <a:rPr lang="en-GB" sz="1100" b="1">
                          <a:solidFill>
                            <a:schemeClr val="tx1"/>
                          </a:solidFill>
                          <a:effectLst/>
                        </a:rPr>
                        <a:t>Site Activations</a:t>
                      </a:r>
                      <a:endParaRPr lang="en-GB" sz="1200">
                        <a:solidFill>
                          <a:schemeClr val="tx1"/>
                        </a:solidFill>
                        <a:effectLst/>
                        <a:latin typeface="Aptos" panose="020B0004020202020204" pitchFamily="34" charset="0"/>
                      </a:endParaRPr>
                    </a:p>
                  </a:txBody>
                  <a:tcPr marL="68580" marR="68580" marT="0" marB="0"/>
                </a:tc>
                <a:extLst>
                  <a:ext uri="{0D108BD9-81ED-4DB2-BD59-A6C34878D82A}">
                    <a16:rowId xmlns:a16="http://schemas.microsoft.com/office/drawing/2014/main" val="2026021267"/>
                  </a:ext>
                </a:extLst>
              </a:tr>
              <a:tr h="219415">
                <a:tc>
                  <a:txBody>
                    <a:bodyPr/>
                    <a:lstStyle/>
                    <a:p>
                      <a:pPr algn="ctr">
                        <a:buNone/>
                      </a:pPr>
                      <a:r>
                        <a:rPr lang="en-GB" sz="1100">
                          <a:effectLst/>
                        </a:rPr>
                        <a:t>Aug</a:t>
                      </a:r>
                      <a:endParaRPr lang="en-GB" sz="1200">
                        <a:effectLst/>
                        <a:latin typeface="Aptos" panose="020B0004020202020204" pitchFamily="34" charset="0"/>
                      </a:endParaRPr>
                    </a:p>
                  </a:txBody>
                  <a:tcPr marL="68580" marR="68580" marT="0" marB="0"/>
                </a:tc>
                <a:tc>
                  <a:txBody>
                    <a:bodyPr/>
                    <a:lstStyle/>
                    <a:p>
                      <a:pPr algn="ctr">
                        <a:buNone/>
                      </a:pPr>
                      <a:r>
                        <a:rPr lang="en-GB" sz="1100">
                          <a:effectLst/>
                        </a:rPr>
                        <a:t>9</a:t>
                      </a:r>
                      <a:endParaRPr lang="en-GB" sz="1200">
                        <a:effectLst/>
                        <a:latin typeface="Aptos" panose="020B0004020202020204" pitchFamily="34" charset="0"/>
                      </a:endParaRPr>
                    </a:p>
                  </a:txBody>
                  <a:tcPr marL="68580" marR="68580" marT="0" marB="0"/>
                </a:tc>
                <a:extLst>
                  <a:ext uri="{0D108BD9-81ED-4DB2-BD59-A6C34878D82A}">
                    <a16:rowId xmlns:a16="http://schemas.microsoft.com/office/drawing/2014/main" val="3682404187"/>
                  </a:ext>
                </a:extLst>
              </a:tr>
              <a:tr h="219415">
                <a:tc>
                  <a:txBody>
                    <a:bodyPr/>
                    <a:lstStyle/>
                    <a:p>
                      <a:pPr algn="ctr">
                        <a:buNone/>
                      </a:pPr>
                      <a:r>
                        <a:rPr lang="en-GB" sz="1100">
                          <a:effectLst/>
                        </a:rPr>
                        <a:t>Sep</a:t>
                      </a:r>
                      <a:endParaRPr lang="en-GB" sz="1200">
                        <a:effectLst/>
                        <a:latin typeface="Aptos" panose="020B0004020202020204" pitchFamily="34" charset="0"/>
                      </a:endParaRPr>
                    </a:p>
                  </a:txBody>
                  <a:tcPr marL="68580" marR="68580" marT="0" marB="0"/>
                </a:tc>
                <a:tc>
                  <a:txBody>
                    <a:bodyPr/>
                    <a:lstStyle/>
                    <a:p>
                      <a:pPr algn="ctr">
                        <a:buNone/>
                      </a:pPr>
                      <a:r>
                        <a:rPr lang="en-GB" sz="1100">
                          <a:effectLst/>
                        </a:rPr>
                        <a:t>3</a:t>
                      </a:r>
                      <a:endParaRPr lang="en-GB" sz="1200">
                        <a:effectLst/>
                        <a:latin typeface="Aptos" panose="020B0004020202020204" pitchFamily="34" charset="0"/>
                      </a:endParaRPr>
                    </a:p>
                  </a:txBody>
                  <a:tcPr marL="68580" marR="68580" marT="0" marB="0"/>
                </a:tc>
                <a:extLst>
                  <a:ext uri="{0D108BD9-81ED-4DB2-BD59-A6C34878D82A}">
                    <a16:rowId xmlns:a16="http://schemas.microsoft.com/office/drawing/2014/main" val="1436313651"/>
                  </a:ext>
                </a:extLst>
              </a:tr>
              <a:tr h="219415">
                <a:tc>
                  <a:txBody>
                    <a:bodyPr/>
                    <a:lstStyle/>
                    <a:p>
                      <a:pPr algn="ctr">
                        <a:buNone/>
                      </a:pPr>
                      <a:r>
                        <a:rPr lang="en-GB" sz="1100">
                          <a:effectLst/>
                        </a:rPr>
                        <a:t>Oct</a:t>
                      </a:r>
                      <a:endParaRPr lang="en-GB" sz="1200">
                        <a:effectLst/>
                        <a:latin typeface="Aptos" panose="020B0004020202020204" pitchFamily="34" charset="0"/>
                      </a:endParaRPr>
                    </a:p>
                  </a:txBody>
                  <a:tcPr marL="68580" marR="68580" marT="0" marB="0"/>
                </a:tc>
                <a:tc>
                  <a:txBody>
                    <a:bodyPr/>
                    <a:lstStyle/>
                    <a:p>
                      <a:pPr algn="ctr">
                        <a:buNone/>
                      </a:pPr>
                      <a:r>
                        <a:rPr lang="en-GB" sz="1100">
                          <a:effectLst/>
                        </a:rPr>
                        <a:t>0</a:t>
                      </a:r>
                      <a:endParaRPr lang="en-GB" sz="1200">
                        <a:effectLst/>
                        <a:latin typeface="Aptos" panose="020B0004020202020204" pitchFamily="34" charset="0"/>
                      </a:endParaRPr>
                    </a:p>
                  </a:txBody>
                  <a:tcPr marL="68580" marR="68580" marT="0" marB="0"/>
                </a:tc>
                <a:extLst>
                  <a:ext uri="{0D108BD9-81ED-4DB2-BD59-A6C34878D82A}">
                    <a16:rowId xmlns:a16="http://schemas.microsoft.com/office/drawing/2014/main" val="221818514"/>
                  </a:ext>
                </a:extLst>
              </a:tr>
              <a:tr h="219415">
                <a:tc>
                  <a:txBody>
                    <a:bodyPr/>
                    <a:lstStyle/>
                    <a:p>
                      <a:pPr algn="ctr">
                        <a:buNone/>
                      </a:pPr>
                      <a:r>
                        <a:rPr lang="en-GB" sz="1100">
                          <a:effectLst/>
                        </a:rPr>
                        <a:t>Nov</a:t>
                      </a:r>
                      <a:endParaRPr lang="en-GB" sz="1200">
                        <a:effectLst/>
                        <a:latin typeface="Aptos" panose="020B0004020202020204" pitchFamily="34" charset="0"/>
                      </a:endParaRPr>
                    </a:p>
                  </a:txBody>
                  <a:tcPr marL="68580" marR="68580" marT="0" marB="0"/>
                </a:tc>
                <a:tc>
                  <a:txBody>
                    <a:bodyPr/>
                    <a:lstStyle/>
                    <a:p>
                      <a:pPr algn="ctr">
                        <a:buNone/>
                      </a:pPr>
                      <a:r>
                        <a:rPr lang="en-GB" sz="1100">
                          <a:effectLst/>
                        </a:rPr>
                        <a:t>12</a:t>
                      </a:r>
                      <a:endParaRPr lang="en-GB" sz="1200">
                        <a:effectLst/>
                        <a:latin typeface="Aptos" panose="020B0004020202020204" pitchFamily="34" charset="0"/>
                      </a:endParaRPr>
                    </a:p>
                  </a:txBody>
                  <a:tcPr marL="68580" marR="68580" marT="0" marB="0"/>
                </a:tc>
                <a:extLst>
                  <a:ext uri="{0D108BD9-81ED-4DB2-BD59-A6C34878D82A}">
                    <a16:rowId xmlns:a16="http://schemas.microsoft.com/office/drawing/2014/main" val="1956087483"/>
                  </a:ext>
                </a:extLst>
              </a:tr>
              <a:tr h="219415">
                <a:tc>
                  <a:txBody>
                    <a:bodyPr/>
                    <a:lstStyle/>
                    <a:p>
                      <a:pPr algn="ctr">
                        <a:buNone/>
                      </a:pPr>
                      <a:r>
                        <a:rPr lang="en-GB" sz="1100">
                          <a:effectLst/>
                        </a:rPr>
                        <a:t>Dec (until 12 Dec)</a:t>
                      </a:r>
                      <a:endParaRPr lang="en-GB" sz="1200">
                        <a:effectLst/>
                        <a:latin typeface="Aptos" panose="020B0004020202020204" pitchFamily="34" charset="0"/>
                      </a:endParaRPr>
                    </a:p>
                  </a:txBody>
                  <a:tcPr marL="68580" marR="68580" marT="0" marB="0"/>
                </a:tc>
                <a:tc>
                  <a:txBody>
                    <a:bodyPr/>
                    <a:lstStyle/>
                    <a:p>
                      <a:pPr algn="ctr">
                        <a:buNone/>
                      </a:pPr>
                      <a:r>
                        <a:rPr lang="en-GB" sz="1100">
                          <a:effectLst/>
                        </a:rPr>
                        <a:t>2</a:t>
                      </a:r>
                      <a:endParaRPr lang="en-GB" sz="1200">
                        <a:effectLst/>
                        <a:latin typeface="Aptos" panose="020B0004020202020204" pitchFamily="34" charset="0"/>
                      </a:endParaRPr>
                    </a:p>
                  </a:txBody>
                  <a:tcPr marL="68580" marR="68580" marT="0" marB="0"/>
                </a:tc>
                <a:extLst>
                  <a:ext uri="{0D108BD9-81ED-4DB2-BD59-A6C34878D82A}">
                    <a16:rowId xmlns:a16="http://schemas.microsoft.com/office/drawing/2014/main" val="2630939591"/>
                  </a:ext>
                </a:extLst>
              </a:tr>
              <a:tr h="219415">
                <a:tc>
                  <a:txBody>
                    <a:bodyPr/>
                    <a:lstStyle/>
                    <a:p>
                      <a:pPr algn="ctr">
                        <a:buNone/>
                      </a:pPr>
                      <a:r>
                        <a:rPr lang="en-US" sz="1200">
                          <a:effectLst/>
                        </a:rPr>
                        <a:t>Total</a:t>
                      </a:r>
                      <a:endParaRPr lang="en-GB" sz="1200">
                        <a:effectLst/>
                        <a:latin typeface="Aptos" panose="020B0004020202020204" pitchFamily="34" charset="0"/>
                      </a:endParaRPr>
                    </a:p>
                  </a:txBody>
                  <a:tcPr marL="68580" marR="68580" marT="0" marB="0"/>
                </a:tc>
                <a:tc>
                  <a:txBody>
                    <a:bodyPr/>
                    <a:lstStyle/>
                    <a:p>
                      <a:pPr algn="ctr">
                        <a:buNone/>
                      </a:pPr>
                      <a:r>
                        <a:rPr lang="en-US" sz="1200">
                          <a:effectLst/>
                        </a:rPr>
                        <a:t>26</a:t>
                      </a:r>
                      <a:endParaRPr lang="en-GB" sz="1200">
                        <a:effectLst/>
                        <a:latin typeface="Aptos" panose="020B0004020202020204" pitchFamily="34" charset="0"/>
                      </a:endParaRPr>
                    </a:p>
                  </a:txBody>
                  <a:tcPr marL="68580" marR="68580" marT="0" marB="0"/>
                </a:tc>
                <a:extLst>
                  <a:ext uri="{0D108BD9-81ED-4DB2-BD59-A6C34878D82A}">
                    <a16:rowId xmlns:a16="http://schemas.microsoft.com/office/drawing/2014/main" val="2434896296"/>
                  </a:ext>
                </a:extLst>
              </a:tr>
            </a:tbl>
          </a:graphicData>
        </a:graphic>
      </p:graphicFrame>
      <p:sp>
        <p:nvSpPr>
          <p:cNvPr id="9" name="TextBox 8">
            <a:extLst>
              <a:ext uri="{FF2B5EF4-FFF2-40B4-BE49-F238E27FC236}">
                <a16:creationId xmlns:a16="http://schemas.microsoft.com/office/drawing/2014/main" id="{6F31A0E4-4DD1-738B-8DAC-D67ABD400097}"/>
              </a:ext>
            </a:extLst>
          </p:cNvPr>
          <p:cNvSpPr txBox="1"/>
          <p:nvPr/>
        </p:nvSpPr>
        <p:spPr bwMode="gray">
          <a:xfrm>
            <a:off x="700087" y="3260753"/>
            <a:ext cx="4166711" cy="276422"/>
          </a:xfrm>
          <a:prstGeom prst="rect">
            <a:avLst/>
          </a:prstGeom>
          <a:noFill/>
        </p:spPr>
        <p:txBody>
          <a:bodyPr wrap="square" lIns="0" tIns="0" rIns="0" bIns="0" rtlCol="0">
            <a:spAutoFit/>
          </a:bodyPr>
          <a:lstStyle/>
          <a:p>
            <a:pPr algn="l">
              <a:lnSpc>
                <a:spcPct val="140000"/>
              </a:lnSpc>
            </a:pPr>
            <a:r>
              <a:rPr lang="en-US" sz="1400" b="1"/>
              <a:t>Site activation status quo</a:t>
            </a:r>
            <a:endParaRPr lang="en-GB" sz="1400" b="1"/>
          </a:p>
        </p:txBody>
      </p:sp>
      <p:sp>
        <p:nvSpPr>
          <p:cNvPr id="10" name="TextBox 9">
            <a:extLst>
              <a:ext uri="{FF2B5EF4-FFF2-40B4-BE49-F238E27FC236}">
                <a16:creationId xmlns:a16="http://schemas.microsoft.com/office/drawing/2014/main" id="{FEAB3F1D-A3B2-A74A-FF22-976ECF150FD1}"/>
              </a:ext>
            </a:extLst>
          </p:cNvPr>
          <p:cNvSpPr txBox="1"/>
          <p:nvPr/>
        </p:nvSpPr>
        <p:spPr bwMode="gray">
          <a:xfrm>
            <a:off x="6936581" y="1423006"/>
            <a:ext cx="4271963" cy="315920"/>
          </a:xfrm>
          <a:prstGeom prst="rect">
            <a:avLst/>
          </a:prstGeom>
          <a:noFill/>
        </p:spPr>
        <p:txBody>
          <a:bodyPr wrap="square" lIns="0" tIns="0" rIns="0" bIns="0" rtlCol="0">
            <a:spAutoFit/>
          </a:bodyPr>
          <a:lstStyle/>
          <a:p>
            <a:pPr algn="l">
              <a:lnSpc>
                <a:spcPct val="140000"/>
              </a:lnSpc>
            </a:pPr>
            <a:r>
              <a:rPr lang="en-US" sz="1600" b="1"/>
              <a:t>Lower screening rate in cardio sites</a:t>
            </a:r>
            <a:endParaRPr lang="en-GB" sz="1600" b="1"/>
          </a:p>
        </p:txBody>
      </p:sp>
      <p:sp>
        <p:nvSpPr>
          <p:cNvPr id="11" name="TextBox 10">
            <a:extLst>
              <a:ext uri="{FF2B5EF4-FFF2-40B4-BE49-F238E27FC236}">
                <a16:creationId xmlns:a16="http://schemas.microsoft.com/office/drawing/2014/main" id="{D6C1F566-129A-5084-B9E9-144BB3B58B7C}"/>
              </a:ext>
            </a:extLst>
          </p:cNvPr>
          <p:cNvSpPr txBox="1"/>
          <p:nvPr/>
        </p:nvSpPr>
        <p:spPr bwMode="gray">
          <a:xfrm>
            <a:off x="1228725" y="1423006"/>
            <a:ext cx="3700463" cy="315920"/>
          </a:xfrm>
          <a:prstGeom prst="rect">
            <a:avLst/>
          </a:prstGeom>
          <a:noFill/>
        </p:spPr>
        <p:txBody>
          <a:bodyPr wrap="square" lIns="0" tIns="0" rIns="0" bIns="0" rtlCol="0">
            <a:spAutoFit/>
          </a:bodyPr>
          <a:lstStyle/>
          <a:p>
            <a:pPr algn="l">
              <a:lnSpc>
                <a:spcPct val="140000"/>
              </a:lnSpc>
            </a:pPr>
            <a:r>
              <a:rPr lang="en-US" sz="1600" b="1"/>
              <a:t>Site activation status and prospects</a:t>
            </a:r>
            <a:endParaRPr lang="en-GB" sz="1600" b="1"/>
          </a:p>
        </p:txBody>
      </p:sp>
      <p:cxnSp>
        <p:nvCxnSpPr>
          <p:cNvPr id="13" name="Straight Connector 12">
            <a:extLst>
              <a:ext uri="{FF2B5EF4-FFF2-40B4-BE49-F238E27FC236}">
                <a16:creationId xmlns:a16="http://schemas.microsoft.com/office/drawing/2014/main" id="{6223892C-89B8-0C89-C6D9-F8B7FEB52E40}"/>
              </a:ext>
            </a:extLst>
          </p:cNvPr>
          <p:cNvCxnSpPr/>
          <p:nvPr/>
        </p:nvCxnSpPr>
        <p:spPr bwMode="gray">
          <a:xfrm>
            <a:off x="479423" y="1837539"/>
            <a:ext cx="54070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409AE84-2BC0-AA7F-923B-123117BF6375}"/>
              </a:ext>
            </a:extLst>
          </p:cNvPr>
          <p:cNvCxnSpPr/>
          <p:nvPr/>
        </p:nvCxnSpPr>
        <p:spPr bwMode="gray">
          <a:xfrm>
            <a:off x="6369990" y="1820084"/>
            <a:ext cx="54070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6" name="Table 5">
            <a:extLst>
              <a:ext uri="{FF2B5EF4-FFF2-40B4-BE49-F238E27FC236}">
                <a16:creationId xmlns:a16="http://schemas.microsoft.com/office/drawing/2014/main" id="{4224AF46-75E4-CD39-CDF6-D75E8F764A8C}"/>
              </a:ext>
            </a:extLst>
          </p:cNvPr>
          <p:cNvGraphicFramePr>
            <a:graphicFrameLocks/>
          </p:cNvGraphicFramePr>
          <p:nvPr>
            <p:extLst>
              <p:ext uri="{D42A27DB-BD31-4B8C-83A1-F6EECF244321}">
                <p14:modId xmlns:p14="http://schemas.microsoft.com/office/powerpoint/2010/main" val="2182599229"/>
              </p:ext>
            </p:extLst>
          </p:nvPr>
        </p:nvGraphicFramePr>
        <p:xfrm>
          <a:off x="6650830" y="3893504"/>
          <a:ext cx="5126187" cy="1744475"/>
        </p:xfrm>
        <a:graphic>
          <a:graphicData uri="http://schemas.openxmlformats.org/drawingml/2006/table">
            <a:tbl>
              <a:tblPr firstRow="1" bandRow="1">
                <a:tableStyleId>{5C22544A-7EE6-4342-B048-85BDC9FD1C3A}</a:tableStyleId>
              </a:tblPr>
              <a:tblGrid>
                <a:gridCol w="1457923">
                  <a:extLst>
                    <a:ext uri="{9D8B030D-6E8A-4147-A177-3AD203B41FA5}">
                      <a16:colId xmlns:a16="http://schemas.microsoft.com/office/drawing/2014/main" val="1578850100"/>
                    </a:ext>
                  </a:extLst>
                </a:gridCol>
                <a:gridCol w="591891">
                  <a:extLst>
                    <a:ext uri="{9D8B030D-6E8A-4147-A177-3AD203B41FA5}">
                      <a16:colId xmlns:a16="http://schemas.microsoft.com/office/drawing/2014/main" val="2584192847"/>
                    </a:ext>
                  </a:extLst>
                </a:gridCol>
                <a:gridCol w="1362978">
                  <a:extLst>
                    <a:ext uri="{9D8B030D-6E8A-4147-A177-3AD203B41FA5}">
                      <a16:colId xmlns:a16="http://schemas.microsoft.com/office/drawing/2014/main" val="1578931269"/>
                    </a:ext>
                  </a:extLst>
                </a:gridCol>
                <a:gridCol w="1713395">
                  <a:extLst>
                    <a:ext uri="{9D8B030D-6E8A-4147-A177-3AD203B41FA5}">
                      <a16:colId xmlns:a16="http://schemas.microsoft.com/office/drawing/2014/main" val="1384950981"/>
                    </a:ext>
                  </a:extLst>
                </a:gridCol>
              </a:tblGrid>
              <a:tr h="404223">
                <a:tc gridSpan="2">
                  <a:txBody>
                    <a:bodyPr/>
                    <a:lstStyle/>
                    <a:p>
                      <a:pPr algn="ctr"/>
                      <a:endParaRPr lang="en-GB" sz="1100">
                        <a:solidFill>
                          <a:schemeClr val="bg1"/>
                        </a:solidFill>
                        <a:latin typeface="+mn-lt"/>
                      </a:endParaRPr>
                    </a:p>
                  </a:txBody>
                  <a:tcPr>
                    <a:solidFill>
                      <a:schemeClr val="tx1"/>
                    </a:solidFill>
                  </a:tcPr>
                </a:tc>
                <a:tc hMerge="1">
                  <a:txBody>
                    <a:bodyPr/>
                    <a:lstStyle/>
                    <a:p>
                      <a:pPr algn="ctr"/>
                      <a:endParaRPr lang="en-GB">
                        <a:solidFill>
                          <a:schemeClr val="bg1"/>
                        </a:solidFill>
                      </a:endParaRPr>
                    </a:p>
                  </a:txBody>
                  <a:tcPr>
                    <a:solidFill>
                      <a:schemeClr val="tx1"/>
                    </a:solidFill>
                  </a:tcPr>
                </a:tc>
                <a:tc gridSpan="2">
                  <a:txBody>
                    <a:bodyPr/>
                    <a:lstStyle/>
                    <a:p>
                      <a:pPr algn="ctr"/>
                      <a:r>
                        <a:rPr lang="en-GB" sz="1100">
                          <a:solidFill>
                            <a:schemeClr val="bg1"/>
                          </a:solidFill>
                          <a:latin typeface="+mn-lt"/>
                        </a:rPr>
                        <a:t>Screening rate at sites since opening</a:t>
                      </a:r>
                    </a:p>
                    <a:p>
                      <a:pPr algn="ctr"/>
                      <a:r>
                        <a:rPr lang="en-GB" sz="1100" b="0">
                          <a:solidFill>
                            <a:schemeClr val="bg1"/>
                          </a:solidFill>
                          <a:latin typeface="+mn-lt"/>
                        </a:rPr>
                        <a:t>(Participants per week)</a:t>
                      </a:r>
                    </a:p>
                  </a:txBody>
                  <a:tcPr>
                    <a:solidFill>
                      <a:schemeClr val="tx1"/>
                    </a:solidFill>
                  </a:tcPr>
                </a:tc>
                <a:tc hMerge="1">
                  <a:txBody>
                    <a:bodyPr/>
                    <a:lstStyle/>
                    <a:p>
                      <a:pPr algn="ctr"/>
                      <a:endParaRPr lang="en-GB" b="0">
                        <a:solidFill>
                          <a:schemeClr val="bg1"/>
                        </a:solidFill>
                      </a:endParaRPr>
                    </a:p>
                  </a:txBody>
                  <a:tcPr>
                    <a:solidFill>
                      <a:schemeClr val="tx1"/>
                    </a:solidFill>
                  </a:tcPr>
                </a:tc>
                <a:extLst>
                  <a:ext uri="{0D108BD9-81ED-4DB2-BD59-A6C34878D82A}">
                    <a16:rowId xmlns:a16="http://schemas.microsoft.com/office/drawing/2014/main" val="2937959233"/>
                  </a:ext>
                </a:extLst>
              </a:tr>
              <a:tr h="563024">
                <a:tc>
                  <a:txBody>
                    <a:bodyPr/>
                    <a:lstStyle/>
                    <a:p>
                      <a:pPr algn="ctr"/>
                      <a:r>
                        <a:rPr lang="en-GB" sz="1100" b="1">
                          <a:solidFill>
                            <a:schemeClr val="bg1"/>
                          </a:solidFill>
                          <a:latin typeface="+mn-lt"/>
                        </a:rPr>
                        <a:t>Clinic type</a:t>
                      </a:r>
                    </a:p>
                  </a:txBody>
                  <a:tcPr anchor="ctr">
                    <a:solidFill>
                      <a:schemeClr val="tx1"/>
                    </a:solidFill>
                  </a:tcPr>
                </a:tc>
                <a:tc>
                  <a:txBody>
                    <a:bodyPr/>
                    <a:lstStyle/>
                    <a:p>
                      <a:pPr algn="ctr"/>
                      <a:r>
                        <a:rPr lang="en-GB" sz="1100" b="1">
                          <a:solidFill>
                            <a:schemeClr val="bg1"/>
                          </a:solidFill>
                          <a:latin typeface="+mn-lt"/>
                        </a:rPr>
                        <a:t>Number of sites</a:t>
                      </a:r>
                    </a:p>
                  </a:txBody>
                  <a:tcPr anchor="ctr">
                    <a:solidFill>
                      <a:schemeClr val="tx1"/>
                    </a:solidFill>
                  </a:tcPr>
                </a:tc>
                <a:tc>
                  <a:txBody>
                    <a:bodyPr/>
                    <a:lstStyle/>
                    <a:p>
                      <a:pPr algn="ctr"/>
                      <a:r>
                        <a:rPr lang="en-GB" sz="1100" b="1">
                          <a:solidFill>
                            <a:schemeClr val="bg1"/>
                          </a:solidFill>
                          <a:latin typeface="+mn-lt"/>
                        </a:rPr>
                        <a:t>Mean ± SD</a:t>
                      </a:r>
                    </a:p>
                  </a:txBody>
                  <a:tcPr anchor="ctr">
                    <a:solidFill>
                      <a:schemeClr val="tx1"/>
                    </a:solidFill>
                  </a:tcPr>
                </a:tc>
                <a:tc>
                  <a:txBody>
                    <a:bodyPr/>
                    <a:lstStyle/>
                    <a:p>
                      <a:pPr algn="ctr"/>
                      <a:r>
                        <a:rPr lang="en-GB" sz="1100" b="1">
                          <a:solidFill>
                            <a:schemeClr val="bg1"/>
                          </a:solidFill>
                          <a:latin typeface="+mn-lt"/>
                        </a:rPr>
                        <a:t>Median (Q1-Q3)</a:t>
                      </a:r>
                    </a:p>
                  </a:txBody>
                  <a:tcPr anchor="ctr">
                    <a:solidFill>
                      <a:schemeClr val="tx1"/>
                    </a:solidFill>
                  </a:tcPr>
                </a:tc>
                <a:extLst>
                  <a:ext uri="{0D108BD9-81ED-4DB2-BD59-A6C34878D82A}">
                    <a16:rowId xmlns:a16="http://schemas.microsoft.com/office/drawing/2014/main" val="449076225"/>
                  </a:ext>
                </a:extLst>
              </a:tr>
              <a:tr h="296675">
                <a:tc>
                  <a:txBody>
                    <a:bodyPr/>
                    <a:lstStyle/>
                    <a:p>
                      <a:pPr algn="ctr"/>
                      <a:r>
                        <a:rPr lang="en-GB" sz="1100">
                          <a:latin typeface="+mn-lt"/>
                        </a:rPr>
                        <a:t>Cardiology</a:t>
                      </a:r>
                    </a:p>
                  </a:txBody>
                  <a:tcPr>
                    <a:solidFill>
                      <a:schemeClr val="bg1"/>
                    </a:solidFill>
                  </a:tcPr>
                </a:tc>
                <a:tc>
                  <a:txBody>
                    <a:bodyPr/>
                    <a:lstStyle/>
                    <a:p>
                      <a:pPr algn="ctr"/>
                      <a:r>
                        <a:rPr lang="en-GB" sz="1100">
                          <a:latin typeface="+mn-lt"/>
                        </a:rPr>
                        <a:t>7</a:t>
                      </a:r>
                    </a:p>
                  </a:txBody>
                  <a:tcPr>
                    <a:solidFill>
                      <a:schemeClr val="bg1"/>
                    </a:solidFill>
                  </a:tcPr>
                </a:tc>
                <a:tc>
                  <a:txBody>
                    <a:bodyPr/>
                    <a:lstStyle/>
                    <a:p>
                      <a:pPr algn="ctr"/>
                      <a:r>
                        <a:rPr lang="en-GB" sz="1100">
                          <a:latin typeface="+mn-lt"/>
                        </a:rPr>
                        <a:t>0.7 ±</a:t>
                      </a:r>
                      <a:r>
                        <a:rPr lang="en-GB" sz="1100" b="1">
                          <a:solidFill>
                            <a:schemeClr val="bg1"/>
                          </a:solidFill>
                          <a:latin typeface="+mn-lt"/>
                        </a:rPr>
                        <a:t> </a:t>
                      </a:r>
                      <a:r>
                        <a:rPr lang="en-GB" sz="1100">
                          <a:latin typeface="+mn-lt"/>
                        </a:rPr>
                        <a:t>0.4</a:t>
                      </a:r>
                    </a:p>
                  </a:txBody>
                  <a:tcPr>
                    <a:solidFill>
                      <a:schemeClr val="bg1"/>
                    </a:solidFill>
                  </a:tcPr>
                </a:tc>
                <a:tc>
                  <a:txBody>
                    <a:bodyPr/>
                    <a:lstStyle/>
                    <a:p>
                      <a:pPr algn="ctr"/>
                      <a:r>
                        <a:rPr lang="en-GB" sz="1100" b="0">
                          <a:latin typeface="+mn-lt"/>
                        </a:rPr>
                        <a:t>0.4 (0.4-1.0)</a:t>
                      </a:r>
                    </a:p>
                  </a:txBody>
                  <a:tcPr>
                    <a:solidFill>
                      <a:schemeClr val="bg1"/>
                    </a:solidFill>
                  </a:tcPr>
                </a:tc>
                <a:extLst>
                  <a:ext uri="{0D108BD9-81ED-4DB2-BD59-A6C34878D82A}">
                    <a16:rowId xmlns:a16="http://schemas.microsoft.com/office/drawing/2014/main" val="3236272716"/>
                  </a:ext>
                </a:extLst>
              </a:tr>
              <a:tr h="404223">
                <a:tc>
                  <a:txBody>
                    <a:bodyPr/>
                    <a:lstStyle/>
                    <a:p>
                      <a:pPr algn="ctr"/>
                      <a:r>
                        <a:rPr lang="en-GB" sz="1100">
                          <a:latin typeface="+mn-lt"/>
                        </a:rPr>
                        <a:t>Nephrology/endocrinology</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a:latin typeface="+mn-lt"/>
                        </a:rPr>
                        <a:t>10</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a:latin typeface="+mn-lt"/>
                        </a:rPr>
                        <a:t>1.4 ± 0.7</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a:latin typeface="+mn-lt"/>
                        </a:rPr>
                        <a:t>1.2 (0.9-1.8)</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6381632"/>
                  </a:ext>
                </a:extLst>
              </a:tr>
            </a:tbl>
          </a:graphicData>
        </a:graphic>
      </p:graphicFrame>
      <p:sp>
        <p:nvSpPr>
          <p:cNvPr id="19" name="TextBox 18">
            <a:extLst>
              <a:ext uri="{FF2B5EF4-FFF2-40B4-BE49-F238E27FC236}">
                <a16:creationId xmlns:a16="http://schemas.microsoft.com/office/drawing/2014/main" id="{538806F3-B43E-7075-74FA-4C9060C331B1}"/>
              </a:ext>
            </a:extLst>
          </p:cNvPr>
          <p:cNvSpPr txBox="1"/>
          <p:nvPr/>
        </p:nvSpPr>
        <p:spPr bwMode="gray">
          <a:xfrm>
            <a:off x="6486525" y="1964531"/>
            <a:ext cx="5342583" cy="1784527"/>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US" sz="1400"/>
              <a:t> China is the first region to open cardiology sites at any scale, and the feedback is that finding patients is challenging for the cardiologists.</a:t>
            </a:r>
          </a:p>
          <a:p>
            <a:pPr marL="180000" indent="-180000" algn="l">
              <a:lnSpc>
                <a:spcPct val="140000"/>
              </a:lnSpc>
              <a:buFont typeface="Arial" panose="020B0604020202020204" pitchFamily="34" charset="0"/>
              <a:buChar char="•"/>
            </a:pPr>
            <a:r>
              <a:rPr lang="en-US" sz="1400"/>
              <a:t> This is reportedly as many patients are ineligible as there is a desire to use MRAs (even in non-diabetic CKD). Screening is 2-3x faster are nephrology sites vs cardiology sites.</a:t>
            </a:r>
            <a:endParaRPr lang="en-GB" sz="1400"/>
          </a:p>
        </p:txBody>
      </p:sp>
      <p:pic>
        <p:nvPicPr>
          <p:cNvPr id="20" name="Picture 19" descr="A logo for a company&#10;&#10;Description automatically generated">
            <a:hlinkClick r:id="" action="ppaction://noaction"/>
            <a:extLst>
              <a:ext uri="{FF2B5EF4-FFF2-40B4-BE49-F238E27FC236}">
                <a16:creationId xmlns:a16="http://schemas.microsoft.com/office/drawing/2014/main" id="{98E38096-B32C-DCC9-0B70-0B378CA76512}"/>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9879" t="13642" r="10764" b="14276"/>
          <a:stretch/>
        </p:blipFill>
        <p:spPr>
          <a:xfrm>
            <a:off x="0" y="17392"/>
            <a:ext cx="822960" cy="459608"/>
          </a:xfrm>
          <a:prstGeom prst="rect">
            <a:avLst/>
          </a:prstGeom>
        </p:spPr>
      </p:pic>
    </p:spTree>
    <p:extLst>
      <p:ext uri="{BB962C8B-B14F-4D97-AF65-F5344CB8AC3E}">
        <p14:creationId xmlns:p14="http://schemas.microsoft.com/office/powerpoint/2010/main" val="12338759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83B9-E433-CD15-8148-8B1F9857ACDC}"/>
              </a:ext>
            </a:extLst>
          </p:cNvPr>
          <p:cNvSpPr>
            <a:spLocks noGrp="1"/>
          </p:cNvSpPr>
          <p:nvPr>
            <p:ph type="title"/>
          </p:nvPr>
        </p:nvSpPr>
        <p:spPr>
          <a:xfrm>
            <a:off x="479424" y="477000"/>
            <a:ext cx="11233151" cy="720000"/>
          </a:xfrm>
        </p:spPr>
        <p:txBody>
          <a:bodyPr anchor="t">
            <a:normAutofit/>
          </a:bodyPr>
          <a:lstStyle/>
          <a:p>
            <a:r>
              <a:rPr lang="en-US"/>
              <a:t>Response to recruitment and site activation plan </a:t>
            </a:r>
            <a:endParaRPr lang="en-GB"/>
          </a:p>
        </p:txBody>
      </p:sp>
      <p:sp>
        <p:nvSpPr>
          <p:cNvPr id="3" name="Content Placeholder 2">
            <a:extLst>
              <a:ext uri="{FF2B5EF4-FFF2-40B4-BE49-F238E27FC236}">
                <a16:creationId xmlns:a16="http://schemas.microsoft.com/office/drawing/2014/main" id="{9F013350-3FA1-310E-F7DB-E6323AA69249}"/>
              </a:ext>
            </a:extLst>
          </p:cNvPr>
          <p:cNvSpPr>
            <a:spLocks noGrp="1"/>
          </p:cNvSpPr>
          <p:nvPr>
            <p:ph idx="1"/>
          </p:nvPr>
        </p:nvSpPr>
        <p:spPr>
          <a:xfrm>
            <a:off x="479425" y="1412876"/>
            <a:ext cx="5472114" cy="4392000"/>
          </a:xfrm>
        </p:spPr>
        <p:txBody>
          <a:bodyPr>
            <a:normAutofit/>
          </a:bodyPr>
          <a:lstStyle/>
          <a:p>
            <a:r>
              <a:rPr lang="en-US"/>
              <a:t>No detailed recruitment plan was given;</a:t>
            </a:r>
          </a:p>
          <a:p>
            <a:r>
              <a:rPr lang="en-US"/>
              <a:t>The current plan by Oxford is to let recruitment continue until at least 1,100 patients are randomized. </a:t>
            </a:r>
          </a:p>
          <a:p>
            <a:r>
              <a:rPr lang="en-US"/>
              <a:t>According to Martina, it is expected the overall delay will be as long as 6 months, this also adds time for China for recruitment, plus their plan to allow China to get to at least 1,100 pts. in any case.</a:t>
            </a:r>
          </a:p>
        </p:txBody>
      </p:sp>
      <p:pic>
        <p:nvPicPr>
          <p:cNvPr id="7" name="Picture 6" descr="A logo for a company&#10;&#10;Description automatically generated">
            <a:hlinkClick r:id="" action="ppaction://noaction"/>
            <a:extLst>
              <a:ext uri="{FF2B5EF4-FFF2-40B4-BE49-F238E27FC236}">
                <a16:creationId xmlns:a16="http://schemas.microsoft.com/office/drawing/2014/main" id="{C40FD1A1-E048-0D20-105C-450C4E10EDEA}"/>
              </a:ext>
            </a:extLst>
          </p:cNvPr>
          <p:cNvPicPr>
            <a:picLocks noChangeAspect="1"/>
          </p:cNvPicPr>
          <p:nvPr/>
        </p:nvPicPr>
        <p:blipFill rotWithShape="1">
          <a:blip r:embed="rId2">
            <a:extLst>
              <a:ext uri="{28A0092B-C50C-407E-A947-70E740481C1C}">
                <a14:useLocalDpi xmlns:a14="http://schemas.microsoft.com/office/drawing/2010/main" val="0"/>
              </a:ext>
            </a:extLst>
          </a:blip>
          <a:srcRect l="9879" t="13642" r="10764" b="14276"/>
          <a:stretch/>
        </p:blipFill>
        <p:spPr>
          <a:xfrm>
            <a:off x="6240461" y="2080457"/>
            <a:ext cx="5472114" cy="3056838"/>
          </a:xfrm>
          <a:prstGeom prst="rect">
            <a:avLst/>
          </a:prstGeom>
          <a:noFill/>
        </p:spPr>
      </p:pic>
      <p:sp>
        <p:nvSpPr>
          <p:cNvPr id="12" name="Text Placeholder 4">
            <a:extLst>
              <a:ext uri="{FF2B5EF4-FFF2-40B4-BE49-F238E27FC236}">
                <a16:creationId xmlns:a16="http://schemas.microsoft.com/office/drawing/2014/main" id="{D3D4178B-2261-FA04-31A1-20282C3DD499}"/>
              </a:ext>
            </a:extLst>
          </p:cNvPr>
          <p:cNvSpPr>
            <a:spLocks noGrp="1"/>
          </p:cNvSpPr>
          <p:nvPr>
            <p:ph type="body" sz="quarter" idx="13"/>
          </p:nvPr>
        </p:nvSpPr>
        <p:spPr>
          <a:xfrm>
            <a:off x="480000" y="5805280"/>
            <a:ext cx="11232000" cy="144000"/>
          </a:xfrm>
        </p:spPr>
        <p:txBody>
          <a:bodyPr/>
          <a:lstStyle/>
          <a:p>
            <a:endParaRPr lang="en-US"/>
          </a:p>
        </p:txBody>
      </p:sp>
      <p:sp>
        <p:nvSpPr>
          <p:cNvPr id="6" name="Slide Number Placeholder 5">
            <a:extLst>
              <a:ext uri="{FF2B5EF4-FFF2-40B4-BE49-F238E27FC236}">
                <a16:creationId xmlns:a16="http://schemas.microsoft.com/office/drawing/2014/main" id="{D9AD151D-7FF0-A5CD-33AE-917864994B19}"/>
              </a:ext>
            </a:extLst>
          </p:cNvPr>
          <p:cNvSpPr>
            <a:spLocks noGrp="1"/>
          </p:cNvSpPr>
          <p:nvPr>
            <p:ph type="sldNum" sz="quarter" idx="15"/>
          </p:nvPr>
        </p:nvSpPr>
        <p:spPr>
          <a:xfrm>
            <a:off x="11424592" y="6246836"/>
            <a:ext cx="288000" cy="288000"/>
          </a:xfrm>
        </p:spPr>
        <p:txBody>
          <a:bodyPr anchor="b">
            <a:normAutofit/>
          </a:bodyPr>
          <a:lstStyle/>
          <a:p>
            <a:pPr>
              <a:spcAft>
                <a:spcPts val="600"/>
              </a:spcAft>
            </a:pPr>
            <a:fld id="{DF4E8F9F-5B1F-4F5B-BE49-3245D8C18D9F}" type="slidenum">
              <a:rPr lang="en-US" smtClean="0"/>
              <a:pPr>
                <a:spcAft>
                  <a:spcPts val="600"/>
                </a:spcAft>
              </a:pPr>
              <a:t>36</a:t>
            </a:fld>
            <a:endParaRPr lang="en-US"/>
          </a:p>
        </p:txBody>
      </p:sp>
      <p:sp>
        <p:nvSpPr>
          <p:cNvPr id="5" name="Footer Placeholder 4">
            <a:extLst>
              <a:ext uri="{FF2B5EF4-FFF2-40B4-BE49-F238E27FC236}">
                <a16:creationId xmlns:a16="http://schemas.microsoft.com/office/drawing/2014/main" id="{5F55A759-0452-4EED-A470-310EA3546062}"/>
              </a:ext>
            </a:extLst>
          </p:cNvPr>
          <p:cNvSpPr>
            <a:spLocks noGrp="1"/>
          </p:cNvSpPr>
          <p:nvPr>
            <p:ph type="ftr" sz="quarter" idx="21"/>
          </p:nvPr>
        </p:nvSpPr>
        <p:spPr>
          <a:xfrm>
            <a:off x="6312024" y="6246836"/>
            <a:ext cx="5040560" cy="288000"/>
          </a:xfrm>
        </p:spPr>
        <p:txBody>
          <a:bodyPr anchor="b">
            <a:normAutofit/>
          </a:bodyPr>
          <a:lstStyle/>
          <a:p>
            <a:r>
              <a:rPr lang="en-US"/>
              <a:t>Presentation title    |    ONLY FOR INTERNAL USE</a:t>
            </a:r>
          </a:p>
        </p:txBody>
      </p:sp>
    </p:spTree>
    <p:extLst>
      <p:ext uri="{BB962C8B-B14F-4D97-AF65-F5344CB8AC3E}">
        <p14:creationId xmlns:p14="http://schemas.microsoft.com/office/powerpoint/2010/main" val="3944586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727A12-4D4E-C551-5761-7A5083666E99}"/>
              </a:ext>
            </a:extLst>
          </p:cNvPr>
          <p:cNvSpPr>
            <a:spLocks noGrp="1"/>
          </p:cNvSpPr>
          <p:nvPr>
            <p:ph type="dt" sz="half"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C4FB99EF-D7B6-40F6-9A39-638E4454B5C6}" type="datetime1">
              <a:rPr kumimoji="0" lang="en-GB" sz="9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05/01/2026</a:t>
            </a:fld>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 name="Footer Placeholder 2">
            <a:extLst>
              <a:ext uri="{FF2B5EF4-FFF2-40B4-BE49-F238E27FC236}">
                <a16:creationId xmlns:a16="http://schemas.microsoft.com/office/drawing/2014/main" id="{3C0C0618-3F9C-4EC1-2057-77D6683D46BF}"/>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Confidential – Not for Distribution</a:t>
            </a:r>
          </a:p>
        </p:txBody>
      </p:sp>
      <p:sp>
        <p:nvSpPr>
          <p:cNvPr id="4" name="Slide Number Placeholder 3">
            <a:extLst>
              <a:ext uri="{FF2B5EF4-FFF2-40B4-BE49-F238E27FC236}">
                <a16:creationId xmlns:a16="http://schemas.microsoft.com/office/drawing/2014/main" id="{C48BD409-9F51-C753-8233-F29749D48D3C}"/>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066355A-084C-D24E-9AD2-7E4FC41EA627}" type="slidenum">
              <a:rPr kumimoji="0" lang="en-US" sz="900" b="0" i="0" u="none" strike="noStrike" kern="1200" cap="none" spc="0" normalizeH="0" baseline="0" noProof="0" smtClean="0">
                <a:ln>
                  <a:noFill/>
                </a:ln>
                <a:solidFill>
                  <a:srgbClr val="000000"/>
                </a:solidFill>
                <a:effectLst/>
                <a:uLnTx/>
                <a:uFillTx/>
                <a:latin typeface="Arial"/>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37</a:t>
            </a:fld>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 name="Title 5">
            <a:extLst>
              <a:ext uri="{FF2B5EF4-FFF2-40B4-BE49-F238E27FC236}">
                <a16:creationId xmlns:a16="http://schemas.microsoft.com/office/drawing/2014/main" id="{2B338507-E302-A71A-0559-FB88A84DE00C}"/>
              </a:ext>
            </a:extLst>
          </p:cNvPr>
          <p:cNvSpPr>
            <a:spLocks noGrp="1"/>
          </p:cNvSpPr>
          <p:nvPr>
            <p:ph type="title"/>
          </p:nvPr>
        </p:nvSpPr>
        <p:spPr/>
        <p:txBody>
          <a:bodyPr/>
          <a:lstStyle/>
          <a:p>
            <a:r>
              <a:rPr lang="en-US">
                <a:ea typeface="宋体" panose="02010600030101010101" pitchFamily="2" charset="-122"/>
              </a:rPr>
              <a:t>1378-0020: China</a:t>
            </a:r>
            <a:r>
              <a:rPr lang="zh-CN" altLang="en-US">
                <a:ea typeface="宋体" panose="02010600030101010101" pitchFamily="2" charset="-122"/>
              </a:rPr>
              <a:t> </a:t>
            </a:r>
            <a:r>
              <a:rPr lang="en-US" altLang="zh-CN">
                <a:ea typeface="宋体" panose="02010600030101010101" pitchFamily="2" charset="-122"/>
              </a:rPr>
              <a:t>Recruitment</a:t>
            </a:r>
            <a:r>
              <a:rPr lang="zh-CN" altLang="en-US">
                <a:ea typeface="宋体" panose="02010600030101010101" pitchFamily="2" charset="-122"/>
              </a:rPr>
              <a:t> </a:t>
            </a:r>
            <a:r>
              <a:rPr lang="en-US" altLang="zh-CN">
                <a:ea typeface="宋体" panose="02010600030101010101" pitchFamily="2" charset="-122"/>
              </a:rPr>
              <a:t>Progress</a:t>
            </a:r>
            <a:endParaRPr lang="en-US"/>
          </a:p>
        </p:txBody>
      </p:sp>
      <p:sp>
        <p:nvSpPr>
          <p:cNvPr id="7" name="Text Placeholder 6">
            <a:extLst>
              <a:ext uri="{FF2B5EF4-FFF2-40B4-BE49-F238E27FC236}">
                <a16:creationId xmlns:a16="http://schemas.microsoft.com/office/drawing/2014/main" id="{09F5292D-6A7D-FC6F-AA15-55D5D3E9B145}"/>
              </a:ext>
            </a:extLst>
          </p:cNvPr>
          <p:cNvSpPr>
            <a:spLocks noGrp="1"/>
          </p:cNvSpPr>
          <p:nvPr>
            <p:ph type="body" sz="quarter" idx="14"/>
          </p:nvPr>
        </p:nvSpPr>
        <p:spPr>
          <a:xfrm>
            <a:off x="609599" y="6154738"/>
            <a:ext cx="10972800" cy="457200"/>
          </a:xfrm>
        </p:spPr>
        <p:txBody>
          <a:bodyPr/>
          <a:lstStyle/>
          <a:p>
            <a:endParaRPr lang="en-US"/>
          </a:p>
        </p:txBody>
      </p:sp>
      <p:sp>
        <p:nvSpPr>
          <p:cNvPr id="12" name="Subtitle 11">
            <a:extLst>
              <a:ext uri="{FF2B5EF4-FFF2-40B4-BE49-F238E27FC236}">
                <a16:creationId xmlns:a16="http://schemas.microsoft.com/office/drawing/2014/main" id="{9ABD25BE-FC2F-CB5B-2FA9-2B6540F3CA9F}"/>
              </a:ext>
            </a:extLst>
          </p:cNvPr>
          <p:cNvSpPr>
            <a:spLocks noGrp="1"/>
          </p:cNvSpPr>
          <p:nvPr>
            <p:ph type="subTitle" idx="13"/>
          </p:nvPr>
        </p:nvSpPr>
        <p:spPr/>
        <p:txBody>
          <a:bodyPr/>
          <a:lstStyle/>
          <a:p>
            <a:r>
              <a:rPr lang="en-US" altLang="zh-CN"/>
              <a:t>Randomization</a:t>
            </a:r>
            <a:endParaRPr lang="en-US"/>
          </a:p>
        </p:txBody>
      </p:sp>
      <p:graphicFrame>
        <p:nvGraphicFramePr>
          <p:cNvPr id="9" name="Picture Placeholder 8">
            <a:extLst>
              <a:ext uri="{FF2B5EF4-FFF2-40B4-BE49-F238E27FC236}">
                <a16:creationId xmlns:a16="http://schemas.microsoft.com/office/drawing/2014/main" id="{28966F92-7A81-FD35-E76D-A883E7441C5A}"/>
              </a:ext>
            </a:extLst>
          </p:cNvPr>
          <p:cNvGraphicFramePr>
            <a:graphicFrameLocks noGrp="1"/>
          </p:cNvGraphicFramePr>
          <p:nvPr>
            <p:ph type="pic" sz="quarter" idx="15"/>
          </p:nvPr>
        </p:nvGraphicFramePr>
        <p:xfrm>
          <a:off x="609600" y="1600200"/>
          <a:ext cx="10972800" cy="4554538"/>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hlinkClick r:id="" action="ppaction://noaction"/>
            <a:extLst>
              <a:ext uri="{FF2B5EF4-FFF2-40B4-BE49-F238E27FC236}">
                <a16:creationId xmlns:a16="http://schemas.microsoft.com/office/drawing/2014/main" id="{E9B2CD66-5D00-3374-EB8F-873BA914F293}"/>
              </a:ext>
            </a:extLst>
          </p:cNvPr>
          <p:cNvPicPr>
            <a:picLocks noChangeAspect="1"/>
          </p:cNvPicPr>
          <p:nvPr/>
        </p:nvPicPr>
        <p:blipFill>
          <a:blip r:embed="rId3"/>
          <a:stretch>
            <a:fillRect/>
          </a:stretch>
        </p:blipFill>
        <p:spPr>
          <a:xfrm>
            <a:off x="0" y="0"/>
            <a:ext cx="914400" cy="374896"/>
          </a:xfrm>
          <a:prstGeom prst="rect">
            <a:avLst/>
          </a:prstGeom>
        </p:spPr>
      </p:pic>
    </p:spTree>
    <p:extLst>
      <p:ext uri="{BB962C8B-B14F-4D97-AF65-F5344CB8AC3E}">
        <p14:creationId xmlns:p14="http://schemas.microsoft.com/office/powerpoint/2010/main" val="39836650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2BE2-DF67-B4E6-8D26-52282779D78C}"/>
              </a:ext>
            </a:extLst>
          </p:cNvPr>
          <p:cNvSpPr>
            <a:spLocks noGrp="1"/>
          </p:cNvSpPr>
          <p:nvPr>
            <p:ph type="title"/>
          </p:nvPr>
        </p:nvSpPr>
        <p:spPr>
          <a:xfrm>
            <a:off x="609600" y="274639"/>
            <a:ext cx="10972800" cy="547192"/>
          </a:xfrm>
        </p:spPr>
        <p:txBody>
          <a:bodyPr>
            <a:normAutofit/>
          </a:bodyPr>
          <a:lstStyle/>
          <a:p>
            <a:r>
              <a:rPr lang="en-US" sz="3200">
                <a:ea typeface="+mj-lt"/>
                <a:cs typeface="+mj-lt"/>
              </a:rPr>
              <a:t>1378-0020 global recruitment progress</a:t>
            </a:r>
          </a:p>
        </p:txBody>
      </p:sp>
      <p:sp>
        <p:nvSpPr>
          <p:cNvPr id="4" name="TextBox 3">
            <a:extLst>
              <a:ext uri="{FF2B5EF4-FFF2-40B4-BE49-F238E27FC236}">
                <a16:creationId xmlns:a16="http://schemas.microsoft.com/office/drawing/2014/main" id="{28E2024A-BC3F-717F-FCB6-3DDA848BD469}"/>
              </a:ext>
            </a:extLst>
          </p:cNvPr>
          <p:cNvSpPr txBox="1"/>
          <p:nvPr/>
        </p:nvSpPr>
        <p:spPr>
          <a:xfrm>
            <a:off x="357094" y="6115623"/>
            <a:ext cx="3510898" cy="318100"/>
          </a:xfrm>
          <a:prstGeom prst="rect">
            <a:avLst/>
          </a:prstGeom>
          <a:noFill/>
        </p:spPr>
        <p:txBody>
          <a:bodyPr wrap="none" rtlCol="0">
            <a:spAutoFit/>
          </a:bodyPr>
          <a:lstStyle/>
          <a:p>
            <a:r>
              <a:rPr lang="lv-LV" sz="1467"/>
              <a:t>Revised targets from Jun.2025 onwards</a:t>
            </a:r>
          </a:p>
        </p:txBody>
      </p:sp>
      <p:graphicFrame>
        <p:nvGraphicFramePr>
          <p:cNvPr id="5" name="Chart 4">
            <a:extLst>
              <a:ext uri="{FF2B5EF4-FFF2-40B4-BE49-F238E27FC236}">
                <a16:creationId xmlns:a16="http://schemas.microsoft.com/office/drawing/2014/main" id="{A3BBF3F6-41BA-E099-90CD-D097BAFEA496}"/>
              </a:ext>
            </a:extLst>
          </p:cNvPr>
          <p:cNvGraphicFramePr>
            <a:graphicFrameLocks/>
          </p:cNvGraphicFramePr>
          <p:nvPr/>
        </p:nvGraphicFramePr>
        <p:xfrm>
          <a:off x="473477" y="911225"/>
          <a:ext cx="11446276" cy="5035551"/>
        </p:xfrm>
        <a:graphic>
          <a:graphicData uri="http://schemas.openxmlformats.org/drawingml/2006/chart">
            <c:chart xmlns:c="http://schemas.openxmlformats.org/drawingml/2006/chart" xmlns:r="http://schemas.openxmlformats.org/officeDocument/2006/relationships" r:id="rId2"/>
          </a:graphicData>
        </a:graphic>
      </p:graphicFrame>
      <p:pic>
        <p:nvPicPr>
          <p:cNvPr id="3" name="Picture 2">
            <a:hlinkClick r:id="" action="ppaction://noaction"/>
            <a:extLst>
              <a:ext uri="{FF2B5EF4-FFF2-40B4-BE49-F238E27FC236}">
                <a16:creationId xmlns:a16="http://schemas.microsoft.com/office/drawing/2014/main" id="{39CACC4B-8047-4E5F-493D-3E3071AC5A20}"/>
              </a:ext>
            </a:extLst>
          </p:cNvPr>
          <p:cNvPicPr>
            <a:picLocks noChangeAspect="1"/>
          </p:cNvPicPr>
          <p:nvPr/>
        </p:nvPicPr>
        <p:blipFill>
          <a:blip r:embed="rId3"/>
          <a:stretch>
            <a:fillRect/>
          </a:stretch>
        </p:blipFill>
        <p:spPr>
          <a:xfrm>
            <a:off x="16277" y="-2203"/>
            <a:ext cx="914400" cy="374896"/>
          </a:xfrm>
          <a:prstGeom prst="rect">
            <a:avLst/>
          </a:prstGeom>
        </p:spPr>
      </p:pic>
    </p:spTree>
    <p:extLst>
      <p:ext uri="{BB962C8B-B14F-4D97-AF65-F5344CB8AC3E}">
        <p14:creationId xmlns:p14="http://schemas.microsoft.com/office/powerpoint/2010/main" val="465860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C9D9B7-A974-7A0F-CB9D-1BF8B58B001E}"/>
              </a:ext>
            </a:extLst>
          </p:cNvPr>
          <p:cNvSpPr>
            <a:spLocks noGrp="1"/>
          </p:cNvSpPr>
          <p:nvPr>
            <p:ph type="dt" sz="half" idx="10"/>
          </p:nvPr>
        </p:nvSpPr>
        <p:spPr/>
        <p:txBody>
          <a:bodyPr/>
          <a:lstStyle/>
          <a:p>
            <a:fld id="{C4FB99EF-D7B6-40F6-9A39-638E4454B5C6}" type="datetime1">
              <a:rPr lang="en-GB" smtClean="0"/>
              <a:t>05/01/2026</a:t>
            </a:fld>
            <a:endParaRPr lang="en-US"/>
          </a:p>
        </p:txBody>
      </p:sp>
      <p:sp>
        <p:nvSpPr>
          <p:cNvPr id="3" name="Footer Placeholder 2">
            <a:extLst>
              <a:ext uri="{FF2B5EF4-FFF2-40B4-BE49-F238E27FC236}">
                <a16:creationId xmlns:a16="http://schemas.microsoft.com/office/drawing/2014/main" id="{4728A9E2-E7A3-BE5B-6158-D6A1204BC580}"/>
              </a:ext>
            </a:extLst>
          </p:cNvPr>
          <p:cNvSpPr>
            <a:spLocks noGrp="1"/>
          </p:cNvSpPr>
          <p:nvPr>
            <p:ph type="ftr" sz="quarter" idx="11"/>
          </p:nvPr>
        </p:nvSpPr>
        <p:spPr/>
        <p:txBody>
          <a:bodyPr/>
          <a:lstStyle/>
          <a:p>
            <a:r>
              <a:rPr lang="en-US"/>
              <a:t>Confidential – Not for Distribution</a:t>
            </a:r>
          </a:p>
        </p:txBody>
      </p:sp>
      <p:sp>
        <p:nvSpPr>
          <p:cNvPr id="4" name="Slide Number Placeholder 3">
            <a:extLst>
              <a:ext uri="{FF2B5EF4-FFF2-40B4-BE49-F238E27FC236}">
                <a16:creationId xmlns:a16="http://schemas.microsoft.com/office/drawing/2014/main" id="{5725F3FA-84A1-096A-EDBD-61F77C79A2DA}"/>
              </a:ext>
            </a:extLst>
          </p:cNvPr>
          <p:cNvSpPr>
            <a:spLocks noGrp="1"/>
          </p:cNvSpPr>
          <p:nvPr>
            <p:ph type="sldNum" sz="quarter" idx="12"/>
          </p:nvPr>
        </p:nvSpPr>
        <p:spPr/>
        <p:txBody>
          <a:bodyPr/>
          <a:lstStyle/>
          <a:p>
            <a:fld id="{2066355A-084C-D24E-9AD2-7E4FC41EA627}" type="slidenum">
              <a:rPr lang="en-US" smtClean="0"/>
              <a:t>39</a:t>
            </a:fld>
            <a:endParaRPr lang="en-US"/>
          </a:p>
        </p:txBody>
      </p:sp>
      <p:sp>
        <p:nvSpPr>
          <p:cNvPr id="5" name="Subtitle 4">
            <a:extLst>
              <a:ext uri="{FF2B5EF4-FFF2-40B4-BE49-F238E27FC236}">
                <a16:creationId xmlns:a16="http://schemas.microsoft.com/office/drawing/2014/main" id="{193F37CC-CAB5-080E-E2C3-029F4441D900}"/>
              </a:ext>
            </a:extLst>
          </p:cNvPr>
          <p:cNvSpPr>
            <a:spLocks noGrp="1"/>
          </p:cNvSpPr>
          <p:nvPr>
            <p:ph type="subTitle" idx="13"/>
          </p:nvPr>
        </p:nvSpPr>
        <p:spPr/>
        <p:txBody>
          <a:bodyPr/>
          <a:lstStyle/>
          <a:p>
            <a:r>
              <a:rPr lang="en-US" altLang="zh-CN"/>
              <a:t>Randomization</a:t>
            </a:r>
            <a:endParaRPr lang="en-US"/>
          </a:p>
        </p:txBody>
      </p:sp>
      <p:sp>
        <p:nvSpPr>
          <p:cNvPr id="6" name="Title 5">
            <a:extLst>
              <a:ext uri="{FF2B5EF4-FFF2-40B4-BE49-F238E27FC236}">
                <a16:creationId xmlns:a16="http://schemas.microsoft.com/office/drawing/2014/main" id="{A848C94A-B0BC-7687-7A28-B6519DC8C8E4}"/>
              </a:ext>
            </a:extLst>
          </p:cNvPr>
          <p:cNvSpPr>
            <a:spLocks noGrp="1"/>
          </p:cNvSpPr>
          <p:nvPr>
            <p:ph type="title"/>
          </p:nvPr>
        </p:nvSpPr>
        <p:spPr/>
        <p:txBody>
          <a:bodyPr/>
          <a:lstStyle/>
          <a:p>
            <a:r>
              <a:rPr lang="en-US">
                <a:ea typeface="宋体" panose="02010600030101010101" pitchFamily="2" charset="-122"/>
              </a:rPr>
              <a:t>1378-0018: China</a:t>
            </a:r>
            <a:r>
              <a:rPr lang="zh-CN" altLang="en-US">
                <a:ea typeface="宋体" panose="02010600030101010101" pitchFamily="2" charset="-122"/>
              </a:rPr>
              <a:t> </a:t>
            </a:r>
            <a:r>
              <a:rPr lang="en-US" altLang="zh-CN">
                <a:ea typeface="宋体" panose="02010600030101010101" pitchFamily="2" charset="-122"/>
              </a:rPr>
              <a:t>Recruitment</a:t>
            </a:r>
            <a:r>
              <a:rPr lang="zh-CN" altLang="en-US">
                <a:ea typeface="宋体" panose="02010600030101010101" pitchFamily="2" charset="-122"/>
              </a:rPr>
              <a:t> </a:t>
            </a:r>
            <a:r>
              <a:rPr lang="en-US" altLang="zh-CN">
                <a:ea typeface="宋体" panose="02010600030101010101" pitchFamily="2" charset="-122"/>
              </a:rPr>
              <a:t>Progress</a:t>
            </a:r>
            <a:endParaRPr lang="en-US"/>
          </a:p>
        </p:txBody>
      </p:sp>
      <p:sp>
        <p:nvSpPr>
          <p:cNvPr id="7" name="Text Placeholder 6">
            <a:extLst>
              <a:ext uri="{FF2B5EF4-FFF2-40B4-BE49-F238E27FC236}">
                <a16:creationId xmlns:a16="http://schemas.microsoft.com/office/drawing/2014/main" id="{1263883A-3799-98D5-42BF-8F0E9AEE3931}"/>
              </a:ext>
            </a:extLst>
          </p:cNvPr>
          <p:cNvSpPr>
            <a:spLocks noGrp="1"/>
          </p:cNvSpPr>
          <p:nvPr>
            <p:ph type="body" sz="quarter" idx="14"/>
          </p:nvPr>
        </p:nvSpPr>
        <p:spPr/>
        <p:txBody>
          <a:bodyPr/>
          <a:lstStyle/>
          <a:p>
            <a:endParaRPr lang="en-US"/>
          </a:p>
        </p:txBody>
      </p:sp>
      <p:graphicFrame>
        <p:nvGraphicFramePr>
          <p:cNvPr id="9" name="Picture Placeholder 8">
            <a:extLst>
              <a:ext uri="{FF2B5EF4-FFF2-40B4-BE49-F238E27FC236}">
                <a16:creationId xmlns:a16="http://schemas.microsoft.com/office/drawing/2014/main" id="{5F1DC461-6ED6-9367-29D9-843077168FB9}"/>
              </a:ext>
            </a:extLst>
          </p:cNvPr>
          <p:cNvGraphicFramePr>
            <a:graphicFrameLocks noGrp="1"/>
          </p:cNvGraphicFramePr>
          <p:nvPr>
            <p:ph type="pic" sz="quarter" idx="15"/>
          </p:nvPr>
        </p:nvGraphicFramePr>
        <p:xfrm>
          <a:off x="609600" y="1600200"/>
          <a:ext cx="10972800" cy="4554538"/>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a:hlinkClick r:id="" action="ppaction://noaction"/>
            <a:extLst>
              <a:ext uri="{FF2B5EF4-FFF2-40B4-BE49-F238E27FC236}">
                <a16:creationId xmlns:a16="http://schemas.microsoft.com/office/drawing/2014/main" id="{5E270D3B-F0A8-4C81-9B18-107C9AC747C3}"/>
              </a:ext>
            </a:extLst>
          </p:cNvPr>
          <p:cNvPicPr>
            <a:picLocks noChangeAspect="1"/>
          </p:cNvPicPr>
          <p:nvPr/>
        </p:nvPicPr>
        <p:blipFill>
          <a:blip r:embed="rId3"/>
          <a:stretch>
            <a:fillRect/>
          </a:stretch>
        </p:blipFill>
        <p:spPr>
          <a:xfrm>
            <a:off x="0" y="0"/>
            <a:ext cx="914400" cy="374895"/>
          </a:xfrm>
          <a:prstGeom prst="rect">
            <a:avLst/>
          </a:prstGeom>
        </p:spPr>
      </p:pic>
    </p:spTree>
    <p:extLst>
      <p:ext uri="{BB962C8B-B14F-4D97-AF65-F5344CB8AC3E}">
        <p14:creationId xmlns:p14="http://schemas.microsoft.com/office/powerpoint/2010/main" val="1629863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D17A7-379F-D5B6-428A-A37F02B7A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60DB8-F9D8-7303-174B-A9BBC4E2DDCA}"/>
              </a:ext>
            </a:extLst>
          </p:cNvPr>
          <p:cNvSpPr>
            <a:spLocks noGrp="1"/>
          </p:cNvSpPr>
          <p:nvPr>
            <p:ph type="title"/>
          </p:nvPr>
        </p:nvSpPr>
        <p:spPr>
          <a:xfrm>
            <a:off x="609600" y="274639"/>
            <a:ext cx="10972800" cy="547192"/>
          </a:xfrm>
        </p:spPr>
        <p:txBody>
          <a:bodyPr>
            <a:normAutofit/>
          </a:bodyPr>
          <a:lstStyle/>
          <a:p>
            <a:r>
              <a:rPr lang="en-US" sz="3200">
                <a:ea typeface="+mj-lt"/>
                <a:cs typeface="+mj-lt"/>
              </a:rPr>
              <a:t>1378-0018 global recruitment progress</a:t>
            </a:r>
          </a:p>
        </p:txBody>
      </p:sp>
      <p:graphicFrame>
        <p:nvGraphicFramePr>
          <p:cNvPr id="3" name="Chart 2">
            <a:extLst>
              <a:ext uri="{FF2B5EF4-FFF2-40B4-BE49-F238E27FC236}">
                <a16:creationId xmlns:a16="http://schemas.microsoft.com/office/drawing/2014/main" id="{AB0C8277-CF20-FBCA-B732-66B0AF1E48EA}"/>
              </a:ext>
            </a:extLst>
          </p:cNvPr>
          <p:cNvGraphicFramePr>
            <a:graphicFrameLocks/>
          </p:cNvGraphicFramePr>
          <p:nvPr/>
        </p:nvGraphicFramePr>
        <p:xfrm>
          <a:off x="176084" y="1054379"/>
          <a:ext cx="11249000" cy="5528981"/>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a:hlinkClick r:id="" action="ppaction://noaction"/>
            <a:extLst>
              <a:ext uri="{FF2B5EF4-FFF2-40B4-BE49-F238E27FC236}">
                <a16:creationId xmlns:a16="http://schemas.microsoft.com/office/drawing/2014/main" id="{D9F8A1F1-F4A3-A600-6AA1-3B2F4B5AF754}"/>
              </a:ext>
            </a:extLst>
          </p:cNvPr>
          <p:cNvPicPr>
            <a:picLocks noChangeAspect="1"/>
          </p:cNvPicPr>
          <p:nvPr/>
        </p:nvPicPr>
        <p:blipFill>
          <a:blip r:embed="rId3"/>
          <a:stretch>
            <a:fillRect/>
          </a:stretch>
        </p:blipFill>
        <p:spPr>
          <a:xfrm>
            <a:off x="0" y="42091"/>
            <a:ext cx="914400" cy="374895"/>
          </a:xfrm>
          <a:prstGeom prst="rect">
            <a:avLst/>
          </a:prstGeom>
        </p:spPr>
      </p:pic>
    </p:spTree>
    <p:extLst>
      <p:ext uri="{BB962C8B-B14F-4D97-AF65-F5344CB8AC3E}">
        <p14:creationId xmlns:p14="http://schemas.microsoft.com/office/powerpoint/2010/main" val="333535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D6FC183-4DF0-E34D-7444-9EF80BB069E1}"/>
              </a:ext>
            </a:extLst>
          </p:cNvPr>
          <p:cNvSpPr>
            <a:spLocks noGrp="1"/>
          </p:cNvSpPr>
          <p:nvPr>
            <p:ph type="ftr" sz="quarter" idx="11"/>
          </p:nvPr>
        </p:nvSpPr>
        <p:spPr/>
        <p:txBody>
          <a:bodyPr/>
          <a:lstStyle/>
          <a:p>
            <a:r>
              <a:rPr lang="en-US"/>
              <a:t>Confidential – Not for Distribution</a:t>
            </a:r>
          </a:p>
        </p:txBody>
      </p:sp>
      <p:sp>
        <p:nvSpPr>
          <p:cNvPr id="3" name="Slide Number Placeholder 2">
            <a:extLst>
              <a:ext uri="{FF2B5EF4-FFF2-40B4-BE49-F238E27FC236}">
                <a16:creationId xmlns:a16="http://schemas.microsoft.com/office/drawing/2014/main" id="{B838A0B0-2B8E-AED1-1F15-453E91B56CEA}"/>
              </a:ext>
            </a:extLst>
          </p:cNvPr>
          <p:cNvSpPr>
            <a:spLocks noGrp="1"/>
          </p:cNvSpPr>
          <p:nvPr>
            <p:ph type="sldNum" sz="quarter" idx="12"/>
          </p:nvPr>
        </p:nvSpPr>
        <p:spPr/>
        <p:txBody>
          <a:bodyPr/>
          <a:lstStyle/>
          <a:p>
            <a:fld id="{2066355A-084C-D24E-9AD2-7E4FC41EA627}" type="slidenum">
              <a:rPr lang="en-US" smtClean="0"/>
              <a:t>41</a:t>
            </a:fld>
            <a:endParaRPr lang="en-US"/>
          </a:p>
        </p:txBody>
      </p:sp>
      <p:sp>
        <p:nvSpPr>
          <p:cNvPr id="4" name="Title 3">
            <a:extLst>
              <a:ext uri="{FF2B5EF4-FFF2-40B4-BE49-F238E27FC236}">
                <a16:creationId xmlns:a16="http://schemas.microsoft.com/office/drawing/2014/main" id="{1466F25F-7329-FFB9-C460-05A3586D2AFF}"/>
              </a:ext>
            </a:extLst>
          </p:cNvPr>
          <p:cNvSpPr>
            <a:spLocks noGrp="1"/>
          </p:cNvSpPr>
          <p:nvPr>
            <p:ph type="title"/>
          </p:nvPr>
        </p:nvSpPr>
        <p:spPr/>
        <p:txBody>
          <a:bodyPr/>
          <a:lstStyle/>
          <a:p>
            <a:endParaRPr lang="en-GB"/>
          </a:p>
        </p:txBody>
      </p:sp>
      <p:pic>
        <p:nvPicPr>
          <p:cNvPr id="6" name="Picture 5">
            <a:extLst>
              <a:ext uri="{FF2B5EF4-FFF2-40B4-BE49-F238E27FC236}">
                <a16:creationId xmlns:a16="http://schemas.microsoft.com/office/drawing/2014/main" id="{9C23B800-4719-2901-B5B9-96FD1C05F8BD}"/>
              </a:ext>
            </a:extLst>
          </p:cNvPr>
          <p:cNvPicPr>
            <a:picLocks noChangeAspect="1"/>
          </p:cNvPicPr>
          <p:nvPr/>
        </p:nvPicPr>
        <p:blipFill>
          <a:blip r:embed="rId2"/>
          <a:stretch>
            <a:fillRect/>
          </a:stretch>
        </p:blipFill>
        <p:spPr>
          <a:xfrm>
            <a:off x="0" y="300455"/>
            <a:ext cx="12192000" cy="6257090"/>
          </a:xfrm>
          <a:prstGeom prst="rect">
            <a:avLst/>
          </a:prstGeom>
        </p:spPr>
      </p:pic>
    </p:spTree>
    <p:extLst>
      <p:ext uri="{BB962C8B-B14F-4D97-AF65-F5344CB8AC3E}">
        <p14:creationId xmlns:p14="http://schemas.microsoft.com/office/powerpoint/2010/main" val="405981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6E8A83-DEE4-8E84-52CF-2F1EC53542E2}"/>
              </a:ext>
            </a:extLst>
          </p:cNvPr>
          <p:cNvSpPr>
            <a:spLocks noGrp="1"/>
          </p:cNvSpPr>
          <p:nvPr>
            <p:ph type="ftr" sz="quarter" idx="11"/>
          </p:nvPr>
        </p:nvSpPr>
        <p:spPr/>
        <p:txBody>
          <a:bodyPr/>
          <a:lstStyle/>
          <a:p>
            <a:r>
              <a:rPr lang="en-US"/>
              <a:t>Confidential – Not for Distribution</a:t>
            </a:r>
          </a:p>
        </p:txBody>
      </p:sp>
      <p:sp>
        <p:nvSpPr>
          <p:cNvPr id="3" name="Slide Number Placeholder 2">
            <a:extLst>
              <a:ext uri="{FF2B5EF4-FFF2-40B4-BE49-F238E27FC236}">
                <a16:creationId xmlns:a16="http://schemas.microsoft.com/office/drawing/2014/main" id="{776F7EC2-E3EE-5356-A71F-6FC457FEB2FB}"/>
              </a:ext>
            </a:extLst>
          </p:cNvPr>
          <p:cNvSpPr>
            <a:spLocks noGrp="1"/>
          </p:cNvSpPr>
          <p:nvPr>
            <p:ph type="sldNum" sz="quarter" idx="12"/>
          </p:nvPr>
        </p:nvSpPr>
        <p:spPr/>
        <p:txBody>
          <a:bodyPr/>
          <a:lstStyle/>
          <a:p>
            <a:fld id="{2066355A-084C-D24E-9AD2-7E4FC41EA627}" type="slidenum">
              <a:rPr lang="en-US" smtClean="0"/>
              <a:t>42</a:t>
            </a:fld>
            <a:endParaRPr lang="en-US"/>
          </a:p>
        </p:txBody>
      </p:sp>
      <p:sp>
        <p:nvSpPr>
          <p:cNvPr id="4" name="Title 3">
            <a:extLst>
              <a:ext uri="{FF2B5EF4-FFF2-40B4-BE49-F238E27FC236}">
                <a16:creationId xmlns:a16="http://schemas.microsoft.com/office/drawing/2014/main" id="{D1F8C0B5-3DCE-4C89-9E90-DD07579EC77F}"/>
              </a:ext>
            </a:extLst>
          </p:cNvPr>
          <p:cNvSpPr>
            <a:spLocks noGrp="1"/>
          </p:cNvSpPr>
          <p:nvPr>
            <p:ph type="title"/>
          </p:nvPr>
        </p:nvSpPr>
        <p:spPr/>
        <p:txBody>
          <a:bodyPr/>
          <a:lstStyle/>
          <a:p>
            <a:endParaRPr lang="en-GB"/>
          </a:p>
        </p:txBody>
      </p:sp>
      <p:pic>
        <p:nvPicPr>
          <p:cNvPr id="6" name="Picture 5">
            <a:extLst>
              <a:ext uri="{FF2B5EF4-FFF2-40B4-BE49-F238E27FC236}">
                <a16:creationId xmlns:a16="http://schemas.microsoft.com/office/drawing/2014/main" id="{F95F3A69-FEA1-4074-4E83-79C48EEB18C3}"/>
              </a:ext>
            </a:extLst>
          </p:cNvPr>
          <p:cNvPicPr>
            <a:picLocks noChangeAspect="1"/>
          </p:cNvPicPr>
          <p:nvPr/>
        </p:nvPicPr>
        <p:blipFill>
          <a:blip r:embed="rId2"/>
          <a:stretch>
            <a:fillRect/>
          </a:stretch>
        </p:blipFill>
        <p:spPr>
          <a:xfrm>
            <a:off x="0" y="338430"/>
            <a:ext cx="12192000" cy="6181139"/>
          </a:xfrm>
          <a:prstGeom prst="rect">
            <a:avLst/>
          </a:prstGeom>
        </p:spPr>
      </p:pic>
    </p:spTree>
    <p:extLst>
      <p:ext uri="{BB962C8B-B14F-4D97-AF65-F5344CB8AC3E}">
        <p14:creationId xmlns:p14="http://schemas.microsoft.com/office/powerpoint/2010/main" val="3855921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4AD7BD-0EB1-45CA-2591-396787208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21698-BEAE-68DD-ED2D-960764F779D0}"/>
              </a:ext>
            </a:extLst>
          </p:cNvPr>
          <p:cNvSpPr>
            <a:spLocks noGrp="1"/>
          </p:cNvSpPr>
          <p:nvPr>
            <p:ph type="title"/>
          </p:nvPr>
        </p:nvSpPr>
        <p:spPr>
          <a:xfrm>
            <a:off x="488143" y="474385"/>
            <a:ext cx="11233151" cy="720000"/>
          </a:xfrm>
        </p:spPr>
        <p:txBody>
          <a:bodyPr/>
          <a:lstStyle/>
          <a:p>
            <a:r>
              <a:rPr lang="en-US" altLang="zh-CN"/>
              <a:t>Projects/Studies with </a:t>
            </a:r>
            <a:r>
              <a:rPr lang="en-US" altLang="zh-CN">
                <a:solidFill>
                  <a:srgbClr val="FF0000"/>
                </a:solidFill>
              </a:rPr>
              <a:t>Red-Light</a:t>
            </a:r>
            <a:r>
              <a:rPr lang="en-US" altLang="zh-CN"/>
              <a:t>  </a:t>
            </a:r>
            <a:endParaRPr lang="zh-CN" altLang="en-US"/>
          </a:p>
        </p:txBody>
      </p:sp>
      <p:sp>
        <p:nvSpPr>
          <p:cNvPr id="6" name="Slide Number Placeholder 5">
            <a:extLst>
              <a:ext uri="{FF2B5EF4-FFF2-40B4-BE49-F238E27FC236}">
                <a16:creationId xmlns:a16="http://schemas.microsoft.com/office/drawing/2014/main" id="{B7D25E7A-DA2E-5D4B-0ACB-4E4F13E5D31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1026" name="Picture 2" descr="image">
            <a:extLst>
              <a:ext uri="{FF2B5EF4-FFF2-40B4-BE49-F238E27FC236}">
                <a16:creationId xmlns:a16="http://schemas.microsoft.com/office/drawing/2014/main" id="{2DC77A73-A637-943C-FC5A-912E3D8C9E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7">
            <a:extLst>
              <a:ext uri="{FF2B5EF4-FFF2-40B4-BE49-F238E27FC236}">
                <a16:creationId xmlns:a16="http://schemas.microsoft.com/office/drawing/2014/main" id="{CB395646-2540-93F0-25A2-324049A669F9}"/>
              </a:ext>
            </a:extLst>
          </p:cNvPr>
          <p:cNvSpPr/>
          <p:nvPr/>
        </p:nvSpPr>
        <p:spPr>
          <a:xfrm>
            <a:off x="3618568" y="2272654"/>
            <a:ext cx="7580414" cy="998818"/>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rPr>
              <a:t>Continuously delayed timeline, and shortened recruitment window left </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rPr>
              <a:t>Fewer subjects and endpoint events are expected,  potentially impacting Chinese subgroup result and indication approval</a:t>
            </a:r>
            <a:endParaRPr kumimoji="0" lang="zh-CN" altLang="en-US" sz="12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endParaRPr>
          </a:p>
        </p:txBody>
      </p:sp>
      <p:sp>
        <p:nvSpPr>
          <p:cNvPr id="15" name="矩形 11">
            <a:extLst>
              <a:ext uri="{FF2B5EF4-FFF2-40B4-BE49-F238E27FC236}">
                <a16:creationId xmlns:a16="http://schemas.microsoft.com/office/drawing/2014/main" id="{4C67576B-0FFC-85E1-5B6E-E8FCADAB1110}"/>
              </a:ext>
            </a:extLst>
          </p:cNvPr>
          <p:cNvSpPr/>
          <p:nvPr/>
        </p:nvSpPr>
        <p:spPr>
          <a:xfrm>
            <a:off x="3618568" y="3485154"/>
            <a:ext cx="7580414" cy="99477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Monthly regular catch-up with CTL is ongoing to monitor trial progress</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Global Medical and global brand team have been fully informed, and aware of the current situation, and will also look into the delay issue.</a:t>
            </a:r>
          </a:p>
        </p:txBody>
      </p:sp>
      <p:sp>
        <p:nvSpPr>
          <p:cNvPr id="13" name="矩形 9">
            <a:extLst>
              <a:ext uri="{FF2B5EF4-FFF2-40B4-BE49-F238E27FC236}">
                <a16:creationId xmlns:a16="http://schemas.microsoft.com/office/drawing/2014/main" id="{A2908CCF-B68C-8CAD-ACC0-0FB4621BFF21}"/>
              </a:ext>
            </a:extLst>
          </p:cNvPr>
          <p:cNvSpPr/>
          <p:nvPr/>
        </p:nvSpPr>
        <p:spPr>
          <a:xfrm>
            <a:off x="3618568" y="4717389"/>
            <a:ext cx="7580414" cy="120742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lIns="91440" tIns="45720" rIns="91440" bIns="45720" rtlCol="0" anchor="t"/>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FSS(First Subject Screen) took place on 24th Aug, 2025, while no subject was randomized yet. Overall delay is ~ </a:t>
            </a:r>
            <a:r>
              <a:rPr lang="en-US" altLang="zh-CN" sz="1200" kern="0">
                <a:solidFill>
                  <a:prstClr val="black">
                    <a:lumMod val="75000"/>
                    <a:lumOff val="25000"/>
                  </a:prstClr>
                </a:solidFill>
                <a:latin typeface="Boehringer Forward Text"/>
              </a:rPr>
              <a:t>4</a:t>
            </a: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 months vs. original timeline(</a:t>
            </a:r>
            <a:r>
              <a:rPr lang="en-US" altLang="zh-CN" sz="1200" kern="0">
                <a:solidFill>
                  <a:prstClr val="black">
                    <a:lumMod val="75000"/>
                    <a:lumOff val="25000"/>
                  </a:prstClr>
                </a:solidFill>
                <a:latin typeface="Boehringer Forward Text"/>
              </a:rPr>
              <a:t>30</a:t>
            </a:r>
            <a:r>
              <a:rPr lang="en-US" altLang="zh-CN" sz="1200" kern="0" baseline="30000">
                <a:solidFill>
                  <a:prstClr val="black">
                    <a:lumMod val="75000"/>
                    <a:lumOff val="25000"/>
                  </a:prstClr>
                </a:solidFill>
                <a:latin typeface="Boehringer Forward Text"/>
              </a:rPr>
              <a:t>th</a:t>
            </a:r>
            <a:r>
              <a:rPr lang="en-US" altLang="zh-CN" sz="1200" kern="0">
                <a:solidFill>
                  <a:prstClr val="black">
                    <a:lumMod val="75000"/>
                    <a:lumOff val="25000"/>
                  </a:prstClr>
                </a:solidFill>
                <a:latin typeface="Boehringer Forward Text"/>
              </a:rPr>
              <a:t> Apr</a:t>
            </a: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 </a:t>
            </a:r>
            <a:r>
              <a:rPr lang="en-US" altLang="zh-CN" sz="1200" kern="0">
                <a:solidFill>
                  <a:prstClr val="black">
                    <a:lumMod val="75000"/>
                    <a:lumOff val="25000"/>
                  </a:prstClr>
                </a:solidFill>
                <a:latin typeface="Boehringer Forward Text"/>
              </a:rPr>
              <a:t>2025</a:t>
            </a: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13 sites activated with 38 patients screened, while no patient randomized yet </a:t>
            </a:r>
            <a:endParaRPr lang="en-US" altLang="zh-CN" sz="1200" b="0" i="0" u="none" strike="noStrike" kern="0" cap="none" spc="0" normalizeH="0" baseline="0" noProof="0">
              <a:ln>
                <a:noFill/>
              </a:ln>
              <a:solidFill>
                <a:prstClr val="black">
                  <a:lumMod val="75000"/>
                  <a:lumOff val="25000"/>
                </a:prstClr>
              </a:solidFill>
              <a:effectLst/>
              <a:uLnTx/>
              <a:uFillTx/>
              <a:latin typeface="Boehringer Forward Text"/>
            </a:endParaRP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LSR(Last Subject </a:t>
            </a:r>
            <a:r>
              <a:rPr kumimoji="0" lang="en-US" altLang="zh-CN" sz="1200" b="0" i="0" u="none" strike="noStrike" kern="0" cap="none" spc="0" normalizeH="0" baseline="0" noProof="0" err="1">
                <a:ln>
                  <a:noFill/>
                </a:ln>
                <a:solidFill>
                  <a:prstClr val="black">
                    <a:lumMod val="75000"/>
                    <a:lumOff val="25000"/>
                  </a:prstClr>
                </a:solidFill>
                <a:effectLst/>
                <a:uLnTx/>
                <a:uFillTx/>
                <a:latin typeface="Boehringer Forward Text"/>
                <a:ea typeface="+mn-ea"/>
                <a:cs typeface="+mn-cs"/>
              </a:rPr>
              <a:t>Randomised</a:t>
            </a: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 was still scheduled on 30th Aug, 2026</a:t>
            </a:r>
            <a:endParaRPr lang="en-US" altLang="zh-CN" sz="1200" b="0" i="0" u="none" strike="noStrike" kern="0" cap="none" spc="0" normalizeH="0" baseline="0" noProof="0">
              <a:ln>
                <a:noFill/>
              </a:ln>
              <a:solidFill>
                <a:prstClr val="black">
                  <a:lumMod val="75000"/>
                  <a:lumOff val="25000"/>
                </a:prstClr>
              </a:solidFill>
              <a:effectLst/>
              <a:uLnTx/>
              <a:uFillTx/>
              <a:latin typeface="Boehringer Forward Text"/>
            </a:endParaRP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rPr>
              <a:t>A global delay also occurred, and except Taiwan(88), no East Asian countries has randomized patients yet</a:t>
            </a:r>
            <a:endParaRPr kumimoji="0" lang="zh-CN" altLang="en-US" sz="1200" b="0" i="0" u="none" strike="noStrike" kern="0" cap="none" spc="0" normalizeH="0" baseline="0" noProof="0">
              <a:ln>
                <a:noFill/>
              </a:ln>
              <a:solidFill>
                <a:prstClr val="black">
                  <a:lumMod val="75000"/>
                  <a:lumOff val="25000"/>
                </a:prstClr>
              </a:solidFill>
              <a:effectLst/>
              <a:uLnTx/>
              <a:uFillTx/>
              <a:latin typeface="Boehringer Forward Text"/>
              <a:ea typeface="+mn-ea"/>
              <a:cs typeface="+mn-cs"/>
            </a:endParaRPr>
          </a:p>
        </p:txBody>
      </p:sp>
      <p:sp>
        <p:nvSpPr>
          <p:cNvPr id="3" name="矩形 102">
            <a:extLst>
              <a:ext uri="{FF2B5EF4-FFF2-40B4-BE49-F238E27FC236}">
                <a16:creationId xmlns:a16="http://schemas.microsoft.com/office/drawing/2014/main" id="{8FCC6C74-99C7-B5C7-7842-38F6A01D3554}"/>
              </a:ext>
            </a:extLst>
          </p:cNvPr>
          <p:cNvSpPr/>
          <p:nvPr/>
        </p:nvSpPr>
        <p:spPr>
          <a:xfrm>
            <a:off x="1229286"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 name="矩形: 圆角 103">
            <a:extLst>
              <a:ext uri="{FF2B5EF4-FFF2-40B4-BE49-F238E27FC236}">
                <a16:creationId xmlns:a16="http://schemas.microsoft.com/office/drawing/2014/main" id="{EDA81363-F3AC-04EF-36D4-7FCB4A714441}"/>
              </a:ext>
            </a:extLst>
          </p:cNvPr>
          <p:cNvSpPr/>
          <p:nvPr/>
        </p:nvSpPr>
        <p:spPr>
          <a:xfrm>
            <a:off x="1286929"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Project/study</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文本框 109">
            <a:extLst>
              <a:ext uri="{FF2B5EF4-FFF2-40B4-BE49-F238E27FC236}">
                <a16:creationId xmlns:a16="http://schemas.microsoft.com/office/drawing/2014/main" id="{23E1AD11-3A00-7A04-0312-2A5CDF924513}"/>
              </a:ext>
            </a:extLst>
          </p:cNvPr>
          <p:cNvSpPr txBox="1"/>
          <p:nvPr/>
        </p:nvSpPr>
        <p:spPr>
          <a:xfrm>
            <a:off x="1286929" y="1644074"/>
            <a:ext cx="4208996"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VicaEmpa</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ASi+SGLT-2i,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in CKD/</a:t>
            </a:r>
            <a:r>
              <a:rPr kumimoji="0" lang="en-US" altLang="zh-CN" sz="1200" b="1"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EASi</a:t>
            </a:r>
            <a:r>
              <a:rPr kumimoji="0" lang="en-US" altLang="zh-CN" sz="1200" b="1"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-KIDNEY</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Ph-III</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
        <p:nvSpPr>
          <p:cNvPr id="14" name="矩形 102">
            <a:extLst>
              <a:ext uri="{FF2B5EF4-FFF2-40B4-BE49-F238E27FC236}">
                <a16:creationId xmlns:a16="http://schemas.microsoft.com/office/drawing/2014/main" id="{84E8B6AE-A49D-60B7-BDD5-370A9C3EF328}"/>
              </a:ext>
            </a:extLst>
          </p:cNvPr>
          <p:cNvSpPr/>
          <p:nvPr/>
        </p:nvSpPr>
        <p:spPr>
          <a:xfrm>
            <a:off x="6419353" y="1360185"/>
            <a:ext cx="4543361" cy="718362"/>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9" name="矩形: 圆角 103">
            <a:extLst>
              <a:ext uri="{FF2B5EF4-FFF2-40B4-BE49-F238E27FC236}">
                <a16:creationId xmlns:a16="http://schemas.microsoft.com/office/drawing/2014/main" id="{08AB8861-C3B8-BDDF-C9D5-25C866E8327A}"/>
              </a:ext>
            </a:extLst>
          </p:cNvPr>
          <p:cNvSpPr/>
          <p:nvPr/>
        </p:nvSpPr>
        <p:spPr>
          <a:xfrm>
            <a:off x="6476996"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Red-light starts from</a:t>
            </a:r>
          </a:p>
        </p:txBody>
      </p:sp>
      <p:sp>
        <p:nvSpPr>
          <p:cNvPr id="20" name="文本框 109">
            <a:extLst>
              <a:ext uri="{FF2B5EF4-FFF2-40B4-BE49-F238E27FC236}">
                <a16:creationId xmlns:a16="http://schemas.microsoft.com/office/drawing/2014/main" id="{CFA0A864-5D09-BEAB-4166-EAB22CF051C2}"/>
              </a:ext>
            </a:extLst>
          </p:cNvPr>
          <p:cNvSpPr txBox="1"/>
          <p:nvPr/>
        </p:nvSpPr>
        <p:spPr>
          <a:xfrm>
            <a:off x="6533272" y="1644074"/>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altLang="zh-CN" sz="1200" i="1">
                <a:solidFill>
                  <a:sysClr val="windowText" lastClr="000000">
                    <a:lumMod val="75000"/>
                    <a:lumOff val="25000"/>
                  </a:sysClr>
                </a:solidFill>
                <a:latin typeface="Boehringer Forward Text"/>
              </a:rPr>
              <a:t>Apr</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2025</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grpSp>
        <p:nvGrpSpPr>
          <p:cNvPr id="4" name="Group 3">
            <a:extLst>
              <a:ext uri="{FF2B5EF4-FFF2-40B4-BE49-F238E27FC236}">
                <a16:creationId xmlns:a16="http://schemas.microsoft.com/office/drawing/2014/main" id="{450044C4-1A8B-77C0-5B0C-FE00B178497E}"/>
              </a:ext>
            </a:extLst>
          </p:cNvPr>
          <p:cNvGrpSpPr>
            <a:grpSpLocks noChangeAspect="1"/>
          </p:cNvGrpSpPr>
          <p:nvPr/>
        </p:nvGrpSpPr>
        <p:grpSpPr>
          <a:xfrm>
            <a:off x="11804768" y="94431"/>
            <a:ext cx="274320" cy="274320"/>
            <a:chOff x="11005457" y="315686"/>
            <a:chExt cx="548640" cy="548640"/>
          </a:xfrm>
        </p:grpSpPr>
        <p:sp>
          <p:nvSpPr>
            <p:cNvPr id="5" name="Oval 4">
              <a:extLst>
                <a:ext uri="{FF2B5EF4-FFF2-40B4-BE49-F238E27FC236}">
                  <a16:creationId xmlns:a16="http://schemas.microsoft.com/office/drawing/2014/main" id="{5F9A322F-45CD-DD45-5357-9EEEF31416EE}"/>
                </a:ext>
              </a:extLst>
            </p:cNvPr>
            <p:cNvSpPr/>
            <p:nvPr/>
          </p:nvSpPr>
          <p:spPr bwMode="gray">
            <a:xfrm>
              <a:off x="11005457" y="315686"/>
              <a:ext cx="548640" cy="548640"/>
            </a:xfrm>
            <a:prstGeom prst="ellipse">
              <a:avLst/>
            </a:prstGeom>
            <a:solidFill>
              <a:schemeClr val="accent5">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Oval 6">
              <a:extLst>
                <a:ext uri="{FF2B5EF4-FFF2-40B4-BE49-F238E27FC236}">
                  <a16:creationId xmlns:a16="http://schemas.microsoft.com/office/drawing/2014/main" id="{49C22091-6A2E-941E-B15F-64729F5CA0ED}"/>
                </a:ext>
              </a:extLst>
            </p:cNvPr>
            <p:cNvSpPr>
              <a:spLocks noChangeAspect="1"/>
            </p:cNvSpPr>
            <p:nvPr/>
          </p:nvSpPr>
          <p:spPr bwMode="gray">
            <a:xfrm>
              <a:off x="11096897" y="407126"/>
              <a:ext cx="365760" cy="365760"/>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8" name="矩形: 圆角 34">
            <a:extLst>
              <a:ext uri="{FF2B5EF4-FFF2-40B4-BE49-F238E27FC236}">
                <a16:creationId xmlns:a16="http://schemas.microsoft.com/office/drawing/2014/main" id="{D8B08C38-C443-FDCB-A96B-8F6755896019}"/>
              </a:ext>
            </a:extLst>
          </p:cNvPr>
          <p:cNvSpPr/>
          <p:nvPr>
            <p:custDataLst>
              <p:tags r:id="rId1"/>
            </p:custDataLst>
          </p:nvPr>
        </p:nvSpPr>
        <p:spPr>
          <a:xfrm>
            <a:off x="1145418" y="2362436"/>
            <a:ext cx="2246265" cy="998818"/>
          </a:xfrm>
          <a:prstGeom prst="roundRect">
            <a:avLst>
              <a:gd name="adj" fmla="val 9693"/>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Key issues</a:t>
            </a:r>
          </a:p>
        </p:txBody>
      </p:sp>
      <p:sp>
        <p:nvSpPr>
          <p:cNvPr id="9" name="矩形: 圆角 35">
            <a:extLst>
              <a:ext uri="{FF2B5EF4-FFF2-40B4-BE49-F238E27FC236}">
                <a16:creationId xmlns:a16="http://schemas.microsoft.com/office/drawing/2014/main" id="{2B1D218B-4374-9473-C3C0-E02E3C86B6B0}"/>
              </a:ext>
            </a:extLst>
          </p:cNvPr>
          <p:cNvSpPr/>
          <p:nvPr>
            <p:custDataLst>
              <p:tags r:id="rId2"/>
            </p:custDataLst>
          </p:nvPr>
        </p:nvSpPr>
        <p:spPr>
          <a:xfrm>
            <a:off x="1145418" y="3555361"/>
            <a:ext cx="2246265" cy="998818"/>
          </a:xfrm>
          <a:prstGeom prst="roundRect">
            <a:avLst>
              <a:gd name="adj" fmla="val 11071"/>
            </a:avLst>
          </a:prstGeom>
          <a:solidFill>
            <a:srgbClr val="306534"/>
          </a:solidFill>
          <a:ln w="38100" cap="flat" cmpd="sng" algn="ctr">
            <a:noFill/>
            <a:prstDash val="solid"/>
            <a:miter lim="800000"/>
          </a:ln>
          <a:effectLst>
            <a:outerShdw blurRad="411480" dist="123444" dir="5400000" sx="108000" sy="108000" algn="ctr" rotWithShape="0">
              <a:srgbClr val="306534">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white"/>
                </a:solidFill>
                <a:effectLst>
                  <a:outerShdw blurRad="137160" dist="41148" dir="2699997" algn="tl">
                    <a:srgbClr val="000000">
                      <a:alpha val="40000"/>
                    </a:srgbClr>
                  </a:outerShdw>
                </a:effectLst>
                <a:uLnTx/>
                <a:uFillTx/>
                <a:latin typeface="Boehringer Forward Text"/>
                <a:ea typeface="OPPOSans M"/>
                <a:cs typeface="+mn-cs"/>
              </a:rPr>
              <a:t>Mitigation actions</a:t>
            </a:r>
          </a:p>
        </p:txBody>
      </p:sp>
      <p:sp>
        <p:nvSpPr>
          <p:cNvPr id="21" name="矩形: 圆角 36">
            <a:extLst>
              <a:ext uri="{FF2B5EF4-FFF2-40B4-BE49-F238E27FC236}">
                <a16:creationId xmlns:a16="http://schemas.microsoft.com/office/drawing/2014/main" id="{4C771D46-29F8-0ED6-4C9E-874D787882AB}"/>
              </a:ext>
            </a:extLst>
          </p:cNvPr>
          <p:cNvSpPr/>
          <p:nvPr>
            <p:custDataLst>
              <p:tags r:id="rId3"/>
            </p:custDataLst>
          </p:nvPr>
        </p:nvSpPr>
        <p:spPr>
          <a:xfrm>
            <a:off x="1145418" y="4763819"/>
            <a:ext cx="2246265" cy="998818"/>
          </a:xfrm>
          <a:prstGeom prst="roundRect">
            <a:avLst>
              <a:gd name="adj" fmla="val 6936"/>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Status update </a:t>
            </a:r>
          </a:p>
        </p:txBody>
      </p:sp>
    </p:spTree>
    <p:extLst>
      <p:ext uri="{BB962C8B-B14F-4D97-AF65-F5344CB8AC3E}">
        <p14:creationId xmlns:p14="http://schemas.microsoft.com/office/powerpoint/2010/main" val="39404552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C5FB3-1C06-02FE-3BCD-3129603E20E5}"/>
              </a:ext>
            </a:extLst>
          </p:cNvPr>
          <p:cNvSpPr>
            <a:spLocks noGrp="1"/>
          </p:cNvSpPr>
          <p:nvPr>
            <p:ph type="title"/>
          </p:nvPr>
        </p:nvSpPr>
        <p:spPr/>
        <p:txBody>
          <a:bodyPr/>
          <a:lstStyle/>
          <a:p>
            <a:r>
              <a:rPr lang="en-US" altLang="zh-CN"/>
              <a:t>Early Assets</a:t>
            </a:r>
            <a:endParaRPr lang="zh-CN" altLang="en-US"/>
          </a:p>
        </p:txBody>
      </p:sp>
      <p:sp>
        <p:nvSpPr>
          <p:cNvPr id="3" name="副标题 2">
            <a:extLst>
              <a:ext uri="{FF2B5EF4-FFF2-40B4-BE49-F238E27FC236}">
                <a16:creationId xmlns:a16="http://schemas.microsoft.com/office/drawing/2014/main" id="{AEFD857E-910D-9125-3F3B-574A800C3860}"/>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8F2527C9-F2AF-EEAF-65C0-0D278F3816C5}"/>
              </a:ext>
            </a:extLst>
          </p:cNvPr>
          <p:cNvSpPr>
            <a:spLocks noGrp="1"/>
          </p:cNvSpPr>
          <p:nvPr>
            <p:ph type="sldNum" sz="quarter" idx="16"/>
          </p:nvPr>
        </p:nvSpPr>
        <p:spPr/>
        <p:txBody>
          <a:bodyPr/>
          <a:lstStyle/>
          <a:p>
            <a:fld id="{8FF9B0DE-3FEB-4AA0-B465-B80EF7C1333D}" type="slidenum">
              <a:rPr lang="en-US" smtClean="0"/>
              <a:pPr/>
              <a:t>44</a:t>
            </a:fld>
            <a:endParaRPr lang="en-US"/>
          </a:p>
        </p:txBody>
      </p:sp>
    </p:spTree>
    <p:extLst>
      <p:ext uri="{BB962C8B-B14F-4D97-AF65-F5344CB8AC3E}">
        <p14:creationId xmlns:p14="http://schemas.microsoft.com/office/powerpoint/2010/main" val="955714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5405-4015-2941-021D-78700DCD1FD3}"/>
              </a:ext>
            </a:extLst>
          </p:cNvPr>
          <p:cNvSpPr>
            <a:spLocks noGrp="1"/>
          </p:cNvSpPr>
          <p:nvPr>
            <p:ph type="title"/>
          </p:nvPr>
        </p:nvSpPr>
        <p:spPr>
          <a:xfrm>
            <a:off x="488143" y="474385"/>
            <a:ext cx="11233151" cy="720000"/>
          </a:xfrm>
        </p:spPr>
        <p:txBody>
          <a:bodyPr/>
          <a:lstStyle/>
          <a:p>
            <a:r>
              <a:rPr lang="en-US" altLang="zh-CN"/>
              <a:t>Projects/Studies with </a:t>
            </a:r>
            <a:r>
              <a:rPr lang="en-US" altLang="zh-CN">
                <a:solidFill>
                  <a:srgbClr val="FF0000"/>
                </a:solidFill>
              </a:rPr>
              <a:t>Red-Light</a:t>
            </a:r>
            <a:r>
              <a:rPr lang="en-US" altLang="zh-CN"/>
              <a:t>  </a:t>
            </a:r>
            <a:endParaRPr lang="zh-CN" altLang="en-US"/>
          </a:p>
        </p:txBody>
      </p:sp>
      <p:sp>
        <p:nvSpPr>
          <p:cNvPr id="6" name="Slide Number Placeholder 5">
            <a:extLst>
              <a:ext uri="{FF2B5EF4-FFF2-40B4-BE49-F238E27FC236}">
                <a16:creationId xmlns:a16="http://schemas.microsoft.com/office/drawing/2014/main" id="{BE74B4C9-4081-7539-6AE9-E7401DD65A1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1026" name="Picture 2" descr="image">
            <a:extLst>
              <a:ext uri="{FF2B5EF4-FFF2-40B4-BE49-F238E27FC236}">
                <a16:creationId xmlns:a16="http://schemas.microsoft.com/office/drawing/2014/main" id="{59860DA5-FCBD-CDCE-0496-EFFFCB0842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7">
            <a:extLst>
              <a:ext uri="{FF2B5EF4-FFF2-40B4-BE49-F238E27FC236}">
                <a16:creationId xmlns:a16="http://schemas.microsoft.com/office/drawing/2014/main" id="{027D7AB7-20F6-E2DF-8328-ABF7D062E888}"/>
              </a:ext>
            </a:extLst>
          </p:cNvPr>
          <p:cNvSpPr/>
          <p:nvPr/>
        </p:nvSpPr>
        <p:spPr>
          <a:xfrm>
            <a:off x="3618568" y="2272654"/>
            <a:ext cx="7580414" cy="998818"/>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err="1">
                <a:ln>
                  <a:noFill/>
                </a:ln>
                <a:solidFill>
                  <a:prstClr val="black">
                    <a:lumMod val="75000"/>
                    <a:lumOff val="25000"/>
                  </a:prstClr>
                </a:solidFill>
                <a:effectLst/>
                <a:uLnTx/>
                <a:uFillTx/>
                <a:latin typeface="Boehringer Forward Text"/>
                <a:ea typeface="OPPOSans M"/>
                <a:cs typeface="+mn-cs"/>
              </a:rPr>
              <a:t>RoFD</a:t>
            </a:r>
            <a:r>
              <a:rPr kumimoji="0" lang="en-US" altLang="zh-CN"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rPr>
              <a:t> decision pending since Apr due to undetermined global development strategy</a:t>
            </a:r>
            <a:endParaRPr kumimoji="0" lang="zh-CN" altLang="en-US"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endParaRPr>
          </a:p>
        </p:txBody>
      </p:sp>
      <p:sp>
        <p:nvSpPr>
          <p:cNvPr id="16" name="矩形: 圆角 34">
            <a:extLst>
              <a:ext uri="{FF2B5EF4-FFF2-40B4-BE49-F238E27FC236}">
                <a16:creationId xmlns:a16="http://schemas.microsoft.com/office/drawing/2014/main" id="{6C0A9BF4-4055-DBA3-B961-1CC5316CD780}"/>
              </a:ext>
            </a:extLst>
          </p:cNvPr>
          <p:cNvSpPr/>
          <p:nvPr>
            <p:custDataLst>
              <p:tags r:id="rId1"/>
            </p:custDataLst>
          </p:nvPr>
        </p:nvSpPr>
        <p:spPr>
          <a:xfrm>
            <a:off x="993018" y="2272654"/>
            <a:ext cx="2246265" cy="998818"/>
          </a:xfrm>
          <a:prstGeom prst="roundRect">
            <a:avLst>
              <a:gd name="adj" fmla="val 9693"/>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Key issues</a:t>
            </a:r>
          </a:p>
        </p:txBody>
      </p:sp>
      <p:sp>
        <p:nvSpPr>
          <p:cNvPr id="15" name="矩形 11">
            <a:extLst>
              <a:ext uri="{FF2B5EF4-FFF2-40B4-BE49-F238E27FC236}">
                <a16:creationId xmlns:a16="http://schemas.microsoft.com/office/drawing/2014/main" id="{328ED791-3F17-8D6D-923B-4BE67F637A05}"/>
              </a:ext>
            </a:extLst>
          </p:cNvPr>
          <p:cNvSpPr/>
          <p:nvPr/>
        </p:nvSpPr>
        <p:spPr>
          <a:xfrm>
            <a:off x="3618568" y="3485154"/>
            <a:ext cx="7580414" cy="99477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rPr>
              <a:t>Front-loading of certain trial start-up activities including CTP development, vendor setup and site selection to accelerate the trial initiation as soon as </a:t>
            </a:r>
            <a:r>
              <a:rPr kumimoji="0" lang="en-US" altLang="zh-CN" sz="1400" b="0" i="0" u="none" strike="noStrike" kern="0" cap="none" spc="0" normalizeH="0" baseline="0" noProof="0" err="1">
                <a:ln>
                  <a:noFill/>
                </a:ln>
                <a:solidFill>
                  <a:prstClr val="black">
                    <a:lumMod val="75000"/>
                    <a:lumOff val="25000"/>
                  </a:prstClr>
                </a:solidFill>
                <a:effectLst/>
                <a:uLnTx/>
                <a:uFillTx/>
                <a:latin typeface="Boehringer Forward Text"/>
                <a:ea typeface="OPPOSans M"/>
                <a:cs typeface="+mn-cs"/>
              </a:rPr>
              <a:t>RoFD</a:t>
            </a:r>
            <a:r>
              <a:rPr kumimoji="0" lang="en-US" altLang="zh-CN"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rPr>
              <a:t> is released </a:t>
            </a:r>
            <a:endParaRPr kumimoji="0" lang="zh-CN" altLang="en-US"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endParaRPr>
          </a:p>
        </p:txBody>
      </p:sp>
      <p:sp>
        <p:nvSpPr>
          <p:cNvPr id="17" name="矩形: 圆角 35">
            <a:extLst>
              <a:ext uri="{FF2B5EF4-FFF2-40B4-BE49-F238E27FC236}">
                <a16:creationId xmlns:a16="http://schemas.microsoft.com/office/drawing/2014/main" id="{3E8F549D-CE23-3EA5-CE54-984DC07CEDA5}"/>
              </a:ext>
            </a:extLst>
          </p:cNvPr>
          <p:cNvSpPr/>
          <p:nvPr>
            <p:custDataLst>
              <p:tags r:id="rId2"/>
            </p:custDataLst>
          </p:nvPr>
        </p:nvSpPr>
        <p:spPr>
          <a:xfrm>
            <a:off x="993018" y="3465579"/>
            <a:ext cx="2246265" cy="998818"/>
          </a:xfrm>
          <a:prstGeom prst="roundRect">
            <a:avLst>
              <a:gd name="adj" fmla="val 11071"/>
            </a:avLst>
          </a:prstGeom>
          <a:solidFill>
            <a:srgbClr val="306534"/>
          </a:solidFill>
          <a:ln w="38100" cap="flat" cmpd="sng" algn="ctr">
            <a:noFill/>
            <a:prstDash val="solid"/>
            <a:miter lim="800000"/>
          </a:ln>
          <a:effectLst>
            <a:outerShdw blurRad="411480" dist="123444" dir="5400000" sx="108000" sy="108000" algn="ctr" rotWithShape="0">
              <a:srgbClr val="306534">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white"/>
                </a:solidFill>
                <a:effectLst>
                  <a:outerShdw blurRad="137160" dist="41148" dir="2699997" algn="tl">
                    <a:srgbClr val="000000">
                      <a:alpha val="40000"/>
                    </a:srgbClr>
                  </a:outerShdw>
                </a:effectLst>
                <a:uLnTx/>
                <a:uFillTx/>
                <a:latin typeface="Boehringer Forward Text"/>
                <a:ea typeface="OPPOSans M"/>
                <a:cs typeface="+mn-cs"/>
              </a:rPr>
              <a:t>Mitigation actions</a:t>
            </a:r>
          </a:p>
        </p:txBody>
      </p:sp>
      <p:sp>
        <p:nvSpPr>
          <p:cNvPr id="13" name="矩形 9">
            <a:extLst>
              <a:ext uri="{FF2B5EF4-FFF2-40B4-BE49-F238E27FC236}">
                <a16:creationId xmlns:a16="http://schemas.microsoft.com/office/drawing/2014/main" id="{0DF94B6A-0F62-2D65-942D-617005CBFE50}"/>
              </a:ext>
            </a:extLst>
          </p:cNvPr>
          <p:cNvSpPr/>
          <p:nvPr/>
        </p:nvSpPr>
        <p:spPr>
          <a:xfrm>
            <a:off x="3618568" y="4714781"/>
            <a:ext cx="7580414" cy="95546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err="1">
                <a:ln>
                  <a:noFill/>
                </a:ln>
                <a:solidFill>
                  <a:prstClr val="black">
                    <a:lumMod val="75000"/>
                    <a:lumOff val="25000"/>
                  </a:prstClr>
                </a:solidFill>
                <a:effectLst/>
                <a:uLnTx/>
                <a:uFillTx/>
                <a:latin typeface="Boehringer Forward Text"/>
                <a:ea typeface="OPPOSans M"/>
                <a:cs typeface="+mn-cs"/>
              </a:rPr>
              <a:t>RoFD</a:t>
            </a:r>
            <a:r>
              <a:rPr kumimoji="0" lang="en-US" altLang="zh-CN"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rPr>
              <a:t> is planned in Nov. TDO is final and site selection is ongoing.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lumMod val="75000"/>
                  <a:lumOff val="25000"/>
                </a:prstClr>
              </a:solidFill>
              <a:effectLst/>
              <a:uLnTx/>
              <a:uFillTx/>
              <a:latin typeface="Boehringer Forward Text"/>
              <a:ea typeface="OPPOSans M"/>
              <a:cs typeface="+mn-cs"/>
            </a:endParaRPr>
          </a:p>
        </p:txBody>
      </p:sp>
      <p:sp>
        <p:nvSpPr>
          <p:cNvPr id="18" name="矩形: 圆角 36">
            <a:extLst>
              <a:ext uri="{FF2B5EF4-FFF2-40B4-BE49-F238E27FC236}">
                <a16:creationId xmlns:a16="http://schemas.microsoft.com/office/drawing/2014/main" id="{F9D380F5-6B9B-0591-C944-58CAFCCEB254}"/>
              </a:ext>
            </a:extLst>
          </p:cNvPr>
          <p:cNvSpPr/>
          <p:nvPr>
            <p:custDataLst>
              <p:tags r:id="rId3"/>
            </p:custDataLst>
          </p:nvPr>
        </p:nvSpPr>
        <p:spPr>
          <a:xfrm>
            <a:off x="993018" y="4674037"/>
            <a:ext cx="2246265" cy="998818"/>
          </a:xfrm>
          <a:prstGeom prst="roundRect">
            <a:avLst>
              <a:gd name="adj" fmla="val 6936"/>
            </a:avLst>
          </a:prstGeom>
          <a:solidFill>
            <a:srgbClr val="1E4123"/>
          </a:soli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Status update </a:t>
            </a:r>
          </a:p>
        </p:txBody>
      </p:sp>
      <p:sp>
        <p:nvSpPr>
          <p:cNvPr id="3" name="矩形 102">
            <a:extLst>
              <a:ext uri="{FF2B5EF4-FFF2-40B4-BE49-F238E27FC236}">
                <a16:creationId xmlns:a16="http://schemas.microsoft.com/office/drawing/2014/main" id="{C8931848-2275-D674-4FBC-C564DDA38916}"/>
              </a:ext>
            </a:extLst>
          </p:cNvPr>
          <p:cNvSpPr/>
          <p:nvPr/>
        </p:nvSpPr>
        <p:spPr>
          <a:xfrm>
            <a:off x="1229286" y="1360185"/>
            <a:ext cx="4543361" cy="67714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 name="矩形: 圆角 103">
            <a:extLst>
              <a:ext uri="{FF2B5EF4-FFF2-40B4-BE49-F238E27FC236}">
                <a16:creationId xmlns:a16="http://schemas.microsoft.com/office/drawing/2014/main" id="{1CB8C90B-A1E4-4DA9-2B27-FAFA99BCD3FC}"/>
              </a:ext>
            </a:extLst>
          </p:cNvPr>
          <p:cNvSpPr/>
          <p:nvPr/>
        </p:nvSpPr>
        <p:spPr>
          <a:xfrm>
            <a:off x="1286929"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Project/study</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文本框 109">
            <a:extLst>
              <a:ext uri="{FF2B5EF4-FFF2-40B4-BE49-F238E27FC236}">
                <a16:creationId xmlns:a16="http://schemas.microsoft.com/office/drawing/2014/main" id="{D722E934-DAC3-D47D-42D8-3A49C6A19A7E}"/>
              </a:ext>
            </a:extLst>
          </p:cNvPr>
          <p:cNvSpPr txBox="1"/>
          <p:nvPr/>
        </p:nvSpPr>
        <p:spPr>
          <a:xfrm>
            <a:off x="1343205" y="1697342"/>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Avenciguat (</a:t>
            </a:r>
            <a:r>
              <a:rPr kumimoji="0" lang="en-US" altLang="zh-CN" sz="1200" b="0"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sGCa</a:t>
            </a: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in GN/1366-0015,</a:t>
            </a:r>
            <a:r>
              <a:rPr kumimoji="0" lang="zh-CN" altLang="en-US"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 </a:t>
            </a:r>
            <a:r>
              <a:rPr kumimoji="0" lang="en-US" altLang="zh-CN" sz="1200" b="0" i="1" u="none" strike="noStrike" kern="1200" cap="none" spc="0" normalizeH="0" baseline="0" noProof="0" err="1">
                <a:ln>
                  <a:noFill/>
                </a:ln>
                <a:solidFill>
                  <a:sysClr val="windowText" lastClr="000000">
                    <a:lumMod val="75000"/>
                    <a:lumOff val="25000"/>
                  </a:sysClr>
                </a:solidFill>
                <a:effectLst/>
                <a:uLnTx/>
                <a:uFillTx/>
                <a:latin typeface="Boehringer Forward Text"/>
                <a:ea typeface="+mn-ea"/>
                <a:cs typeface="+mn-cs"/>
              </a:rPr>
              <a:t>PhIII</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
        <p:nvSpPr>
          <p:cNvPr id="14" name="矩形 102">
            <a:extLst>
              <a:ext uri="{FF2B5EF4-FFF2-40B4-BE49-F238E27FC236}">
                <a16:creationId xmlns:a16="http://schemas.microsoft.com/office/drawing/2014/main" id="{BAD27706-B911-D753-D4C0-8CD8587AF68F}"/>
              </a:ext>
            </a:extLst>
          </p:cNvPr>
          <p:cNvSpPr/>
          <p:nvPr/>
        </p:nvSpPr>
        <p:spPr>
          <a:xfrm>
            <a:off x="6419353" y="1360185"/>
            <a:ext cx="4543361" cy="67714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9" name="矩形: 圆角 103">
            <a:extLst>
              <a:ext uri="{FF2B5EF4-FFF2-40B4-BE49-F238E27FC236}">
                <a16:creationId xmlns:a16="http://schemas.microsoft.com/office/drawing/2014/main" id="{5F8AA33A-844E-D981-1AB7-8F83F78EBDF1}"/>
              </a:ext>
            </a:extLst>
          </p:cNvPr>
          <p:cNvSpPr/>
          <p:nvPr/>
        </p:nvSpPr>
        <p:spPr>
          <a:xfrm>
            <a:off x="6476996"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Red-light starts from</a:t>
            </a:r>
          </a:p>
        </p:txBody>
      </p:sp>
      <p:sp>
        <p:nvSpPr>
          <p:cNvPr id="20" name="文本框 109">
            <a:extLst>
              <a:ext uri="{FF2B5EF4-FFF2-40B4-BE49-F238E27FC236}">
                <a16:creationId xmlns:a16="http://schemas.microsoft.com/office/drawing/2014/main" id="{BA5F58C7-6F63-125D-EAAA-335706B4BB92}"/>
              </a:ext>
            </a:extLst>
          </p:cNvPr>
          <p:cNvSpPr txBox="1"/>
          <p:nvPr/>
        </p:nvSpPr>
        <p:spPr>
          <a:xfrm>
            <a:off x="6533272" y="1697342"/>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200" b="0" i="1" u="none" strike="noStrike" kern="1200" cap="none" spc="0" normalizeH="0" baseline="0" noProof="0">
                <a:ln>
                  <a:noFill/>
                </a:ln>
                <a:solidFill>
                  <a:sysClr val="windowText" lastClr="000000">
                    <a:lumMod val="75000"/>
                    <a:lumOff val="25000"/>
                  </a:sysClr>
                </a:solidFill>
                <a:effectLst/>
                <a:uLnTx/>
                <a:uFillTx/>
                <a:latin typeface="Boehringer Forward Text"/>
                <a:ea typeface="+mn-ea"/>
                <a:cs typeface="+mn-cs"/>
              </a:rPr>
              <a:t>Jul. 2025</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latin typeface="Boehringer Forward Text"/>
              <a:ea typeface="OPPOSans R"/>
              <a:cs typeface="+mn-cs"/>
            </a:endParaRPr>
          </a:p>
        </p:txBody>
      </p:sp>
      <p:sp>
        <p:nvSpPr>
          <p:cNvPr id="4" name="椭圆 3">
            <a:extLst>
              <a:ext uri="{FF2B5EF4-FFF2-40B4-BE49-F238E27FC236}">
                <a16:creationId xmlns:a16="http://schemas.microsoft.com/office/drawing/2014/main" id="{B7BF999D-EADD-3ED9-BDB5-1D7323B2BD40}"/>
              </a:ext>
            </a:extLst>
          </p:cNvPr>
          <p:cNvSpPr/>
          <p:nvPr/>
        </p:nvSpPr>
        <p:spPr bwMode="gray">
          <a:xfrm>
            <a:off x="11841480" y="146304"/>
            <a:ext cx="192024" cy="173736"/>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21739959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标题 113">
            <a:extLst>
              <a:ext uri="{FF2B5EF4-FFF2-40B4-BE49-F238E27FC236}">
                <a16:creationId xmlns:a16="http://schemas.microsoft.com/office/drawing/2014/main" id="{0FFEF339-7F9C-31E1-DE90-665179E26127}"/>
              </a:ext>
            </a:extLst>
          </p:cNvPr>
          <p:cNvSpPr>
            <a:spLocks noGrp="1"/>
          </p:cNvSpPr>
          <p:nvPr>
            <p:ph type="title"/>
          </p:nvPr>
        </p:nvSpPr>
        <p:spPr>
          <a:xfrm>
            <a:off x="479424" y="279830"/>
            <a:ext cx="11233151" cy="720000"/>
          </a:xfrm>
        </p:spPr>
        <p:txBody>
          <a:bodyPr/>
          <a:lstStyle/>
          <a:p>
            <a:r>
              <a:rPr lang="en-US" altLang="zh-CN">
                <a:latin typeface="Boehringer Forward Head" panose="02000500000000020000" pitchFamily="2" charset="0"/>
              </a:rPr>
              <a:t>Avenciguat (</a:t>
            </a:r>
            <a:r>
              <a:rPr lang="en-US" altLang="zh-CN" err="1">
                <a:latin typeface="Boehringer Forward Head" panose="02000500000000020000" pitchFamily="2" charset="0"/>
              </a:rPr>
              <a:t>sGCa</a:t>
            </a:r>
            <a:r>
              <a:rPr lang="en-US" altLang="zh-CN">
                <a:latin typeface="Boehringer Forward Head" panose="02000500000000020000" pitchFamily="2" charset="0"/>
              </a:rPr>
              <a:t>.), GN Development Plan</a:t>
            </a:r>
            <a:endParaRPr lang="zh-CN" altLang="en-US"/>
          </a:p>
        </p:txBody>
      </p:sp>
      <p:sp>
        <p:nvSpPr>
          <p:cNvPr id="115" name="文本占位符 114">
            <a:extLst>
              <a:ext uri="{FF2B5EF4-FFF2-40B4-BE49-F238E27FC236}">
                <a16:creationId xmlns:a16="http://schemas.microsoft.com/office/drawing/2014/main" id="{B4B43C85-B33D-6F26-5A44-53119272386A}"/>
              </a:ext>
            </a:extLst>
          </p:cNvPr>
          <p:cNvSpPr>
            <a:spLocks noGrp="1"/>
          </p:cNvSpPr>
          <p:nvPr>
            <p:ph type="body" sz="quarter" idx="13"/>
          </p:nvPr>
        </p:nvSpPr>
        <p:spPr>
          <a:xfrm>
            <a:off x="2716991" y="6200597"/>
            <a:ext cx="7754111" cy="440421"/>
          </a:xfrm>
        </p:spPr>
        <p:txBody>
          <a:bodyPr/>
          <a:lstStyle/>
          <a:p>
            <a:r>
              <a:rPr lang="en-US" altLang="zh-CN" sz="1000"/>
              <a:t>FSS: first subject screened; LSS: last subject screened; AA: accelerated approval; CA: conditional approval; </a:t>
            </a:r>
            <a:r>
              <a:rPr lang="en-US" altLang="zh-CN" sz="1000" err="1"/>
              <a:t>fSIV</a:t>
            </a:r>
            <a:r>
              <a:rPr lang="en-US" altLang="zh-CN" sz="1000"/>
              <a:t>: first site initiation</a:t>
            </a:r>
          </a:p>
          <a:p>
            <a:r>
              <a:rPr lang="en-US" altLang="zh-CN" sz="1000"/>
              <a:t>GN: glomerulonephritides; </a:t>
            </a:r>
            <a:r>
              <a:rPr lang="en-US" altLang="zh-CN" sz="1000" err="1"/>
              <a:t>IgAN</a:t>
            </a:r>
            <a:r>
              <a:rPr lang="en-US" altLang="zh-CN" sz="1000"/>
              <a:t>: IgA nephropathy; FSGS: focal segmental glomerulosclerosis; MN: membranous nephropathy; </a:t>
            </a:r>
          </a:p>
          <a:p>
            <a:r>
              <a:rPr lang="en-US" altLang="zh-CN" sz="1000" err="1"/>
              <a:t>sGCa</a:t>
            </a:r>
            <a:r>
              <a:rPr lang="en-US" altLang="zh-CN" sz="1000"/>
              <a:t>.: soluble guanylate cyclase activator</a:t>
            </a:r>
            <a:endParaRPr lang="zh-CN" altLang="en-US" sz="1000"/>
          </a:p>
        </p:txBody>
      </p:sp>
      <p:sp>
        <p:nvSpPr>
          <p:cNvPr id="34" name="OTLSHAPE_SL2A_9373825f36764f7a862831d99d2ad713_BackgroundRectangle" hidden="1">
            <a:extLst>
              <a:ext uri="{FF2B5EF4-FFF2-40B4-BE49-F238E27FC236}">
                <a16:creationId xmlns:a16="http://schemas.microsoft.com/office/drawing/2014/main" id="{AF8BAA38-3F83-BFBB-4340-E067D5C62206}"/>
              </a:ext>
            </a:extLst>
          </p:cNvPr>
          <p:cNvSpPr/>
          <p:nvPr>
            <p:custDataLst>
              <p:tags r:id="rId2"/>
            </p:custDataLst>
          </p:nvPr>
        </p:nvSpPr>
        <p:spPr bwMode="gray">
          <a:xfrm>
            <a:off x="965200" y="1493908"/>
            <a:ext cx="10388600" cy="149284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LeftEndCaps" hidden="1">
            <a:extLst>
              <a:ext uri="{FF2B5EF4-FFF2-40B4-BE49-F238E27FC236}">
                <a16:creationId xmlns:a16="http://schemas.microsoft.com/office/drawing/2014/main" id="{B3C14C87-824F-8522-3527-4DA8FAD7A2B2}"/>
              </a:ext>
            </a:extLst>
          </p:cNvPr>
          <p:cNvSpPr txBox="1"/>
          <p:nvPr>
            <p:custDataLst>
              <p:tags r:id="rId3"/>
            </p:custDataLst>
          </p:nvPr>
        </p:nvSpPr>
        <p:spPr bwMode="gray">
          <a:xfrm>
            <a:off x="-220428" y="-41402"/>
            <a:ext cx="468077" cy="27940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2026</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2" name="OTLSHAPE_SL2A_9373825f36764f7a862831d99d2ad713_HeaderRectangle" hidden="1">
            <a:extLst>
              <a:ext uri="{FF2B5EF4-FFF2-40B4-BE49-F238E27FC236}">
                <a16:creationId xmlns:a16="http://schemas.microsoft.com/office/drawing/2014/main" id="{36C3D023-815B-8ED7-504C-BA7103A1E2D8}"/>
              </a:ext>
            </a:extLst>
          </p:cNvPr>
          <p:cNvSpPr/>
          <p:nvPr>
            <p:custDataLst>
              <p:tags r:id="rId4"/>
            </p:custDataLst>
          </p:nvPr>
        </p:nvSpPr>
        <p:spPr bwMode="gray">
          <a:xfrm>
            <a:off x="965200" y="1493908"/>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 name="OTLSHAPE_SLT_21459203393945ad8f284b3fa1f12a85_ShapePercentage" hidden="1">
            <a:extLst>
              <a:ext uri="{FF2B5EF4-FFF2-40B4-BE49-F238E27FC236}">
                <a16:creationId xmlns:a16="http://schemas.microsoft.com/office/drawing/2014/main" id="{4724EFEC-C85E-475C-CBC2-20569D91D25B}"/>
              </a:ext>
            </a:extLst>
          </p:cNvPr>
          <p:cNvSpPr/>
          <p:nvPr>
            <p:custDataLst>
              <p:tags r:id="rId5"/>
            </p:custDataLst>
          </p:nvPr>
        </p:nvSpPr>
        <p:spPr bwMode="gray">
          <a:xfrm>
            <a:off x="1787115" y="1787786"/>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 name="OTLSHAPE_SL2A_9373825f36764f7a862831d99d2ad713_Header" hidden="1">
            <a:extLst>
              <a:ext uri="{FF2B5EF4-FFF2-40B4-BE49-F238E27FC236}">
                <a16:creationId xmlns:a16="http://schemas.microsoft.com/office/drawing/2014/main" id="{7AE72722-79CD-94D7-C96C-1EB7681893C0}"/>
              </a:ext>
            </a:extLst>
          </p:cNvPr>
          <p:cNvSpPr txBox="1"/>
          <p:nvPr>
            <p:custDataLst>
              <p:tags r:id="rId6"/>
            </p:custDataLst>
          </p:nvPr>
        </p:nvSpPr>
        <p:spPr bwMode="gray">
          <a:xfrm>
            <a:off x="12700" y="-2194275"/>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40" name="OTLSHAPE_SLT_21459203393945ad8f284b3fa1f12a85_Duration" hidden="1">
            <a:extLst>
              <a:ext uri="{FF2B5EF4-FFF2-40B4-BE49-F238E27FC236}">
                <a16:creationId xmlns:a16="http://schemas.microsoft.com/office/drawing/2014/main" id="{07B25BA4-C4D8-2E2B-A22A-0814A8AA7AEC}"/>
              </a:ext>
            </a:extLst>
          </p:cNvPr>
          <p:cNvSpPr txBox="1"/>
          <p:nvPr>
            <p:custDataLst>
              <p:tags r:id="rId7"/>
            </p:custDataLst>
          </p:nvPr>
        </p:nvSpPr>
        <p:spPr bwMode="gray">
          <a:xfrm>
            <a:off x="12700" y="-634066"/>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564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1" name="OTLSHAPE_SLT_21459203393945ad8f284b3fa1f12a85_TextPercentage" hidden="1">
            <a:extLst>
              <a:ext uri="{FF2B5EF4-FFF2-40B4-BE49-F238E27FC236}">
                <a16:creationId xmlns:a16="http://schemas.microsoft.com/office/drawing/2014/main" id="{7517CCDB-8BB3-6DFF-C1B5-CA00FC114277}"/>
              </a:ext>
            </a:extLst>
          </p:cNvPr>
          <p:cNvSpPr txBox="1"/>
          <p:nvPr>
            <p:custDataLst>
              <p:tags r:id="rId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2" name="OTLSHAPE_SLT_21459203393945ad8f284b3fa1f12a85_StartDate" hidden="1">
            <a:extLst>
              <a:ext uri="{FF2B5EF4-FFF2-40B4-BE49-F238E27FC236}">
                <a16:creationId xmlns:a16="http://schemas.microsoft.com/office/drawing/2014/main" id="{77B15EEA-B88D-5BAC-E3C0-32B6DC7EE4CD}"/>
              </a:ext>
            </a:extLst>
          </p:cNvPr>
          <p:cNvSpPr txBox="1"/>
          <p:nvPr>
            <p:custDataLst>
              <p:tags r:id="rId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3" name="OTLSHAPE_SLT_21459203393945ad8f284b3fa1f12a85_EndDate" hidden="1">
            <a:extLst>
              <a:ext uri="{FF2B5EF4-FFF2-40B4-BE49-F238E27FC236}">
                <a16:creationId xmlns:a16="http://schemas.microsoft.com/office/drawing/2014/main" id="{CA63B774-EFFA-2DCA-C8C1-5C6376811BCB}"/>
              </a:ext>
            </a:extLst>
          </p:cNvPr>
          <p:cNvSpPr txBox="1"/>
          <p:nvPr>
            <p:custDataLst>
              <p:tags r:id="rId1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0" name="OTLSHAPE_SL2A_31d8d95af601414db81ace8cff9720fb_BackgroundRectangle" hidden="1">
            <a:extLst>
              <a:ext uri="{FF2B5EF4-FFF2-40B4-BE49-F238E27FC236}">
                <a16:creationId xmlns:a16="http://schemas.microsoft.com/office/drawing/2014/main" id="{4D80B660-CB35-A009-AA2D-68674C99AC7F}"/>
              </a:ext>
            </a:extLst>
          </p:cNvPr>
          <p:cNvSpPr/>
          <p:nvPr>
            <p:custDataLst>
              <p:tags r:id="rId11"/>
            </p:custDataLst>
          </p:nvPr>
        </p:nvSpPr>
        <p:spPr bwMode="gray">
          <a:xfrm>
            <a:off x="965200" y="3050251"/>
            <a:ext cx="10388600" cy="88527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OTLSHAPE_SL2A_31d8d95af601414db81ace8cff9720fb_HeaderRectangle" hidden="1">
            <a:extLst>
              <a:ext uri="{FF2B5EF4-FFF2-40B4-BE49-F238E27FC236}">
                <a16:creationId xmlns:a16="http://schemas.microsoft.com/office/drawing/2014/main" id="{0EF08CEE-42CA-777A-B21A-94107E13CEAA}"/>
              </a:ext>
            </a:extLst>
          </p:cNvPr>
          <p:cNvSpPr/>
          <p:nvPr>
            <p:custDataLst>
              <p:tags r:id="rId12"/>
            </p:custDataLst>
          </p:nvPr>
        </p:nvSpPr>
        <p:spPr bwMode="gray">
          <a:xfrm>
            <a:off x="965200" y="3050251"/>
            <a:ext cx="0" cy="0"/>
          </a:xfrm>
          <a:prstGeom prst="rect">
            <a:avLst/>
          </a:prstGeom>
          <a:solidFill>
            <a:schemeClr val="dk2">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0" name="OTLSHAPE_SLT_79fbb39802c743c5b6fadb225146c23c_ShapePercentage" hidden="1">
            <a:extLst>
              <a:ext uri="{FF2B5EF4-FFF2-40B4-BE49-F238E27FC236}">
                <a16:creationId xmlns:a16="http://schemas.microsoft.com/office/drawing/2014/main" id="{8CA09AC1-0792-46D7-FCEA-DDF4D916F588}"/>
              </a:ext>
            </a:extLst>
          </p:cNvPr>
          <p:cNvSpPr/>
          <p:nvPr>
            <p:custDataLst>
              <p:tags r:id="rId13"/>
            </p:custDataLst>
          </p:nvPr>
        </p:nvSpPr>
        <p:spPr bwMode="gray">
          <a:xfrm>
            <a:off x="1337879" y="3110110"/>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9" name="OTLSHAPE_SL2A_31d8d95af601414db81ace8cff9720fb_Header" hidden="1">
            <a:extLst>
              <a:ext uri="{FF2B5EF4-FFF2-40B4-BE49-F238E27FC236}">
                <a16:creationId xmlns:a16="http://schemas.microsoft.com/office/drawing/2014/main" id="{E8B105FB-9CCE-51AD-56A0-C44D1E8FE250}"/>
              </a:ext>
            </a:extLst>
          </p:cNvPr>
          <p:cNvSpPr txBox="1"/>
          <p:nvPr>
            <p:custDataLst>
              <p:tags r:id="rId14"/>
            </p:custDataLst>
          </p:nvPr>
        </p:nvSpPr>
        <p:spPr bwMode="gray">
          <a:xfrm>
            <a:off x="12700" y="-2086778"/>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81" name="OTLSHAPE_SLT_79fbb39802c743c5b6fadb225146c23c_Duration" hidden="1">
            <a:extLst>
              <a:ext uri="{FF2B5EF4-FFF2-40B4-BE49-F238E27FC236}">
                <a16:creationId xmlns:a16="http://schemas.microsoft.com/office/drawing/2014/main" id="{7CE9F309-C530-C8BB-B0C9-15A55EB19757}"/>
              </a:ext>
            </a:extLst>
          </p:cNvPr>
          <p:cNvSpPr txBox="1"/>
          <p:nvPr>
            <p:custDataLst>
              <p:tags r:id="rId15"/>
            </p:custDataLst>
          </p:nvPr>
        </p:nvSpPr>
        <p:spPr bwMode="gray">
          <a:xfrm>
            <a:off x="12700" y="-496006"/>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2" name="OTLSHAPE_SLT_79fbb39802c743c5b6fadb225146c23c_TextPercentage" hidden="1">
            <a:extLst>
              <a:ext uri="{FF2B5EF4-FFF2-40B4-BE49-F238E27FC236}">
                <a16:creationId xmlns:a16="http://schemas.microsoft.com/office/drawing/2014/main" id="{A1E3EB13-7263-6259-A536-59070A3410C3}"/>
              </a:ext>
            </a:extLst>
          </p:cNvPr>
          <p:cNvSpPr txBox="1"/>
          <p:nvPr>
            <p:custDataLst>
              <p:tags r:id="rId1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3" name="OTLSHAPE_SLT_79fbb39802c743c5b6fadb225146c23c_StartDate" hidden="1">
            <a:extLst>
              <a:ext uri="{FF2B5EF4-FFF2-40B4-BE49-F238E27FC236}">
                <a16:creationId xmlns:a16="http://schemas.microsoft.com/office/drawing/2014/main" id="{9CA5EE37-4A3A-0BAD-B66B-3BE85CEF85B0}"/>
              </a:ext>
            </a:extLst>
          </p:cNvPr>
          <p:cNvSpPr txBox="1"/>
          <p:nvPr>
            <p:custDataLst>
              <p:tags r:id="rId1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4" name="OTLSHAPE_SLT_79fbb39802c743c5b6fadb225146c23c_EndDate" hidden="1">
            <a:extLst>
              <a:ext uri="{FF2B5EF4-FFF2-40B4-BE49-F238E27FC236}">
                <a16:creationId xmlns:a16="http://schemas.microsoft.com/office/drawing/2014/main" id="{B52E85F4-B0AF-FC14-05CD-4DF2038F17D8}"/>
              </a:ext>
            </a:extLst>
          </p:cNvPr>
          <p:cNvSpPr txBox="1"/>
          <p:nvPr>
            <p:custDataLst>
              <p:tags r:id="rId1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7" name="OTLSHAPE_SLT_b91f4e7f616b43d5bf53a31bc343e03f_ShapePercentage" hidden="1">
            <a:extLst>
              <a:ext uri="{FF2B5EF4-FFF2-40B4-BE49-F238E27FC236}">
                <a16:creationId xmlns:a16="http://schemas.microsoft.com/office/drawing/2014/main" id="{9ADAFB3D-3574-578A-1AD1-10B99DC1EE98}"/>
              </a:ext>
            </a:extLst>
          </p:cNvPr>
          <p:cNvSpPr/>
          <p:nvPr>
            <p:custDataLst>
              <p:tags r:id="rId19"/>
            </p:custDataLst>
          </p:nvPr>
        </p:nvSpPr>
        <p:spPr bwMode="gray">
          <a:xfrm>
            <a:off x="2615404" y="3344129"/>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8" name="OTLSHAPE_SLT_b91f4e7f616b43d5bf53a31bc343e03f_Duration" hidden="1">
            <a:extLst>
              <a:ext uri="{FF2B5EF4-FFF2-40B4-BE49-F238E27FC236}">
                <a16:creationId xmlns:a16="http://schemas.microsoft.com/office/drawing/2014/main" id="{9DAEB597-77FD-74CA-E054-56EFB3368B4D}"/>
              </a:ext>
            </a:extLst>
          </p:cNvPr>
          <p:cNvSpPr txBox="1"/>
          <p:nvPr>
            <p:custDataLst>
              <p:tags r:id="rId20"/>
            </p:custDataLst>
          </p:nvPr>
        </p:nvSpPr>
        <p:spPr bwMode="gray">
          <a:xfrm>
            <a:off x="12700" y="-634066"/>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480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09" name="OTLSHAPE_SLT_b91f4e7f616b43d5bf53a31bc343e03f_TextPercentage" hidden="1">
            <a:extLst>
              <a:ext uri="{FF2B5EF4-FFF2-40B4-BE49-F238E27FC236}">
                <a16:creationId xmlns:a16="http://schemas.microsoft.com/office/drawing/2014/main" id="{478CD619-64A4-3071-5484-60867994EC24}"/>
              </a:ext>
            </a:extLst>
          </p:cNvPr>
          <p:cNvSpPr txBox="1"/>
          <p:nvPr>
            <p:custDataLst>
              <p:tags r:id="rId2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10" name="OTLSHAPE_SLT_b91f4e7f616b43d5bf53a31bc343e03f_StartDate" hidden="1">
            <a:extLst>
              <a:ext uri="{FF2B5EF4-FFF2-40B4-BE49-F238E27FC236}">
                <a16:creationId xmlns:a16="http://schemas.microsoft.com/office/drawing/2014/main" id="{A466C3E9-6765-0270-5EC8-CE1E3F95A338}"/>
              </a:ext>
            </a:extLst>
          </p:cNvPr>
          <p:cNvSpPr txBox="1"/>
          <p:nvPr>
            <p:custDataLst>
              <p:tags r:id="rId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11" name="OTLSHAPE_SLT_b91f4e7f616b43d5bf53a31bc343e03f_EndDate" hidden="1">
            <a:extLst>
              <a:ext uri="{FF2B5EF4-FFF2-40B4-BE49-F238E27FC236}">
                <a16:creationId xmlns:a16="http://schemas.microsoft.com/office/drawing/2014/main" id="{578746AA-85BB-5E23-5B0E-A47BF69109D2}"/>
              </a:ext>
            </a:extLst>
          </p:cNvPr>
          <p:cNvSpPr txBox="1"/>
          <p:nvPr>
            <p:custDataLst>
              <p:tags r:id="rId2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1" name="OTLSHAPE_SLT_46eca2b039924114ba69cf3b27fec79a_ShapePercentage" hidden="1">
            <a:extLst>
              <a:ext uri="{FF2B5EF4-FFF2-40B4-BE49-F238E27FC236}">
                <a16:creationId xmlns:a16="http://schemas.microsoft.com/office/drawing/2014/main" id="{AE55A352-4430-BE49-D639-217C9B575940}"/>
              </a:ext>
            </a:extLst>
          </p:cNvPr>
          <p:cNvSpPr/>
          <p:nvPr>
            <p:custDataLst>
              <p:tags r:id="rId24"/>
            </p:custDataLst>
          </p:nvPr>
        </p:nvSpPr>
        <p:spPr bwMode="gray">
          <a:xfrm>
            <a:off x="8308132" y="2799891"/>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2" name="OTLSHAPE_SLT_46eca2b039924114ba69cf3b27fec79a_Duration" hidden="1">
            <a:extLst>
              <a:ext uri="{FF2B5EF4-FFF2-40B4-BE49-F238E27FC236}">
                <a16:creationId xmlns:a16="http://schemas.microsoft.com/office/drawing/2014/main" id="{0BBFCBA8-DF50-1782-31FC-D897CEAB6FFB}"/>
              </a:ext>
            </a:extLst>
          </p:cNvPr>
          <p:cNvSpPr txBox="1"/>
          <p:nvPr>
            <p:custDataLst>
              <p:tags r:id="rId25"/>
            </p:custDataLst>
          </p:nvPr>
        </p:nvSpPr>
        <p:spPr bwMode="gray">
          <a:xfrm>
            <a:off x="12700" y="-588559"/>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175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3" name="OTLSHAPE_SLT_46eca2b039924114ba69cf3b27fec79a_TextPercentage" hidden="1">
            <a:extLst>
              <a:ext uri="{FF2B5EF4-FFF2-40B4-BE49-F238E27FC236}">
                <a16:creationId xmlns:a16="http://schemas.microsoft.com/office/drawing/2014/main" id="{4059CBBB-F0BE-828E-BEAF-D64E041D5870}"/>
              </a:ext>
            </a:extLst>
          </p:cNvPr>
          <p:cNvSpPr txBox="1"/>
          <p:nvPr>
            <p:custDataLst>
              <p:tags r:id="rId2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4" name="OTLSHAPE_SLT_46eca2b039924114ba69cf3b27fec79a_StartDate" hidden="1">
            <a:extLst>
              <a:ext uri="{FF2B5EF4-FFF2-40B4-BE49-F238E27FC236}">
                <a16:creationId xmlns:a16="http://schemas.microsoft.com/office/drawing/2014/main" id="{6F4FFDF8-C9E5-8E81-C2EC-FA5DF2A82256}"/>
              </a:ext>
            </a:extLst>
          </p:cNvPr>
          <p:cNvSpPr txBox="1"/>
          <p:nvPr>
            <p:custDataLst>
              <p:tags r:id="rId2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5" name="OTLSHAPE_SLT_46eca2b039924114ba69cf3b27fec79a_EndDate" hidden="1">
            <a:extLst>
              <a:ext uri="{FF2B5EF4-FFF2-40B4-BE49-F238E27FC236}">
                <a16:creationId xmlns:a16="http://schemas.microsoft.com/office/drawing/2014/main" id="{9ECE9202-E3CD-D7D8-86D1-7E9E47493DD3}"/>
              </a:ext>
            </a:extLst>
          </p:cNvPr>
          <p:cNvSpPr txBox="1"/>
          <p:nvPr>
            <p:custDataLst>
              <p:tags r:id="rId2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 name="OTLSHAPE_TB_00000000000000000000000000000000_ElapsedTime" hidden="1">
            <a:extLst>
              <a:ext uri="{FF2B5EF4-FFF2-40B4-BE49-F238E27FC236}">
                <a16:creationId xmlns:a16="http://schemas.microsoft.com/office/drawing/2014/main" id="{D4CECB8F-F112-15E8-AAC9-6F4A290A0346}"/>
              </a:ext>
            </a:extLst>
          </p:cNvPr>
          <p:cNvSpPr/>
          <p:nvPr>
            <p:custDataLst>
              <p:tags r:id="rId29"/>
            </p:custDataLst>
          </p:nvPr>
        </p:nvSpPr>
        <p:spPr bwMode="gray">
          <a:xfrm>
            <a:off x="1092200" y="1036708"/>
            <a:ext cx="0" cy="0"/>
          </a:xfrm>
          <a:prstGeom prst="roundRect">
            <a:avLst/>
          </a:prstGeom>
          <a:solidFill>
            <a:srgbClr val="FF0000">
              <a:alpha val="74902"/>
            </a:srgbClr>
          </a:solidFill>
          <a:ln w="635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OTLSHAPE_TB_00000000000000000000000000000000_TodayMarkerShape" hidden="1">
            <a:extLst>
              <a:ext uri="{FF2B5EF4-FFF2-40B4-BE49-F238E27FC236}">
                <a16:creationId xmlns:a16="http://schemas.microsoft.com/office/drawing/2014/main" id="{51D37ABA-1F86-2009-6427-70BFF5FB28C5}"/>
              </a:ext>
            </a:extLst>
          </p:cNvPr>
          <p:cNvSpPr/>
          <p:nvPr>
            <p:custDataLst>
              <p:tags r:id="rId30"/>
            </p:custDataLst>
          </p:nvPr>
        </p:nvSpPr>
        <p:spPr bwMode="gray">
          <a:xfrm>
            <a:off x="1055914" y="1290708"/>
            <a:ext cx="76200" cy="84667"/>
          </a:xfrm>
          <a:prstGeom prst="triangle">
            <a:avLst/>
          </a:prstGeom>
          <a:solidFill>
            <a:srgbClr val="FF000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TLSHAPE_TB_00000000000000000000000000000000_TodayMarkerText" hidden="1">
            <a:extLst>
              <a:ext uri="{FF2B5EF4-FFF2-40B4-BE49-F238E27FC236}">
                <a16:creationId xmlns:a16="http://schemas.microsoft.com/office/drawing/2014/main" id="{89949AD1-AFAB-65C0-886D-6205DB1616A8}"/>
              </a:ext>
            </a:extLst>
          </p:cNvPr>
          <p:cNvSpPr txBox="1"/>
          <p:nvPr>
            <p:custDataLst>
              <p:tags r:id="rId31"/>
            </p:custDataLst>
          </p:nvPr>
        </p:nvSpPr>
        <p:spPr bwMode="gray">
          <a:xfrm>
            <a:off x="1928862" y="1351127"/>
            <a:ext cx="0" cy="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latin typeface="Calibri" panose="020F0502020204030204" pitchFamily="34" charset="0"/>
                <a:ea typeface="+mn-ea"/>
                <a:cs typeface="+mn-cs"/>
              </a:rPr>
              <a:t>Today</a:t>
            </a:r>
            <a:endParaRPr kumimoji="0" lang="zh-CN" altLang="en-US" sz="1200" b="0" i="0" u="none" strike="noStrike" kern="1200" cap="none" spc="-12" normalizeH="0" baseline="0" noProof="0">
              <a:ln>
                <a:noFill/>
              </a:ln>
              <a:solidFill>
                <a:schemeClr val="dk1"/>
              </a:solidFill>
              <a:effectLst/>
              <a:uLnTx/>
              <a:uFillTx/>
              <a:latin typeface="Calibri" panose="020F0502020204030204" pitchFamily="34" charset="0"/>
              <a:ea typeface="+mn-ea"/>
              <a:cs typeface="+mn-cs"/>
            </a:endParaRPr>
          </a:p>
        </p:txBody>
      </p:sp>
      <p:sp>
        <p:nvSpPr>
          <p:cNvPr id="22" name="OTLSHAPE_SLT_bb56f6b58941444bb5c99aed49712994_ShapePercentage" hidden="1">
            <a:extLst>
              <a:ext uri="{FF2B5EF4-FFF2-40B4-BE49-F238E27FC236}">
                <a16:creationId xmlns:a16="http://schemas.microsoft.com/office/drawing/2014/main" id="{2F9D3DBB-4F31-37EE-A74C-3E17C8315E6A}"/>
              </a:ext>
            </a:extLst>
          </p:cNvPr>
          <p:cNvSpPr/>
          <p:nvPr>
            <p:custDataLst>
              <p:tags r:id="rId32"/>
            </p:custDataLst>
          </p:nvPr>
        </p:nvSpPr>
        <p:spPr bwMode="gray">
          <a:xfrm>
            <a:off x="8525733" y="3663407"/>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1" name="OTLSHAPE_SLT_bb56f6b58941444bb5c99aed49712994_Duration" hidden="1">
            <a:extLst>
              <a:ext uri="{FF2B5EF4-FFF2-40B4-BE49-F238E27FC236}">
                <a16:creationId xmlns:a16="http://schemas.microsoft.com/office/drawing/2014/main" id="{6866CD5E-38FA-F5CC-B122-BA819A13FAC9}"/>
              </a:ext>
            </a:extLst>
          </p:cNvPr>
          <p:cNvSpPr txBox="1"/>
          <p:nvPr>
            <p:custDataLst>
              <p:tags r:id="rId33"/>
            </p:custDataLst>
          </p:nvPr>
        </p:nvSpPr>
        <p:spPr bwMode="gray">
          <a:xfrm>
            <a:off x="12700" y="-573390"/>
            <a:ext cx="457200" cy="165100"/>
          </a:xfrm>
          <a:prstGeom prst="rect">
            <a:avLst/>
          </a:prstGeom>
          <a:noFill/>
        </p:spPr>
        <p:txBody>
          <a:bodyPr vert="horz" wrap="square" lIns="0" tIns="0" rIns="0" bIns="0" rtlCol="0" anchor="ctr" anchorCtr="0">
            <a:spAutoFit/>
          </a:bodyPr>
          <a:lstStyle/>
          <a:p>
            <a:pPr>
              <a:lnSpc>
                <a:spcPct val="140000"/>
              </a:lnSpc>
            </a:pPr>
            <a:r>
              <a:rPr lang="en-US" altLang="zh-CN" sz="1000">
                <a:solidFill>
                  <a:srgbClr val="ED7D31"/>
                </a:solidFill>
                <a:latin typeface="Calibri" panose="020F0502020204030204" pitchFamily="34" charset="0"/>
              </a:rPr>
              <a:t>260 days</a:t>
            </a:r>
            <a:endParaRPr lang="zh-CN" altLang="en-US" sz="1000">
              <a:solidFill>
                <a:srgbClr val="ED7D31"/>
              </a:solidFill>
              <a:latin typeface="Calibri" panose="020F0502020204030204" pitchFamily="34" charset="0"/>
            </a:endParaRPr>
          </a:p>
        </p:txBody>
      </p:sp>
      <p:sp>
        <p:nvSpPr>
          <p:cNvPr id="48" name="OTLSHAPE_SLT_bb56f6b58941444bb5c99aed49712994_TextPercentage" hidden="1">
            <a:extLst>
              <a:ext uri="{FF2B5EF4-FFF2-40B4-BE49-F238E27FC236}">
                <a16:creationId xmlns:a16="http://schemas.microsoft.com/office/drawing/2014/main" id="{F2519A03-4546-3162-640F-7DC6E9E0912C}"/>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a:lnSpc>
                <a:spcPct val="140000"/>
              </a:lnSpc>
            </a:pPr>
            <a:endParaRPr lang="zh-CN" altLang="en-US" sz="1000">
              <a:solidFill>
                <a:srgbClr val="ED7D31"/>
              </a:solidFill>
              <a:latin typeface="Calibri" panose="020F0502020204030204" pitchFamily="34" charset="0"/>
            </a:endParaRPr>
          </a:p>
        </p:txBody>
      </p:sp>
      <p:sp>
        <p:nvSpPr>
          <p:cNvPr id="49" name="OTLSHAPE_SLT_bb56f6b58941444bb5c99aed49712994_StartDate" hidden="1">
            <a:extLst>
              <a:ext uri="{FF2B5EF4-FFF2-40B4-BE49-F238E27FC236}">
                <a16:creationId xmlns:a16="http://schemas.microsoft.com/office/drawing/2014/main" id="{908BC6E1-312D-0052-92E4-3EBA6F4CBEB2}"/>
              </a:ext>
            </a:extLst>
          </p:cNvPr>
          <p:cNvSpPr txBox="1"/>
          <p:nvPr>
            <p:custDataLst>
              <p:tags r:id="rId35"/>
            </p:custDataLst>
          </p:nvPr>
        </p:nvSpPr>
        <p:spPr bwMode="gray">
          <a:xfrm>
            <a:off x="12700" y="72941"/>
            <a:ext cx="0" cy="0"/>
          </a:xfrm>
          <a:prstGeom prst="rect">
            <a:avLst/>
          </a:prstGeom>
          <a:noFill/>
        </p:spPr>
        <p:txBody>
          <a:bodyPr vert="horz" wrap="square" lIns="0" tIns="0" rIns="0" bIns="0" rtlCol="0" anchor="ctr" anchorCtr="0">
            <a:spAutoFit/>
          </a:bodyPr>
          <a:lstStyle/>
          <a:p>
            <a:pPr algn="r">
              <a:lnSpc>
                <a:spcPct val="140000"/>
              </a:lnSpc>
            </a:pPr>
            <a:endParaRPr lang="zh-CN" altLang="en-US" sz="1000">
              <a:solidFill>
                <a:srgbClr val="44546A"/>
              </a:solidFill>
              <a:latin typeface="Calibri" panose="020F0502020204030204" pitchFamily="34" charset="0"/>
            </a:endParaRPr>
          </a:p>
        </p:txBody>
      </p:sp>
      <p:sp>
        <p:nvSpPr>
          <p:cNvPr id="50" name="OTLSHAPE_SLT_bb56f6b58941444bb5c99aed49712994_EndDate" hidden="1">
            <a:extLst>
              <a:ext uri="{FF2B5EF4-FFF2-40B4-BE49-F238E27FC236}">
                <a16:creationId xmlns:a16="http://schemas.microsoft.com/office/drawing/2014/main" id="{2E49992A-8188-E9C7-678F-AC1ECC4F561E}"/>
              </a:ext>
            </a:extLst>
          </p:cNvPr>
          <p:cNvSpPr txBox="1"/>
          <p:nvPr>
            <p:custDataLst>
              <p:tags r:id="rId36"/>
            </p:custDataLst>
          </p:nvPr>
        </p:nvSpPr>
        <p:spPr bwMode="gray">
          <a:xfrm>
            <a:off x="12700" y="72941"/>
            <a:ext cx="0" cy="0"/>
          </a:xfrm>
          <a:prstGeom prst="rect">
            <a:avLst/>
          </a:prstGeom>
          <a:noFill/>
        </p:spPr>
        <p:txBody>
          <a:bodyPr vert="horz" wrap="square" lIns="0" tIns="0" rIns="0" bIns="0" rtlCol="0" anchor="ctr" anchorCtr="0">
            <a:spAutoFit/>
          </a:bodyPr>
          <a:lstStyle/>
          <a:p>
            <a:pPr algn="r">
              <a:lnSpc>
                <a:spcPct val="140000"/>
              </a:lnSpc>
            </a:pPr>
            <a:endParaRPr lang="zh-CN" altLang="en-US" sz="1000">
              <a:solidFill>
                <a:srgbClr val="44546A"/>
              </a:solidFill>
              <a:latin typeface="Calibri" panose="020F0502020204030204" pitchFamily="34" charset="0"/>
            </a:endParaRPr>
          </a:p>
        </p:txBody>
      </p:sp>
      <p:sp>
        <p:nvSpPr>
          <p:cNvPr id="23" name="OTLSHAPE_SL_5417c9aa0432443bbf6d96483f7c7648_BackgroundRectangle">
            <a:extLst>
              <a:ext uri="{FF2B5EF4-FFF2-40B4-BE49-F238E27FC236}">
                <a16:creationId xmlns:a16="http://schemas.microsoft.com/office/drawing/2014/main" id="{59280282-3D97-CD7F-E244-E340C1F32691}"/>
              </a:ext>
            </a:extLst>
          </p:cNvPr>
          <p:cNvSpPr/>
          <p:nvPr>
            <p:custDataLst>
              <p:tags r:id="rId37"/>
            </p:custDataLst>
          </p:nvPr>
        </p:nvSpPr>
        <p:spPr bwMode="gray">
          <a:xfrm>
            <a:off x="63500" y="1493908"/>
            <a:ext cx="11290300" cy="149284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 name="OTLSHAPE_SL_2dae3452d16d4d4c8163da38ae557ff3_BackgroundRectangle">
            <a:extLst>
              <a:ext uri="{FF2B5EF4-FFF2-40B4-BE49-F238E27FC236}">
                <a16:creationId xmlns:a16="http://schemas.microsoft.com/office/drawing/2014/main" id="{1F321448-8CCB-71BD-3D19-AE3AEDFBC4F3}"/>
              </a:ext>
            </a:extLst>
          </p:cNvPr>
          <p:cNvSpPr/>
          <p:nvPr>
            <p:custDataLst>
              <p:tags r:id="rId38"/>
            </p:custDataLst>
          </p:nvPr>
        </p:nvSpPr>
        <p:spPr bwMode="gray">
          <a:xfrm>
            <a:off x="63500" y="3050251"/>
            <a:ext cx="11290300" cy="88527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RightEndCaps">
            <a:extLst>
              <a:ext uri="{FF2B5EF4-FFF2-40B4-BE49-F238E27FC236}">
                <a16:creationId xmlns:a16="http://schemas.microsoft.com/office/drawing/2014/main" id="{2EA71855-6042-0094-B9BF-DF64E600406C}"/>
              </a:ext>
            </a:extLst>
          </p:cNvPr>
          <p:cNvSpPr txBox="1"/>
          <p:nvPr>
            <p:custDataLst>
              <p:tags r:id="rId39"/>
            </p:custDataLst>
          </p:nvPr>
        </p:nvSpPr>
        <p:spPr bwMode="gray">
          <a:xfrm>
            <a:off x="11474534" y="1024177"/>
            <a:ext cx="449610" cy="27906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rPr>
              <a:t>2029</a:t>
            </a:r>
            <a:endParaRPr kumimoji="0" lang="zh-CN" altLang="en-US"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endParaRPr>
          </a:p>
        </p:txBody>
      </p:sp>
      <p:sp>
        <p:nvSpPr>
          <p:cNvPr id="6" name="OTLSHAPE_TB_00000000000000000000000000000000_ScaleContainer">
            <a:extLst>
              <a:ext uri="{FF2B5EF4-FFF2-40B4-BE49-F238E27FC236}">
                <a16:creationId xmlns:a16="http://schemas.microsoft.com/office/drawing/2014/main" id="{0711CA19-DE8D-3432-803A-B3B8A9514CF8}"/>
              </a:ext>
            </a:extLst>
          </p:cNvPr>
          <p:cNvSpPr/>
          <p:nvPr>
            <p:custDataLst>
              <p:tags r:id="rId40"/>
            </p:custDataLst>
          </p:nvPr>
        </p:nvSpPr>
        <p:spPr bwMode="gray">
          <a:xfrm>
            <a:off x="1092200" y="1036708"/>
            <a:ext cx="10261600" cy="254000"/>
          </a:xfrm>
          <a:prstGeom prst="roundRect">
            <a:avLst/>
          </a:prstGeom>
          <a:gradFill flip="none" rotWithShape="1">
            <a:gsLst>
              <a:gs pos="0">
                <a:srgbClr val="44546A"/>
              </a:gs>
              <a:gs pos="100000">
                <a:srgbClr val="52667F"/>
              </a:gs>
            </a:gsLst>
            <a:lin ang="5400000" scaled="1"/>
            <a:tileRect/>
          </a:gradFill>
          <a:ln w="635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OTLSHAPE_SL_5417c9aa0432443bbf6d96483f7c7648_HeaderRectangle">
            <a:extLst>
              <a:ext uri="{FF2B5EF4-FFF2-40B4-BE49-F238E27FC236}">
                <a16:creationId xmlns:a16="http://schemas.microsoft.com/office/drawing/2014/main" id="{69A94447-7A50-523A-B043-4E52A72EF678}"/>
              </a:ext>
            </a:extLst>
          </p:cNvPr>
          <p:cNvSpPr/>
          <p:nvPr>
            <p:custDataLst>
              <p:tags r:id="rId41"/>
            </p:custDataLst>
          </p:nvPr>
        </p:nvSpPr>
        <p:spPr bwMode="gray">
          <a:xfrm>
            <a:off x="63500" y="1493908"/>
            <a:ext cx="901700" cy="1492843"/>
          </a:xfrm>
          <a:prstGeom prst="rect">
            <a:avLst/>
          </a:prstGeom>
          <a:solidFill>
            <a:schemeClr val="lt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OTLSHAPE_SL_2dae3452d16d4d4c8163da38ae557ff3_HeaderRectangle">
            <a:extLst>
              <a:ext uri="{FF2B5EF4-FFF2-40B4-BE49-F238E27FC236}">
                <a16:creationId xmlns:a16="http://schemas.microsoft.com/office/drawing/2014/main" id="{62DF496B-782E-4B97-01BC-567F98C2247D}"/>
              </a:ext>
            </a:extLst>
          </p:cNvPr>
          <p:cNvSpPr/>
          <p:nvPr>
            <p:custDataLst>
              <p:tags r:id="rId42"/>
            </p:custDataLst>
          </p:nvPr>
        </p:nvSpPr>
        <p:spPr bwMode="gray">
          <a:xfrm>
            <a:off x="63500" y="3050251"/>
            <a:ext cx="901700" cy="885275"/>
          </a:xfrm>
          <a:prstGeom prst="rect">
            <a:avLst/>
          </a:prstGeom>
          <a:solidFill>
            <a:schemeClr val="dk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26" name="OTLSHAPE_G_00000000000000000000000000000000_ShapeBelow0">
            <a:extLst>
              <a:ext uri="{FF2B5EF4-FFF2-40B4-BE49-F238E27FC236}">
                <a16:creationId xmlns:a16="http://schemas.microsoft.com/office/drawing/2014/main" id="{B389A2E1-1A81-C321-C688-AB34AE5CC037}"/>
              </a:ext>
            </a:extLst>
          </p:cNvPr>
          <p:cNvCxnSpPr/>
          <p:nvPr>
            <p:custDataLst>
              <p:tags r:id="rId43"/>
            </p:custDataLst>
          </p:nvPr>
        </p:nvCxnSpPr>
        <p:spPr bwMode="gray">
          <a:xfrm>
            <a:off x="3654279" y="1290709"/>
            <a:ext cx="0" cy="264481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OTLSHAPE_G_00000000000000000000000000000000_ShapeBelow1">
            <a:extLst>
              <a:ext uri="{FF2B5EF4-FFF2-40B4-BE49-F238E27FC236}">
                <a16:creationId xmlns:a16="http://schemas.microsoft.com/office/drawing/2014/main" id="{E24A3620-4FAE-145A-47D9-0FD4B281161D}"/>
              </a:ext>
            </a:extLst>
          </p:cNvPr>
          <p:cNvCxnSpPr/>
          <p:nvPr>
            <p:custDataLst>
              <p:tags r:id="rId44"/>
            </p:custDataLst>
          </p:nvPr>
        </p:nvCxnSpPr>
        <p:spPr bwMode="gray">
          <a:xfrm>
            <a:off x="6216358" y="1290709"/>
            <a:ext cx="0" cy="264481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OTLSHAPE_G_00000000000000000000000000000000_ShapeBelow2">
            <a:extLst>
              <a:ext uri="{FF2B5EF4-FFF2-40B4-BE49-F238E27FC236}">
                <a16:creationId xmlns:a16="http://schemas.microsoft.com/office/drawing/2014/main" id="{96067D33-BE69-476A-887D-A3AC86C01B85}"/>
              </a:ext>
            </a:extLst>
          </p:cNvPr>
          <p:cNvCxnSpPr/>
          <p:nvPr>
            <p:custDataLst>
              <p:tags r:id="rId45"/>
            </p:custDataLst>
          </p:nvPr>
        </p:nvCxnSpPr>
        <p:spPr bwMode="gray">
          <a:xfrm>
            <a:off x="8785456" y="1290709"/>
            <a:ext cx="0" cy="264481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OTLSHAPE_SLT_21459203393945ad8f284b3fa1f12a85_Shape">
            <a:extLst>
              <a:ext uri="{FF2B5EF4-FFF2-40B4-BE49-F238E27FC236}">
                <a16:creationId xmlns:a16="http://schemas.microsoft.com/office/drawing/2014/main" id="{EBA2ED55-661D-3861-A97E-641F9B329979}"/>
              </a:ext>
            </a:extLst>
          </p:cNvPr>
          <p:cNvSpPr/>
          <p:nvPr>
            <p:custDataLst>
              <p:tags r:id="rId46"/>
            </p:custDataLst>
          </p:nvPr>
        </p:nvSpPr>
        <p:spPr bwMode="gray">
          <a:xfrm>
            <a:off x="1787115" y="1787786"/>
            <a:ext cx="55499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79fbb39802c743c5b6fadb225146c23c_Shape">
            <a:extLst>
              <a:ext uri="{FF2B5EF4-FFF2-40B4-BE49-F238E27FC236}">
                <a16:creationId xmlns:a16="http://schemas.microsoft.com/office/drawing/2014/main" id="{4C018B23-E8CA-E51B-47C4-2F82BCB1FB61}"/>
              </a:ext>
            </a:extLst>
          </p:cNvPr>
          <p:cNvSpPr/>
          <p:nvPr>
            <p:custDataLst>
              <p:tags r:id="rId47"/>
            </p:custDataLst>
          </p:nvPr>
        </p:nvSpPr>
        <p:spPr bwMode="gray">
          <a:xfrm>
            <a:off x="1337879" y="3110110"/>
            <a:ext cx="647700" cy="127000"/>
          </a:xfrm>
          <a:prstGeom prst="roundRect">
            <a:avLst/>
          </a:prstGeom>
          <a:solidFill>
            <a:schemeClr val="tx2"/>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6" name="OTLSHAPE_SLT_b91f4e7f616b43d5bf53a31bc343e03f_Shape">
            <a:extLst>
              <a:ext uri="{FF2B5EF4-FFF2-40B4-BE49-F238E27FC236}">
                <a16:creationId xmlns:a16="http://schemas.microsoft.com/office/drawing/2014/main" id="{A3D7EE9E-B438-3E6D-0D81-5606C04EE5CF}"/>
              </a:ext>
            </a:extLst>
          </p:cNvPr>
          <p:cNvSpPr/>
          <p:nvPr>
            <p:custDataLst>
              <p:tags r:id="rId48"/>
            </p:custDataLst>
          </p:nvPr>
        </p:nvSpPr>
        <p:spPr bwMode="gray">
          <a:xfrm>
            <a:off x="2615404" y="3344129"/>
            <a:ext cx="4724400" cy="127000"/>
          </a:xfrm>
          <a:prstGeom prst="roundRect">
            <a:avLst/>
          </a:prstGeom>
          <a:solidFill>
            <a:schemeClr val="dk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0" name="OTLSHAPE_SLT_46eca2b039924114ba69cf3b27fec79a_Shape">
            <a:extLst>
              <a:ext uri="{FF2B5EF4-FFF2-40B4-BE49-F238E27FC236}">
                <a16:creationId xmlns:a16="http://schemas.microsoft.com/office/drawing/2014/main" id="{36FB30C2-60B4-D60B-9F8F-1DC31EB117D1}"/>
              </a:ext>
            </a:extLst>
          </p:cNvPr>
          <p:cNvSpPr/>
          <p:nvPr>
            <p:custDataLst>
              <p:tags r:id="rId49"/>
            </p:custDataLst>
          </p:nvPr>
        </p:nvSpPr>
        <p:spPr bwMode="gray">
          <a:xfrm>
            <a:off x="8308132" y="2799891"/>
            <a:ext cx="17272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OTLSHAPE_SLT_bb56f6b58941444bb5c99aed49712994_Shape">
            <a:extLst>
              <a:ext uri="{FF2B5EF4-FFF2-40B4-BE49-F238E27FC236}">
                <a16:creationId xmlns:a16="http://schemas.microsoft.com/office/drawing/2014/main" id="{83B8971A-B82D-8453-33BE-7C7EAF16BFEE}"/>
              </a:ext>
            </a:extLst>
          </p:cNvPr>
          <p:cNvSpPr/>
          <p:nvPr>
            <p:custDataLst>
              <p:tags r:id="rId50"/>
            </p:custDataLst>
          </p:nvPr>
        </p:nvSpPr>
        <p:spPr bwMode="gray">
          <a:xfrm>
            <a:off x="8525733" y="3663407"/>
            <a:ext cx="2565400" cy="127000"/>
          </a:xfrm>
          <a:prstGeom prst="roundRect">
            <a:avLst/>
          </a:prstGeom>
          <a:solidFill>
            <a:schemeClr val="dk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5" name="OTLSHAPE_SLM_0f9e2fa4ac074d028a82340d1e1c36d1_Shape">
            <a:extLst>
              <a:ext uri="{FF2B5EF4-FFF2-40B4-BE49-F238E27FC236}">
                <a16:creationId xmlns:a16="http://schemas.microsoft.com/office/drawing/2014/main" id="{F34AADC3-BF2A-19E4-5D36-7C16B6AFABAA}"/>
              </a:ext>
            </a:extLst>
          </p:cNvPr>
          <p:cNvSpPr/>
          <p:nvPr>
            <p:custDataLst>
              <p:tags r:id="rId51"/>
            </p:custDataLst>
          </p:nvPr>
        </p:nvSpPr>
        <p:spPr bwMode="gray">
          <a:xfrm rot="16200000">
            <a:off x="1044742" y="1534717"/>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TLSHAPE_SLM_3b7a7b9179fe47e9818a501f7d7aa497_Shape">
            <a:extLst>
              <a:ext uri="{FF2B5EF4-FFF2-40B4-BE49-F238E27FC236}">
                <a16:creationId xmlns:a16="http://schemas.microsoft.com/office/drawing/2014/main" id="{6B2D982B-6703-4AD8-09CD-E843186B6E2C}"/>
              </a:ext>
            </a:extLst>
          </p:cNvPr>
          <p:cNvSpPr/>
          <p:nvPr>
            <p:custDataLst>
              <p:tags r:id="rId52"/>
            </p:custDataLst>
          </p:nvPr>
        </p:nvSpPr>
        <p:spPr bwMode="gray">
          <a:xfrm rot="16200000">
            <a:off x="3810383" y="2080267"/>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OTLSHAPE_SLM_8ad46c1b39644657a68b9a2a99a9ec45_Shape">
            <a:extLst>
              <a:ext uri="{FF2B5EF4-FFF2-40B4-BE49-F238E27FC236}">
                <a16:creationId xmlns:a16="http://schemas.microsoft.com/office/drawing/2014/main" id="{97934363-EE36-734E-40A3-017981ABAF6B}"/>
              </a:ext>
            </a:extLst>
          </p:cNvPr>
          <p:cNvSpPr/>
          <p:nvPr>
            <p:custDataLst>
              <p:tags r:id="rId53"/>
            </p:custDataLst>
          </p:nvPr>
        </p:nvSpPr>
        <p:spPr bwMode="gray">
          <a:xfrm rot="16200000">
            <a:off x="7446429" y="2469310"/>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5" name="OTLSHAPE_SL_5417c9aa0432443bbf6d96483f7c7648_Header">
            <a:extLst>
              <a:ext uri="{FF2B5EF4-FFF2-40B4-BE49-F238E27FC236}">
                <a16:creationId xmlns:a16="http://schemas.microsoft.com/office/drawing/2014/main" id="{32579597-EC70-EB28-66C4-EFA1022683D6}"/>
              </a:ext>
            </a:extLst>
          </p:cNvPr>
          <p:cNvSpPr txBox="1"/>
          <p:nvPr>
            <p:custDataLst>
              <p:tags r:id="rId54"/>
            </p:custDataLst>
          </p:nvPr>
        </p:nvSpPr>
        <p:spPr bwMode="gray">
          <a:xfrm>
            <a:off x="63500" y="1961247"/>
            <a:ext cx="9017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Global</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1366-0015</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67" name="OTLSHAPE_SL_2dae3452d16d4d4c8163da38ae557ff3_Header">
            <a:extLst>
              <a:ext uri="{FF2B5EF4-FFF2-40B4-BE49-F238E27FC236}">
                <a16:creationId xmlns:a16="http://schemas.microsoft.com/office/drawing/2014/main" id="{D89EF139-EA5A-AAF9-83CD-8CC3BAF5E753}"/>
              </a:ext>
            </a:extLst>
          </p:cNvPr>
          <p:cNvSpPr txBox="1"/>
          <p:nvPr>
            <p:custDataLst>
              <p:tags r:id="rId55"/>
            </p:custDataLst>
          </p:nvPr>
        </p:nvSpPr>
        <p:spPr bwMode="gray">
          <a:xfrm>
            <a:off x="63500" y="3213806"/>
            <a:ext cx="9017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China</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1366-0015</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10" name="OTLSHAPE_TB_00000000000000000000000000000000_TimescaleInterval1">
            <a:extLst>
              <a:ext uri="{FF2B5EF4-FFF2-40B4-BE49-F238E27FC236}">
                <a16:creationId xmlns:a16="http://schemas.microsoft.com/office/drawing/2014/main" id="{8E4ED8AE-7B5B-9F83-FA47-A742AB911631}"/>
              </a:ext>
            </a:extLst>
          </p:cNvPr>
          <p:cNvSpPr txBox="1"/>
          <p:nvPr>
            <p:custDataLst>
              <p:tags r:id="rId56"/>
            </p:custDataLst>
          </p:nvPr>
        </p:nvSpPr>
        <p:spPr bwMode="gray">
          <a:xfrm>
            <a:off x="1155700" y="107068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2026</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12" name="OTLSHAPE_TB_00000000000000000000000000000000_TimescaleInterval2">
            <a:extLst>
              <a:ext uri="{FF2B5EF4-FFF2-40B4-BE49-F238E27FC236}">
                <a16:creationId xmlns:a16="http://schemas.microsoft.com/office/drawing/2014/main" id="{1A0FE5B3-23F8-7699-8E72-ACEECF6E7E27}"/>
              </a:ext>
            </a:extLst>
          </p:cNvPr>
          <p:cNvSpPr txBox="1"/>
          <p:nvPr>
            <p:custDataLst>
              <p:tags r:id="rId57"/>
            </p:custDataLst>
          </p:nvPr>
        </p:nvSpPr>
        <p:spPr bwMode="gray">
          <a:xfrm>
            <a:off x="3717779" y="107068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2027</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14" name="OTLSHAPE_TB_00000000000000000000000000000000_TimescaleInterval3">
            <a:extLst>
              <a:ext uri="{FF2B5EF4-FFF2-40B4-BE49-F238E27FC236}">
                <a16:creationId xmlns:a16="http://schemas.microsoft.com/office/drawing/2014/main" id="{41E28F92-1E4D-2954-AD98-D7028B50094C}"/>
              </a:ext>
            </a:extLst>
          </p:cNvPr>
          <p:cNvSpPr txBox="1"/>
          <p:nvPr>
            <p:custDataLst>
              <p:tags r:id="rId58"/>
            </p:custDataLst>
          </p:nvPr>
        </p:nvSpPr>
        <p:spPr bwMode="gray">
          <a:xfrm>
            <a:off x="6279858" y="107068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2028</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16" name="OTLSHAPE_TB_00000000000000000000000000000000_TimescaleInterval4">
            <a:extLst>
              <a:ext uri="{FF2B5EF4-FFF2-40B4-BE49-F238E27FC236}">
                <a16:creationId xmlns:a16="http://schemas.microsoft.com/office/drawing/2014/main" id="{5B7033B9-3BE7-6303-9BBC-85817FD242C7}"/>
              </a:ext>
            </a:extLst>
          </p:cNvPr>
          <p:cNvSpPr txBox="1"/>
          <p:nvPr>
            <p:custDataLst>
              <p:tags r:id="rId59"/>
            </p:custDataLst>
          </p:nvPr>
        </p:nvSpPr>
        <p:spPr bwMode="gray">
          <a:xfrm>
            <a:off x="8848956" y="107068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2029</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36" name="OTLSHAPE_SLM_0f9e2fa4ac074d028a82340d1e1c36d1_Date">
            <a:extLst>
              <a:ext uri="{FF2B5EF4-FFF2-40B4-BE49-F238E27FC236}">
                <a16:creationId xmlns:a16="http://schemas.microsoft.com/office/drawing/2014/main" id="{26C3EA0F-1098-6078-2D2D-6BD49EE354EA}"/>
              </a:ext>
            </a:extLst>
          </p:cNvPr>
          <p:cNvSpPr txBox="1"/>
          <p:nvPr>
            <p:custDataLst>
              <p:tags r:id="rId60"/>
            </p:custDataLst>
          </p:nvPr>
        </p:nvSpPr>
        <p:spPr bwMode="gray">
          <a:xfrm>
            <a:off x="638257" y="1519549"/>
            <a:ext cx="368300" cy="19543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chemeClr val="bg1"/>
                </a:solidFill>
                <a:effectLst/>
                <a:uLnTx/>
                <a:uFillTx/>
                <a:latin typeface="Calibri" panose="020F0502020204030204" pitchFamily="34" charset="0"/>
                <a:ea typeface="+mn-ea"/>
                <a:cs typeface="+mn-cs"/>
              </a:rPr>
              <a:t>1/5/26</a:t>
            </a:r>
            <a:endParaRPr kumimoji="0" lang="zh-CN" altLang="en-US" sz="1000" b="0" i="0" u="none" strike="noStrike" kern="1200" cap="none" spc="-8" normalizeH="0" baseline="0" noProof="0">
              <a:ln>
                <a:noFill/>
              </a:ln>
              <a:solidFill>
                <a:schemeClr val="bg1"/>
              </a:solidFill>
              <a:effectLst/>
              <a:uLnTx/>
              <a:uFillTx/>
              <a:latin typeface="Calibri" panose="020F0502020204030204" pitchFamily="34" charset="0"/>
              <a:ea typeface="+mn-ea"/>
              <a:cs typeface="+mn-cs"/>
            </a:endParaRPr>
          </a:p>
        </p:txBody>
      </p:sp>
      <p:sp>
        <p:nvSpPr>
          <p:cNvPr id="37" name="OTLSHAPE_SLM_0f9e2fa4ac074d028a82340d1e1c36d1_Title">
            <a:extLst>
              <a:ext uri="{FF2B5EF4-FFF2-40B4-BE49-F238E27FC236}">
                <a16:creationId xmlns:a16="http://schemas.microsoft.com/office/drawing/2014/main" id="{123E5BA2-AFD8-55BE-C1C3-350F887A330F}"/>
              </a:ext>
            </a:extLst>
          </p:cNvPr>
          <p:cNvSpPr txBox="1"/>
          <p:nvPr>
            <p:custDataLst>
              <p:tags r:id="rId61"/>
            </p:custDataLst>
          </p:nvPr>
        </p:nvSpPr>
        <p:spPr bwMode="gray">
          <a:xfrm>
            <a:off x="1260642" y="1532008"/>
            <a:ext cx="1016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final CTA package</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44" name="OTLSHAPE_SLT_21459203393945ad8f284b3fa1f12a85_JoinedDate">
            <a:extLst>
              <a:ext uri="{FF2B5EF4-FFF2-40B4-BE49-F238E27FC236}">
                <a16:creationId xmlns:a16="http://schemas.microsoft.com/office/drawing/2014/main" id="{217CF309-9138-9194-C908-399D8DDE21A9}"/>
              </a:ext>
            </a:extLst>
          </p:cNvPr>
          <p:cNvSpPr txBox="1"/>
          <p:nvPr>
            <p:custDataLst>
              <p:tags r:id="rId62"/>
            </p:custDataLst>
          </p:nvPr>
        </p:nvSpPr>
        <p:spPr bwMode="gray">
          <a:xfrm>
            <a:off x="928680" y="1773774"/>
            <a:ext cx="812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4/9/26 - 6/7/28</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45" name="OTLSHAPE_SLT_21459203393945ad8f284b3fa1f12a85_Title">
            <a:extLst>
              <a:ext uri="{FF2B5EF4-FFF2-40B4-BE49-F238E27FC236}">
                <a16:creationId xmlns:a16="http://schemas.microsoft.com/office/drawing/2014/main" id="{0D6DE933-0CD9-0A81-3E29-4192F47AF8A2}"/>
              </a:ext>
            </a:extLst>
          </p:cNvPr>
          <p:cNvSpPr txBox="1"/>
          <p:nvPr>
            <p:custDataLst>
              <p:tags r:id="rId63"/>
            </p:custDataLst>
          </p:nvPr>
        </p:nvSpPr>
        <p:spPr bwMode="gray">
          <a:xfrm>
            <a:off x="7383236" y="1766027"/>
            <a:ext cx="965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global FSS to LSS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85" name="OTLSHAPE_SLT_79fbb39802c743c5b6fadb225146c23c_JoinedDate">
            <a:extLst>
              <a:ext uri="{FF2B5EF4-FFF2-40B4-BE49-F238E27FC236}">
                <a16:creationId xmlns:a16="http://schemas.microsoft.com/office/drawing/2014/main" id="{291CD7DE-C7D8-2B7F-D472-D055C835043B}"/>
              </a:ext>
            </a:extLst>
          </p:cNvPr>
          <p:cNvSpPr txBox="1"/>
          <p:nvPr>
            <p:custDataLst>
              <p:tags r:id="rId64"/>
            </p:custDataLst>
          </p:nvPr>
        </p:nvSpPr>
        <p:spPr bwMode="gray">
          <a:xfrm>
            <a:off x="479443" y="3096098"/>
            <a:ext cx="812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2/5/26 - 5/6/26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86" name="OTLSHAPE_SLT_79fbb39802c743c5b6fadb225146c23c_Title">
            <a:extLst>
              <a:ext uri="{FF2B5EF4-FFF2-40B4-BE49-F238E27FC236}">
                <a16:creationId xmlns:a16="http://schemas.microsoft.com/office/drawing/2014/main" id="{5171764D-19AC-D7C4-7FF0-DEDD7ADCAA1D}"/>
              </a:ext>
            </a:extLst>
          </p:cNvPr>
          <p:cNvSpPr txBox="1"/>
          <p:nvPr>
            <p:custDataLst>
              <p:tags r:id="rId65"/>
            </p:custDataLst>
          </p:nvPr>
        </p:nvSpPr>
        <p:spPr bwMode="gray">
          <a:xfrm>
            <a:off x="2027439" y="3088351"/>
            <a:ext cx="787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CTA sub - app</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112" name="OTLSHAPE_SLT_b91f4e7f616b43d5bf53a31bc343e03f_JoinedDate">
            <a:extLst>
              <a:ext uri="{FF2B5EF4-FFF2-40B4-BE49-F238E27FC236}">
                <a16:creationId xmlns:a16="http://schemas.microsoft.com/office/drawing/2014/main" id="{3AD8CE8C-C802-5BAB-3775-5AAC8EC17537}"/>
              </a:ext>
            </a:extLst>
          </p:cNvPr>
          <p:cNvSpPr txBox="1"/>
          <p:nvPr>
            <p:custDataLst>
              <p:tags r:id="rId66"/>
            </p:custDataLst>
          </p:nvPr>
        </p:nvSpPr>
        <p:spPr bwMode="gray">
          <a:xfrm>
            <a:off x="1756968" y="3330117"/>
            <a:ext cx="812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8/5/26 - 6/7/28</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113" name="OTLSHAPE_SLT_b91f4e7f616b43d5bf53a31bc343e03f_Title">
            <a:extLst>
              <a:ext uri="{FF2B5EF4-FFF2-40B4-BE49-F238E27FC236}">
                <a16:creationId xmlns:a16="http://schemas.microsoft.com/office/drawing/2014/main" id="{6E61FD26-1072-FDD6-0791-6E7600679F35}"/>
              </a:ext>
            </a:extLst>
          </p:cNvPr>
          <p:cNvSpPr txBox="1"/>
          <p:nvPr>
            <p:custDataLst>
              <p:tags r:id="rId67"/>
            </p:custDataLst>
          </p:nvPr>
        </p:nvSpPr>
        <p:spPr bwMode="gray">
          <a:xfrm>
            <a:off x="7383236" y="3322369"/>
            <a:ext cx="533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fSIV - LSS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87" name="OTLSHAPE_SLM_3b7a7b9179fe47e9818a501f7d7aa497_Title">
            <a:extLst>
              <a:ext uri="{FF2B5EF4-FFF2-40B4-BE49-F238E27FC236}">
                <a16:creationId xmlns:a16="http://schemas.microsoft.com/office/drawing/2014/main" id="{116E37CD-9F48-D1D2-BC4B-75125DCF22E6}"/>
              </a:ext>
            </a:extLst>
          </p:cNvPr>
          <p:cNvSpPr txBox="1"/>
          <p:nvPr>
            <p:custDataLst>
              <p:tags r:id="rId68"/>
            </p:custDataLst>
          </p:nvPr>
        </p:nvSpPr>
        <p:spPr bwMode="gray">
          <a:xfrm>
            <a:off x="2628691" y="2000045"/>
            <a:ext cx="11557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futility analysis DBL</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88" name="OTLSHAPE_SLM_3b7a7b9179fe47e9818a501f7d7aa497_Date">
            <a:extLst>
              <a:ext uri="{FF2B5EF4-FFF2-40B4-BE49-F238E27FC236}">
                <a16:creationId xmlns:a16="http://schemas.microsoft.com/office/drawing/2014/main" id="{9FA69DAE-2869-3F6E-BDFB-C4D5D5622730}"/>
              </a:ext>
            </a:extLst>
          </p:cNvPr>
          <p:cNvSpPr txBox="1"/>
          <p:nvPr>
            <p:custDataLst>
              <p:tags r:id="rId69"/>
            </p:custDataLst>
          </p:nvPr>
        </p:nvSpPr>
        <p:spPr bwMode="gray">
          <a:xfrm>
            <a:off x="3403899" y="2170564"/>
            <a:ext cx="368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2/3/27</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96" name="OTLSHAPE_SLT_46eca2b039924114ba69cf3b27fec79a_JoinedDate">
            <a:extLst>
              <a:ext uri="{FF2B5EF4-FFF2-40B4-BE49-F238E27FC236}">
                <a16:creationId xmlns:a16="http://schemas.microsoft.com/office/drawing/2014/main" id="{031500C2-9D49-7924-29F4-BE40BC72D4B5}"/>
              </a:ext>
            </a:extLst>
          </p:cNvPr>
          <p:cNvSpPr txBox="1"/>
          <p:nvPr>
            <p:custDataLst>
              <p:tags r:id="rId70"/>
            </p:custDataLst>
          </p:nvPr>
        </p:nvSpPr>
        <p:spPr bwMode="gray">
          <a:xfrm>
            <a:off x="7256530" y="2785879"/>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10/24/28 - 6/26/29</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97" name="OTLSHAPE_SLT_46eca2b039924114ba69cf3b27fec79a_Title">
            <a:extLst>
              <a:ext uri="{FF2B5EF4-FFF2-40B4-BE49-F238E27FC236}">
                <a16:creationId xmlns:a16="http://schemas.microsoft.com/office/drawing/2014/main" id="{31CF722B-FDA2-60A4-8821-8F6273F6B2C6}"/>
              </a:ext>
            </a:extLst>
          </p:cNvPr>
          <p:cNvSpPr txBox="1"/>
          <p:nvPr>
            <p:custDataLst>
              <p:tags r:id="rId71"/>
            </p:custDataLst>
          </p:nvPr>
        </p:nvSpPr>
        <p:spPr bwMode="gray">
          <a:xfrm>
            <a:off x="10078684" y="2778132"/>
            <a:ext cx="13335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NDA sub. - app. for AA </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46" name="OTLSHAPE_SLM_8ad46c1b39644657a68b9a2a99a9ec45_Title">
            <a:extLst>
              <a:ext uri="{FF2B5EF4-FFF2-40B4-BE49-F238E27FC236}">
                <a16:creationId xmlns:a16="http://schemas.microsoft.com/office/drawing/2014/main" id="{E3B4A176-29FB-47FC-A106-B0A3083450C4}"/>
              </a:ext>
            </a:extLst>
          </p:cNvPr>
          <p:cNvSpPr txBox="1"/>
          <p:nvPr>
            <p:custDataLst>
              <p:tags r:id="rId72"/>
            </p:custDataLst>
          </p:nvPr>
        </p:nvSpPr>
        <p:spPr bwMode="gray">
          <a:xfrm>
            <a:off x="6226298" y="2389089"/>
            <a:ext cx="1181100" cy="170519"/>
          </a:xfrm>
          <a:prstGeom prst="rect">
            <a:avLst/>
          </a:prstGeom>
          <a:noFill/>
        </p:spPr>
        <p:txBody>
          <a:bodyPr vert="horz" wrap="square" lIns="0" tIns="0" rIns="0" bIns="0" rtlCol="0" anchor="ctr" anchorCtr="0">
            <a:spAutoFit/>
          </a:bodyPr>
          <a:lstStyle/>
          <a:p>
            <a:pPr algn="r">
              <a:lnSpc>
                <a:spcPct val="140000"/>
              </a:lnSpc>
            </a:pPr>
            <a:r>
              <a:rPr lang="en-US" altLang="zh-CN" sz="1100" b="1" spc="-4">
                <a:solidFill>
                  <a:schemeClr val="dk1"/>
                </a:solidFill>
                <a:latin typeface="Calibri" panose="020F0502020204030204" pitchFamily="34" charset="0"/>
              </a:rPr>
              <a:t>interim analysis DBL</a:t>
            </a:r>
            <a:endParaRPr lang="zh-CN" altLang="en-US" sz="1100" b="1" spc="-4">
              <a:solidFill>
                <a:schemeClr val="dk1"/>
              </a:solidFill>
              <a:latin typeface="Calibri" panose="020F0502020204030204" pitchFamily="34" charset="0"/>
            </a:endParaRPr>
          </a:p>
        </p:txBody>
      </p:sp>
      <p:sp>
        <p:nvSpPr>
          <p:cNvPr id="47" name="OTLSHAPE_SLM_8ad46c1b39644657a68b9a2a99a9ec45_Date">
            <a:extLst>
              <a:ext uri="{FF2B5EF4-FFF2-40B4-BE49-F238E27FC236}">
                <a16:creationId xmlns:a16="http://schemas.microsoft.com/office/drawing/2014/main" id="{48FE435A-7872-0393-6768-C2BC94095909}"/>
              </a:ext>
            </a:extLst>
          </p:cNvPr>
          <p:cNvSpPr txBox="1"/>
          <p:nvPr>
            <p:custDataLst>
              <p:tags r:id="rId73"/>
            </p:custDataLst>
          </p:nvPr>
        </p:nvSpPr>
        <p:spPr bwMode="gray">
          <a:xfrm>
            <a:off x="7166183" y="2559607"/>
            <a:ext cx="241300" cy="155025"/>
          </a:xfrm>
          <a:prstGeom prst="rect">
            <a:avLst/>
          </a:prstGeom>
          <a:noFill/>
        </p:spPr>
        <p:txBody>
          <a:bodyPr vert="horz" wrap="square" lIns="0" tIns="0" rIns="0" bIns="0" rtlCol="0" anchor="ctr" anchorCtr="0">
            <a:spAutoFit/>
          </a:bodyPr>
          <a:lstStyle/>
          <a:p>
            <a:pPr algn="r">
              <a:lnSpc>
                <a:spcPct val="140000"/>
              </a:lnSpc>
            </a:pPr>
            <a:r>
              <a:rPr lang="en-US" altLang="zh-CN" sz="1000" spc="-6">
                <a:solidFill>
                  <a:srgbClr val="44546A"/>
                </a:solidFill>
                <a:latin typeface="Calibri" panose="020F0502020204030204" pitchFamily="34" charset="0"/>
              </a:rPr>
              <a:t>Jul 5</a:t>
            </a:r>
            <a:endParaRPr lang="zh-CN" altLang="en-US" sz="1000" spc="-6">
              <a:solidFill>
                <a:srgbClr val="44546A"/>
              </a:solidFill>
              <a:latin typeface="Calibri" panose="020F0502020204030204" pitchFamily="34" charset="0"/>
            </a:endParaRPr>
          </a:p>
        </p:txBody>
      </p:sp>
      <p:sp>
        <p:nvSpPr>
          <p:cNvPr id="51" name="OTLSHAPE_SLT_bb56f6b58941444bb5c99aed49712994_JoinedDate">
            <a:extLst>
              <a:ext uri="{FF2B5EF4-FFF2-40B4-BE49-F238E27FC236}">
                <a16:creationId xmlns:a16="http://schemas.microsoft.com/office/drawing/2014/main" id="{D380D7B8-8660-9BC2-44DE-424FC2430E2D}"/>
              </a:ext>
            </a:extLst>
          </p:cNvPr>
          <p:cNvSpPr txBox="1"/>
          <p:nvPr>
            <p:custDataLst>
              <p:tags r:id="rId74"/>
            </p:custDataLst>
          </p:nvPr>
        </p:nvSpPr>
        <p:spPr bwMode="gray">
          <a:xfrm>
            <a:off x="7652143" y="3649394"/>
            <a:ext cx="825500" cy="155025"/>
          </a:xfrm>
          <a:prstGeom prst="rect">
            <a:avLst/>
          </a:prstGeom>
          <a:noFill/>
        </p:spPr>
        <p:txBody>
          <a:bodyPr vert="horz" wrap="square" lIns="0" tIns="0" rIns="0" bIns="0" rtlCol="0" anchor="ctr" anchorCtr="0">
            <a:spAutoFit/>
          </a:bodyPr>
          <a:lstStyle/>
          <a:p>
            <a:pPr algn="r">
              <a:lnSpc>
                <a:spcPct val="140000"/>
              </a:lnSpc>
            </a:pPr>
            <a:r>
              <a:rPr lang="en-US" altLang="zh-CN" sz="1000" spc="-4">
                <a:solidFill>
                  <a:srgbClr val="44546A"/>
                </a:solidFill>
                <a:latin typeface="Calibri" panose="020F0502020204030204" pitchFamily="34" charset="0"/>
              </a:rPr>
              <a:t>Nov 24 - Nov 24</a:t>
            </a:r>
            <a:endParaRPr lang="zh-CN" altLang="en-US" sz="1000" spc="-4">
              <a:solidFill>
                <a:srgbClr val="44546A"/>
              </a:solidFill>
              <a:latin typeface="Calibri" panose="020F0502020204030204" pitchFamily="34" charset="0"/>
            </a:endParaRPr>
          </a:p>
        </p:txBody>
      </p:sp>
      <p:sp>
        <p:nvSpPr>
          <p:cNvPr id="52" name="OTLSHAPE_SLT_bb56f6b58941444bb5c99aed49712994_Title">
            <a:extLst>
              <a:ext uri="{FF2B5EF4-FFF2-40B4-BE49-F238E27FC236}">
                <a16:creationId xmlns:a16="http://schemas.microsoft.com/office/drawing/2014/main" id="{0F4D082B-C432-0076-B385-31CF0EA3E09C}"/>
              </a:ext>
            </a:extLst>
          </p:cNvPr>
          <p:cNvSpPr txBox="1"/>
          <p:nvPr>
            <p:custDataLst>
              <p:tags r:id="rId75"/>
            </p:custDataLst>
          </p:nvPr>
        </p:nvSpPr>
        <p:spPr bwMode="gray">
          <a:xfrm>
            <a:off x="11138612" y="3556388"/>
            <a:ext cx="939800" cy="341037"/>
          </a:xfrm>
          <a:prstGeom prst="rect">
            <a:avLst/>
          </a:prstGeom>
          <a:noFill/>
        </p:spPr>
        <p:txBody>
          <a:bodyPr vert="horz" wrap="square" lIns="0" tIns="0" rIns="0" bIns="0" rtlCol="0" anchor="ctr" anchorCtr="0">
            <a:spAutoFit/>
          </a:bodyPr>
          <a:lstStyle/>
          <a:p>
            <a:pPr>
              <a:lnSpc>
                <a:spcPct val="140000"/>
              </a:lnSpc>
            </a:pPr>
            <a:r>
              <a:rPr lang="nn-NO" altLang="zh-CN" sz="1100" b="1" spc="-38">
                <a:solidFill>
                  <a:schemeClr val="dk1"/>
                </a:solidFill>
                <a:latin typeface="Calibri" panose="020F0502020204030204" pitchFamily="34" charset="0"/>
              </a:rPr>
              <a:t>NDA sub. - app. for CA (best)</a:t>
            </a:r>
            <a:endParaRPr lang="zh-CN" altLang="en-US" sz="1100" b="1" spc="-38">
              <a:solidFill>
                <a:schemeClr val="dk1"/>
              </a:solidFill>
              <a:latin typeface="Calibri" panose="020F0502020204030204" pitchFamily="34" charset="0"/>
            </a:endParaRPr>
          </a:p>
        </p:txBody>
      </p:sp>
      <p:cxnSp>
        <p:nvCxnSpPr>
          <p:cNvPr id="11" name="OTLSHAPE_TB_00000000000000000000000000000000_Separator1">
            <a:extLst>
              <a:ext uri="{FF2B5EF4-FFF2-40B4-BE49-F238E27FC236}">
                <a16:creationId xmlns:a16="http://schemas.microsoft.com/office/drawing/2014/main" id="{63C991DA-D0BD-D005-6426-4E45ACC6531F}"/>
              </a:ext>
            </a:extLst>
          </p:cNvPr>
          <p:cNvCxnSpPr/>
          <p:nvPr>
            <p:custDataLst>
              <p:tags r:id="rId76"/>
            </p:custDataLst>
          </p:nvPr>
        </p:nvCxnSpPr>
        <p:spPr bwMode="gray">
          <a:xfrm>
            <a:off x="3654279" y="1074808"/>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2">
            <a:extLst>
              <a:ext uri="{FF2B5EF4-FFF2-40B4-BE49-F238E27FC236}">
                <a16:creationId xmlns:a16="http://schemas.microsoft.com/office/drawing/2014/main" id="{44CE5E33-2F4E-069C-B199-66E8DB6B65A6}"/>
              </a:ext>
            </a:extLst>
          </p:cNvPr>
          <p:cNvCxnSpPr/>
          <p:nvPr>
            <p:custDataLst>
              <p:tags r:id="rId77"/>
            </p:custDataLst>
          </p:nvPr>
        </p:nvCxnSpPr>
        <p:spPr bwMode="gray">
          <a:xfrm>
            <a:off x="6216358" y="1074808"/>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B_00000000000000000000000000000000_Separator3">
            <a:extLst>
              <a:ext uri="{FF2B5EF4-FFF2-40B4-BE49-F238E27FC236}">
                <a16:creationId xmlns:a16="http://schemas.microsoft.com/office/drawing/2014/main" id="{97C497AD-764E-0FED-FE90-73216BD5E73A}"/>
              </a:ext>
            </a:extLst>
          </p:cNvPr>
          <p:cNvCxnSpPr/>
          <p:nvPr>
            <p:custDataLst>
              <p:tags r:id="rId78"/>
            </p:custDataLst>
          </p:nvPr>
        </p:nvCxnSpPr>
        <p:spPr bwMode="gray">
          <a:xfrm>
            <a:off x="8785456" y="1074808"/>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709113CB-0DD2-41BE-895D-7E4951C3F0FA}"/>
              </a:ext>
            </a:extLst>
          </p:cNvPr>
          <p:cNvSpPr txBox="1"/>
          <p:nvPr/>
        </p:nvSpPr>
        <p:spPr bwMode="gray">
          <a:xfrm>
            <a:off x="965200" y="4464578"/>
            <a:ext cx="10242685" cy="87966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err="1">
                <a:ln>
                  <a:noFill/>
                </a:ln>
                <a:effectLst/>
                <a:uLnTx/>
                <a:uFillTx/>
                <a:latin typeface="Boehringer Forward Text"/>
                <a:ea typeface="+mn-ea"/>
                <a:cs typeface="+mn-cs"/>
              </a:rPr>
              <a:t>RoFD</a:t>
            </a:r>
            <a:r>
              <a:rPr kumimoji="0" lang="en-US" altLang="zh-CN" sz="1400" b="0" i="0" u="none" strike="noStrike" kern="1200" cap="none" spc="0" normalizeH="0" baseline="0" noProof="0">
                <a:ln>
                  <a:noFill/>
                </a:ln>
                <a:effectLst/>
                <a:uLnTx/>
                <a:uFillTx/>
                <a:latin typeface="Boehringer Forward Text"/>
                <a:ea typeface="+mn-ea"/>
                <a:cs typeface="+mn-cs"/>
              </a:rPr>
              <a:t> still pending; avenciguat townhall meeting scheduled on 19 Dec for update on HPBU EC meeting</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a:ln>
                  <a:noFill/>
                </a:ln>
                <a:effectLst/>
                <a:uLnTx/>
                <a:uFillTx/>
                <a:latin typeface="Boehringer Forward Text"/>
                <a:ea typeface="+mn-ea"/>
                <a:cs typeface="+mn-cs"/>
              </a:rPr>
              <a:t>CTA</a:t>
            </a:r>
            <a:r>
              <a:rPr kumimoji="0" lang="en-US" altLang="zh-CN" sz="1400" b="0" i="0" u="none" strike="noStrike" kern="1200" cap="none" spc="0" normalizeH="0" baseline="0" noProof="0">
                <a:ln>
                  <a:noFill/>
                </a:ln>
                <a:effectLst/>
                <a:uLnTx/>
                <a:uFillTx/>
                <a:latin typeface="Boehringer Forward Text"/>
                <a:ea typeface="+mn-ea"/>
                <a:cs typeface="+mn-cs"/>
              </a:rPr>
              <a:t> under preparation with planned submission on 05-Feb-2026</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a:latin typeface="Boehringer Forward Text"/>
              </a:rPr>
              <a:t>Final patient </a:t>
            </a:r>
            <a:r>
              <a:rPr lang="en-US" altLang="zh-CN" sz="1400" b="1">
                <a:latin typeface="Boehringer Forward Text"/>
              </a:rPr>
              <a:t>allocation</a:t>
            </a:r>
            <a:r>
              <a:rPr lang="en-US" altLang="zh-CN" sz="1400">
                <a:latin typeface="Boehringer Forward Text"/>
              </a:rPr>
              <a:t> confirmed: China mainland 76, Taiwan 21, Hongkong 8</a:t>
            </a:r>
            <a:endParaRPr kumimoji="0" lang="en-US" altLang="zh-CN" sz="1400" b="0" i="0" u="none" strike="noStrike" kern="1200" cap="none" spc="0" normalizeH="0" baseline="0" noProof="0">
              <a:ln>
                <a:noFill/>
              </a:ln>
              <a:effectLst/>
              <a:uLnTx/>
              <a:uFillTx/>
              <a:latin typeface="Boehringer Forward Text"/>
              <a:ea typeface="+mn-ea"/>
              <a:cs typeface="+mn-cs"/>
            </a:endParaRPr>
          </a:p>
        </p:txBody>
      </p:sp>
      <p:sp>
        <p:nvSpPr>
          <p:cNvPr id="53" name="文本框 52">
            <a:extLst>
              <a:ext uri="{FF2B5EF4-FFF2-40B4-BE49-F238E27FC236}">
                <a16:creationId xmlns:a16="http://schemas.microsoft.com/office/drawing/2014/main" id="{165ABB79-A929-647D-6711-B4EC4BBDAD9D}"/>
              </a:ext>
            </a:extLst>
          </p:cNvPr>
          <p:cNvSpPr txBox="1"/>
          <p:nvPr/>
        </p:nvSpPr>
        <p:spPr bwMode="gray">
          <a:xfrm>
            <a:off x="3022724" y="1550614"/>
            <a:ext cx="2954972"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1000 GN patients </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54" name="文本框 53">
            <a:extLst>
              <a:ext uri="{FF2B5EF4-FFF2-40B4-BE49-F238E27FC236}">
                <a16:creationId xmlns:a16="http://schemas.microsoft.com/office/drawing/2014/main" id="{8E8AA3A6-F172-C3A4-CF24-E326B2576EE2}"/>
              </a:ext>
            </a:extLst>
          </p:cNvPr>
          <p:cNvSpPr txBox="1"/>
          <p:nvPr/>
        </p:nvSpPr>
        <p:spPr bwMode="gray">
          <a:xfrm>
            <a:off x="1793342" y="2134083"/>
            <a:ext cx="2094755"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100 GN patients </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55" name="文本框 54">
            <a:extLst>
              <a:ext uri="{FF2B5EF4-FFF2-40B4-BE49-F238E27FC236}">
                <a16:creationId xmlns:a16="http://schemas.microsoft.com/office/drawing/2014/main" id="{359B4C6B-3BC2-7503-A138-5086158C1BA2}"/>
              </a:ext>
            </a:extLst>
          </p:cNvPr>
          <p:cNvSpPr txBox="1"/>
          <p:nvPr/>
        </p:nvSpPr>
        <p:spPr bwMode="gray">
          <a:xfrm>
            <a:off x="7801578" y="2568550"/>
            <a:ext cx="2094755"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300 </a:t>
            </a:r>
            <a:r>
              <a:rPr kumimoji="0" lang="en-US" altLang="zh-CN" sz="1100" b="0" i="0" u="none" strike="noStrike" kern="1200" cap="none" spc="0" normalizeH="0" baseline="0" noProof="0" err="1">
                <a:ln>
                  <a:noFill/>
                </a:ln>
                <a:solidFill>
                  <a:srgbClr val="00B050"/>
                </a:solidFill>
                <a:effectLst/>
                <a:uLnTx/>
                <a:uFillTx/>
                <a:latin typeface="Boehringer Forward Text"/>
                <a:ea typeface="+mn-ea"/>
                <a:cs typeface="+mn-cs"/>
              </a:rPr>
              <a:t>IgAN</a:t>
            </a: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 patients </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56" name="文本框 55">
            <a:extLst>
              <a:ext uri="{FF2B5EF4-FFF2-40B4-BE49-F238E27FC236}">
                <a16:creationId xmlns:a16="http://schemas.microsoft.com/office/drawing/2014/main" id="{1FB3177B-1772-8F44-73C7-020DDE018F3F}"/>
              </a:ext>
            </a:extLst>
          </p:cNvPr>
          <p:cNvSpPr txBox="1"/>
          <p:nvPr/>
        </p:nvSpPr>
        <p:spPr bwMode="gray">
          <a:xfrm>
            <a:off x="3248114" y="3096098"/>
            <a:ext cx="3494160"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105 GN patients (76 mainland, 21 TW, 8 HK)</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Tree>
    <p:custDataLst>
      <p:tags r:id="rId1"/>
    </p:custDataLst>
    <p:extLst>
      <p:ext uri="{BB962C8B-B14F-4D97-AF65-F5344CB8AC3E}">
        <p14:creationId xmlns:p14="http://schemas.microsoft.com/office/powerpoint/2010/main" val="838973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339831-A40B-FBE1-5656-70A81EEC5EE5}"/>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8CB16BE-59FC-1AB5-5E8E-3F0DFFF44FD9}"/>
              </a:ext>
            </a:extLst>
          </p:cNvPr>
          <p:cNvSpPr/>
          <p:nvPr/>
        </p:nvSpPr>
        <p:spPr bwMode="gray">
          <a:xfrm>
            <a:off x="3994484" y="4777929"/>
            <a:ext cx="3898837" cy="180313"/>
          </a:xfrm>
          <a:prstGeom prst="round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4" name="think-cell data - do not delete" hidden="1">
            <a:extLst>
              <a:ext uri="{FF2B5EF4-FFF2-40B4-BE49-F238E27FC236}">
                <a16:creationId xmlns:a16="http://schemas.microsoft.com/office/drawing/2014/main" id="{F71ABB30-21C0-8A48-E760-FFD3635C072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F71ABB30-21C0-8A48-E760-FFD3635C072A}"/>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BF5050B-829F-7911-2B8B-FAA5FA9E965D}"/>
              </a:ext>
            </a:extLst>
          </p:cNvPr>
          <p:cNvSpPr>
            <a:spLocks noGrp="1"/>
          </p:cNvSpPr>
          <p:nvPr>
            <p:ph type="title"/>
          </p:nvPr>
        </p:nvSpPr>
        <p:spPr>
          <a:xfrm>
            <a:off x="229169" y="246211"/>
            <a:ext cx="11647055" cy="720000"/>
          </a:xfrm>
        </p:spPr>
        <p:txBody>
          <a:bodyPr vert="horz"/>
          <a:lstStyle/>
          <a:p>
            <a:r>
              <a:rPr lang="en-US" altLang="zh-CN" sz="2800"/>
              <a:t>Avenciguat (</a:t>
            </a:r>
            <a:r>
              <a:rPr lang="en-US" altLang="zh-CN" sz="2800" err="1"/>
              <a:t>sGC</a:t>
            </a:r>
            <a:r>
              <a:rPr lang="en-US" altLang="zh-CN" sz="2800"/>
              <a:t> act.) in GN Ph III (1366-0015) trial design</a:t>
            </a:r>
            <a:br>
              <a:rPr lang="en-US" sz="2800"/>
            </a:br>
            <a:endParaRPr lang="en-IN" sz="2800"/>
          </a:p>
        </p:txBody>
      </p:sp>
      <p:sp>
        <p:nvSpPr>
          <p:cNvPr id="69" name="Rechteck: abgerundete Ecken 68">
            <a:extLst>
              <a:ext uri="{FF2B5EF4-FFF2-40B4-BE49-F238E27FC236}">
                <a16:creationId xmlns:a16="http://schemas.microsoft.com/office/drawing/2014/main" id="{724DF04D-9921-F98D-4AF6-CF255CACB4F6}"/>
              </a:ext>
            </a:extLst>
          </p:cNvPr>
          <p:cNvSpPr/>
          <p:nvPr/>
        </p:nvSpPr>
        <p:spPr bwMode="gray">
          <a:xfrm>
            <a:off x="332509" y="4516196"/>
            <a:ext cx="3535315" cy="1387821"/>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accelerated</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approval</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Change in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proteinuria</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(UPCR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based</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on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first</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morning</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void)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from</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randomization</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to</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month</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full</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approval</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Boehringer Forward Text"/>
                <a:ea typeface="+mn-ea"/>
                <a:cs typeface="+mn-cs"/>
              </a:rPr>
              <a:t>total annualized eGFR slope from baseline </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to end of treatment (at least 24 months)</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Rechteck: abgerundete Ecken 69">
            <a:extLst>
              <a:ext uri="{FF2B5EF4-FFF2-40B4-BE49-F238E27FC236}">
                <a16:creationId xmlns:a16="http://schemas.microsoft.com/office/drawing/2014/main" id="{0713286E-593D-0A44-C293-17C1F764C583}"/>
              </a:ext>
            </a:extLst>
          </p:cNvPr>
          <p:cNvSpPr/>
          <p:nvPr/>
        </p:nvSpPr>
        <p:spPr bwMode="gray">
          <a:xfrm>
            <a:off x="3962404" y="4516196"/>
            <a:ext cx="3969419" cy="1387821"/>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Inclusion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51" b="1" i="0" u="none" strike="noStrike" kern="1200" cap="none" spc="0" normalizeH="0" baseline="0" noProof="0">
                <a:ln>
                  <a:noFill/>
                </a:ln>
                <a:solidFill>
                  <a:srgbClr val="C00000"/>
                </a:solidFill>
                <a:effectLst/>
                <a:uLnTx/>
                <a:uFillTx/>
                <a:latin typeface="Boehringer Forward Text"/>
                <a:ea typeface="+mn-ea"/>
                <a:cs typeface="+mn-cs"/>
              </a:rPr>
              <a:t>≥12 years and 40 kg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eGFR ≥20 ml/min/1.73m2</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&gt;750 mg/g </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Biopsy proven GN</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On optimized/maximally tolerated RAASi, SGLT2i, MRA and ERA for ≥8 weeks</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oral immunosuppressives on stable dose for ≥3 months</a:t>
            </a:r>
          </a:p>
        </p:txBody>
      </p:sp>
      <p:sp>
        <p:nvSpPr>
          <p:cNvPr id="71" name="Rechteck: abgerundete Ecken 70">
            <a:extLst>
              <a:ext uri="{FF2B5EF4-FFF2-40B4-BE49-F238E27FC236}">
                <a16:creationId xmlns:a16="http://schemas.microsoft.com/office/drawing/2014/main" id="{3C880CF4-CE03-E25B-3827-2E6086B3A285}"/>
              </a:ext>
            </a:extLst>
          </p:cNvPr>
          <p:cNvSpPr/>
          <p:nvPr/>
        </p:nvSpPr>
        <p:spPr bwMode="gray">
          <a:xfrm>
            <a:off x="8022000" y="4499508"/>
            <a:ext cx="3969419" cy="1387821"/>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Exclusion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rapid progressive kidney disease as measured by eGFR loss ≥ 50% over a period of 3 months prior to Screening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History of kidney transplant or planned kidney transplant </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Systolic blood pressure &lt;100 mmHg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i.v.</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immunosuppressive treatment ≤6 months</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Footer Placeholder 4">
            <a:extLst>
              <a:ext uri="{FF2B5EF4-FFF2-40B4-BE49-F238E27FC236}">
                <a16:creationId xmlns:a16="http://schemas.microsoft.com/office/drawing/2014/main" id="{DD35153F-A819-2511-EFEB-3002E0D3CE36}"/>
              </a:ext>
            </a:extLst>
          </p:cNvPr>
          <p:cNvSpPr>
            <a:spLocks noGrp="1"/>
          </p:cNvSpPr>
          <p:nvPr>
            <p:ph type="ftr" sz="quarter" idx="10"/>
          </p:nvPr>
        </p:nvSpPr>
        <p:spPr>
          <a:xfrm>
            <a:off x="6503998" y="6447534"/>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TA CMR Avenciguat_sGC activator_Glomerulonephritides, 18th February 2025 - CONFIDENTIAL -</a:t>
            </a:r>
          </a:p>
        </p:txBody>
      </p:sp>
      <p:sp>
        <p:nvSpPr>
          <p:cNvPr id="19" name="Slide Number Placeholder 18">
            <a:extLst>
              <a:ext uri="{FF2B5EF4-FFF2-40B4-BE49-F238E27FC236}">
                <a16:creationId xmlns:a16="http://schemas.microsoft.com/office/drawing/2014/main" id="{4F9DBE74-26A9-A4C1-0C1F-FCD2CA3A1554}"/>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15" name="图片 14">
            <a:extLst>
              <a:ext uri="{FF2B5EF4-FFF2-40B4-BE49-F238E27FC236}">
                <a16:creationId xmlns:a16="http://schemas.microsoft.com/office/drawing/2014/main" id="{69C58837-64C9-AEFB-20D7-99A5C3EDBEBB}"/>
              </a:ext>
            </a:extLst>
          </p:cNvPr>
          <p:cNvPicPr>
            <a:picLocks noChangeAspect="1"/>
          </p:cNvPicPr>
          <p:nvPr/>
        </p:nvPicPr>
        <p:blipFill>
          <a:blip r:embed="rId6"/>
          <a:stretch>
            <a:fillRect/>
          </a:stretch>
        </p:blipFill>
        <p:spPr>
          <a:xfrm>
            <a:off x="0" y="1247172"/>
            <a:ext cx="12192000" cy="3121469"/>
          </a:xfrm>
          <a:prstGeom prst="rect">
            <a:avLst/>
          </a:prstGeom>
        </p:spPr>
      </p:pic>
    </p:spTree>
    <p:extLst>
      <p:ext uri="{BB962C8B-B14F-4D97-AF65-F5344CB8AC3E}">
        <p14:creationId xmlns:p14="http://schemas.microsoft.com/office/powerpoint/2010/main" val="2036152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LSHAPE_TB_00000000000000000000000000000000_LeftEndCaps" hidden="1">
            <a:extLst>
              <a:ext uri="{FF2B5EF4-FFF2-40B4-BE49-F238E27FC236}">
                <a16:creationId xmlns:a16="http://schemas.microsoft.com/office/drawing/2014/main" id="{031F092A-DE16-C4E2-1FA9-AE32778CCA72}"/>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83" name="OTLSHAPE_SL2A_cd2308d02d6944d182b1a3169f4604c5_BackgroundRectangle" hidden="1">
            <a:extLst>
              <a:ext uri="{FF2B5EF4-FFF2-40B4-BE49-F238E27FC236}">
                <a16:creationId xmlns:a16="http://schemas.microsoft.com/office/drawing/2014/main" id="{5ED40BCB-C22C-BFC6-ABDC-899E0FB68B10}"/>
              </a:ext>
            </a:extLst>
          </p:cNvPr>
          <p:cNvSpPr/>
          <p:nvPr>
            <p:custDataLst>
              <p:tags r:id="rId3"/>
            </p:custDataLst>
          </p:nvPr>
        </p:nvSpPr>
        <p:spPr>
          <a:xfrm>
            <a:off x="1930400" y="1766506"/>
            <a:ext cx="9423400" cy="1647867"/>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OTLSHAPE_SL2A_cd2308d02d6944d182b1a3169f4604c5_HeaderRectangle" hidden="1">
            <a:extLst>
              <a:ext uri="{FF2B5EF4-FFF2-40B4-BE49-F238E27FC236}">
                <a16:creationId xmlns:a16="http://schemas.microsoft.com/office/drawing/2014/main" id="{DAA2D747-0D90-DD24-30C0-677E34DF949D}"/>
              </a:ext>
            </a:extLst>
          </p:cNvPr>
          <p:cNvSpPr/>
          <p:nvPr>
            <p:custDataLst>
              <p:tags r:id="rId4"/>
            </p:custDataLst>
          </p:nvPr>
        </p:nvSpPr>
        <p:spPr>
          <a:xfrm>
            <a:off x="1930400" y="1766506"/>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OTLSHAPE_SL2A_cd2308d02d6944d182b1a3169f4604c5_Header" hidden="1">
            <a:extLst>
              <a:ext uri="{FF2B5EF4-FFF2-40B4-BE49-F238E27FC236}">
                <a16:creationId xmlns:a16="http://schemas.microsoft.com/office/drawing/2014/main" id="{61D9D75E-2415-20D1-5F92-40B215157E45}"/>
              </a:ext>
            </a:extLst>
          </p:cNvPr>
          <p:cNvSpPr txBox="1"/>
          <p:nvPr>
            <p:custDataLst>
              <p:tags r:id="rId5"/>
            </p:custDataLst>
          </p:nvPr>
        </p:nvSpPr>
        <p:spPr>
          <a:xfrm>
            <a:off x="12700" y="-306504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36" name="OTLSHAPE_SLT_5e89ef62d6b243098418287a9f5312b4_ShapePercentage" hidden="1">
            <a:extLst>
              <a:ext uri="{FF2B5EF4-FFF2-40B4-BE49-F238E27FC236}">
                <a16:creationId xmlns:a16="http://schemas.microsoft.com/office/drawing/2014/main" id="{3868C688-8D0B-8766-CB34-1A2AC542200A}"/>
              </a:ext>
            </a:extLst>
          </p:cNvPr>
          <p:cNvSpPr/>
          <p:nvPr>
            <p:custDataLst>
              <p:tags r:id="rId6"/>
            </p:custDataLst>
          </p:nvPr>
        </p:nvSpPr>
        <p:spPr>
          <a:xfrm>
            <a:off x="3111442" y="3537733"/>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7" name="OTLSHAPE_SLT_5e89ef62d6b243098418287a9f5312b4_Duration" hidden="1">
            <a:extLst>
              <a:ext uri="{FF2B5EF4-FFF2-40B4-BE49-F238E27FC236}">
                <a16:creationId xmlns:a16="http://schemas.microsoft.com/office/drawing/2014/main" id="{3F92674D-B182-9A5A-A80E-2BD7AF20C2F5}"/>
              </a:ext>
            </a:extLst>
          </p:cNvPr>
          <p:cNvSpPr txBox="1"/>
          <p:nvPr>
            <p:custDataLst>
              <p:tags r:id="rId7"/>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8" name="OTLSHAPE_SLT_5e89ef62d6b243098418287a9f5312b4_TextPercentage" hidden="1">
            <a:extLst>
              <a:ext uri="{FF2B5EF4-FFF2-40B4-BE49-F238E27FC236}">
                <a16:creationId xmlns:a16="http://schemas.microsoft.com/office/drawing/2014/main" id="{572179F0-4C1E-83D0-AA46-49ED7C6E1B19}"/>
              </a:ext>
            </a:extLst>
          </p:cNvPr>
          <p:cNvSpPr txBox="1"/>
          <p:nvPr>
            <p:custDataLst>
              <p:tags r:id="rId8"/>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9" name="OTLSHAPE_SLT_5e89ef62d6b243098418287a9f5312b4_StartDate" hidden="1">
            <a:extLst>
              <a:ext uri="{FF2B5EF4-FFF2-40B4-BE49-F238E27FC236}">
                <a16:creationId xmlns:a16="http://schemas.microsoft.com/office/drawing/2014/main" id="{3C36CCDC-2746-3E6B-0A77-7FDD9D01D66E}"/>
              </a:ext>
            </a:extLst>
          </p:cNvPr>
          <p:cNvSpPr txBox="1"/>
          <p:nvPr>
            <p:custDataLst>
              <p:tags r:id="rId9"/>
            </p:custDataLst>
          </p:nvPr>
        </p:nvSpPr>
        <p:spPr>
          <a:xfrm>
            <a:off x="12700" y="-695185"/>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mn-cs"/>
            </a:endParaRPr>
          </a:p>
        </p:txBody>
      </p:sp>
      <p:sp>
        <p:nvSpPr>
          <p:cNvPr id="140" name="OTLSHAPE_SLT_5e89ef62d6b243098418287a9f5312b4_EndDate" hidden="1">
            <a:extLst>
              <a:ext uri="{FF2B5EF4-FFF2-40B4-BE49-F238E27FC236}">
                <a16:creationId xmlns:a16="http://schemas.microsoft.com/office/drawing/2014/main" id="{E4C6512D-747E-A4E0-85A9-200D622079F8}"/>
              </a:ext>
            </a:extLst>
          </p:cNvPr>
          <p:cNvSpPr txBox="1"/>
          <p:nvPr>
            <p:custDataLst>
              <p:tags r:id="rId10"/>
            </p:custDataLst>
          </p:nvPr>
        </p:nvSpPr>
        <p:spPr>
          <a:xfrm>
            <a:off x="12700" y="-695185"/>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mn-cs"/>
            </a:endParaRPr>
          </a:p>
        </p:txBody>
      </p:sp>
      <p:sp>
        <p:nvSpPr>
          <p:cNvPr id="3" name="OTLSHAPE_TB_00000000000000000000000000000000_RightEndCaps" hidden="1">
            <a:extLst>
              <a:ext uri="{FF2B5EF4-FFF2-40B4-BE49-F238E27FC236}">
                <a16:creationId xmlns:a16="http://schemas.microsoft.com/office/drawing/2014/main" id="{B86C1995-BF24-96EF-15DE-369D4B9438B3}"/>
              </a:ext>
            </a:extLst>
          </p:cNvPr>
          <p:cNvSpPr txBox="1"/>
          <p:nvPr>
            <p:custDataLst>
              <p:tags r:id="rId11"/>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2031</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65" name="OTLSHAPE_SL2A_bd812b5aba0d4ece931cb019484466b8_BackgroundRectangle" hidden="1">
            <a:extLst>
              <a:ext uri="{FF2B5EF4-FFF2-40B4-BE49-F238E27FC236}">
                <a16:creationId xmlns:a16="http://schemas.microsoft.com/office/drawing/2014/main" id="{23F420C4-5749-A690-394B-6707D4FBEAAC}"/>
              </a:ext>
            </a:extLst>
          </p:cNvPr>
          <p:cNvSpPr/>
          <p:nvPr>
            <p:custDataLst>
              <p:tags r:id="rId12"/>
            </p:custDataLst>
          </p:nvPr>
        </p:nvSpPr>
        <p:spPr bwMode="gray">
          <a:xfrm>
            <a:off x="1930400" y="3477873"/>
            <a:ext cx="9423400" cy="94877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OTLSHAPE_SL2A_bd812b5aba0d4ece931cb019484466b8_HeaderRectangle" hidden="1">
            <a:extLst>
              <a:ext uri="{FF2B5EF4-FFF2-40B4-BE49-F238E27FC236}">
                <a16:creationId xmlns:a16="http://schemas.microsoft.com/office/drawing/2014/main" id="{FA034370-280D-D47E-41A0-3EA24B9D8D85}"/>
              </a:ext>
            </a:extLst>
          </p:cNvPr>
          <p:cNvSpPr/>
          <p:nvPr>
            <p:custDataLst>
              <p:tags r:id="rId13"/>
            </p:custDataLst>
          </p:nvPr>
        </p:nvSpPr>
        <p:spPr bwMode="gray">
          <a:xfrm>
            <a:off x="1930400" y="3477873"/>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 name="OTLSHAPE_SLT_f3e8c6c9fbc84b2099f828fe09da3cd6_ShapePercentage" hidden="1">
            <a:extLst>
              <a:ext uri="{FF2B5EF4-FFF2-40B4-BE49-F238E27FC236}">
                <a16:creationId xmlns:a16="http://schemas.microsoft.com/office/drawing/2014/main" id="{2E4E1544-2158-C858-80E1-EDEA8C162CDE}"/>
              </a:ext>
            </a:extLst>
          </p:cNvPr>
          <p:cNvSpPr/>
          <p:nvPr>
            <p:custDataLst>
              <p:tags r:id="rId14"/>
            </p:custDataLst>
          </p:nvPr>
        </p:nvSpPr>
        <p:spPr bwMode="gray">
          <a:xfrm>
            <a:off x="3282271" y="2215408"/>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OTLSHAPE_SL2A_bd812b5aba0d4ece931cb019484466b8_Header" hidden="1">
            <a:extLst>
              <a:ext uri="{FF2B5EF4-FFF2-40B4-BE49-F238E27FC236}">
                <a16:creationId xmlns:a16="http://schemas.microsoft.com/office/drawing/2014/main" id="{FB86A555-3366-C413-97AD-E9DDABE3B259}"/>
              </a:ext>
            </a:extLst>
          </p:cNvPr>
          <p:cNvSpPr txBox="1"/>
          <p:nvPr>
            <p:custDataLst>
              <p:tags r:id="rId15"/>
            </p:custDataLst>
          </p:nvPr>
        </p:nvSpPr>
        <p:spPr bwMode="gray">
          <a:xfrm>
            <a:off x="12700" y="-1871784"/>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34" name="OTLSHAPE_SLT_f3e8c6c9fbc84b2099f828fe09da3cd6_Duration" hidden="1">
            <a:extLst>
              <a:ext uri="{FF2B5EF4-FFF2-40B4-BE49-F238E27FC236}">
                <a16:creationId xmlns:a16="http://schemas.microsoft.com/office/drawing/2014/main" id="{040B7186-0A22-460F-3ABD-2C060F9550CF}"/>
              </a:ext>
            </a:extLst>
          </p:cNvPr>
          <p:cNvSpPr txBox="1"/>
          <p:nvPr>
            <p:custDataLst>
              <p:tags r:id="rId16"/>
            </p:custDataLst>
          </p:nvPr>
        </p:nvSpPr>
        <p:spPr bwMode="gray">
          <a:xfrm>
            <a:off x="12700" y="-603728"/>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495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8" name="OTLSHAPE_SLT_f3e8c6c9fbc84b2099f828fe09da3cd6_TextPercentage" hidden="1">
            <a:extLst>
              <a:ext uri="{FF2B5EF4-FFF2-40B4-BE49-F238E27FC236}">
                <a16:creationId xmlns:a16="http://schemas.microsoft.com/office/drawing/2014/main" id="{ECDB4D8F-BCB9-FD61-221F-A60AAA51EF0C}"/>
              </a:ext>
            </a:extLst>
          </p:cNvPr>
          <p:cNvSpPr txBox="1"/>
          <p:nvPr>
            <p:custDataLst>
              <p:tags r:id="rId1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9" name="OTLSHAPE_SLT_f3e8c6c9fbc84b2099f828fe09da3cd6_StartDate" hidden="1">
            <a:extLst>
              <a:ext uri="{FF2B5EF4-FFF2-40B4-BE49-F238E27FC236}">
                <a16:creationId xmlns:a16="http://schemas.microsoft.com/office/drawing/2014/main" id="{4E0D087C-50EF-C732-0303-15FB2D9E87EB}"/>
              </a:ext>
            </a:extLst>
          </p:cNvPr>
          <p:cNvSpPr txBox="1"/>
          <p:nvPr>
            <p:custDataLst>
              <p:tags r:id="rId1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0" name="OTLSHAPE_SLT_f3e8c6c9fbc84b2099f828fe09da3cd6_EndDate" hidden="1">
            <a:extLst>
              <a:ext uri="{FF2B5EF4-FFF2-40B4-BE49-F238E27FC236}">
                <a16:creationId xmlns:a16="http://schemas.microsoft.com/office/drawing/2014/main" id="{BB49C470-88D2-8313-0362-FE9AF28ACBDC}"/>
              </a:ext>
            </a:extLst>
          </p:cNvPr>
          <p:cNvSpPr txBox="1"/>
          <p:nvPr>
            <p:custDataLst>
              <p:tags r:id="rId1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5" name="OTLSHAPE_SLT_19b1abb07db4433f9f88502e25b2efb6_ShapePercentage" hidden="1">
            <a:extLst>
              <a:ext uri="{FF2B5EF4-FFF2-40B4-BE49-F238E27FC236}">
                <a16:creationId xmlns:a16="http://schemas.microsoft.com/office/drawing/2014/main" id="{4BDB5DF2-0619-D8E9-7B2A-D10F06B25793}"/>
              </a:ext>
            </a:extLst>
          </p:cNvPr>
          <p:cNvSpPr/>
          <p:nvPr>
            <p:custDataLst>
              <p:tags r:id="rId20"/>
            </p:custDataLst>
          </p:nvPr>
        </p:nvSpPr>
        <p:spPr bwMode="gray">
          <a:xfrm>
            <a:off x="3769312" y="3771751"/>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6" name="OTLSHAPE_SLT_19b1abb07db4433f9f88502e25b2efb6_Duration" hidden="1">
            <a:extLst>
              <a:ext uri="{FF2B5EF4-FFF2-40B4-BE49-F238E27FC236}">
                <a16:creationId xmlns:a16="http://schemas.microsoft.com/office/drawing/2014/main" id="{8AF3D770-5FC4-6914-BCA1-A945CCCD5ACF}"/>
              </a:ext>
            </a:extLst>
          </p:cNvPr>
          <p:cNvSpPr txBox="1"/>
          <p:nvPr>
            <p:custDataLst>
              <p:tags r:id="rId21"/>
            </p:custDataLst>
          </p:nvPr>
        </p:nvSpPr>
        <p:spPr bwMode="gray">
          <a:xfrm>
            <a:off x="12700" y="-603728"/>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399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7" name="OTLSHAPE_SLT_19b1abb07db4433f9f88502e25b2efb6_TextPercentage" hidden="1">
            <a:extLst>
              <a:ext uri="{FF2B5EF4-FFF2-40B4-BE49-F238E27FC236}">
                <a16:creationId xmlns:a16="http://schemas.microsoft.com/office/drawing/2014/main" id="{EA444F52-4EDF-27EE-BE6B-CF207EE664B4}"/>
              </a:ext>
            </a:extLst>
          </p:cNvPr>
          <p:cNvSpPr txBox="1"/>
          <p:nvPr>
            <p:custDataLst>
              <p:tags r:id="rId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0" name="OTLSHAPE_SLT_19b1abb07db4433f9f88502e25b2efb6_StartDate" hidden="1">
            <a:extLst>
              <a:ext uri="{FF2B5EF4-FFF2-40B4-BE49-F238E27FC236}">
                <a16:creationId xmlns:a16="http://schemas.microsoft.com/office/drawing/2014/main" id="{E4179147-E51A-1DE7-070E-271BA465D1EA}"/>
              </a:ext>
            </a:extLst>
          </p:cNvPr>
          <p:cNvSpPr txBox="1"/>
          <p:nvPr>
            <p:custDataLst>
              <p:tags r:id="rId2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1" name="OTLSHAPE_SLT_19b1abb07db4433f9f88502e25b2efb6_EndDate" hidden="1">
            <a:extLst>
              <a:ext uri="{FF2B5EF4-FFF2-40B4-BE49-F238E27FC236}">
                <a16:creationId xmlns:a16="http://schemas.microsoft.com/office/drawing/2014/main" id="{43D76D3F-6A46-DC98-DB20-3205D656B17D}"/>
              </a:ext>
            </a:extLst>
          </p:cNvPr>
          <p:cNvSpPr txBox="1"/>
          <p:nvPr>
            <p:custDataLst>
              <p:tags r:id="rId2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9" name="OTLSHAPE_SLT_1dbae2abd791421e828722a5193e8d48_ShapePercentage" hidden="1">
            <a:extLst>
              <a:ext uri="{FF2B5EF4-FFF2-40B4-BE49-F238E27FC236}">
                <a16:creationId xmlns:a16="http://schemas.microsoft.com/office/drawing/2014/main" id="{EE635F62-A160-A9F2-7CF2-BE696DEE79E2}"/>
              </a:ext>
            </a:extLst>
          </p:cNvPr>
          <p:cNvSpPr/>
          <p:nvPr>
            <p:custDataLst>
              <p:tags r:id="rId25"/>
            </p:custDataLst>
          </p:nvPr>
        </p:nvSpPr>
        <p:spPr bwMode="gray">
          <a:xfrm>
            <a:off x="9573829" y="3227514"/>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 name="OTLSHAPE_SLT_1dbae2abd791421e828722a5193e8d48_Duration" hidden="1">
            <a:extLst>
              <a:ext uri="{FF2B5EF4-FFF2-40B4-BE49-F238E27FC236}">
                <a16:creationId xmlns:a16="http://schemas.microsoft.com/office/drawing/2014/main" id="{744E0503-797F-E0FD-EDB0-577AE136F354}"/>
              </a:ext>
            </a:extLst>
          </p:cNvPr>
          <p:cNvSpPr txBox="1"/>
          <p:nvPr>
            <p:custDataLst>
              <p:tags r:id="rId26"/>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174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6" name="OTLSHAPE_SLT_1dbae2abd791421e828722a5193e8d48_TextPercentage" hidden="1">
            <a:extLst>
              <a:ext uri="{FF2B5EF4-FFF2-40B4-BE49-F238E27FC236}">
                <a16:creationId xmlns:a16="http://schemas.microsoft.com/office/drawing/2014/main" id="{03604F3F-9542-2F21-911A-23B179061FEB}"/>
              </a:ext>
            </a:extLst>
          </p:cNvPr>
          <p:cNvSpPr txBox="1"/>
          <p:nvPr>
            <p:custDataLst>
              <p:tags r:id="rId2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7" name="OTLSHAPE_SLT_1dbae2abd791421e828722a5193e8d48_StartDate" hidden="1">
            <a:extLst>
              <a:ext uri="{FF2B5EF4-FFF2-40B4-BE49-F238E27FC236}">
                <a16:creationId xmlns:a16="http://schemas.microsoft.com/office/drawing/2014/main" id="{8FDA8657-FF44-2AFA-302C-D77ED332BD12}"/>
              </a:ext>
            </a:extLst>
          </p:cNvPr>
          <p:cNvSpPr txBox="1"/>
          <p:nvPr>
            <p:custDataLst>
              <p:tags r:id="rId2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5" name="OTLSHAPE_SLT_1dbae2abd791421e828722a5193e8d48_EndDate" hidden="1">
            <a:extLst>
              <a:ext uri="{FF2B5EF4-FFF2-40B4-BE49-F238E27FC236}">
                <a16:creationId xmlns:a16="http://schemas.microsoft.com/office/drawing/2014/main" id="{D2F20CDE-DA8B-9585-8545-732EA6E0F821}"/>
              </a:ext>
            </a:extLst>
          </p:cNvPr>
          <p:cNvSpPr txBox="1"/>
          <p:nvPr>
            <p:custDataLst>
              <p:tags r:id="rId2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5" name="OTLSHAPE_SLT_b9b4af8beeda4c099ca9e85512066616_ShapePercentage" hidden="1">
            <a:extLst>
              <a:ext uri="{FF2B5EF4-FFF2-40B4-BE49-F238E27FC236}">
                <a16:creationId xmlns:a16="http://schemas.microsoft.com/office/drawing/2014/main" id="{C79C33FB-CDD6-ED2D-7A6F-5A97872B74D0}"/>
              </a:ext>
            </a:extLst>
          </p:cNvPr>
          <p:cNvSpPr/>
          <p:nvPr>
            <p:custDataLst>
              <p:tags r:id="rId30"/>
            </p:custDataLst>
          </p:nvPr>
        </p:nvSpPr>
        <p:spPr bwMode="gray">
          <a:xfrm>
            <a:off x="9682870" y="4239788"/>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8" name="OTLSHAPE_SLT_b9b4af8beeda4c099ca9e85512066616_Duration" hidden="1">
            <a:extLst>
              <a:ext uri="{FF2B5EF4-FFF2-40B4-BE49-F238E27FC236}">
                <a16:creationId xmlns:a16="http://schemas.microsoft.com/office/drawing/2014/main" id="{1A128C5F-53EB-4196-48C6-50A6F29A27B0}"/>
              </a:ext>
            </a:extLst>
          </p:cNvPr>
          <p:cNvSpPr txBox="1"/>
          <p:nvPr>
            <p:custDataLst>
              <p:tags r:id="rId31"/>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262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29" name="OTLSHAPE_SLT_b9b4af8beeda4c099ca9e85512066616_TextPercentage" hidden="1">
            <a:extLst>
              <a:ext uri="{FF2B5EF4-FFF2-40B4-BE49-F238E27FC236}">
                <a16:creationId xmlns:a16="http://schemas.microsoft.com/office/drawing/2014/main" id="{6818A369-16BC-D213-BE52-0A09DC706834}"/>
              </a:ext>
            </a:extLst>
          </p:cNvPr>
          <p:cNvSpPr txBox="1"/>
          <p:nvPr>
            <p:custDataLst>
              <p:tags r:id="rId3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30" name="OTLSHAPE_SLT_b9b4af8beeda4c099ca9e85512066616_StartDate" hidden="1">
            <a:extLst>
              <a:ext uri="{FF2B5EF4-FFF2-40B4-BE49-F238E27FC236}">
                <a16:creationId xmlns:a16="http://schemas.microsoft.com/office/drawing/2014/main" id="{33B99105-3118-183B-E7C9-B4640C35E81E}"/>
              </a:ext>
            </a:extLst>
          </p:cNvPr>
          <p:cNvSpPr txBox="1"/>
          <p:nvPr>
            <p:custDataLst>
              <p:tags r:id="rId3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31" name="OTLSHAPE_SLT_b9b4af8beeda4c099ca9e85512066616_EndDate" hidden="1">
            <a:extLst>
              <a:ext uri="{FF2B5EF4-FFF2-40B4-BE49-F238E27FC236}">
                <a16:creationId xmlns:a16="http://schemas.microsoft.com/office/drawing/2014/main" id="{E923AE83-E8FE-565C-7854-63C5F2ABD137}"/>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5" name="OTLSHAPE_SL_008b357a959f4d9183e7c3df44197c27_BackgroundRectangle">
            <a:extLst>
              <a:ext uri="{FF2B5EF4-FFF2-40B4-BE49-F238E27FC236}">
                <a16:creationId xmlns:a16="http://schemas.microsoft.com/office/drawing/2014/main" id="{5F1B4AD7-BB3D-D8F5-4A31-9A7074216948}"/>
              </a:ext>
            </a:extLst>
          </p:cNvPr>
          <p:cNvSpPr/>
          <p:nvPr>
            <p:custDataLst>
              <p:tags r:id="rId35"/>
            </p:custDataLst>
          </p:nvPr>
        </p:nvSpPr>
        <p:spPr>
          <a:xfrm>
            <a:off x="63500" y="1766506"/>
            <a:ext cx="11290300" cy="1647867"/>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OTLSHAPE_SL_ae039774f5d941348767efd1938c968d_BackgroundRectangle">
            <a:extLst>
              <a:ext uri="{FF2B5EF4-FFF2-40B4-BE49-F238E27FC236}">
                <a16:creationId xmlns:a16="http://schemas.microsoft.com/office/drawing/2014/main" id="{29633D82-7BA5-6388-73FB-865F1ADD8197}"/>
              </a:ext>
            </a:extLst>
          </p:cNvPr>
          <p:cNvSpPr/>
          <p:nvPr>
            <p:custDataLst>
              <p:tags r:id="rId36"/>
            </p:custDataLst>
          </p:nvPr>
        </p:nvSpPr>
        <p:spPr bwMode="gray">
          <a:xfrm>
            <a:off x="63500" y="3477873"/>
            <a:ext cx="11290300" cy="94877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ScaleContainer">
            <a:extLst>
              <a:ext uri="{FF2B5EF4-FFF2-40B4-BE49-F238E27FC236}">
                <a16:creationId xmlns:a16="http://schemas.microsoft.com/office/drawing/2014/main" id="{6E31C414-14A0-B474-C338-CDBC658FD865}"/>
              </a:ext>
            </a:extLst>
          </p:cNvPr>
          <p:cNvSpPr/>
          <p:nvPr>
            <p:custDataLst>
              <p:tags r:id="rId37"/>
            </p:custDataLst>
          </p:nvPr>
        </p:nvSpPr>
        <p:spPr>
          <a:xfrm>
            <a:off x="2057400" y="1038584"/>
            <a:ext cx="92964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6" name="OTLSHAPE_SL_008b357a959f4d9183e7c3df44197c27_HeaderRectangle">
            <a:extLst>
              <a:ext uri="{FF2B5EF4-FFF2-40B4-BE49-F238E27FC236}">
                <a16:creationId xmlns:a16="http://schemas.microsoft.com/office/drawing/2014/main" id="{B3363553-5BC8-1F1F-24DC-FBB287DA2B08}"/>
              </a:ext>
            </a:extLst>
          </p:cNvPr>
          <p:cNvSpPr/>
          <p:nvPr>
            <p:custDataLst>
              <p:tags r:id="rId38"/>
            </p:custDataLst>
          </p:nvPr>
        </p:nvSpPr>
        <p:spPr>
          <a:xfrm>
            <a:off x="63500" y="1766506"/>
            <a:ext cx="1866900" cy="1647867"/>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OTLSHAPE_SL_ae039774f5d941348767efd1938c968d_HeaderRectangle">
            <a:extLst>
              <a:ext uri="{FF2B5EF4-FFF2-40B4-BE49-F238E27FC236}">
                <a16:creationId xmlns:a16="http://schemas.microsoft.com/office/drawing/2014/main" id="{93488A2C-AC0E-4195-593A-310F9502A528}"/>
              </a:ext>
            </a:extLst>
          </p:cNvPr>
          <p:cNvSpPr/>
          <p:nvPr>
            <p:custDataLst>
              <p:tags r:id="rId39"/>
            </p:custDataLst>
          </p:nvPr>
        </p:nvSpPr>
        <p:spPr bwMode="gray">
          <a:xfrm>
            <a:off x="63500" y="3477873"/>
            <a:ext cx="1866900" cy="948775"/>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46" name="OTLSHAPE_G_00000000000000000000000000000000_ShapeBelow0">
            <a:extLst>
              <a:ext uri="{FF2B5EF4-FFF2-40B4-BE49-F238E27FC236}">
                <a16:creationId xmlns:a16="http://schemas.microsoft.com/office/drawing/2014/main" id="{DBB8CC51-F0EF-8CB9-F65C-5C08DDEBB308}"/>
              </a:ext>
            </a:extLst>
          </p:cNvPr>
          <p:cNvCxnSpPr/>
          <p:nvPr>
            <p:custDataLst>
              <p:tags r:id="rId40"/>
            </p:custDataLst>
          </p:nvPr>
        </p:nvCxnSpPr>
        <p:spPr>
          <a:xfrm>
            <a:off x="3384043" y="1292584"/>
            <a:ext cx="0" cy="3134064"/>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OTLSHAPE_G_00000000000000000000000000000000_ShapeBelow1">
            <a:extLst>
              <a:ext uri="{FF2B5EF4-FFF2-40B4-BE49-F238E27FC236}">
                <a16:creationId xmlns:a16="http://schemas.microsoft.com/office/drawing/2014/main" id="{7FA3992C-52FE-CC42-8F18-338ABEDD3449}"/>
              </a:ext>
            </a:extLst>
          </p:cNvPr>
          <p:cNvCxnSpPr/>
          <p:nvPr>
            <p:custDataLst>
              <p:tags r:id="rId41"/>
            </p:custDataLst>
          </p:nvPr>
        </p:nvCxnSpPr>
        <p:spPr>
          <a:xfrm>
            <a:off x="4710686" y="1292584"/>
            <a:ext cx="0" cy="3134064"/>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G_00000000000000000000000000000000_ShapeBelow2">
            <a:extLst>
              <a:ext uri="{FF2B5EF4-FFF2-40B4-BE49-F238E27FC236}">
                <a16:creationId xmlns:a16="http://schemas.microsoft.com/office/drawing/2014/main" id="{C2486BD6-E927-2CFB-8619-C41FF86F1AE5}"/>
              </a:ext>
            </a:extLst>
          </p:cNvPr>
          <p:cNvCxnSpPr/>
          <p:nvPr>
            <p:custDataLst>
              <p:tags r:id="rId42"/>
            </p:custDataLst>
          </p:nvPr>
        </p:nvCxnSpPr>
        <p:spPr>
          <a:xfrm>
            <a:off x="6037328" y="1292584"/>
            <a:ext cx="0" cy="3134064"/>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OTLSHAPE_G_00000000000000000000000000000000_ShapeBelow3">
            <a:extLst>
              <a:ext uri="{FF2B5EF4-FFF2-40B4-BE49-F238E27FC236}">
                <a16:creationId xmlns:a16="http://schemas.microsoft.com/office/drawing/2014/main" id="{3B0BF57B-A060-43C3-E13D-6A884D4DA277}"/>
              </a:ext>
            </a:extLst>
          </p:cNvPr>
          <p:cNvCxnSpPr/>
          <p:nvPr>
            <p:custDataLst>
              <p:tags r:id="rId43"/>
            </p:custDataLst>
          </p:nvPr>
        </p:nvCxnSpPr>
        <p:spPr bwMode="gray">
          <a:xfrm>
            <a:off x="7367606" y="1292583"/>
            <a:ext cx="0" cy="3134064"/>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OTLSHAPE_G_00000000000000000000000000000000_ShapeBelow4">
            <a:extLst>
              <a:ext uri="{FF2B5EF4-FFF2-40B4-BE49-F238E27FC236}">
                <a16:creationId xmlns:a16="http://schemas.microsoft.com/office/drawing/2014/main" id="{9C90CACA-C5A8-160A-5D16-C549604700CF}"/>
              </a:ext>
            </a:extLst>
          </p:cNvPr>
          <p:cNvCxnSpPr/>
          <p:nvPr>
            <p:custDataLst>
              <p:tags r:id="rId44"/>
            </p:custDataLst>
          </p:nvPr>
        </p:nvCxnSpPr>
        <p:spPr bwMode="gray">
          <a:xfrm>
            <a:off x="8694249" y="1292583"/>
            <a:ext cx="0" cy="3134064"/>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OTLSHAPE_G_00000000000000000000000000000000_ShapeBelow5">
            <a:extLst>
              <a:ext uri="{FF2B5EF4-FFF2-40B4-BE49-F238E27FC236}">
                <a16:creationId xmlns:a16="http://schemas.microsoft.com/office/drawing/2014/main" id="{12EA0ABD-A8FB-6928-3A97-884B9F26E1A6}"/>
              </a:ext>
            </a:extLst>
          </p:cNvPr>
          <p:cNvCxnSpPr/>
          <p:nvPr>
            <p:custDataLst>
              <p:tags r:id="rId45"/>
            </p:custDataLst>
          </p:nvPr>
        </p:nvCxnSpPr>
        <p:spPr bwMode="gray">
          <a:xfrm>
            <a:off x="10020891" y="1292583"/>
            <a:ext cx="0" cy="3134064"/>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OTLSHAPE_SLT_5e89ef62d6b243098418287a9f5312b4_Shape">
            <a:extLst>
              <a:ext uri="{FF2B5EF4-FFF2-40B4-BE49-F238E27FC236}">
                <a16:creationId xmlns:a16="http://schemas.microsoft.com/office/drawing/2014/main" id="{4833BD7F-15CD-1FC9-85D9-76AB4C3E0987}"/>
              </a:ext>
            </a:extLst>
          </p:cNvPr>
          <p:cNvSpPr/>
          <p:nvPr>
            <p:custDataLst>
              <p:tags r:id="rId46"/>
            </p:custDataLst>
          </p:nvPr>
        </p:nvSpPr>
        <p:spPr>
          <a:xfrm>
            <a:off x="3111442" y="3537733"/>
            <a:ext cx="3429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2" name="OTLSHAPE_SLT_f3e8c6c9fbc84b2099f828fe09da3cd6_Shape">
            <a:extLst>
              <a:ext uri="{FF2B5EF4-FFF2-40B4-BE49-F238E27FC236}">
                <a16:creationId xmlns:a16="http://schemas.microsoft.com/office/drawing/2014/main" id="{4EFEF0A1-866F-903C-61FB-260F45B9BF5D}"/>
              </a:ext>
            </a:extLst>
          </p:cNvPr>
          <p:cNvSpPr/>
          <p:nvPr>
            <p:custDataLst>
              <p:tags r:id="rId47"/>
            </p:custDataLst>
          </p:nvPr>
        </p:nvSpPr>
        <p:spPr bwMode="gray">
          <a:xfrm>
            <a:off x="3282271" y="2215408"/>
            <a:ext cx="25273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19b1abb07db4433f9f88502e25b2efb6_Shape">
            <a:extLst>
              <a:ext uri="{FF2B5EF4-FFF2-40B4-BE49-F238E27FC236}">
                <a16:creationId xmlns:a16="http://schemas.microsoft.com/office/drawing/2014/main" id="{51F8A25C-6195-EA57-B959-A1650DA51CCA}"/>
              </a:ext>
            </a:extLst>
          </p:cNvPr>
          <p:cNvSpPr/>
          <p:nvPr>
            <p:custDataLst>
              <p:tags r:id="rId48"/>
            </p:custDataLst>
          </p:nvPr>
        </p:nvSpPr>
        <p:spPr bwMode="gray">
          <a:xfrm>
            <a:off x="3769312" y="3771751"/>
            <a:ext cx="20320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OTLSHAPE_SLT_1dbae2abd791421e828722a5193e8d48_Shape">
            <a:extLst>
              <a:ext uri="{FF2B5EF4-FFF2-40B4-BE49-F238E27FC236}">
                <a16:creationId xmlns:a16="http://schemas.microsoft.com/office/drawing/2014/main" id="{B7EA3E81-D45A-9CDC-216C-3D6A7B2C5360}"/>
              </a:ext>
            </a:extLst>
          </p:cNvPr>
          <p:cNvSpPr/>
          <p:nvPr>
            <p:custDataLst>
              <p:tags r:id="rId49"/>
            </p:custDataLst>
          </p:nvPr>
        </p:nvSpPr>
        <p:spPr bwMode="gray">
          <a:xfrm>
            <a:off x="9573829" y="3227514"/>
            <a:ext cx="8890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4" name="OTLSHAPE_SLT_b9b4af8beeda4c099ca9e85512066616_Shape">
            <a:extLst>
              <a:ext uri="{FF2B5EF4-FFF2-40B4-BE49-F238E27FC236}">
                <a16:creationId xmlns:a16="http://schemas.microsoft.com/office/drawing/2014/main" id="{976CD6C0-8D1E-9026-8EC8-4EF41CCB8F0B}"/>
              </a:ext>
            </a:extLst>
          </p:cNvPr>
          <p:cNvSpPr/>
          <p:nvPr>
            <p:custDataLst>
              <p:tags r:id="rId50"/>
            </p:custDataLst>
          </p:nvPr>
        </p:nvSpPr>
        <p:spPr bwMode="gray">
          <a:xfrm>
            <a:off x="9682870" y="4239788"/>
            <a:ext cx="13335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1" name="OTLSHAPE_SLT_bb529ecbc22e42a3b61f8ee6d88ba468_Shape">
            <a:extLst>
              <a:ext uri="{FF2B5EF4-FFF2-40B4-BE49-F238E27FC236}">
                <a16:creationId xmlns:a16="http://schemas.microsoft.com/office/drawing/2014/main" id="{8A9433F8-C78D-1B4D-41FD-C3F8002B99ED}"/>
              </a:ext>
            </a:extLst>
          </p:cNvPr>
          <p:cNvSpPr/>
          <p:nvPr>
            <p:custDataLst>
              <p:tags r:id="rId51"/>
            </p:custDataLst>
          </p:nvPr>
        </p:nvSpPr>
        <p:spPr bwMode="gray">
          <a:xfrm>
            <a:off x="4710686" y="4005770"/>
            <a:ext cx="1333500" cy="127000"/>
          </a:xfrm>
          <a:prstGeom prst="roundRect">
            <a:avLst/>
          </a:prstGeom>
          <a:solidFill>
            <a:srgbClr val="FFC000"/>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ElapsedTime">
            <a:extLst>
              <a:ext uri="{FF2B5EF4-FFF2-40B4-BE49-F238E27FC236}">
                <a16:creationId xmlns:a16="http://schemas.microsoft.com/office/drawing/2014/main" id="{CAF08150-0D50-58E6-2D96-B2D2333E766D}"/>
              </a:ext>
            </a:extLst>
          </p:cNvPr>
          <p:cNvSpPr/>
          <p:nvPr>
            <p:custDataLst>
              <p:tags r:id="rId52"/>
            </p:custDataLst>
          </p:nvPr>
        </p:nvSpPr>
        <p:spPr>
          <a:xfrm>
            <a:off x="2057400" y="1241784"/>
            <a:ext cx="1155700" cy="50800"/>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2" name="OTLSHAPE_SLM_dacf18d73a104c2faa6f585a329f5faa_Shape">
            <a:extLst>
              <a:ext uri="{FF2B5EF4-FFF2-40B4-BE49-F238E27FC236}">
                <a16:creationId xmlns:a16="http://schemas.microsoft.com/office/drawing/2014/main" id="{96945888-DF0B-B7B1-8365-ED9BB6775628}"/>
              </a:ext>
            </a:extLst>
          </p:cNvPr>
          <p:cNvSpPr/>
          <p:nvPr>
            <p:custDataLst>
              <p:tags r:id="rId53"/>
            </p:custDataLst>
          </p:nvPr>
        </p:nvSpPr>
        <p:spPr>
          <a:xfrm rot="16200000">
            <a:off x="2967104" y="1884827"/>
            <a:ext cx="165100" cy="165100"/>
          </a:xfrm>
          <a:prstGeom prst="flowChartMerge">
            <a:avLst/>
          </a:prstGeom>
          <a:solidFill>
            <a:schemeClr val="accent1"/>
          </a:solidFill>
          <a:ln w="1270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OTLSHAPE_SLM_3be5471c3ede47f893d40298a4ee733b_Shape">
            <a:extLst>
              <a:ext uri="{FF2B5EF4-FFF2-40B4-BE49-F238E27FC236}">
                <a16:creationId xmlns:a16="http://schemas.microsoft.com/office/drawing/2014/main" id="{7AB02F92-AB45-57E1-A124-4FDF0328E2B0}"/>
              </a:ext>
            </a:extLst>
          </p:cNvPr>
          <p:cNvSpPr/>
          <p:nvPr>
            <p:custDataLst>
              <p:tags r:id="rId54"/>
            </p:custDataLst>
          </p:nvPr>
        </p:nvSpPr>
        <p:spPr bwMode="gray">
          <a:xfrm rot="16200000">
            <a:off x="9051488" y="2896933"/>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1" name="OTLSHAPE_SLM_ec68b29a59df4187abc3220d817bc9a7_Shape">
            <a:extLst>
              <a:ext uri="{FF2B5EF4-FFF2-40B4-BE49-F238E27FC236}">
                <a16:creationId xmlns:a16="http://schemas.microsoft.com/office/drawing/2014/main" id="{9EC35F65-46C3-F0C5-97A0-8E16DE0494EC}"/>
              </a:ext>
            </a:extLst>
          </p:cNvPr>
          <p:cNvSpPr/>
          <p:nvPr>
            <p:custDataLst>
              <p:tags r:id="rId55"/>
            </p:custDataLst>
          </p:nvPr>
        </p:nvSpPr>
        <p:spPr bwMode="gray">
          <a:xfrm rot="16200000">
            <a:off x="7757557" y="2507889"/>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2" name="OTLSHAPE_SLT_bb529ecbc22e42a3b61f8ee6d88ba468_ShapePercentage" hidden="1">
            <a:extLst>
              <a:ext uri="{FF2B5EF4-FFF2-40B4-BE49-F238E27FC236}">
                <a16:creationId xmlns:a16="http://schemas.microsoft.com/office/drawing/2014/main" id="{5BB4E7A7-9A4B-885B-085C-715B43B04708}"/>
              </a:ext>
            </a:extLst>
          </p:cNvPr>
          <p:cNvSpPr/>
          <p:nvPr>
            <p:custDataLst>
              <p:tags r:id="rId56"/>
            </p:custDataLst>
          </p:nvPr>
        </p:nvSpPr>
        <p:spPr bwMode="gray">
          <a:xfrm>
            <a:off x="4710686" y="4005770"/>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OTLSHAPE_SL_008b357a959f4d9183e7c3df44197c27_Header">
            <a:extLst>
              <a:ext uri="{FF2B5EF4-FFF2-40B4-BE49-F238E27FC236}">
                <a16:creationId xmlns:a16="http://schemas.microsoft.com/office/drawing/2014/main" id="{457E84F7-58AD-1B5C-F13B-4C86CF7DD0E2}"/>
              </a:ext>
            </a:extLst>
          </p:cNvPr>
          <p:cNvSpPr txBox="1"/>
          <p:nvPr>
            <p:custDataLst>
              <p:tags r:id="rId57"/>
            </p:custDataLst>
          </p:nvPr>
        </p:nvSpPr>
        <p:spPr>
          <a:xfrm>
            <a:off x="63500" y="2311357"/>
            <a:ext cx="18669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1434-0017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Ph III</a:t>
            </a:r>
            <a:endParaRPr kumimoji="0" lang="zh-CN" altLang="en-US"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31" name="OTLSHAPE_SL_ae039774f5d941348767efd1938c968d_Header">
            <a:extLst>
              <a:ext uri="{FF2B5EF4-FFF2-40B4-BE49-F238E27FC236}">
                <a16:creationId xmlns:a16="http://schemas.microsoft.com/office/drawing/2014/main" id="{D886AA33-4A39-1D04-DE14-64415A6E922B}"/>
              </a:ext>
            </a:extLst>
          </p:cNvPr>
          <p:cNvSpPr txBox="1"/>
          <p:nvPr>
            <p:custDataLst>
              <p:tags r:id="rId58"/>
            </p:custDataLst>
          </p:nvPr>
        </p:nvSpPr>
        <p:spPr bwMode="gray">
          <a:xfrm>
            <a:off x="63500" y="3673178"/>
            <a:ext cx="18669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China</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1434-0017</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6" name="OTLSHAPE_TB_00000000000000000000000000000000_TodayMarkerShape">
            <a:extLst>
              <a:ext uri="{FF2B5EF4-FFF2-40B4-BE49-F238E27FC236}">
                <a16:creationId xmlns:a16="http://schemas.microsoft.com/office/drawing/2014/main" id="{D53B2030-A83B-91E6-4FCF-168B6EE844CC}"/>
              </a:ext>
            </a:extLst>
          </p:cNvPr>
          <p:cNvSpPr/>
          <p:nvPr>
            <p:custDataLst>
              <p:tags r:id="rId59"/>
            </p:custDataLst>
          </p:nvPr>
        </p:nvSpPr>
        <p:spPr>
          <a:xfrm>
            <a:off x="3164955" y="1292584"/>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8E623CFD-B4C5-30AE-A183-F31E37F7E796}"/>
              </a:ext>
            </a:extLst>
          </p:cNvPr>
          <p:cNvSpPr txBox="1"/>
          <p:nvPr>
            <p:custDataLst>
              <p:tags r:id="rId60"/>
            </p:custDataLst>
          </p:nvPr>
        </p:nvSpPr>
        <p:spPr>
          <a:xfrm>
            <a:off x="3021112" y="1377251"/>
            <a:ext cx="368300"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Today</a:t>
            </a:r>
            <a:endParaRPr kumimoji="0" lang="zh-CN" altLang="en-US" sz="1200" b="0"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8" name="OTLSHAPE_TB_00000000000000000000000000000000_TimescaleInterval1">
            <a:extLst>
              <a:ext uri="{FF2B5EF4-FFF2-40B4-BE49-F238E27FC236}">
                <a16:creationId xmlns:a16="http://schemas.microsoft.com/office/drawing/2014/main" id="{1D880C26-7ED6-7E39-22C5-91C79BAA157D}"/>
              </a:ext>
            </a:extLst>
          </p:cNvPr>
          <p:cNvSpPr txBox="1"/>
          <p:nvPr>
            <p:custDataLst>
              <p:tags r:id="rId61"/>
            </p:custDataLst>
          </p:nvPr>
        </p:nvSpPr>
        <p:spPr>
          <a:xfrm>
            <a:off x="2120900"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2025</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0" name="OTLSHAPE_TB_00000000000000000000000000000000_TimescaleInterval2">
            <a:extLst>
              <a:ext uri="{FF2B5EF4-FFF2-40B4-BE49-F238E27FC236}">
                <a16:creationId xmlns:a16="http://schemas.microsoft.com/office/drawing/2014/main" id="{CC9A0F86-1B79-25E8-C377-A5B96013D03C}"/>
              </a:ext>
            </a:extLst>
          </p:cNvPr>
          <p:cNvSpPr txBox="1"/>
          <p:nvPr>
            <p:custDataLst>
              <p:tags r:id="rId62"/>
            </p:custDataLst>
          </p:nvPr>
        </p:nvSpPr>
        <p:spPr>
          <a:xfrm>
            <a:off x="3447543"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2026</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2" name="OTLSHAPE_TB_00000000000000000000000000000000_TimescaleInterval3">
            <a:extLst>
              <a:ext uri="{FF2B5EF4-FFF2-40B4-BE49-F238E27FC236}">
                <a16:creationId xmlns:a16="http://schemas.microsoft.com/office/drawing/2014/main" id="{9859ED05-1259-71CD-E240-749E09DFCCC1}"/>
              </a:ext>
            </a:extLst>
          </p:cNvPr>
          <p:cNvSpPr txBox="1"/>
          <p:nvPr>
            <p:custDataLst>
              <p:tags r:id="rId63"/>
            </p:custDataLst>
          </p:nvPr>
        </p:nvSpPr>
        <p:spPr>
          <a:xfrm>
            <a:off x="4774186"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2027</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4" name="OTLSHAPE_TB_00000000000000000000000000000000_TimescaleInterval4">
            <a:extLst>
              <a:ext uri="{FF2B5EF4-FFF2-40B4-BE49-F238E27FC236}">
                <a16:creationId xmlns:a16="http://schemas.microsoft.com/office/drawing/2014/main" id="{50D3CE5D-D9D7-579D-9975-B2DCC3AC6BEA}"/>
              </a:ext>
            </a:extLst>
          </p:cNvPr>
          <p:cNvSpPr txBox="1"/>
          <p:nvPr>
            <p:custDataLst>
              <p:tags r:id="rId64"/>
            </p:custDataLst>
          </p:nvPr>
        </p:nvSpPr>
        <p:spPr>
          <a:xfrm>
            <a:off x="6100829"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2028</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33" name="OTLSHAPE_SLM_dacf18d73a104c2faa6f585a329f5faa_Title">
            <a:extLst>
              <a:ext uri="{FF2B5EF4-FFF2-40B4-BE49-F238E27FC236}">
                <a16:creationId xmlns:a16="http://schemas.microsoft.com/office/drawing/2014/main" id="{B59EB9A6-A3E1-DF6B-5E0D-24337AE87143}"/>
              </a:ext>
            </a:extLst>
          </p:cNvPr>
          <p:cNvSpPr txBox="1"/>
          <p:nvPr>
            <p:custDataLst>
              <p:tags r:id="rId65"/>
            </p:custDataLst>
          </p:nvPr>
        </p:nvSpPr>
        <p:spPr>
          <a:xfrm>
            <a:off x="1908262" y="1804606"/>
            <a:ext cx="10160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final CTA package</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34" name="OTLSHAPE_SLM_dacf18d73a104c2faa6f585a329f5faa_Date">
            <a:extLst>
              <a:ext uri="{FF2B5EF4-FFF2-40B4-BE49-F238E27FC236}">
                <a16:creationId xmlns:a16="http://schemas.microsoft.com/office/drawing/2014/main" id="{9E4BCFD0-1C71-A25D-A65A-7BE75A460E57}"/>
              </a:ext>
            </a:extLst>
          </p:cNvPr>
          <p:cNvSpPr txBox="1"/>
          <p:nvPr>
            <p:custDataLst>
              <p:tags r:id="rId66"/>
            </p:custDataLst>
          </p:nvPr>
        </p:nvSpPr>
        <p:spPr>
          <a:xfrm>
            <a:off x="2496230" y="1975124"/>
            <a:ext cx="431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9/30/25</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141" name="OTLSHAPE_SLT_5e89ef62d6b243098418287a9f5312b4_JoinedDate">
            <a:extLst>
              <a:ext uri="{FF2B5EF4-FFF2-40B4-BE49-F238E27FC236}">
                <a16:creationId xmlns:a16="http://schemas.microsoft.com/office/drawing/2014/main" id="{34762BB1-7561-9578-981B-1198055F0C0B}"/>
              </a:ext>
            </a:extLst>
          </p:cNvPr>
          <p:cNvSpPr txBox="1"/>
          <p:nvPr>
            <p:custDataLst>
              <p:tags r:id="rId67"/>
            </p:custDataLst>
          </p:nvPr>
        </p:nvSpPr>
        <p:spPr>
          <a:xfrm>
            <a:off x="2059840" y="3523720"/>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10/17/25 - 1/16/26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142" name="OTLSHAPE_SLT_5e89ef62d6b243098418287a9f5312b4_Title">
            <a:extLst>
              <a:ext uri="{FF2B5EF4-FFF2-40B4-BE49-F238E27FC236}">
                <a16:creationId xmlns:a16="http://schemas.microsoft.com/office/drawing/2014/main" id="{D99878E4-440B-6711-77FD-34A68D03B408}"/>
              </a:ext>
            </a:extLst>
          </p:cNvPr>
          <p:cNvSpPr txBox="1"/>
          <p:nvPr>
            <p:custDataLst>
              <p:tags r:id="rId68"/>
            </p:custDataLst>
          </p:nvPr>
        </p:nvSpPr>
        <p:spPr>
          <a:xfrm>
            <a:off x="3492995" y="3515973"/>
            <a:ext cx="7239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CTA sub-app</a:t>
            </a:r>
            <a:endParaRPr kumimoji="0" lang="zh-CN" altLang="en-US" sz="1100" b="1"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43" name="OTLSHAPE_SLT_f3e8c6c9fbc84b2099f828fe09da3cd6_JoinedDate">
            <a:extLst>
              <a:ext uri="{FF2B5EF4-FFF2-40B4-BE49-F238E27FC236}">
                <a16:creationId xmlns:a16="http://schemas.microsoft.com/office/drawing/2014/main" id="{6630B363-1155-E7C2-20D9-8ACBD27C8D04}"/>
              </a:ext>
            </a:extLst>
          </p:cNvPr>
          <p:cNvSpPr txBox="1"/>
          <p:nvPr>
            <p:custDataLst>
              <p:tags r:id="rId69"/>
            </p:custDataLst>
          </p:nvPr>
        </p:nvSpPr>
        <p:spPr bwMode="gray">
          <a:xfrm>
            <a:off x="2230668" y="2201396"/>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12/3/25 - 10/27/27</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44" name="OTLSHAPE_SLT_f3e8c6c9fbc84b2099f828fe09da3cd6_Title">
            <a:extLst>
              <a:ext uri="{FF2B5EF4-FFF2-40B4-BE49-F238E27FC236}">
                <a16:creationId xmlns:a16="http://schemas.microsoft.com/office/drawing/2014/main" id="{6BCCEEDE-3010-0CE0-1744-5364F3A3DC5B}"/>
              </a:ext>
            </a:extLst>
          </p:cNvPr>
          <p:cNvSpPr txBox="1"/>
          <p:nvPr>
            <p:custDataLst>
              <p:tags r:id="rId70"/>
            </p:custDataLst>
          </p:nvPr>
        </p:nvSpPr>
        <p:spPr bwMode="gray">
          <a:xfrm>
            <a:off x="5851875" y="2193649"/>
            <a:ext cx="889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global FSS - LSS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92" name="OTLSHAPE_SLT_19b1abb07db4433f9f88502e25b2efb6_JoinedDate">
            <a:extLst>
              <a:ext uri="{FF2B5EF4-FFF2-40B4-BE49-F238E27FC236}">
                <a16:creationId xmlns:a16="http://schemas.microsoft.com/office/drawing/2014/main" id="{198FA26A-E240-C2AE-72E7-D065D82BE956}"/>
              </a:ext>
            </a:extLst>
          </p:cNvPr>
          <p:cNvSpPr txBox="1"/>
          <p:nvPr>
            <p:custDataLst>
              <p:tags r:id="rId71"/>
            </p:custDataLst>
          </p:nvPr>
        </p:nvSpPr>
        <p:spPr bwMode="gray">
          <a:xfrm>
            <a:off x="2717710" y="3757739"/>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4/16/26 - 10/27/27</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93" name="OTLSHAPE_SLT_19b1abb07db4433f9f88502e25b2efb6_Title">
            <a:extLst>
              <a:ext uri="{FF2B5EF4-FFF2-40B4-BE49-F238E27FC236}">
                <a16:creationId xmlns:a16="http://schemas.microsoft.com/office/drawing/2014/main" id="{94A82D8D-140F-C870-D281-DEAF4A377E5F}"/>
              </a:ext>
            </a:extLst>
          </p:cNvPr>
          <p:cNvSpPr txBox="1"/>
          <p:nvPr>
            <p:custDataLst>
              <p:tags r:id="rId72"/>
            </p:custDataLst>
          </p:nvPr>
        </p:nvSpPr>
        <p:spPr bwMode="gray">
          <a:xfrm>
            <a:off x="5851875" y="3749992"/>
            <a:ext cx="533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fSIV - LSS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16" name="OTLSHAPE_TB_00000000000000000000000000000000_TimescaleInterval5">
            <a:extLst>
              <a:ext uri="{FF2B5EF4-FFF2-40B4-BE49-F238E27FC236}">
                <a16:creationId xmlns:a16="http://schemas.microsoft.com/office/drawing/2014/main" id="{6108D585-4C29-21D8-49FD-95FC71FFBEDF}"/>
              </a:ext>
            </a:extLst>
          </p:cNvPr>
          <p:cNvSpPr txBox="1"/>
          <p:nvPr>
            <p:custDataLst>
              <p:tags r:id="rId73"/>
            </p:custDataLst>
          </p:nvPr>
        </p:nvSpPr>
        <p:spPr bwMode="gray">
          <a:xfrm>
            <a:off x="7431106"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2029</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18" name="OTLSHAPE_TB_00000000000000000000000000000000_TimescaleInterval6">
            <a:extLst>
              <a:ext uri="{FF2B5EF4-FFF2-40B4-BE49-F238E27FC236}">
                <a16:creationId xmlns:a16="http://schemas.microsoft.com/office/drawing/2014/main" id="{C93299AC-50EE-CC5D-0024-A03D819D0E62}"/>
              </a:ext>
            </a:extLst>
          </p:cNvPr>
          <p:cNvSpPr txBox="1"/>
          <p:nvPr>
            <p:custDataLst>
              <p:tags r:id="rId74"/>
            </p:custDataLst>
          </p:nvPr>
        </p:nvSpPr>
        <p:spPr bwMode="gray">
          <a:xfrm>
            <a:off x="8757749"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2030</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20" name="OTLSHAPE_TB_00000000000000000000000000000000_TimescaleInterval7">
            <a:extLst>
              <a:ext uri="{FF2B5EF4-FFF2-40B4-BE49-F238E27FC236}">
                <a16:creationId xmlns:a16="http://schemas.microsoft.com/office/drawing/2014/main" id="{C4738371-2597-9E1D-8340-CFB38D421FB9}"/>
              </a:ext>
            </a:extLst>
          </p:cNvPr>
          <p:cNvSpPr txBox="1"/>
          <p:nvPr>
            <p:custDataLst>
              <p:tags r:id="rId75"/>
            </p:custDataLst>
          </p:nvPr>
        </p:nvSpPr>
        <p:spPr bwMode="gray">
          <a:xfrm>
            <a:off x="10084392" y="1072557"/>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2031</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26" name="OTLSHAPE_SLM_3be5471c3ede47f893d40298a4ee733b_Title">
            <a:extLst>
              <a:ext uri="{FF2B5EF4-FFF2-40B4-BE49-F238E27FC236}">
                <a16:creationId xmlns:a16="http://schemas.microsoft.com/office/drawing/2014/main" id="{E8BD55DF-845B-E960-1C9B-03CEBC9466D6}"/>
              </a:ext>
            </a:extLst>
          </p:cNvPr>
          <p:cNvSpPr txBox="1"/>
          <p:nvPr>
            <p:custDataLst>
              <p:tags r:id="rId76"/>
            </p:custDataLst>
          </p:nvPr>
        </p:nvSpPr>
        <p:spPr bwMode="gray">
          <a:xfrm>
            <a:off x="8383129" y="2816711"/>
            <a:ext cx="6223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key results</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27" name="OTLSHAPE_SLM_3be5471c3ede47f893d40298a4ee733b_Date">
            <a:extLst>
              <a:ext uri="{FF2B5EF4-FFF2-40B4-BE49-F238E27FC236}">
                <a16:creationId xmlns:a16="http://schemas.microsoft.com/office/drawing/2014/main" id="{1222E683-FB05-48F0-EC40-385AAA8CC0E2}"/>
              </a:ext>
            </a:extLst>
          </p:cNvPr>
          <p:cNvSpPr txBox="1"/>
          <p:nvPr>
            <p:custDataLst>
              <p:tags r:id="rId77"/>
            </p:custDataLst>
          </p:nvPr>
        </p:nvSpPr>
        <p:spPr bwMode="gray">
          <a:xfrm>
            <a:off x="8645003" y="2987230"/>
            <a:ext cx="368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5/1/30</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49" name="OTLSHAPE_SLT_1dbae2abd791421e828722a5193e8d48_JoinedDate">
            <a:extLst>
              <a:ext uri="{FF2B5EF4-FFF2-40B4-BE49-F238E27FC236}">
                <a16:creationId xmlns:a16="http://schemas.microsoft.com/office/drawing/2014/main" id="{2A19C6BB-B9F9-9352-3C65-A15B4023DA7F}"/>
              </a:ext>
            </a:extLst>
          </p:cNvPr>
          <p:cNvSpPr txBox="1"/>
          <p:nvPr>
            <p:custDataLst>
              <p:tags r:id="rId78"/>
            </p:custDataLst>
          </p:nvPr>
        </p:nvSpPr>
        <p:spPr bwMode="gray">
          <a:xfrm>
            <a:off x="8651005" y="3213501"/>
            <a:ext cx="876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8/30/30 - 5/1/31</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50" name="OTLSHAPE_SLT_1dbae2abd791421e828722a5193e8d48_Title">
            <a:extLst>
              <a:ext uri="{FF2B5EF4-FFF2-40B4-BE49-F238E27FC236}">
                <a16:creationId xmlns:a16="http://schemas.microsoft.com/office/drawing/2014/main" id="{5788347A-7206-5676-DEB4-FF0FB2E03413}"/>
              </a:ext>
            </a:extLst>
          </p:cNvPr>
          <p:cNvSpPr txBox="1"/>
          <p:nvPr>
            <p:custDataLst>
              <p:tags r:id="rId79"/>
            </p:custDataLst>
          </p:nvPr>
        </p:nvSpPr>
        <p:spPr bwMode="gray">
          <a:xfrm>
            <a:off x="10511481" y="3205754"/>
            <a:ext cx="8255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NDA sub - app</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58" name="OTLSHAPE_SLM_ec68b29a59df4187abc3220d817bc9a7_Title">
            <a:extLst>
              <a:ext uri="{FF2B5EF4-FFF2-40B4-BE49-F238E27FC236}">
                <a16:creationId xmlns:a16="http://schemas.microsoft.com/office/drawing/2014/main" id="{612B80BD-DBE6-FDBB-D1F2-C25603E7B59C}"/>
              </a:ext>
            </a:extLst>
          </p:cNvPr>
          <p:cNvSpPr txBox="1"/>
          <p:nvPr>
            <p:custDataLst>
              <p:tags r:id="rId80"/>
            </p:custDataLst>
          </p:nvPr>
        </p:nvSpPr>
        <p:spPr bwMode="gray">
          <a:xfrm>
            <a:off x="6725470" y="2427668"/>
            <a:ext cx="9906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interima analysis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59" name="OTLSHAPE_SLM_ec68b29a59df4187abc3220d817bc9a7_Date">
            <a:extLst>
              <a:ext uri="{FF2B5EF4-FFF2-40B4-BE49-F238E27FC236}">
                <a16:creationId xmlns:a16="http://schemas.microsoft.com/office/drawing/2014/main" id="{B24452DF-BD37-DDCB-14B3-46D1EA404668}"/>
              </a:ext>
            </a:extLst>
          </p:cNvPr>
          <p:cNvSpPr txBox="1"/>
          <p:nvPr>
            <p:custDataLst>
              <p:tags r:id="rId81"/>
            </p:custDataLst>
          </p:nvPr>
        </p:nvSpPr>
        <p:spPr bwMode="gray">
          <a:xfrm>
            <a:off x="7286683" y="2598186"/>
            <a:ext cx="431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5/10/29</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143" name="OTLSHAPE_SLT_b9b4af8beeda4c099ca9e85512066616_JoinedDate">
            <a:extLst>
              <a:ext uri="{FF2B5EF4-FFF2-40B4-BE49-F238E27FC236}">
                <a16:creationId xmlns:a16="http://schemas.microsoft.com/office/drawing/2014/main" id="{75391CD6-39D4-BC9C-A056-1E33D040252C}"/>
              </a:ext>
            </a:extLst>
          </p:cNvPr>
          <p:cNvSpPr txBox="1"/>
          <p:nvPr>
            <p:custDataLst>
              <p:tags r:id="rId82"/>
            </p:custDataLst>
          </p:nvPr>
        </p:nvSpPr>
        <p:spPr bwMode="gray">
          <a:xfrm>
            <a:off x="8438101" y="4225776"/>
            <a:ext cx="12065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9/30/2030 - 9/30/2031</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144" name="OTLSHAPE_SLT_b9b4af8beeda4c099ca9e85512066616_Title">
            <a:extLst>
              <a:ext uri="{FF2B5EF4-FFF2-40B4-BE49-F238E27FC236}">
                <a16:creationId xmlns:a16="http://schemas.microsoft.com/office/drawing/2014/main" id="{4EDF2C06-526B-DC52-A267-8B85D4FF7046}"/>
              </a:ext>
            </a:extLst>
          </p:cNvPr>
          <p:cNvSpPr txBox="1"/>
          <p:nvPr>
            <p:custDataLst>
              <p:tags r:id="rId83"/>
            </p:custDataLst>
          </p:nvPr>
        </p:nvSpPr>
        <p:spPr bwMode="gray">
          <a:xfrm>
            <a:off x="11063946" y="4218029"/>
            <a:ext cx="8001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NDA sub- app</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52" name="OTLSHAPE_SLT_bb529ecbc22e42a3b61f8ee6d88ba468_Duration" hidden="1">
            <a:extLst>
              <a:ext uri="{FF2B5EF4-FFF2-40B4-BE49-F238E27FC236}">
                <a16:creationId xmlns:a16="http://schemas.microsoft.com/office/drawing/2014/main" id="{3F698220-034A-882F-C48E-F5E0A5F16B95}"/>
              </a:ext>
            </a:extLst>
          </p:cNvPr>
          <p:cNvSpPr txBox="1"/>
          <p:nvPr>
            <p:custDataLst>
              <p:tags r:id="rId84"/>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261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53" name="OTLSHAPE_SLT_bb529ecbc22e42a3b61f8ee6d88ba468_TextPercentage" hidden="1">
            <a:extLst>
              <a:ext uri="{FF2B5EF4-FFF2-40B4-BE49-F238E27FC236}">
                <a16:creationId xmlns:a16="http://schemas.microsoft.com/office/drawing/2014/main" id="{D6C16E74-0E55-923D-2539-FBA1A2484CB8}"/>
              </a:ext>
            </a:extLst>
          </p:cNvPr>
          <p:cNvSpPr txBox="1"/>
          <p:nvPr>
            <p:custDataLst>
              <p:tags r:id="rId8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54" name="OTLSHAPE_SLT_bb529ecbc22e42a3b61f8ee6d88ba468_StartDate" hidden="1">
            <a:extLst>
              <a:ext uri="{FF2B5EF4-FFF2-40B4-BE49-F238E27FC236}">
                <a16:creationId xmlns:a16="http://schemas.microsoft.com/office/drawing/2014/main" id="{E0747881-371A-3599-B42F-2F1BEDB844FD}"/>
              </a:ext>
            </a:extLst>
          </p:cNvPr>
          <p:cNvSpPr txBox="1"/>
          <p:nvPr>
            <p:custDataLst>
              <p:tags r:id="rId8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5" name="OTLSHAPE_SLT_bb529ecbc22e42a3b61f8ee6d88ba468_EndDate" hidden="1">
            <a:extLst>
              <a:ext uri="{FF2B5EF4-FFF2-40B4-BE49-F238E27FC236}">
                <a16:creationId xmlns:a16="http://schemas.microsoft.com/office/drawing/2014/main" id="{8A242414-A065-D28B-12B4-544572C95ABE}"/>
              </a:ext>
            </a:extLst>
          </p:cNvPr>
          <p:cNvSpPr txBox="1"/>
          <p:nvPr>
            <p:custDataLst>
              <p:tags r:id="rId8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6" name="OTLSHAPE_SLT_bb529ecbc22e42a3b61f8ee6d88ba468_JoinedDate">
            <a:extLst>
              <a:ext uri="{FF2B5EF4-FFF2-40B4-BE49-F238E27FC236}">
                <a16:creationId xmlns:a16="http://schemas.microsoft.com/office/drawing/2014/main" id="{11B2C1C6-C7C6-80EB-A3B0-C24DAC153764}"/>
              </a:ext>
            </a:extLst>
          </p:cNvPr>
          <p:cNvSpPr txBox="1"/>
          <p:nvPr>
            <p:custDataLst>
              <p:tags r:id="rId88"/>
            </p:custDataLst>
          </p:nvPr>
        </p:nvSpPr>
        <p:spPr bwMode="gray">
          <a:xfrm>
            <a:off x="3949914" y="3991758"/>
            <a:ext cx="7112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Jan 1 - Dec 31</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57" name="OTLSHAPE_SLT_bb529ecbc22e42a3b61f8ee6d88ba468_Title">
            <a:extLst>
              <a:ext uri="{FF2B5EF4-FFF2-40B4-BE49-F238E27FC236}">
                <a16:creationId xmlns:a16="http://schemas.microsoft.com/office/drawing/2014/main" id="{AC30B687-3323-6514-2DFD-5734CECF9A88}"/>
              </a:ext>
            </a:extLst>
          </p:cNvPr>
          <p:cNvSpPr txBox="1"/>
          <p:nvPr>
            <p:custDataLst>
              <p:tags r:id="rId89"/>
            </p:custDataLst>
          </p:nvPr>
        </p:nvSpPr>
        <p:spPr bwMode="gray">
          <a:xfrm>
            <a:off x="6088126" y="3984010"/>
            <a:ext cx="1600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China PK study (1434-0025)</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cxnSp>
        <p:nvCxnSpPr>
          <p:cNvPr id="9" name="OTLSHAPE_TB_00000000000000000000000000000000_Separator1">
            <a:extLst>
              <a:ext uri="{FF2B5EF4-FFF2-40B4-BE49-F238E27FC236}">
                <a16:creationId xmlns:a16="http://schemas.microsoft.com/office/drawing/2014/main" id="{F0791CAE-3F6E-6966-7A41-A1B0FCC4CE11}"/>
              </a:ext>
            </a:extLst>
          </p:cNvPr>
          <p:cNvCxnSpPr/>
          <p:nvPr>
            <p:custDataLst>
              <p:tags r:id="rId90"/>
            </p:custDataLst>
          </p:nvPr>
        </p:nvCxnSpPr>
        <p:spPr>
          <a:xfrm>
            <a:off x="3384043" y="1076684"/>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OTLSHAPE_TB_00000000000000000000000000000000_Separator2">
            <a:extLst>
              <a:ext uri="{FF2B5EF4-FFF2-40B4-BE49-F238E27FC236}">
                <a16:creationId xmlns:a16="http://schemas.microsoft.com/office/drawing/2014/main" id="{528AE0E9-4330-385F-A359-006B1C77E59C}"/>
              </a:ext>
            </a:extLst>
          </p:cNvPr>
          <p:cNvCxnSpPr/>
          <p:nvPr>
            <p:custDataLst>
              <p:tags r:id="rId91"/>
            </p:custDataLst>
          </p:nvPr>
        </p:nvCxnSpPr>
        <p:spPr>
          <a:xfrm>
            <a:off x="4710686" y="1076684"/>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3">
            <a:extLst>
              <a:ext uri="{FF2B5EF4-FFF2-40B4-BE49-F238E27FC236}">
                <a16:creationId xmlns:a16="http://schemas.microsoft.com/office/drawing/2014/main" id="{E60F8965-7021-B26E-9D79-974DBAF20288}"/>
              </a:ext>
            </a:extLst>
          </p:cNvPr>
          <p:cNvCxnSpPr/>
          <p:nvPr>
            <p:custDataLst>
              <p:tags r:id="rId92"/>
            </p:custDataLst>
          </p:nvPr>
        </p:nvCxnSpPr>
        <p:spPr>
          <a:xfrm>
            <a:off x="6037328" y="1076684"/>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B_00000000000000000000000000000000_Separator4">
            <a:extLst>
              <a:ext uri="{FF2B5EF4-FFF2-40B4-BE49-F238E27FC236}">
                <a16:creationId xmlns:a16="http://schemas.microsoft.com/office/drawing/2014/main" id="{32B69217-9404-8D45-BCA8-8AA8518209D4}"/>
              </a:ext>
            </a:extLst>
          </p:cNvPr>
          <p:cNvCxnSpPr/>
          <p:nvPr>
            <p:custDataLst>
              <p:tags r:id="rId93"/>
            </p:custDataLst>
          </p:nvPr>
        </p:nvCxnSpPr>
        <p:spPr bwMode="gray">
          <a:xfrm>
            <a:off x="7367606" y="1076684"/>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OTLSHAPE_TB_00000000000000000000000000000000_Separator5">
            <a:extLst>
              <a:ext uri="{FF2B5EF4-FFF2-40B4-BE49-F238E27FC236}">
                <a16:creationId xmlns:a16="http://schemas.microsoft.com/office/drawing/2014/main" id="{978EFD18-BE80-BE0F-753F-6F3500B9F27E}"/>
              </a:ext>
            </a:extLst>
          </p:cNvPr>
          <p:cNvCxnSpPr/>
          <p:nvPr>
            <p:custDataLst>
              <p:tags r:id="rId94"/>
            </p:custDataLst>
          </p:nvPr>
        </p:nvCxnSpPr>
        <p:spPr bwMode="gray">
          <a:xfrm>
            <a:off x="8694249" y="1076684"/>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OTLSHAPE_TB_00000000000000000000000000000000_Separator6">
            <a:extLst>
              <a:ext uri="{FF2B5EF4-FFF2-40B4-BE49-F238E27FC236}">
                <a16:creationId xmlns:a16="http://schemas.microsoft.com/office/drawing/2014/main" id="{943B275B-F2BA-05B5-1256-9365523CC119}"/>
              </a:ext>
            </a:extLst>
          </p:cNvPr>
          <p:cNvCxnSpPr/>
          <p:nvPr>
            <p:custDataLst>
              <p:tags r:id="rId95"/>
            </p:custDataLst>
          </p:nvPr>
        </p:nvCxnSpPr>
        <p:spPr bwMode="gray">
          <a:xfrm>
            <a:off x="10020891" y="1076684"/>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标题 87">
            <a:extLst>
              <a:ext uri="{FF2B5EF4-FFF2-40B4-BE49-F238E27FC236}">
                <a16:creationId xmlns:a16="http://schemas.microsoft.com/office/drawing/2014/main" id="{A8B0FB33-F249-CCD2-950D-CF4FE1180BE8}"/>
              </a:ext>
            </a:extLst>
          </p:cNvPr>
          <p:cNvSpPr>
            <a:spLocks noGrp="1"/>
          </p:cNvSpPr>
          <p:nvPr>
            <p:ph type="title"/>
          </p:nvPr>
        </p:nvSpPr>
        <p:spPr/>
        <p:txBody>
          <a:bodyPr/>
          <a:lstStyle/>
          <a:p>
            <a:r>
              <a:rPr lang="en-US" altLang="zh-CN"/>
              <a:t>BI 764198 (TRPC6i), FSGS Development Plan</a:t>
            </a:r>
            <a:endParaRPr lang="zh-CN" altLang="en-US"/>
          </a:p>
        </p:txBody>
      </p:sp>
      <p:sp>
        <p:nvSpPr>
          <p:cNvPr id="158" name="文本框 157">
            <a:extLst>
              <a:ext uri="{FF2B5EF4-FFF2-40B4-BE49-F238E27FC236}">
                <a16:creationId xmlns:a16="http://schemas.microsoft.com/office/drawing/2014/main" id="{5E238FBE-CEC2-ED66-E134-041DCAFCD2A2}"/>
              </a:ext>
            </a:extLst>
          </p:cNvPr>
          <p:cNvSpPr txBox="1"/>
          <p:nvPr/>
        </p:nvSpPr>
        <p:spPr bwMode="gray">
          <a:xfrm>
            <a:off x="3068435" y="1996097"/>
            <a:ext cx="2954972"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N=286</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159" name="文本框 158">
            <a:extLst>
              <a:ext uri="{FF2B5EF4-FFF2-40B4-BE49-F238E27FC236}">
                <a16:creationId xmlns:a16="http://schemas.microsoft.com/office/drawing/2014/main" id="{7D971100-503A-3733-2722-7E2C0643AFD3}"/>
              </a:ext>
            </a:extLst>
          </p:cNvPr>
          <p:cNvSpPr txBox="1"/>
          <p:nvPr/>
        </p:nvSpPr>
        <p:spPr bwMode="gray">
          <a:xfrm>
            <a:off x="3880916" y="3540088"/>
            <a:ext cx="2954972"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N=28 (mainland 18, TW 8, HK 2)</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160" name="文本框 159">
            <a:extLst>
              <a:ext uri="{FF2B5EF4-FFF2-40B4-BE49-F238E27FC236}">
                <a16:creationId xmlns:a16="http://schemas.microsoft.com/office/drawing/2014/main" id="{BD8011F8-C3F1-8116-EC79-EDD50472BA21}"/>
              </a:ext>
            </a:extLst>
          </p:cNvPr>
          <p:cNvSpPr txBox="1"/>
          <p:nvPr/>
        </p:nvSpPr>
        <p:spPr bwMode="gray">
          <a:xfrm>
            <a:off x="1852642" y="4692357"/>
            <a:ext cx="9020408" cy="1784527"/>
          </a:xfrm>
          <a:prstGeom prst="rect">
            <a:avLst/>
          </a:prstGeom>
          <a:solidFill>
            <a:srgbClr val="FFFFFF"/>
          </a:solid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err="1">
                <a:ln>
                  <a:noFill/>
                </a:ln>
                <a:effectLst/>
                <a:uLnTx/>
                <a:uFillTx/>
                <a:latin typeface="Boehringer Forward Text"/>
                <a:ea typeface="+mn-ea"/>
                <a:cs typeface="+mn-cs"/>
              </a:rPr>
              <a:t>RoFD</a:t>
            </a:r>
            <a:r>
              <a:rPr kumimoji="0" lang="en-US" altLang="zh-CN" sz="1400" b="0" i="0" u="none" strike="noStrike" kern="1200" cap="none" spc="0" normalizeH="0" baseline="0" noProof="0">
                <a:ln>
                  <a:noFill/>
                </a:ln>
                <a:effectLst/>
                <a:uLnTx/>
                <a:uFillTx/>
                <a:latin typeface="Boehringer Forward Text"/>
                <a:ea typeface="+mn-ea"/>
                <a:cs typeface="+mn-cs"/>
              </a:rPr>
              <a:t> endorsed on 18 Nov</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a:ln>
                  <a:noFill/>
                </a:ln>
                <a:effectLst/>
                <a:uLnTx/>
                <a:uFillTx/>
                <a:latin typeface="Boehringer Forward Text"/>
                <a:ea typeface="+mn-ea"/>
                <a:cs typeface="+mn-cs"/>
              </a:rPr>
              <a:t>BTD application </a:t>
            </a:r>
            <a:r>
              <a:rPr kumimoji="0" lang="en-US" altLang="zh-CN" sz="1400" b="0" i="0" u="none" strike="noStrike" kern="1200" cap="none" spc="0" normalizeH="0" baseline="0" noProof="0">
                <a:ln>
                  <a:noFill/>
                </a:ln>
                <a:effectLst/>
                <a:uLnTx/>
                <a:uFillTx/>
                <a:latin typeface="Boehringer Forward Text"/>
                <a:ea typeface="+mn-ea"/>
                <a:cs typeface="+mn-cs"/>
              </a:rPr>
              <a:t>approved on 26 Nov (global first)</a:t>
            </a:r>
          </a:p>
          <a:p>
            <a:pPr marL="180000" indent="-180000">
              <a:lnSpc>
                <a:spcPct val="140000"/>
              </a:lnSpc>
              <a:buFont typeface="Arial" panose="020B0604020202020204" pitchFamily="34" charset="0"/>
              <a:buChar char="•"/>
              <a:defRPr/>
            </a:pPr>
            <a:r>
              <a:rPr lang="en-US" altLang="zh-CN" sz="1400" b="1"/>
              <a:t>Ph III preparation:</a:t>
            </a:r>
          </a:p>
          <a:p>
            <a:pPr marL="742950" lvl="1" indent="-285750">
              <a:lnSpc>
                <a:spcPct val="140000"/>
              </a:lnSpc>
              <a:buFont typeface="Wingdings" panose="05000000000000000000" pitchFamily="2" charset="2"/>
              <a:buChar char="Ø"/>
              <a:defRPr/>
            </a:pPr>
            <a:r>
              <a:rPr lang="en-US" altLang="zh-CN" sz="1400"/>
              <a:t>CTA submission occurred on 17 Oct; clinical queries received on 10 Dec</a:t>
            </a:r>
          </a:p>
          <a:p>
            <a:pPr marL="742950" lvl="1" indent="-285750">
              <a:lnSpc>
                <a:spcPct val="140000"/>
              </a:lnSpc>
              <a:buFont typeface="Wingdings" panose="05000000000000000000" pitchFamily="2" charset="2"/>
              <a:buChar char="Ø"/>
              <a:defRPr/>
            </a:pPr>
            <a:r>
              <a:rPr lang="en-US" altLang="zh-CN" sz="1400"/>
              <a:t>Global first EC approval received at </a:t>
            </a:r>
            <a:r>
              <a:rPr lang="zh-CN" altLang="en-US" sz="1400"/>
              <a:t>广东省人民医院</a:t>
            </a:r>
            <a:endParaRPr kumimoji="0" lang="en-US" altLang="zh-CN" sz="1400" b="0" i="0" u="none" strike="noStrike" kern="1200" cap="none" spc="0" normalizeH="0" baseline="0" noProof="0">
              <a:ln>
                <a:noFill/>
              </a:ln>
              <a:effectLst/>
              <a:uLnTx/>
              <a:uFillTx/>
              <a:latin typeface="Boehringer Forward Text"/>
              <a:ea typeface="+mn-ea"/>
              <a:cs typeface="+mn-cs"/>
            </a:endParaRP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a:ln>
                  <a:noFill/>
                </a:ln>
                <a:effectLst/>
                <a:uLnTx/>
                <a:uFillTx/>
                <a:latin typeface="Boehringer Forward Text"/>
                <a:ea typeface="+mn-ea"/>
                <a:cs typeface="+mn-cs"/>
              </a:rPr>
              <a:t>China Ph I </a:t>
            </a:r>
            <a:r>
              <a:rPr kumimoji="0" lang="en-US" altLang="zh-CN" sz="1400" b="0" i="0" u="none" strike="noStrike" kern="1200" cap="none" spc="0" normalizeH="0" baseline="0" noProof="0">
                <a:ln>
                  <a:noFill/>
                </a:ln>
                <a:effectLst/>
                <a:uLnTx/>
                <a:uFillTx/>
                <a:latin typeface="Boehringer Forward Text"/>
                <a:ea typeface="+mn-ea"/>
                <a:cs typeface="+mn-cs"/>
              </a:rPr>
              <a:t>PK study high level design received approval from global CPS committee</a:t>
            </a:r>
            <a:endParaRPr kumimoji="0" lang="zh-CN" altLang="en-US" sz="1400" b="0" i="0" u="none" strike="noStrike" kern="1200" cap="none" spc="0" normalizeH="0" baseline="0" noProof="0">
              <a:ln>
                <a:noFill/>
              </a:ln>
              <a:effectLst/>
              <a:uLnTx/>
              <a:uFillTx/>
              <a:latin typeface="Boehringer Forward Text"/>
              <a:ea typeface="+mn-ea"/>
              <a:cs typeface="+mn-cs"/>
            </a:endParaRPr>
          </a:p>
        </p:txBody>
      </p:sp>
      <p:sp>
        <p:nvSpPr>
          <p:cNvPr id="161" name="文本占位符 114">
            <a:extLst>
              <a:ext uri="{FF2B5EF4-FFF2-40B4-BE49-F238E27FC236}">
                <a16:creationId xmlns:a16="http://schemas.microsoft.com/office/drawing/2014/main" id="{1E3D0025-06FE-ED37-17E9-D29007CC23F8}"/>
              </a:ext>
            </a:extLst>
          </p:cNvPr>
          <p:cNvSpPr>
            <a:spLocks noGrp="1"/>
          </p:cNvSpPr>
          <p:nvPr>
            <p:ph type="body" sz="quarter" idx="13"/>
          </p:nvPr>
        </p:nvSpPr>
        <p:spPr>
          <a:xfrm>
            <a:off x="1709322" y="6513978"/>
            <a:ext cx="9307048" cy="292200"/>
          </a:xfrm>
        </p:spPr>
        <p:txBody>
          <a:bodyPr/>
          <a:lstStyle/>
          <a:p>
            <a:r>
              <a:rPr lang="en-US" altLang="zh-CN" sz="1000"/>
              <a:t>FSS: first subject screened; LSS: last subject screened; FSGS: focal segmental glomerulosclerosis; TRPC6i: transient receptor potential channel 6 inhibitor </a:t>
            </a:r>
            <a:endParaRPr lang="zh-CN" altLang="en-US" sz="1000"/>
          </a:p>
        </p:txBody>
      </p:sp>
    </p:spTree>
    <p:custDataLst>
      <p:tags r:id="rId1"/>
    </p:custDataLst>
    <p:extLst>
      <p:ext uri="{BB962C8B-B14F-4D97-AF65-F5344CB8AC3E}">
        <p14:creationId xmlns:p14="http://schemas.microsoft.com/office/powerpoint/2010/main" val="3394761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D5CABB-6304-A308-B533-4ECFF8E32956}"/>
              </a:ext>
            </a:extLst>
          </p:cNvPr>
          <p:cNvSpPr>
            <a:spLocks noGrp="1"/>
          </p:cNvSpPr>
          <p:nvPr>
            <p:ph type="title"/>
          </p:nvPr>
        </p:nvSpPr>
        <p:spPr/>
        <p:txBody>
          <a:bodyPr/>
          <a:lstStyle/>
          <a:p>
            <a:r>
              <a:rPr lang="de-DE" err="1"/>
              <a:t>Current</a:t>
            </a:r>
            <a:r>
              <a:rPr lang="de-DE"/>
              <a:t> trial design </a:t>
            </a:r>
            <a:r>
              <a:rPr lang="de-DE" u="sng" err="1"/>
              <a:t>prior</a:t>
            </a:r>
            <a:r>
              <a:rPr lang="de-DE" u="sng"/>
              <a:t> </a:t>
            </a:r>
            <a:r>
              <a:rPr lang="de-DE" u="sng" err="1"/>
              <a:t>to</a:t>
            </a:r>
            <a:r>
              <a:rPr lang="de-DE" u="sng"/>
              <a:t> </a:t>
            </a:r>
            <a:r>
              <a:rPr lang="de-DE"/>
              <a:t>potential </a:t>
            </a:r>
            <a:r>
              <a:rPr lang="de-DE" err="1"/>
              <a:t>new</a:t>
            </a:r>
            <a:r>
              <a:rPr lang="de-DE"/>
              <a:t> design </a:t>
            </a:r>
            <a:r>
              <a:rPr lang="de-DE" err="1"/>
              <a:t>elements</a:t>
            </a:r>
            <a:endParaRPr lang="de-DE"/>
          </a:p>
        </p:txBody>
      </p:sp>
      <p:sp>
        <p:nvSpPr>
          <p:cNvPr id="5" name="Foliennummernplatzhalter 4">
            <a:extLst>
              <a:ext uri="{FF2B5EF4-FFF2-40B4-BE49-F238E27FC236}">
                <a16:creationId xmlns:a16="http://schemas.microsoft.com/office/drawing/2014/main" id="{BBEE713C-E5EB-512B-53B5-6531081206EE}"/>
              </a:ext>
            </a:extLst>
          </p:cNvPr>
          <p:cNvSpPr>
            <a:spLocks noGrp="1"/>
          </p:cNvSpPr>
          <p:nvPr>
            <p:ph type="sldNum" sz="quarter" idx="11"/>
          </p:nvPr>
        </p:nvSpPr>
        <p:spPr>
          <a:xfrm>
            <a:off x="11424592" y="6234214"/>
            <a:ext cx="288000" cy="327517"/>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Fußzeilenplatzhalter 4">
            <a:extLst>
              <a:ext uri="{FF2B5EF4-FFF2-40B4-BE49-F238E27FC236}">
                <a16:creationId xmlns:a16="http://schemas.microsoft.com/office/drawing/2014/main" id="{896EA3B7-BE2F-7F80-D906-324EB99B7019}"/>
              </a:ext>
            </a:extLst>
          </p:cNvPr>
          <p:cNvSpPr txBox="1">
            <a:spLocks/>
          </p:cNvSpPr>
          <p:nvPr/>
        </p:nvSpPr>
        <p:spPr>
          <a:xfrm>
            <a:off x="7023382" y="6541011"/>
            <a:ext cx="5040560" cy="28800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TRPC6i in </a:t>
            </a:r>
            <a:r>
              <a:rPr kumimoji="0" lang="en-US" sz="800" b="0" i="0" u="none" strike="noStrike" kern="1200" cap="none" spc="0" normalizeH="0" baseline="0" noProof="0" err="1">
                <a:ln>
                  <a:noFill/>
                </a:ln>
                <a:solidFill>
                  <a:srgbClr val="08312A"/>
                </a:solidFill>
                <a:effectLst/>
                <a:uLnTx/>
                <a:uFillTx/>
                <a:latin typeface="Boehringer Forward Text"/>
                <a:ea typeface="+mn-ea"/>
                <a:cs typeface="+mn-cs"/>
              </a:rPr>
              <a:t>pFSGS</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    CONFIDENTIAL</a:t>
            </a:r>
          </a:p>
        </p:txBody>
      </p:sp>
      <p:cxnSp>
        <p:nvCxnSpPr>
          <p:cNvPr id="10" name="Gerader Verbinder 9">
            <a:extLst>
              <a:ext uri="{FF2B5EF4-FFF2-40B4-BE49-F238E27FC236}">
                <a16:creationId xmlns:a16="http://schemas.microsoft.com/office/drawing/2014/main" id="{5B4BB80A-82ED-8920-D070-5E4EF2670B9B}"/>
              </a:ext>
            </a:extLst>
          </p:cNvPr>
          <p:cNvCxnSpPr>
            <a:cxnSpLocks/>
          </p:cNvCxnSpPr>
          <p:nvPr/>
        </p:nvCxnSpPr>
        <p:spPr bwMode="gray">
          <a:xfrm>
            <a:off x="132185" y="2866197"/>
            <a:ext cx="11938075" cy="115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BEB0EA2D-E054-87C7-CD29-9D687E8EC993}"/>
              </a:ext>
            </a:extLst>
          </p:cNvPr>
          <p:cNvCxnSpPr>
            <a:cxnSpLocks/>
          </p:cNvCxnSpPr>
          <p:nvPr/>
        </p:nvCxnSpPr>
        <p:spPr bwMode="gray">
          <a:xfrm>
            <a:off x="465305" y="2845588"/>
            <a:ext cx="0" cy="23749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CED6C2F8-5352-7141-E74A-9B645E60924B}"/>
              </a:ext>
            </a:extLst>
          </p:cNvPr>
          <p:cNvCxnSpPr>
            <a:cxnSpLocks/>
          </p:cNvCxnSpPr>
          <p:nvPr/>
        </p:nvCxnSpPr>
        <p:spPr bwMode="gray">
          <a:xfrm flipH="1">
            <a:off x="1965063" y="2834287"/>
            <a:ext cx="893" cy="25662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0D74E4F8-2ADC-DA97-717E-2FF0116BF26A}"/>
              </a:ext>
            </a:extLst>
          </p:cNvPr>
          <p:cNvCxnSpPr/>
          <p:nvPr/>
        </p:nvCxnSpPr>
        <p:spPr bwMode="gray">
          <a:xfrm>
            <a:off x="11819377" y="2694167"/>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D9AAEFDF-412C-AF94-BF9E-249C572C2A5B}"/>
              </a:ext>
            </a:extLst>
          </p:cNvPr>
          <p:cNvSpPr txBox="1"/>
          <p:nvPr/>
        </p:nvSpPr>
        <p:spPr bwMode="gray">
          <a:xfrm>
            <a:off x="168368" y="3059002"/>
            <a:ext cx="612347" cy="412870"/>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Screening</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week</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-4)</a:t>
            </a:r>
          </a:p>
        </p:txBody>
      </p:sp>
      <p:sp>
        <p:nvSpPr>
          <p:cNvPr id="15" name="Textfeld 14">
            <a:extLst>
              <a:ext uri="{FF2B5EF4-FFF2-40B4-BE49-F238E27FC236}">
                <a16:creationId xmlns:a16="http://schemas.microsoft.com/office/drawing/2014/main" id="{23F39D79-C3EE-764C-6B7F-72F84332A46A}"/>
              </a:ext>
            </a:extLst>
          </p:cNvPr>
          <p:cNvSpPr txBox="1"/>
          <p:nvPr/>
        </p:nvSpPr>
        <p:spPr bwMode="gray">
          <a:xfrm>
            <a:off x="1520321" y="3059002"/>
            <a:ext cx="891270" cy="412870"/>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Randomization</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(Day 1)</a:t>
            </a:r>
          </a:p>
        </p:txBody>
      </p:sp>
      <p:sp>
        <p:nvSpPr>
          <p:cNvPr id="16" name="Rechteck: abgerundete Ecken 15">
            <a:extLst>
              <a:ext uri="{FF2B5EF4-FFF2-40B4-BE49-F238E27FC236}">
                <a16:creationId xmlns:a16="http://schemas.microsoft.com/office/drawing/2014/main" id="{26FE82D3-73C2-75EB-D04E-4D6F4B832135}"/>
              </a:ext>
            </a:extLst>
          </p:cNvPr>
          <p:cNvSpPr/>
          <p:nvPr/>
        </p:nvSpPr>
        <p:spPr bwMode="gray">
          <a:xfrm>
            <a:off x="1948335" y="1824963"/>
            <a:ext cx="8920255" cy="645203"/>
          </a:xfrm>
          <a:prstGeom prst="roundRect">
            <a:avLst/>
          </a:prstGeom>
          <a:solidFill>
            <a:schemeClr val="bg1">
              <a:lumMod val="85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a:ln>
                  <a:noFill/>
                </a:ln>
                <a:solidFill>
                  <a:prstClr val="black"/>
                </a:solidFill>
                <a:effectLst/>
                <a:uLnTx/>
                <a:uFillTx/>
                <a:latin typeface="Boehringer Forward Text"/>
                <a:ea typeface="+mn-ea"/>
                <a:cs typeface="+mn-cs"/>
              </a:rPr>
              <a:t>Matching Placebo once daily on top of SoC* (n=143)</a:t>
            </a:r>
          </a:p>
        </p:txBody>
      </p:sp>
      <p:cxnSp>
        <p:nvCxnSpPr>
          <p:cNvPr id="17" name="Verbinder: gewinkelt 16">
            <a:extLst>
              <a:ext uri="{FF2B5EF4-FFF2-40B4-BE49-F238E27FC236}">
                <a16:creationId xmlns:a16="http://schemas.microsoft.com/office/drawing/2014/main" id="{4B95A3BC-0317-428A-7106-47C3CC070E96}"/>
              </a:ext>
            </a:extLst>
          </p:cNvPr>
          <p:cNvCxnSpPr>
            <a:cxnSpLocks/>
            <a:endCxn id="16" idx="1"/>
          </p:cNvCxnSpPr>
          <p:nvPr/>
        </p:nvCxnSpPr>
        <p:spPr bwMode="gray">
          <a:xfrm>
            <a:off x="1266243" y="1763841"/>
            <a:ext cx="682092" cy="383724"/>
          </a:xfrm>
          <a:prstGeom prst="bent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Verbinder: gewinkelt 17">
            <a:extLst>
              <a:ext uri="{FF2B5EF4-FFF2-40B4-BE49-F238E27FC236}">
                <a16:creationId xmlns:a16="http://schemas.microsoft.com/office/drawing/2014/main" id="{72683A5A-8154-166D-E0B5-4650A8AD26DB}"/>
              </a:ext>
            </a:extLst>
          </p:cNvPr>
          <p:cNvCxnSpPr>
            <a:cxnSpLocks/>
          </p:cNvCxnSpPr>
          <p:nvPr/>
        </p:nvCxnSpPr>
        <p:spPr bwMode="gray">
          <a:xfrm flipV="1">
            <a:off x="1266243" y="1458156"/>
            <a:ext cx="682093" cy="318414"/>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Ellipse 18">
            <a:extLst>
              <a:ext uri="{FF2B5EF4-FFF2-40B4-BE49-F238E27FC236}">
                <a16:creationId xmlns:a16="http://schemas.microsoft.com/office/drawing/2014/main" id="{E0CCC0D4-7F12-9889-4411-7B4CC594D6F3}"/>
              </a:ext>
            </a:extLst>
          </p:cNvPr>
          <p:cNvSpPr/>
          <p:nvPr/>
        </p:nvSpPr>
        <p:spPr bwMode="gray">
          <a:xfrm>
            <a:off x="1338676" y="1582389"/>
            <a:ext cx="542357" cy="394288"/>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533" b="0" i="0" u="none" strike="noStrike" kern="1200" cap="none" spc="0" normalizeH="0" baseline="0" noProof="0">
                <a:ln>
                  <a:noFill/>
                </a:ln>
                <a:solidFill>
                  <a:prstClr val="black"/>
                </a:solidFill>
                <a:effectLst/>
                <a:uLnTx/>
                <a:uFillTx/>
                <a:latin typeface="Boehringer Forward Text"/>
                <a:ea typeface="+mn-ea"/>
                <a:cs typeface="+mn-cs"/>
              </a:rPr>
              <a:t>1:1</a:t>
            </a:r>
          </a:p>
        </p:txBody>
      </p:sp>
      <p:sp>
        <p:nvSpPr>
          <p:cNvPr id="20" name="Textfeld 19">
            <a:extLst>
              <a:ext uri="{FF2B5EF4-FFF2-40B4-BE49-F238E27FC236}">
                <a16:creationId xmlns:a16="http://schemas.microsoft.com/office/drawing/2014/main" id="{593799A4-A1C3-FC1B-B269-F625E7D963FD}"/>
              </a:ext>
            </a:extLst>
          </p:cNvPr>
          <p:cNvSpPr txBox="1"/>
          <p:nvPr/>
        </p:nvSpPr>
        <p:spPr bwMode="gray">
          <a:xfrm>
            <a:off x="704485" y="2661325"/>
            <a:ext cx="947045" cy="197426"/>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Up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to</a:t>
            </a: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 4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endParaRPr>
          </a:p>
        </p:txBody>
      </p:sp>
      <p:sp>
        <p:nvSpPr>
          <p:cNvPr id="24" name="Textfeld 23">
            <a:extLst>
              <a:ext uri="{FF2B5EF4-FFF2-40B4-BE49-F238E27FC236}">
                <a16:creationId xmlns:a16="http://schemas.microsoft.com/office/drawing/2014/main" id="{A35C18C6-8D75-E3AF-A51D-5A447DA997BE}"/>
              </a:ext>
            </a:extLst>
          </p:cNvPr>
          <p:cNvSpPr txBox="1"/>
          <p:nvPr/>
        </p:nvSpPr>
        <p:spPr bwMode="gray">
          <a:xfrm>
            <a:off x="11114532" y="2620786"/>
            <a:ext cx="506549"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4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endParaRPr>
          </a:p>
        </p:txBody>
      </p:sp>
      <p:sp>
        <p:nvSpPr>
          <p:cNvPr id="26" name="Rechteck: abgerundete Ecken 25">
            <a:extLst>
              <a:ext uri="{FF2B5EF4-FFF2-40B4-BE49-F238E27FC236}">
                <a16:creationId xmlns:a16="http://schemas.microsoft.com/office/drawing/2014/main" id="{7ED3810C-C964-3B87-28C8-7D45BC0AFD64}"/>
              </a:ext>
            </a:extLst>
          </p:cNvPr>
          <p:cNvSpPr/>
          <p:nvPr/>
        </p:nvSpPr>
        <p:spPr bwMode="gray">
          <a:xfrm>
            <a:off x="132944" y="4766272"/>
            <a:ext cx="6390240" cy="1801635"/>
          </a:xfrm>
          <a:prstGeom prst="roundRect">
            <a:avLst/>
          </a:prstGeom>
          <a:solidFill>
            <a:srgbClr val="F6F5F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Inclusion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C</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≥12 years and 40 kg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eGFR ≥25 ml/min/1.73m</a:t>
            </a:r>
            <a:r>
              <a:rPr kumimoji="0" lang="en-US" sz="1000" b="0" i="0" u="none" strike="noStrike" kern="1200" cap="none" spc="0" normalizeH="0" baseline="30000" noProof="0">
                <a:ln>
                  <a:noFill/>
                </a:ln>
                <a:solidFill>
                  <a:prstClr val="black"/>
                </a:solidFill>
                <a:effectLst/>
                <a:uLnTx/>
                <a:uFillTx/>
                <a:latin typeface="Boehringer Forward Text"/>
                <a:ea typeface="+mn-ea"/>
                <a:cs typeface="+mn-cs"/>
              </a:rPr>
              <a:t>2</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&gt;1,500 mg/g </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d</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iagnosis</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of</a:t>
            </a:r>
          </a:p>
          <a:p>
            <a:pPr marL="448945" marR="0" lvl="1" indent="-16954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Biopsy-proven primary FSGS </a:t>
            </a:r>
            <a:r>
              <a:rPr kumimoji="0" lang="en-US" sz="1000" b="1" i="0" u="none" strike="noStrike" kern="1200" cap="none" spc="0" normalizeH="0" baseline="0" noProof="0">
                <a:ln>
                  <a:noFill/>
                </a:ln>
                <a:solidFill>
                  <a:prstClr val="black"/>
                </a:solidFill>
                <a:effectLst/>
                <a:uLnTx/>
                <a:uFillTx/>
                <a:latin typeface="Boehringer Forward Text"/>
                <a:ea typeface="+mn-ea"/>
                <a:cs typeface="+mn-cs"/>
              </a:rPr>
              <a:t>OR</a:t>
            </a:r>
          </a:p>
          <a:p>
            <a:pPr marL="448945" marR="0" lvl="1" indent="-16954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FSGS related to a mutation in the TRPC6 gene </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Optimized/maximally tolerated RAASi, SGLT2i, MRA, ERA, GLP1Ra for ≥8 weeks prior to screening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oral immunosuppressives on stable dose for ≥12 weeks prior to screening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patients on oral glucocorticoids have to be at a dose ≤10 mg/d prednisolone (or equivalent) 4 week prior to screening</a:t>
            </a:r>
          </a:p>
        </p:txBody>
      </p:sp>
      <p:sp>
        <p:nvSpPr>
          <p:cNvPr id="27" name="Rechteck: abgerundete Ecken 26">
            <a:extLst>
              <a:ext uri="{FF2B5EF4-FFF2-40B4-BE49-F238E27FC236}">
                <a16:creationId xmlns:a16="http://schemas.microsoft.com/office/drawing/2014/main" id="{622091F6-AD40-1DCA-E572-3A317DF53D20}"/>
              </a:ext>
            </a:extLst>
          </p:cNvPr>
          <p:cNvSpPr/>
          <p:nvPr/>
        </p:nvSpPr>
        <p:spPr bwMode="gray">
          <a:xfrm>
            <a:off x="6595441" y="4795029"/>
            <a:ext cx="5463615" cy="1764024"/>
          </a:xfrm>
          <a:prstGeom prst="roundRect">
            <a:avLst/>
          </a:prstGeom>
          <a:solidFill>
            <a:srgbClr val="F6F5F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Exclusion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C</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1219080" rtl="0" eaLnBrk="1" fontAlgn="auto" latinLnBrk="0" hangingPunct="1">
              <a:lnSpc>
                <a:spcPct val="140000"/>
              </a:lnSpc>
              <a:spcBef>
                <a:spcPts val="0"/>
              </a:spcBef>
              <a:spcAft>
                <a:spcPts val="0"/>
              </a:spcAft>
              <a:buClrTx/>
              <a:buSzTx/>
              <a:buFontTx/>
              <a:buNone/>
              <a:tabLst/>
              <a:defRPr/>
            </a:pP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Known </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mongenic</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or syndromic causes of FSGS (except TRPC6 gene mutation)</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R</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apid</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progressive kidney disease as measured by eGFR loss ≥ 50% over a period of 3 months prior to Screening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History of kidney transplant or planned kidney transplant </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Clinical or histological evidence of secondary FSGS</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i.v.</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immunosuppressive treatment ≤6 months prior to screening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Glucocorticoid naïve patients or re-exposure to high dose due to disease relapse (if Glucocorticoids and indicated and tolerated)</a:t>
            </a:r>
          </a:p>
        </p:txBody>
      </p:sp>
      <p:sp>
        <p:nvSpPr>
          <p:cNvPr id="28" name="Geschweifte Klammer rechts 27">
            <a:extLst>
              <a:ext uri="{FF2B5EF4-FFF2-40B4-BE49-F238E27FC236}">
                <a16:creationId xmlns:a16="http://schemas.microsoft.com/office/drawing/2014/main" id="{CD2A44AF-949F-DCF4-56EF-B9FCA1A11B04}"/>
              </a:ext>
            </a:extLst>
          </p:cNvPr>
          <p:cNvSpPr/>
          <p:nvPr/>
        </p:nvSpPr>
        <p:spPr bwMode="gray">
          <a:xfrm>
            <a:off x="10870559" y="1495150"/>
            <a:ext cx="143329" cy="556285"/>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ysClr val="windowText" lastClr="000000"/>
              </a:solidFill>
              <a:effectLst/>
              <a:uLnTx/>
              <a:uFillTx/>
              <a:latin typeface="Boehringer Forward Text"/>
              <a:ea typeface="+mn-ea"/>
              <a:cs typeface="+mn-cs"/>
            </a:endParaRPr>
          </a:p>
        </p:txBody>
      </p:sp>
      <p:sp>
        <p:nvSpPr>
          <p:cNvPr id="29" name="Rectangle: Rounded Corners 8">
            <a:extLst>
              <a:ext uri="{FF2B5EF4-FFF2-40B4-BE49-F238E27FC236}">
                <a16:creationId xmlns:a16="http://schemas.microsoft.com/office/drawing/2014/main" id="{7A412E20-C1D6-BEF8-D0BF-1D25BEC447E5}"/>
              </a:ext>
            </a:extLst>
          </p:cNvPr>
          <p:cNvSpPr>
            <a:spLocks/>
          </p:cNvSpPr>
          <p:nvPr/>
        </p:nvSpPr>
        <p:spPr bwMode="gray">
          <a:xfrm>
            <a:off x="232714" y="1121023"/>
            <a:ext cx="1029215" cy="1380305"/>
          </a:xfrm>
          <a:prstGeom prst="roundRect">
            <a:avLst>
              <a:gd name="adj" fmla="val 6904"/>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 name="TextBox 9">
            <a:extLst>
              <a:ext uri="{FF2B5EF4-FFF2-40B4-BE49-F238E27FC236}">
                <a16:creationId xmlns:a16="http://schemas.microsoft.com/office/drawing/2014/main" id="{F670EB55-42DF-738A-A0A2-E4DF1B78C5BD}"/>
              </a:ext>
            </a:extLst>
          </p:cNvPr>
          <p:cNvSpPr txBox="1"/>
          <p:nvPr/>
        </p:nvSpPr>
        <p:spPr bwMode="gray">
          <a:xfrm>
            <a:off x="332509" y="1581451"/>
            <a:ext cx="832562" cy="369332"/>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Screening Period</a:t>
            </a: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Rounded Corners 10">
            <a:extLst>
              <a:ext uri="{FF2B5EF4-FFF2-40B4-BE49-F238E27FC236}">
                <a16:creationId xmlns:a16="http://schemas.microsoft.com/office/drawing/2014/main" id="{6F6854C7-0C27-529E-44B6-20FB52949E7B}"/>
              </a:ext>
            </a:extLst>
          </p:cNvPr>
          <p:cNvSpPr/>
          <p:nvPr/>
        </p:nvSpPr>
        <p:spPr bwMode="gray">
          <a:xfrm>
            <a:off x="11018889" y="1121024"/>
            <a:ext cx="775149" cy="1389863"/>
          </a:xfrm>
          <a:prstGeom prst="roundRect">
            <a:avLst>
              <a:gd name="adj" fmla="val 5000"/>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TextBox 11">
            <a:extLst>
              <a:ext uri="{FF2B5EF4-FFF2-40B4-BE49-F238E27FC236}">
                <a16:creationId xmlns:a16="http://schemas.microsoft.com/office/drawing/2014/main" id="{8055B521-D666-6F33-5247-D60BE6038EB1}"/>
              </a:ext>
            </a:extLst>
          </p:cNvPr>
          <p:cNvSpPr txBox="1"/>
          <p:nvPr/>
        </p:nvSpPr>
        <p:spPr bwMode="gray">
          <a:xfrm>
            <a:off x="11046000" y="1591456"/>
            <a:ext cx="734647" cy="369332"/>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Follow-up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Period</a:t>
            </a:r>
          </a:p>
        </p:txBody>
      </p:sp>
      <p:sp>
        <p:nvSpPr>
          <p:cNvPr id="33" name="Rechteck: abgerundete Ecken 39">
            <a:extLst>
              <a:ext uri="{FF2B5EF4-FFF2-40B4-BE49-F238E27FC236}">
                <a16:creationId xmlns:a16="http://schemas.microsoft.com/office/drawing/2014/main" id="{EC856A6E-C0DB-F46C-DE04-EA6A70A17D3D}"/>
              </a:ext>
            </a:extLst>
          </p:cNvPr>
          <p:cNvSpPr/>
          <p:nvPr/>
        </p:nvSpPr>
        <p:spPr bwMode="gray">
          <a:xfrm>
            <a:off x="1948335" y="1096364"/>
            <a:ext cx="8920255" cy="656783"/>
          </a:xfrm>
          <a:prstGeom prst="roundRect">
            <a:avLst/>
          </a:prstGeom>
          <a:solidFill>
            <a:srgbClr val="00723E"/>
          </a:solidFill>
          <a:ln w="63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a:ln>
                  <a:noFill/>
                </a:ln>
                <a:solidFill>
                  <a:prstClr val="white"/>
                </a:solidFill>
                <a:effectLst/>
                <a:uLnTx/>
                <a:uFillTx/>
                <a:latin typeface="Boehringer Forward Text"/>
                <a:ea typeface="+mn-ea"/>
                <a:cs typeface="+mn-cs"/>
              </a:rPr>
              <a:t>BI764198 20 mg once daily on top of SoC* (n=143)</a:t>
            </a:r>
          </a:p>
        </p:txBody>
      </p:sp>
      <p:sp>
        <p:nvSpPr>
          <p:cNvPr id="36" name="Textfeld 35">
            <a:extLst>
              <a:ext uri="{FF2B5EF4-FFF2-40B4-BE49-F238E27FC236}">
                <a16:creationId xmlns:a16="http://schemas.microsoft.com/office/drawing/2014/main" id="{A58D9AF2-0593-4663-64FC-574F7F7F176D}"/>
              </a:ext>
            </a:extLst>
          </p:cNvPr>
          <p:cNvSpPr txBox="1"/>
          <p:nvPr/>
        </p:nvSpPr>
        <p:spPr bwMode="gray">
          <a:xfrm>
            <a:off x="5871574" y="2637609"/>
            <a:ext cx="666849"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104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30000" noProof="0">
              <a:ln>
                <a:noFill/>
              </a:ln>
              <a:solidFill>
                <a:srgbClr val="C5C3EE">
                  <a:lumMod val="50000"/>
                </a:srgbClr>
              </a:solidFill>
              <a:effectLst/>
              <a:uLnTx/>
              <a:uFillTx/>
              <a:latin typeface="Boehringer Forward Text"/>
              <a:ea typeface="+mn-ea"/>
              <a:cs typeface="+mn-cs"/>
            </a:endParaRPr>
          </a:p>
        </p:txBody>
      </p:sp>
      <p:sp>
        <p:nvSpPr>
          <p:cNvPr id="39" name="Rechteck: abgerundete Ecken 38">
            <a:extLst>
              <a:ext uri="{FF2B5EF4-FFF2-40B4-BE49-F238E27FC236}">
                <a16:creationId xmlns:a16="http://schemas.microsoft.com/office/drawing/2014/main" id="{203E8DB3-4A97-E699-9635-19FE18FCA2F4}"/>
              </a:ext>
            </a:extLst>
          </p:cNvPr>
          <p:cNvSpPr/>
          <p:nvPr/>
        </p:nvSpPr>
        <p:spPr bwMode="gray">
          <a:xfrm>
            <a:off x="215570" y="3610435"/>
            <a:ext cx="3199983" cy="1151874"/>
          </a:xfrm>
          <a:prstGeom prst="roundRect">
            <a:avLst/>
          </a:prstGeom>
          <a:solidFill>
            <a:srgbClr val="F6F5F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Percentage change in 24-hour urinary protein-to-creatinine ratio (UPCR, measured in g/g) from baseline to Week 104 </a:t>
            </a:r>
          </a:p>
        </p:txBody>
      </p:sp>
      <p:sp>
        <p:nvSpPr>
          <p:cNvPr id="41" name="Textfeld 40">
            <a:extLst>
              <a:ext uri="{FF2B5EF4-FFF2-40B4-BE49-F238E27FC236}">
                <a16:creationId xmlns:a16="http://schemas.microsoft.com/office/drawing/2014/main" id="{F1883C73-24C8-FDD9-3E5A-AE0EE76C9718}"/>
              </a:ext>
            </a:extLst>
          </p:cNvPr>
          <p:cNvSpPr txBox="1"/>
          <p:nvPr/>
        </p:nvSpPr>
        <p:spPr bwMode="gray">
          <a:xfrm>
            <a:off x="5798191" y="3078493"/>
            <a:ext cx="633187" cy="412870"/>
          </a:xfrm>
          <a:prstGeom prst="rect">
            <a:avLst/>
          </a:prstGeom>
          <a:noFill/>
        </p:spPr>
        <p:txBody>
          <a:bodyPr wrap="non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Visit</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8</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(Week 52)</a:t>
            </a:r>
          </a:p>
        </p:txBody>
      </p:sp>
      <p:sp>
        <p:nvSpPr>
          <p:cNvPr id="43" name="Textfeld 42">
            <a:extLst>
              <a:ext uri="{FF2B5EF4-FFF2-40B4-BE49-F238E27FC236}">
                <a16:creationId xmlns:a16="http://schemas.microsoft.com/office/drawing/2014/main" id="{E7998AD1-F831-F957-F844-6403866ED84F}"/>
              </a:ext>
            </a:extLst>
          </p:cNvPr>
          <p:cNvSpPr txBox="1"/>
          <p:nvPr/>
        </p:nvSpPr>
        <p:spPr bwMode="gray">
          <a:xfrm>
            <a:off x="10080276" y="3059002"/>
            <a:ext cx="1038746" cy="412870"/>
          </a:xfrm>
          <a:prstGeom prst="rect">
            <a:avLst/>
          </a:prstGeom>
          <a:noFill/>
        </p:spPr>
        <p:txBody>
          <a:bodyPr wrap="non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Treatment</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(Week 104)</a:t>
            </a:r>
          </a:p>
        </p:txBody>
      </p:sp>
      <p:cxnSp>
        <p:nvCxnSpPr>
          <p:cNvPr id="47" name="Gerader Verbinder 46">
            <a:extLst>
              <a:ext uri="{FF2B5EF4-FFF2-40B4-BE49-F238E27FC236}">
                <a16:creationId xmlns:a16="http://schemas.microsoft.com/office/drawing/2014/main" id="{67DD7F90-3260-19E6-35E9-8CE73674DC27}"/>
              </a:ext>
            </a:extLst>
          </p:cNvPr>
          <p:cNvCxnSpPr>
            <a:cxnSpLocks/>
          </p:cNvCxnSpPr>
          <p:nvPr/>
        </p:nvCxnSpPr>
        <p:spPr bwMode="gray">
          <a:xfrm flipH="1">
            <a:off x="6115721" y="2845948"/>
            <a:ext cx="893" cy="23329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C4D4D56B-722D-4D57-DF27-6A6F7BBEA284}"/>
              </a:ext>
            </a:extLst>
          </p:cNvPr>
          <p:cNvCxnSpPr>
            <a:cxnSpLocks/>
          </p:cNvCxnSpPr>
          <p:nvPr/>
        </p:nvCxnSpPr>
        <p:spPr bwMode="gray">
          <a:xfrm flipH="1">
            <a:off x="10851299" y="2837223"/>
            <a:ext cx="893" cy="23329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feld 48">
            <a:extLst>
              <a:ext uri="{FF2B5EF4-FFF2-40B4-BE49-F238E27FC236}">
                <a16:creationId xmlns:a16="http://schemas.microsoft.com/office/drawing/2014/main" id="{4DDD88A5-71BF-C928-75A2-E493F498E67A}"/>
              </a:ext>
            </a:extLst>
          </p:cNvPr>
          <p:cNvSpPr txBox="1"/>
          <p:nvPr/>
        </p:nvSpPr>
        <p:spPr bwMode="gray">
          <a:xfrm>
            <a:off x="11372141" y="3067855"/>
            <a:ext cx="756618" cy="412870"/>
          </a:xfrm>
          <a:prstGeom prst="rect">
            <a:avLst/>
          </a:prstGeom>
          <a:noFill/>
        </p:spPr>
        <p:txBody>
          <a:bodyPr wrap="non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Study</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(Week 108)</a:t>
            </a:r>
          </a:p>
        </p:txBody>
      </p:sp>
      <p:sp>
        <p:nvSpPr>
          <p:cNvPr id="50" name="Rechteck: abgerundete Ecken 49">
            <a:extLst>
              <a:ext uri="{FF2B5EF4-FFF2-40B4-BE49-F238E27FC236}">
                <a16:creationId xmlns:a16="http://schemas.microsoft.com/office/drawing/2014/main" id="{C03F47A6-D208-0045-BB5E-FC5C307CEA34}"/>
              </a:ext>
            </a:extLst>
          </p:cNvPr>
          <p:cNvSpPr/>
          <p:nvPr/>
        </p:nvSpPr>
        <p:spPr bwMode="gray">
          <a:xfrm>
            <a:off x="3518915" y="3615047"/>
            <a:ext cx="3026930" cy="1148866"/>
          </a:xfrm>
          <a:prstGeom prst="roundRect">
            <a:avLst/>
          </a:prstGeom>
          <a:solidFill>
            <a:srgbClr val="F6F5F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2</a:t>
            </a:r>
            <a:r>
              <a:rPr kumimoji="0" lang="de-DE" sz="1200" b="1" i="0" u="none" strike="noStrike" kern="1200" cap="none" spc="0" normalizeH="0" baseline="30000" noProof="0">
                <a:ln>
                  <a:noFill/>
                </a:ln>
                <a:solidFill>
                  <a:prstClr val="black"/>
                </a:solidFill>
                <a:effectLst/>
                <a:uLnTx/>
                <a:uFillTx/>
                <a:latin typeface="Boehringer Forward Text"/>
                <a:ea typeface="+mn-ea"/>
                <a:cs typeface="+mn-cs"/>
              </a:rPr>
              <a:t>ary</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Family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Change in eGFR</a:t>
            </a:r>
            <a:r>
              <a:rPr kumimoji="0" lang="en-US" sz="1000" b="0" i="0" u="none" strike="noStrike" kern="1200" cap="none" spc="0" normalizeH="0" baseline="-25000" noProof="0">
                <a:ln>
                  <a:noFill/>
                </a:ln>
                <a:solidFill>
                  <a:prstClr val="black"/>
                </a:solidFill>
                <a:effectLst/>
                <a:uLnTx/>
                <a:uFillTx/>
                <a:latin typeface="Boehringer Forward Text"/>
                <a:ea typeface="+mn-ea"/>
                <a:cs typeface="+mn-cs"/>
              </a:rPr>
              <a:t>cys</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measured in ml/min/1.73m² from baseline to Week 104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Treatment response, defined as 24-hr UPCR &lt;1.0 g/g at Week 104</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1" name="Rechteck: abgerundete Ecken 50">
            <a:extLst>
              <a:ext uri="{FF2B5EF4-FFF2-40B4-BE49-F238E27FC236}">
                <a16:creationId xmlns:a16="http://schemas.microsoft.com/office/drawing/2014/main" id="{492B6C9F-990A-5642-9C15-7699C8A22AE2}"/>
              </a:ext>
            </a:extLst>
          </p:cNvPr>
          <p:cNvSpPr/>
          <p:nvPr/>
        </p:nvSpPr>
        <p:spPr bwMode="gray">
          <a:xfrm>
            <a:off x="6649208" y="3615046"/>
            <a:ext cx="5314450" cy="1151873"/>
          </a:xfrm>
          <a:prstGeom prst="roundRect">
            <a:avLst/>
          </a:prstGeom>
          <a:solidFill>
            <a:srgbClr val="F6F5F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Other 2</a:t>
            </a:r>
            <a:r>
              <a:rPr kumimoji="0" lang="de-DE" sz="1200" b="1" i="0" u="none" strike="noStrike" kern="1200" cap="none" spc="0" normalizeH="0" baseline="30000" noProof="0">
                <a:ln>
                  <a:noFill/>
                </a:ln>
                <a:solidFill>
                  <a:prstClr val="black"/>
                </a:solidFill>
                <a:effectLst/>
                <a:uLnTx/>
                <a:uFillTx/>
                <a:latin typeface="Boehringer Forward Text"/>
                <a:ea typeface="+mn-ea"/>
                <a:cs typeface="+mn-cs"/>
              </a:rPr>
              <a:t>ary</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Endpoints (all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measured</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wk</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104)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treatment response, defined as 24-hr UPCR &lt;1.0 g/g and </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eGFRcys</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≥85%  and no treatment failure d</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uring</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trial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complete remission, defined as 24-hr UPCR &lt;0.3 g/g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hange</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from baseline across Clinical Outcome Assessment (COA) KDQOL-36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Change from baseline across disease-specific COA NS-SIM-PRO at</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0114766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LSHAPE_TB_00000000000000000000000000000000_LeftEndCaps" hidden="1">
            <a:extLst>
              <a:ext uri="{FF2B5EF4-FFF2-40B4-BE49-F238E27FC236}">
                <a16:creationId xmlns:a16="http://schemas.microsoft.com/office/drawing/2014/main" id="{031F092A-DE16-C4E2-1FA9-AE32778CCA72}"/>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83" name="OTLSHAPE_SL2A_cd2308d02d6944d182b1a3169f4604c5_BackgroundRectangle" hidden="1">
            <a:extLst>
              <a:ext uri="{FF2B5EF4-FFF2-40B4-BE49-F238E27FC236}">
                <a16:creationId xmlns:a16="http://schemas.microsoft.com/office/drawing/2014/main" id="{5ED40BCB-C22C-BFC6-ABDC-899E0FB68B10}"/>
              </a:ext>
            </a:extLst>
          </p:cNvPr>
          <p:cNvSpPr/>
          <p:nvPr>
            <p:custDataLst>
              <p:tags r:id="rId3"/>
            </p:custDataLst>
          </p:nvPr>
        </p:nvSpPr>
        <p:spPr>
          <a:xfrm>
            <a:off x="1930400" y="2248455"/>
            <a:ext cx="9423400" cy="1024805"/>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OTLSHAPE_SL2A_cd2308d02d6944d182b1a3169f4604c5_HeaderRectangle" hidden="1">
            <a:extLst>
              <a:ext uri="{FF2B5EF4-FFF2-40B4-BE49-F238E27FC236}">
                <a16:creationId xmlns:a16="http://schemas.microsoft.com/office/drawing/2014/main" id="{DAA2D747-0D90-DD24-30C0-677E34DF949D}"/>
              </a:ext>
            </a:extLst>
          </p:cNvPr>
          <p:cNvSpPr/>
          <p:nvPr>
            <p:custDataLst>
              <p:tags r:id="rId4"/>
            </p:custDataLst>
          </p:nvPr>
        </p:nvSpPr>
        <p:spPr>
          <a:xfrm>
            <a:off x="1930400" y="2248455"/>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OTLSHAPE_SL2A_cd2308d02d6944d182b1a3169f4604c5_Header" hidden="1">
            <a:extLst>
              <a:ext uri="{FF2B5EF4-FFF2-40B4-BE49-F238E27FC236}">
                <a16:creationId xmlns:a16="http://schemas.microsoft.com/office/drawing/2014/main" id="{61D9D75E-2415-20D1-5F92-40B215157E45}"/>
              </a:ext>
            </a:extLst>
          </p:cNvPr>
          <p:cNvSpPr txBox="1"/>
          <p:nvPr>
            <p:custDataLst>
              <p:tags r:id="rId5"/>
            </p:custDataLst>
          </p:nvPr>
        </p:nvSpPr>
        <p:spPr>
          <a:xfrm>
            <a:off x="12700" y="-2726493"/>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36" name="OTLSHAPE_SLT_5e89ef62d6b243098418287a9f5312b4_ShapePercentage" hidden="1">
            <a:extLst>
              <a:ext uri="{FF2B5EF4-FFF2-40B4-BE49-F238E27FC236}">
                <a16:creationId xmlns:a16="http://schemas.microsoft.com/office/drawing/2014/main" id="{3868C688-8D0B-8766-CB34-1A2AC542200A}"/>
              </a:ext>
            </a:extLst>
          </p:cNvPr>
          <p:cNvSpPr/>
          <p:nvPr>
            <p:custDataLst>
              <p:tags r:id="rId6"/>
            </p:custDataLst>
          </p:nvPr>
        </p:nvSpPr>
        <p:spPr>
          <a:xfrm>
            <a:off x="4257523" y="3630638"/>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7" name="OTLSHAPE_SLT_5e89ef62d6b243098418287a9f5312b4_Duration" hidden="1">
            <a:extLst>
              <a:ext uri="{FF2B5EF4-FFF2-40B4-BE49-F238E27FC236}">
                <a16:creationId xmlns:a16="http://schemas.microsoft.com/office/drawing/2014/main" id="{3F92674D-B182-9A5A-A80E-2BD7AF20C2F5}"/>
              </a:ext>
            </a:extLst>
          </p:cNvPr>
          <p:cNvSpPr txBox="1"/>
          <p:nvPr>
            <p:custDataLst>
              <p:tags r:id="rId7"/>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69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8" name="OTLSHAPE_SLT_5e89ef62d6b243098418287a9f5312b4_TextPercentage" hidden="1">
            <a:extLst>
              <a:ext uri="{FF2B5EF4-FFF2-40B4-BE49-F238E27FC236}">
                <a16:creationId xmlns:a16="http://schemas.microsoft.com/office/drawing/2014/main" id="{572179F0-4C1E-83D0-AA46-49ED7C6E1B19}"/>
              </a:ext>
            </a:extLst>
          </p:cNvPr>
          <p:cNvSpPr txBox="1"/>
          <p:nvPr>
            <p:custDataLst>
              <p:tags r:id="rId8"/>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9" name="OTLSHAPE_SLT_5e89ef62d6b243098418287a9f5312b4_StartDate" hidden="1">
            <a:extLst>
              <a:ext uri="{FF2B5EF4-FFF2-40B4-BE49-F238E27FC236}">
                <a16:creationId xmlns:a16="http://schemas.microsoft.com/office/drawing/2014/main" id="{3C36CCDC-2746-3E6B-0A77-7FDD9D01D66E}"/>
              </a:ext>
            </a:extLst>
          </p:cNvPr>
          <p:cNvSpPr txBox="1"/>
          <p:nvPr>
            <p:custDataLst>
              <p:tags r:id="rId9"/>
            </p:custDataLst>
          </p:nvPr>
        </p:nvSpPr>
        <p:spPr>
          <a:xfrm>
            <a:off x="12700" y="-695185"/>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140" name="OTLSHAPE_SLT_5e89ef62d6b243098418287a9f5312b4_EndDate" hidden="1">
            <a:extLst>
              <a:ext uri="{FF2B5EF4-FFF2-40B4-BE49-F238E27FC236}">
                <a16:creationId xmlns:a16="http://schemas.microsoft.com/office/drawing/2014/main" id="{E4C6512D-747E-A4E0-85A9-200D622079F8}"/>
              </a:ext>
            </a:extLst>
          </p:cNvPr>
          <p:cNvSpPr txBox="1"/>
          <p:nvPr>
            <p:custDataLst>
              <p:tags r:id="rId10"/>
            </p:custDataLst>
          </p:nvPr>
        </p:nvSpPr>
        <p:spPr>
          <a:xfrm>
            <a:off x="12700" y="-695185"/>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3" name="OTLSHAPE_TB_00000000000000000000000000000000_RightEndCaps" hidden="1">
            <a:extLst>
              <a:ext uri="{FF2B5EF4-FFF2-40B4-BE49-F238E27FC236}">
                <a16:creationId xmlns:a16="http://schemas.microsoft.com/office/drawing/2014/main" id="{B86C1995-BF24-96EF-15DE-369D4B9438B3}"/>
              </a:ext>
            </a:extLst>
          </p:cNvPr>
          <p:cNvSpPr txBox="1"/>
          <p:nvPr>
            <p:custDataLst>
              <p:tags r:id="rId11"/>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2028</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42" name="OTLSHAPE_SLT_204ac9d9291f49b98f02dce0efc777e3_ShapePercentage" hidden="1">
            <a:extLst>
              <a:ext uri="{FF2B5EF4-FFF2-40B4-BE49-F238E27FC236}">
                <a16:creationId xmlns:a16="http://schemas.microsoft.com/office/drawing/2014/main" id="{F32A350B-9C42-295B-F70E-F1D9452A28B3}"/>
              </a:ext>
            </a:extLst>
          </p:cNvPr>
          <p:cNvSpPr/>
          <p:nvPr>
            <p:custDataLst>
              <p:tags r:id="rId12"/>
            </p:custDataLst>
          </p:nvPr>
        </p:nvSpPr>
        <p:spPr>
          <a:xfrm>
            <a:off x="3278276" y="3396619"/>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2" name="OTLSHAPE_SLT_204ac9d9291f49b98f02dce0efc777e3_Duration" hidden="1">
            <a:extLst>
              <a:ext uri="{FF2B5EF4-FFF2-40B4-BE49-F238E27FC236}">
                <a16:creationId xmlns:a16="http://schemas.microsoft.com/office/drawing/2014/main" id="{66BEF194-341C-A943-44BE-4D17706C6EEB}"/>
              </a:ext>
            </a:extLst>
          </p:cNvPr>
          <p:cNvSpPr txBox="1"/>
          <p:nvPr>
            <p:custDataLst>
              <p:tags r:id="rId13"/>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53" name="OTLSHAPE_SLT_204ac9d9291f49b98f02dce0efc777e3_TextPercentage" hidden="1">
            <a:extLst>
              <a:ext uri="{FF2B5EF4-FFF2-40B4-BE49-F238E27FC236}">
                <a16:creationId xmlns:a16="http://schemas.microsoft.com/office/drawing/2014/main" id="{1E33C166-7E8B-2313-2E78-A9FF11809DA3}"/>
              </a:ext>
            </a:extLst>
          </p:cNvPr>
          <p:cNvSpPr txBox="1"/>
          <p:nvPr>
            <p:custDataLst>
              <p:tags r:id="rId14"/>
            </p:custDataLst>
          </p:nvPr>
        </p:nvSpPr>
        <p:spPr>
          <a:xfrm>
            <a:off x="12700" y="-23352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54" name="OTLSHAPE_SLT_204ac9d9291f49b98f02dce0efc777e3_StartDate" hidden="1">
            <a:extLst>
              <a:ext uri="{FF2B5EF4-FFF2-40B4-BE49-F238E27FC236}">
                <a16:creationId xmlns:a16="http://schemas.microsoft.com/office/drawing/2014/main" id="{4AC0BFC1-18B5-BF23-46CE-91B4D02C1D2A}"/>
              </a:ext>
            </a:extLst>
          </p:cNvPr>
          <p:cNvSpPr txBox="1"/>
          <p:nvPr>
            <p:custDataLst>
              <p:tags r:id="rId15"/>
            </p:custDataLst>
          </p:nvPr>
        </p:nvSpPr>
        <p:spPr>
          <a:xfrm>
            <a:off x="12700" y="-618241"/>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55" name="OTLSHAPE_SLT_204ac9d9291f49b98f02dce0efc777e3_EndDate" hidden="1">
            <a:extLst>
              <a:ext uri="{FF2B5EF4-FFF2-40B4-BE49-F238E27FC236}">
                <a16:creationId xmlns:a16="http://schemas.microsoft.com/office/drawing/2014/main" id="{34F5FDE2-EEAF-90AA-19AF-F3789C94C244}"/>
              </a:ext>
            </a:extLst>
          </p:cNvPr>
          <p:cNvSpPr txBox="1"/>
          <p:nvPr>
            <p:custDataLst>
              <p:tags r:id="rId16"/>
            </p:custDataLst>
          </p:nvPr>
        </p:nvSpPr>
        <p:spPr>
          <a:xfrm>
            <a:off x="12700" y="-618241"/>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65" name="OTLSHAPE_SL2A_bd812b5aba0d4ece931cb019484466b8_BackgroundRectangle" hidden="1">
            <a:extLst>
              <a:ext uri="{FF2B5EF4-FFF2-40B4-BE49-F238E27FC236}">
                <a16:creationId xmlns:a16="http://schemas.microsoft.com/office/drawing/2014/main" id="{23F420C4-5749-A690-394B-6707D4FBEAAC}"/>
              </a:ext>
            </a:extLst>
          </p:cNvPr>
          <p:cNvSpPr/>
          <p:nvPr>
            <p:custDataLst>
              <p:tags r:id="rId17"/>
            </p:custDataLst>
          </p:nvPr>
        </p:nvSpPr>
        <p:spPr bwMode="gray">
          <a:xfrm>
            <a:off x="1930400" y="3336760"/>
            <a:ext cx="9423400" cy="714756"/>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OTLSHAPE_SL2A_bd812b5aba0d4ece931cb019484466b8_HeaderRectangle" hidden="1">
            <a:extLst>
              <a:ext uri="{FF2B5EF4-FFF2-40B4-BE49-F238E27FC236}">
                <a16:creationId xmlns:a16="http://schemas.microsoft.com/office/drawing/2014/main" id="{FA034370-280D-D47E-41A0-3EA24B9D8D85}"/>
              </a:ext>
            </a:extLst>
          </p:cNvPr>
          <p:cNvSpPr/>
          <p:nvPr>
            <p:custDataLst>
              <p:tags r:id="rId18"/>
            </p:custDataLst>
          </p:nvPr>
        </p:nvSpPr>
        <p:spPr bwMode="gray">
          <a:xfrm>
            <a:off x="1930400" y="3336760"/>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OTLSHAPE_SL2A_bd812b5aba0d4ece931cb019484466b8_Header" hidden="1">
            <a:extLst>
              <a:ext uri="{FF2B5EF4-FFF2-40B4-BE49-F238E27FC236}">
                <a16:creationId xmlns:a16="http://schemas.microsoft.com/office/drawing/2014/main" id="{FB86A555-3366-C413-97AD-E9DDABE3B259}"/>
              </a:ext>
            </a:extLst>
          </p:cNvPr>
          <p:cNvSpPr txBox="1"/>
          <p:nvPr>
            <p:custDataLst>
              <p:tags r:id="rId19"/>
            </p:custDataLst>
          </p:nvPr>
        </p:nvSpPr>
        <p:spPr bwMode="gray">
          <a:xfrm>
            <a:off x="12700" y="-1549293"/>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66" name="OTLSHAPE_SLT_1dbae2abd791421e828722a5193e8d48_ShapePercentage" hidden="1">
            <a:extLst>
              <a:ext uri="{FF2B5EF4-FFF2-40B4-BE49-F238E27FC236}">
                <a16:creationId xmlns:a16="http://schemas.microsoft.com/office/drawing/2014/main" id="{71515084-EFDF-E6FA-A118-F708EF59E9B3}"/>
              </a:ext>
            </a:extLst>
          </p:cNvPr>
          <p:cNvSpPr/>
          <p:nvPr>
            <p:custDataLst>
              <p:tags r:id="rId20"/>
            </p:custDataLst>
          </p:nvPr>
        </p:nvSpPr>
        <p:spPr bwMode="gray">
          <a:xfrm>
            <a:off x="4600896" y="2697357"/>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19b1abb07db4433f9f88502e25b2efb6_ShapePercentage" hidden="1">
            <a:extLst>
              <a:ext uri="{FF2B5EF4-FFF2-40B4-BE49-F238E27FC236}">
                <a16:creationId xmlns:a16="http://schemas.microsoft.com/office/drawing/2014/main" id="{BB621340-4BB6-C554-3739-2384F92ADB36}"/>
              </a:ext>
            </a:extLst>
          </p:cNvPr>
          <p:cNvSpPr/>
          <p:nvPr>
            <p:custDataLst>
              <p:tags r:id="rId21"/>
            </p:custDataLst>
          </p:nvPr>
        </p:nvSpPr>
        <p:spPr bwMode="gray">
          <a:xfrm>
            <a:off x="5414816" y="3864657"/>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OTLSHAPE_SLT_1dbae2abd791421e828722a5193e8d48_Duration" hidden="1">
            <a:extLst>
              <a:ext uri="{FF2B5EF4-FFF2-40B4-BE49-F238E27FC236}">
                <a16:creationId xmlns:a16="http://schemas.microsoft.com/office/drawing/2014/main" id="{8EC6203E-2795-4A6E-2EE0-4D9FB03082CF}"/>
              </a:ext>
            </a:extLst>
          </p:cNvPr>
          <p:cNvSpPr txBox="1"/>
          <p:nvPr>
            <p:custDataLst>
              <p:tags r:id="rId22"/>
            </p:custDataLst>
          </p:nvPr>
        </p:nvSpPr>
        <p:spPr bwMode="gray">
          <a:xfrm>
            <a:off x="12700" y="-588559"/>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381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8" name="OTLSHAPE_SLT_1dbae2abd791421e828722a5193e8d48_TextPercentage" hidden="1">
            <a:extLst>
              <a:ext uri="{FF2B5EF4-FFF2-40B4-BE49-F238E27FC236}">
                <a16:creationId xmlns:a16="http://schemas.microsoft.com/office/drawing/2014/main" id="{F69DFE90-C659-341D-8F08-19455E722719}"/>
              </a:ext>
            </a:extLst>
          </p:cNvPr>
          <p:cNvSpPr txBox="1"/>
          <p:nvPr>
            <p:custDataLst>
              <p:tags r:id="rId2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9" name="OTLSHAPE_SLT_1dbae2abd791421e828722a5193e8d48_StartDate" hidden="1">
            <a:extLst>
              <a:ext uri="{FF2B5EF4-FFF2-40B4-BE49-F238E27FC236}">
                <a16:creationId xmlns:a16="http://schemas.microsoft.com/office/drawing/2014/main" id="{8E997F56-4650-9174-7D09-FEC0E38D6A06}"/>
              </a:ext>
            </a:extLst>
          </p:cNvPr>
          <p:cNvSpPr txBox="1"/>
          <p:nvPr>
            <p:custDataLst>
              <p:tags r:id="rId2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0" name="OTLSHAPE_SLT_1dbae2abd791421e828722a5193e8d48_EndDate" hidden="1">
            <a:extLst>
              <a:ext uri="{FF2B5EF4-FFF2-40B4-BE49-F238E27FC236}">
                <a16:creationId xmlns:a16="http://schemas.microsoft.com/office/drawing/2014/main" id="{98729074-B4AB-4977-8988-E7F291CD6E3E}"/>
              </a:ext>
            </a:extLst>
          </p:cNvPr>
          <p:cNvSpPr txBox="1"/>
          <p:nvPr>
            <p:custDataLst>
              <p:tags r:id="rId2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5" name="OTLSHAPE_SLT_19b1abb07db4433f9f88502e25b2efb6_Duration" hidden="1">
            <a:extLst>
              <a:ext uri="{FF2B5EF4-FFF2-40B4-BE49-F238E27FC236}">
                <a16:creationId xmlns:a16="http://schemas.microsoft.com/office/drawing/2014/main" id="{3BB0D972-2733-96CA-D823-9F82884C0E7C}"/>
              </a:ext>
            </a:extLst>
          </p:cNvPr>
          <p:cNvSpPr txBox="1"/>
          <p:nvPr>
            <p:custDataLst>
              <p:tags r:id="rId26"/>
            </p:custDataLst>
          </p:nvPr>
        </p:nvSpPr>
        <p:spPr bwMode="gray">
          <a:xfrm>
            <a:off x="12700" y="-588559"/>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289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6" name="OTLSHAPE_SLT_19b1abb07db4433f9f88502e25b2efb6_TextPercentage" hidden="1">
            <a:extLst>
              <a:ext uri="{FF2B5EF4-FFF2-40B4-BE49-F238E27FC236}">
                <a16:creationId xmlns:a16="http://schemas.microsoft.com/office/drawing/2014/main" id="{452E868B-0C8F-E53F-5164-F661B2804DB7}"/>
              </a:ext>
            </a:extLst>
          </p:cNvPr>
          <p:cNvSpPr txBox="1"/>
          <p:nvPr>
            <p:custDataLst>
              <p:tags r:id="rId2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7" name="OTLSHAPE_SLT_19b1abb07db4433f9f88502e25b2efb6_StartDate" hidden="1">
            <a:extLst>
              <a:ext uri="{FF2B5EF4-FFF2-40B4-BE49-F238E27FC236}">
                <a16:creationId xmlns:a16="http://schemas.microsoft.com/office/drawing/2014/main" id="{541FF51C-FD28-BCD2-61B1-0CE9114AFE83}"/>
              </a:ext>
            </a:extLst>
          </p:cNvPr>
          <p:cNvSpPr txBox="1"/>
          <p:nvPr>
            <p:custDataLst>
              <p:tags r:id="rId2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0" name="OTLSHAPE_SLT_19b1abb07db4433f9f88502e25b2efb6_EndDate" hidden="1">
            <a:extLst>
              <a:ext uri="{FF2B5EF4-FFF2-40B4-BE49-F238E27FC236}">
                <a16:creationId xmlns:a16="http://schemas.microsoft.com/office/drawing/2014/main" id="{AE3679E4-5C71-4EB0-090A-A63A9475A6FA}"/>
              </a:ext>
            </a:extLst>
          </p:cNvPr>
          <p:cNvSpPr txBox="1"/>
          <p:nvPr>
            <p:custDataLst>
              <p:tags r:id="rId2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5" name="OTLSHAPE_SL_008b357a959f4d9183e7c3df44197c27_BackgroundRectangle">
            <a:extLst>
              <a:ext uri="{FF2B5EF4-FFF2-40B4-BE49-F238E27FC236}">
                <a16:creationId xmlns:a16="http://schemas.microsoft.com/office/drawing/2014/main" id="{5F1B4AD7-BB3D-D8F5-4A31-9A7074216948}"/>
              </a:ext>
            </a:extLst>
          </p:cNvPr>
          <p:cNvSpPr/>
          <p:nvPr>
            <p:custDataLst>
              <p:tags r:id="rId30"/>
            </p:custDataLst>
          </p:nvPr>
        </p:nvSpPr>
        <p:spPr>
          <a:xfrm>
            <a:off x="63500" y="2248455"/>
            <a:ext cx="11290300" cy="1024805"/>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OTLSHAPE_SL_ae039774f5d941348767efd1938c968d_BackgroundRectangle">
            <a:extLst>
              <a:ext uri="{FF2B5EF4-FFF2-40B4-BE49-F238E27FC236}">
                <a16:creationId xmlns:a16="http://schemas.microsoft.com/office/drawing/2014/main" id="{29633D82-7BA5-6388-73FB-865F1ADD8197}"/>
              </a:ext>
            </a:extLst>
          </p:cNvPr>
          <p:cNvSpPr/>
          <p:nvPr>
            <p:custDataLst>
              <p:tags r:id="rId31"/>
            </p:custDataLst>
          </p:nvPr>
        </p:nvSpPr>
        <p:spPr bwMode="gray">
          <a:xfrm>
            <a:off x="63500" y="3336760"/>
            <a:ext cx="11290300" cy="714756"/>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ScaleContainer">
            <a:extLst>
              <a:ext uri="{FF2B5EF4-FFF2-40B4-BE49-F238E27FC236}">
                <a16:creationId xmlns:a16="http://schemas.microsoft.com/office/drawing/2014/main" id="{6E31C414-14A0-B474-C338-CDBC658FD865}"/>
              </a:ext>
            </a:extLst>
          </p:cNvPr>
          <p:cNvSpPr/>
          <p:nvPr>
            <p:custDataLst>
              <p:tags r:id="rId32"/>
            </p:custDataLst>
          </p:nvPr>
        </p:nvSpPr>
        <p:spPr>
          <a:xfrm>
            <a:off x="2057400" y="1520533"/>
            <a:ext cx="92964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6" name="OTLSHAPE_SL_008b357a959f4d9183e7c3df44197c27_HeaderRectangle">
            <a:extLst>
              <a:ext uri="{FF2B5EF4-FFF2-40B4-BE49-F238E27FC236}">
                <a16:creationId xmlns:a16="http://schemas.microsoft.com/office/drawing/2014/main" id="{B3363553-5BC8-1F1F-24DC-FBB287DA2B08}"/>
              </a:ext>
            </a:extLst>
          </p:cNvPr>
          <p:cNvSpPr/>
          <p:nvPr>
            <p:custDataLst>
              <p:tags r:id="rId33"/>
            </p:custDataLst>
          </p:nvPr>
        </p:nvSpPr>
        <p:spPr>
          <a:xfrm>
            <a:off x="63500" y="2248455"/>
            <a:ext cx="1866900" cy="1024805"/>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OTLSHAPE_SL_ae039774f5d941348767efd1938c968d_HeaderRectangle">
            <a:extLst>
              <a:ext uri="{FF2B5EF4-FFF2-40B4-BE49-F238E27FC236}">
                <a16:creationId xmlns:a16="http://schemas.microsoft.com/office/drawing/2014/main" id="{93488A2C-AC0E-4195-593A-310F9502A528}"/>
              </a:ext>
            </a:extLst>
          </p:cNvPr>
          <p:cNvSpPr/>
          <p:nvPr>
            <p:custDataLst>
              <p:tags r:id="rId34"/>
            </p:custDataLst>
          </p:nvPr>
        </p:nvSpPr>
        <p:spPr bwMode="gray">
          <a:xfrm>
            <a:off x="63500" y="3336760"/>
            <a:ext cx="1866900" cy="714756"/>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46" name="OTLSHAPE_G_00000000000000000000000000000000_ShapeBelow0">
            <a:extLst>
              <a:ext uri="{FF2B5EF4-FFF2-40B4-BE49-F238E27FC236}">
                <a16:creationId xmlns:a16="http://schemas.microsoft.com/office/drawing/2014/main" id="{DBB8CC51-F0EF-8CB9-F65C-5C08DDEBB308}"/>
              </a:ext>
            </a:extLst>
          </p:cNvPr>
          <p:cNvCxnSpPr/>
          <p:nvPr>
            <p:custDataLst>
              <p:tags r:id="rId35"/>
            </p:custDataLst>
          </p:nvPr>
        </p:nvCxnSpPr>
        <p:spPr>
          <a:xfrm>
            <a:off x="4378344" y="1774533"/>
            <a:ext cx="0" cy="2276983"/>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OTLSHAPE_G_00000000000000000000000000000000_ShapeBelow1">
            <a:extLst>
              <a:ext uri="{FF2B5EF4-FFF2-40B4-BE49-F238E27FC236}">
                <a16:creationId xmlns:a16="http://schemas.microsoft.com/office/drawing/2014/main" id="{7FA3992C-52FE-CC42-8F18-338ABEDD3449}"/>
              </a:ext>
            </a:extLst>
          </p:cNvPr>
          <p:cNvCxnSpPr/>
          <p:nvPr>
            <p:custDataLst>
              <p:tags r:id="rId36"/>
            </p:custDataLst>
          </p:nvPr>
        </p:nvCxnSpPr>
        <p:spPr>
          <a:xfrm>
            <a:off x="6699288" y="1774533"/>
            <a:ext cx="0" cy="2276983"/>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OTLSHAPE_G_00000000000000000000000000000000_ShapeBelow2">
            <a:extLst>
              <a:ext uri="{FF2B5EF4-FFF2-40B4-BE49-F238E27FC236}">
                <a16:creationId xmlns:a16="http://schemas.microsoft.com/office/drawing/2014/main" id="{E7BFB7C3-B7AD-2C34-001D-EF12F0E98F4F}"/>
              </a:ext>
            </a:extLst>
          </p:cNvPr>
          <p:cNvCxnSpPr/>
          <p:nvPr>
            <p:custDataLst>
              <p:tags r:id="rId37"/>
            </p:custDataLst>
          </p:nvPr>
        </p:nvCxnSpPr>
        <p:spPr bwMode="gray">
          <a:xfrm>
            <a:off x="9020232" y="1774534"/>
            <a:ext cx="0" cy="2276983"/>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OTLSHAPE_SLT_5e89ef62d6b243098418287a9f5312b4_Shape">
            <a:extLst>
              <a:ext uri="{FF2B5EF4-FFF2-40B4-BE49-F238E27FC236}">
                <a16:creationId xmlns:a16="http://schemas.microsoft.com/office/drawing/2014/main" id="{4833BD7F-15CD-1FC9-85D9-76AB4C3E0987}"/>
              </a:ext>
            </a:extLst>
          </p:cNvPr>
          <p:cNvSpPr/>
          <p:nvPr>
            <p:custDataLst>
              <p:tags r:id="rId38"/>
            </p:custDataLst>
          </p:nvPr>
        </p:nvSpPr>
        <p:spPr>
          <a:xfrm>
            <a:off x="4257523" y="3630638"/>
            <a:ext cx="6223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1" name="OTLSHAPE_SLT_204ac9d9291f49b98f02dce0efc777e3_Shape">
            <a:extLst>
              <a:ext uri="{FF2B5EF4-FFF2-40B4-BE49-F238E27FC236}">
                <a16:creationId xmlns:a16="http://schemas.microsoft.com/office/drawing/2014/main" id="{B02E5004-15A4-2D08-3D0B-8470CCDEC454}"/>
              </a:ext>
            </a:extLst>
          </p:cNvPr>
          <p:cNvSpPr/>
          <p:nvPr>
            <p:custDataLst>
              <p:tags r:id="rId39"/>
            </p:custDataLst>
          </p:nvPr>
        </p:nvSpPr>
        <p:spPr>
          <a:xfrm>
            <a:off x="3278276" y="3396619"/>
            <a:ext cx="5842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4" name="OTLSHAPE_SLT_1dbae2abd791421e828722a5193e8d48_Shape">
            <a:extLst>
              <a:ext uri="{FF2B5EF4-FFF2-40B4-BE49-F238E27FC236}">
                <a16:creationId xmlns:a16="http://schemas.microsoft.com/office/drawing/2014/main" id="{47C578AB-1768-E0A3-7639-EE155CBBD090}"/>
              </a:ext>
            </a:extLst>
          </p:cNvPr>
          <p:cNvSpPr/>
          <p:nvPr>
            <p:custDataLst>
              <p:tags r:id="rId40"/>
            </p:custDataLst>
          </p:nvPr>
        </p:nvSpPr>
        <p:spPr bwMode="gray">
          <a:xfrm>
            <a:off x="4600896" y="2697357"/>
            <a:ext cx="33909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8" name="OTLSHAPE_SLT_19b1abb07db4433f9f88502e25b2efb6_Shape">
            <a:extLst>
              <a:ext uri="{FF2B5EF4-FFF2-40B4-BE49-F238E27FC236}">
                <a16:creationId xmlns:a16="http://schemas.microsoft.com/office/drawing/2014/main" id="{84E8E543-A9D2-3274-9EC0-83679B769754}"/>
              </a:ext>
            </a:extLst>
          </p:cNvPr>
          <p:cNvSpPr/>
          <p:nvPr>
            <p:custDataLst>
              <p:tags r:id="rId41"/>
            </p:custDataLst>
          </p:nvPr>
        </p:nvSpPr>
        <p:spPr bwMode="gray">
          <a:xfrm>
            <a:off x="5414816" y="3864657"/>
            <a:ext cx="25781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ElapsedTime">
            <a:extLst>
              <a:ext uri="{FF2B5EF4-FFF2-40B4-BE49-F238E27FC236}">
                <a16:creationId xmlns:a16="http://schemas.microsoft.com/office/drawing/2014/main" id="{CAF08150-0D50-58E6-2D96-B2D2333E766D}"/>
              </a:ext>
            </a:extLst>
          </p:cNvPr>
          <p:cNvSpPr/>
          <p:nvPr>
            <p:custDataLst>
              <p:tags r:id="rId42"/>
            </p:custDataLst>
          </p:nvPr>
        </p:nvSpPr>
        <p:spPr>
          <a:xfrm>
            <a:off x="2057400" y="1723733"/>
            <a:ext cx="2006600" cy="50800"/>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 name="OTLSHAPE_SLM_f3e8c6c9fbc84b2099f828fe09da3cd6_Shape">
            <a:extLst>
              <a:ext uri="{FF2B5EF4-FFF2-40B4-BE49-F238E27FC236}">
                <a16:creationId xmlns:a16="http://schemas.microsoft.com/office/drawing/2014/main" id="{79A4B4A2-4F7C-DE1E-7472-1580F7AFA381}"/>
              </a:ext>
            </a:extLst>
          </p:cNvPr>
          <p:cNvSpPr/>
          <p:nvPr>
            <p:custDataLst>
              <p:tags r:id="rId43"/>
            </p:custDataLst>
          </p:nvPr>
        </p:nvSpPr>
        <p:spPr bwMode="gray">
          <a:xfrm rot="16200000">
            <a:off x="4085951" y="2366776"/>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OTLSHAPE_SLM_57989d9fa814462aa78bef15bbf585e2_Shape">
            <a:extLst>
              <a:ext uri="{FF2B5EF4-FFF2-40B4-BE49-F238E27FC236}">
                <a16:creationId xmlns:a16="http://schemas.microsoft.com/office/drawing/2014/main" id="{66FEBC4C-6B07-B091-FE97-F575D6A5EBF9}"/>
              </a:ext>
            </a:extLst>
          </p:cNvPr>
          <p:cNvSpPr/>
          <p:nvPr>
            <p:custDataLst>
              <p:tags r:id="rId44"/>
            </p:custDataLst>
          </p:nvPr>
        </p:nvSpPr>
        <p:spPr bwMode="gray">
          <a:xfrm rot="16200000">
            <a:off x="9618064" y="2989838"/>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OTLSHAPE_SL_008b357a959f4d9183e7c3df44197c27_Header">
            <a:extLst>
              <a:ext uri="{FF2B5EF4-FFF2-40B4-BE49-F238E27FC236}">
                <a16:creationId xmlns:a16="http://schemas.microsoft.com/office/drawing/2014/main" id="{457E84F7-58AD-1B5C-F13B-4C86CF7DD0E2}"/>
              </a:ext>
            </a:extLst>
          </p:cNvPr>
          <p:cNvSpPr txBox="1"/>
          <p:nvPr>
            <p:custDataLst>
              <p:tags r:id="rId45"/>
            </p:custDataLst>
          </p:nvPr>
        </p:nvSpPr>
        <p:spPr>
          <a:xfrm>
            <a:off x="63500" y="2481775"/>
            <a:ext cx="18669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1434-0027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Ph II</a:t>
            </a:r>
            <a:endParaRPr kumimoji="0" lang="zh-CN" altLang="en-US"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31" name="OTLSHAPE_SL_ae039774f5d941348767efd1938c968d_Header">
            <a:extLst>
              <a:ext uri="{FF2B5EF4-FFF2-40B4-BE49-F238E27FC236}">
                <a16:creationId xmlns:a16="http://schemas.microsoft.com/office/drawing/2014/main" id="{D886AA33-4A39-1D04-DE14-64415A6E922B}"/>
              </a:ext>
            </a:extLst>
          </p:cNvPr>
          <p:cNvSpPr txBox="1"/>
          <p:nvPr>
            <p:custDataLst>
              <p:tags r:id="rId46"/>
            </p:custDataLst>
          </p:nvPr>
        </p:nvSpPr>
        <p:spPr bwMode="gray">
          <a:xfrm>
            <a:off x="63500" y="3415056"/>
            <a:ext cx="18669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China</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1434-0027</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6" name="OTLSHAPE_TB_00000000000000000000000000000000_TodayMarkerShape">
            <a:extLst>
              <a:ext uri="{FF2B5EF4-FFF2-40B4-BE49-F238E27FC236}">
                <a16:creationId xmlns:a16="http://schemas.microsoft.com/office/drawing/2014/main" id="{D53B2030-A83B-91E6-4FCF-168B6EE844CC}"/>
              </a:ext>
            </a:extLst>
          </p:cNvPr>
          <p:cNvSpPr/>
          <p:nvPr>
            <p:custDataLst>
              <p:tags r:id="rId47"/>
            </p:custDataLst>
          </p:nvPr>
        </p:nvSpPr>
        <p:spPr>
          <a:xfrm>
            <a:off x="4022291" y="1774533"/>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8E623CFD-B4C5-30AE-A183-F31E37F7E796}"/>
              </a:ext>
            </a:extLst>
          </p:cNvPr>
          <p:cNvSpPr txBox="1"/>
          <p:nvPr>
            <p:custDataLst>
              <p:tags r:id="rId48"/>
            </p:custDataLst>
          </p:nvPr>
        </p:nvSpPr>
        <p:spPr>
          <a:xfrm>
            <a:off x="3878449" y="1859200"/>
            <a:ext cx="368300"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Today</a:t>
            </a:r>
            <a:endParaRPr kumimoji="0" lang="zh-CN" altLang="en-US" sz="1200" b="0"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8" name="OTLSHAPE_TB_00000000000000000000000000000000_TimescaleInterval1">
            <a:extLst>
              <a:ext uri="{FF2B5EF4-FFF2-40B4-BE49-F238E27FC236}">
                <a16:creationId xmlns:a16="http://schemas.microsoft.com/office/drawing/2014/main" id="{1D880C26-7ED6-7E39-22C5-91C79BAA157D}"/>
              </a:ext>
            </a:extLst>
          </p:cNvPr>
          <p:cNvSpPr txBox="1"/>
          <p:nvPr>
            <p:custDataLst>
              <p:tags r:id="rId49"/>
            </p:custDataLst>
          </p:nvPr>
        </p:nvSpPr>
        <p:spPr>
          <a:xfrm>
            <a:off x="2120900" y="1554506"/>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2025</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0" name="OTLSHAPE_TB_00000000000000000000000000000000_TimescaleInterval2">
            <a:extLst>
              <a:ext uri="{FF2B5EF4-FFF2-40B4-BE49-F238E27FC236}">
                <a16:creationId xmlns:a16="http://schemas.microsoft.com/office/drawing/2014/main" id="{CC9A0F86-1B79-25E8-C377-A5B96013D03C}"/>
              </a:ext>
            </a:extLst>
          </p:cNvPr>
          <p:cNvSpPr txBox="1"/>
          <p:nvPr>
            <p:custDataLst>
              <p:tags r:id="rId50"/>
            </p:custDataLst>
          </p:nvPr>
        </p:nvSpPr>
        <p:spPr>
          <a:xfrm>
            <a:off x="4441844" y="1554506"/>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2026</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2" name="OTLSHAPE_TB_00000000000000000000000000000000_TimescaleInterval3">
            <a:extLst>
              <a:ext uri="{FF2B5EF4-FFF2-40B4-BE49-F238E27FC236}">
                <a16:creationId xmlns:a16="http://schemas.microsoft.com/office/drawing/2014/main" id="{9859ED05-1259-71CD-E240-749E09DFCCC1}"/>
              </a:ext>
            </a:extLst>
          </p:cNvPr>
          <p:cNvSpPr txBox="1"/>
          <p:nvPr>
            <p:custDataLst>
              <p:tags r:id="rId51"/>
            </p:custDataLst>
          </p:nvPr>
        </p:nvSpPr>
        <p:spPr>
          <a:xfrm>
            <a:off x="6762788" y="1554506"/>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2027</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41" name="OTLSHAPE_SLT_5e89ef62d6b243098418287a9f5312b4_JoinedDate">
            <a:extLst>
              <a:ext uri="{FF2B5EF4-FFF2-40B4-BE49-F238E27FC236}">
                <a16:creationId xmlns:a16="http://schemas.microsoft.com/office/drawing/2014/main" id="{34762BB1-7561-9578-981B-1198055F0C0B}"/>
              </a:ext>
            </a:extLst>
          </p:cNvPr>
          <p:cNvSpPr txBox="1"/>
          <p:nvPr>
            <p:custDataLst>
              <p:tags r:id="rId52"/>
            </p:custDataLst>
          </p:nvPr>
        </p:nvSpPr>
        <p:spPr>
          <a:xfrm>
            <a:off x="3205921" y="3616626"/>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rPr>
              <a:t>12/12/25 - 3/19/26</a:t>
            </a:r>
            <a:endParaRPr kumimoji="0" lang="zh-CN" altLang="en-US"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142" name="OTLSHAPE_SLT_5e89ef62d6b243098418287a9f5312b4_Title">
            <a:extLst>
              <a:ext uri="{FF2B5EF4-FFF2-40B4-BE49-F238E27FC236}">
                <a16:creationId xmlns:a16="http://schemas.microsoft.com/office/drawing/2014/main" id="{D99878E4-440B-6711-77FD-34A68D03B408}"/>
              </a:ext>
            </a:extLst>
          </p:cNvPr>
          <p:cNvSpPr txBox="1"/>
          <p:nvPr>
            <p:custDataLst>
              <p:tags r:id="rId53"/>
            </p:custDataLst>
          </p:nvPr>
        </p:nvSpPr>
        <p:spPr>
          <a:xfrm>
            <a:off x="4925122" y="3608879"/>
            <a:ext cx="7239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CTA sub-app</a:t>
            </a:r>
            <a:endParaRPr kumimoji="0" lang="zh-CN" altLang="en-US" sz="1100" b="1"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56" name="OTLSHAPE_SLT_204ac9d9291f49b98f02dce0efc777e3_JoinedDate">
            <a:extLst>
              <a:ext uri="{FF2B5EF4-FFF2-40B4-BE49-F238E27FC236}">
                <a16:creationId xmlns:a16="http://schemas.microsoft.com/office/drawing/2014/main" id="{AE234F4C-BCD8-3506-2EA9-6F2C3FA0973F}"/>
              </a:ext>
            </a:extLst>
          </p:cNvPr>
          <p:cNvSpPr txBox="1"/>
          <p:nvPr>
            <p:custDataLst>
              <p:tags r:id="rId54"/>
            </p:custDataLst>
          </p:nvPr>
        </p:nvSpPr>
        <p:spPr>
          <a:xfrm>
            <a:off x="2291062" y="3382607"/>
            <a:ext cx="939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rPr>
              <a:t>7/11/25 - 10/9/25</a:t>
            </a:r>
            <a:endParaRPr kumimoji="0" lang="zh-CN" altLang="en-US"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57" name="OTLSHAPE_SLT_204ac9d9291f49b98f02dce0efc777e3_Title">
            <a:extLst>
              <a:ext uri="{FF2B5EF4-FFF2-40B4-BE49-F238E27FC236}">
                <a16:creationId xmlns:a16="http://schemas.microsoft.com/office/drawing/2014/main" id="{433733BE-418E-D1F6-BDD4-86C4470DE476}"/>
              </a:ext>
            </a:extLst>
          </p:cNvPr>
          <p:cNvSpPr txBox="1"/>
          <p:nvPr>
            <p:custDataLst>
              <p:tags r:id="rId55"/>
            </p:custDataLst>
          </p:nvPr>
        </p:nvSpPr>
        <p:spPr>
          <a:xfrm>
            <a:off x="3901363" y="3374860"/>
            <a:ext cx="13335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pre-IND sub - feedback</a:t>
            </a:r>
            <a:endParaRPr kumimoji="0" lang="zh-CN" altLang="en-US" sz="1100" b="1" i="0" u="none" strike="noStrike" kern="1200" cap="none" spc="-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20" name="OTLSHAPE_SLM_f3e8c6c9fbc84b2099f828fe09da3cd6_Title">
            <a:extLst>
              <a:ext uri="{FF2B5EF4-FFF2-40B4-BE49-F238E27FC236}">
                <a16:creationId xmlns:a16="http://schemas.microsoft.com/office/drawing/2014/main" id="{3D71882A-5458-566B-4E57-F5E2D2E64018}"/>
              </a:ext>
            </a:extLst>
          </p:cNvPr>
          <p:cNvSpPr txBox="1"/>
          <p:nvPr>
            <p:custDataLst>
              <p:tags r:id="rId56"/>
            </p:custDataLst>
          </p:nvPr>
        </p:nvSpPr>
        <p:spPr bwMode="gray">
          <a:xfrm>
            <a:off x="3006112" y="2286555"/>
            <a:ext cx="10414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Final CTA package</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21" name="OTLSHAPE_SLM_f3e8c6c9fbc84b2099f828fe09da3cd6_Date">
            <a:extLst>
              <a:ext uri="{FF2B5EF4-FFF2-40B4-BE49-F238E27FC236}">
                <a16:creationId xmlns:a16="http://schemas.microsoft.com/office/drawing/2014/main" id="{C1B972F9-460B-42F4-0352-1ED940EBDBBA}"/>
              </a:ext>
            </a:extLst>
          </p:cNvPr>
          <p:cNvSpPr txBox="1"/>
          <p:nvPr>
            <p:custDataLst>
              <p:tags r:id="rId57"/>
            </p:custDataLst>
          </p:nvPr>
        </p:nvSpPr>
        <p:spPr bwMode="gray">
          <a:xfrm>
            <a:off x="3550688" y="2457073"/>
            <a:ext cx="495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11/28/25</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72" name="OTLSHAPE_SLT_1dbae2abd791421e828722a5193e8d48_JoinedDate">
            <a:extLst>
              <a:ext uri="{FF2B5EF4-FFF2-40B4-BE49-F238E27FC236}">
                <a16:creationId xmlns:a16="http://schemas.microsoft.com/office/drawing/2014/main" id="{4D818D8D-EAEC-CF49-9E9F-F56EC579A8A9}"/>
              </a:ext>
            </a:extLst>
          </p:cNvPr>
          <p:cNvSpPr txBox="1"/>
          <p:nvPr>
            <p:custDataLst>
              <p:tags r:id="rId58"/>
            </p:custDataLst>
          </p:nvPr>
        </p:nvSpPr>
        <p:spPr bwMode="gray">
          <a:xfrm>
            <a:off x="3678072" y="2683345"/>
            <a:ext cx="876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2/4/26 - 7/22/27</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74" name="OTLSHAPE_SLT_1dbae2abd791421e828722a5193e8d48_Title">
            <a:extLst>
              <a:ext uri="{FF2B5EF4-FFF2-40B4-BE49-F238E27FC236}">
                <a16:creationId xmlns:a16="http://schemas.microsoft.com/office/drawing/2014/main" id="{31CF2253-174B-2C6C-9B11-C590FED06D29}"/>
              </a:ext>
            </a:extLst>
          </p:cNvPr>
          <p:cNvSpPr txBox="1"/>
          <p:nvPr>
            <p:custDataLst>
              <p:tags r:id="rId59"/>
            </p:custDataLst>
          </p:nvPr>
        </p:nvSpPr>
        <p:spPr bwMode="gray">
          <a:xfrm>
            <a:off x="8040910" y="2675598"/>
            <a:ext cx="508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FSS - LSS</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91" name="OTLSHAPE_SLT_19b1abb07db4433f9f88502e25b2efb6_JoinedDate">
            <a:extLst>
              <a:ext uri="{FF2B5EF4-FFF2-40B4-BE49-F238E27FC236}">
                <a16:creationId xmlns:a16="http://schemas.microsoft.com/office/drawing/2014/main" id="{07AF5EC5-A6C0-6F0A-D59C-97AF8F90F232}"/>
              </a:ext>
            </a:extLst>
          </p:cNvPr>
          <p:cNvSpPr txBox="1"/>
          <p:nvPr>
            <p:custDataLst>
              <p:tags r:id="rId60"/>
            </p:custDataLst>
          </p:nvPr>
        </p:nvSpPr>
        <p:spPr bwMode="gray">
          <a:xfrm>
            <a:off x="4427603" y="3850644"/>
            <a:ext cx="939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6/12/26 - 7/22/27</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92" name="OTLSHAPE_SLT_19b1abb07db4433f9f88502e25b2efb6_Title">
            <a:extLst>
              <a:ext uri="{FF2B5EF4-FFF2-40B4-BE49-F238E27FC236}">
                <a16:creationId xmlns:a16="http://schemas.microsoft.com/office/drawing/2014/main" id="{3135CC05-505D-1D10-5124-29C4DBA83854}"/>
              </a:ext>
            </a:extLst>
          </p:cNvPr>
          <p:cNvSpPr txBox="1"/>
          <p:nvPr>
            <p:custDataLst>
              <p:tags r:id="rId61"/>
            </p:custDataLst>
          </p:nvPr>
        </p:nvSpPr>
        <p:spPr bwMode="gray">
          <a:xfrm>
            <a:off x="8040910" y="3842897"/>
            <a:ext cx="5461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fSIV - LSS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24" name="OTLSHAPE_TB_00000000000000000000000000000000_TimescaleInterval4">
            <a:extLst>
              <a:ext uri="{FF2B5EF4-FFF2-40B4-BE49-F238E27FC236}">
                <a16:creationId xmlns:a16="http://schemas.microsoft.com/office/drawing/2014/main" id="{F61A0DA6-EDF6-F28A-E011-C032FEFF96A1}"/>
              </a:ext>
            </a:extLst>
          </p:cNvPr>
          <p:cNvSpPr txBox="1"/>
          <p:nvPr>
            <p:custDataLst>
              <p:tags r:id="rId62"/>
            </p:custDataLst>
          </p:nvPr>
        </p:nvSpPr>
        <p:spPr bwMode="gray">
          <a:xfrm>
            <a:off x="9083732" y="1554506"/>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rPr>
              <a:t>2028</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mn-ea"/>
              <a:cs typeface="+mn-cs"/>
            </a:endParaRPr>
          </a:p>
        </p:txBody>
      </p:sp>
      <p:sp>
        <p:nvSpPr>
          <p:cNvPr id="29" name="OTLSHAPE_SLM_57989d9fa814462aa78bef15bbf585e2_Title">
            <a:extLst>
              <a:ext uri="{FF2B5EF4-FFF2-40B4-BE49-F238E27FC236}">
                <a16:creationId xmlns:a16="http://schemas.microsoft.com/office/drawing/2014/main" id="{28B487A7-E260-0600-35EE-FB28A99BE20A}"/>
              </a:ext>
            </a:extLst>
          </p:cNvPr>
          <p:cNvSpPr txBox="1"/>
          <p:nvPr>
            <p:custDataLst>
              <p:tags r:id="rId63"/>
            </p:custDataLst>
          </p:nvPr>
        </p:nvSpPr>
        <p:spPr bwMode="gray">
          <a:xfrm>
            <a:off x="8949705" y="2909617"/>
            <a:ext cx="6223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key results</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45" name="OTLSHAPE_SLM_57989d9fa814462aa78bef15bbf585e2_Date">
            <a:extLst>
              <a:ext uri="{FF2B5EF4-FFF2-40B4-BE49-F238E27FC236}">
                <a16:creationId xmlns:a16="http://schemas.microsoft.com/office/drawing/2014/main" id="{111049BA-0083-69C4-3A48-56E5DDD11D62}"/>
              </a:ext>
            </a:extLst>
          </p:cNvPr>
          <p:cNvSpPr txBox="1"/>
          <p:nvPr>
            <p:custDataLst>
              <p:tags r:id="rId64"/>
            </p:custDataLst>
          </p:nvPr>
        </p:nvSpPr>
        <p:spPr bwMode="gray">
          <a:xfrm>
            <a:off x="9147191" y="3080135"/>
            <a:ext cx="431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4/16/28</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cxnSp>
        <p:nvCxnSpPr>
          <p:cNvPr id="9" name="OTLSHAPE_TB_00000000000000000000000000000000_Separator1">
            <a:extLst>
              <a:ext uri="{FF2B5EF4-FFF2-40B4-BE49-F238E27FC236}">
                <a16:creationId xmlns:a16="http://schemas.microsoft.com/office/drawing/2014/main" id="{F0791CAE-3F6E-6966-7A41-A1B0FCC4CE11}"/>
              </a:ext>
            </a:extLst>
          </p:cNvPr>
          <p:cNvCxnSpPr/>
          <p:nvPr>
            <p:custDataLst>
              <p:tags r:id="rId65"/>
            </p:custDataLst>
          </p:nvPr>
        </p:nvCxnSpPr>
        <p:spPr>
          <a:xfrm>
            <a:off x="4378344" y="1558633"/>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OTLSHAPE_TB_00000000000000000000000000000000_Separator2">
            <a:extLst>
              <a:ext uri="{FF2B5EF4-FFF2-40B4-BE49-F238E27FC236}">
                <a16:creationId xmlns:a16="http://schemas.microsoft.com/office/drawing/2014/main" id="{528AE0E9-4330-385F-A359-006B1C77E59C}"/>
              </a:ext>
            </a:extLst>
          </p:cNvPr>
          <p:cNvCxnSpPr/>
          <p:nvPr>
            <p:custDataLst>
              <p:tags r:id="rId66"/>
            </p:custDataLst>
          </p:nvPr>
        </p:nvCxnSpPr>
        <p:spPr>
          <a:xfrm>
            <a:off x="6699288" y="1558633"/>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OTLSHAPE_TB_00000000000000000000000000000000_Separator3">
            <a:extLst>
              <a:ext uri="{FF2B5EF4-FFF2-40B4-BE49-F238E27FC236}">
                <a16:creationId xmlns:a16="http://schemas.microsoft.com/office/drawing/2014/main" id="{5B23E393-BC9A-BB5B-2966-9C640E1E3997}"/>
              </a:ext>
            </a:extLst>
          </p:cNvPr>
          <p:cNvCxnSpPr/>
          <p:nvPr>
            <p:custDataLst>
              <p:tags r:id="rId67"/>
            </p:custDataLst>
          </p:nvPr>
        </p:nvCxnSpPr>
        <p:spPr bwMode="gray">
          <a:xfrm>
            <a:off x="9020232" y="1558633"/>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标题 87">
            <a:extLst>
              <a:ext uri="{FF2B5EF4-FFF2-40B4-BE49-F238E27FC236}">
                <a16:creationId xmlns:a16="http://schemas.microsoft.com/office/drawing/2014/main" id="{A8B0FB33-F249-CCD2-950D-CF4FE1180BE8}"/>
              </a:ext>
            </a:extLst>
          </p:cNvPr>
          <p:cNvSpPr>
            <a:spLocks noGrp="1"/>
          </p:cNvSpPr>
          <p:nvPr>
            <p:ph type="title"/>
          </p:nvPr>
        </p:nvSpPr>
        <p:spPr>
          <a:xfrm>
            <a:off x="421544" y="323245"/>
            <a:ext cx="11649075" cy="492903"/>
          </a:xfrm>
        </p:spPr>
        <p:txBody>
          <a:bodyPr/>
          <a:lstStyle/>
          <a:p>
            <a:r>
              <a:rPr lang="en-US" altLang="zh-CN"/>
              <a:t>BI 764198 (TRPC6i), Podocytopathies Development Plan</a:t>
            </a:r>
            <a:endParaRPr lang="zh-CN" altLang="en-US">
              <a:solidFill>
                <a:srgbClr val="C00000"/>
              </a:solidFill>
            </a:endParaRPr>
          </a:p>
        </p:txBody>
      </p:sp>
      <p:sp>
        <p:nvSpPr>
          <p:cNvPr id="153" name="文本框 152">
            <a:extLst>
              <a:ext uri="{FF2B5EF4-FFF2-40B4-BE49-F238E27FC236}">
                <a16:creationId xmlns:a16="http://schemas.microsoft.com/office/drawing/2014/main" id="{9773809D-7E5D-9CF7-BE0A-7758E9DC35B7}"/>
              </a:ext>
            </a:extLst>
          </p:cNvPr>
          <p:cNvSpPr txBox="1"/>
          <p:nvPr/>
        </p:nvSpPr>
        <p:spPr bwMode="gray">
          <a:xfrm>
            <a:off x="831557" y="4359077"/>
            <a:ext cx="10785456" cy="1482906"/>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a:ln>
                  <a:noFill/>
                </a:ln>
                <a:effectLst/>
                <a:uLnTx/>
                <a:uFillTx/>
                <a:latin typeface="Boehringer Forward Text"/>
                <a:ea typeface="+mn-ea"/>
                <a:cs typeface="+mn-cs"/>
              </a:rPr>
              <a:t>Pre-IND</a:t>
            </a:r>
            <a:r>
              <a:rPr kumimoji="0" lang="en-US" altLang="zh-CN" sz="1400" b="0" i="0" u="none" strike="noStrike" kern="1200" cap="none" spc="0" normalizeH="0" baseline="0" noProof="0">
                <a:ln>
                  <a:noFill/>
                </a:ln>
                <a:effectLst/>
                <a:uLnTx/>
                <a:uFillTx/>
                <a:latin typeface="Boehringer Forward Text"/>
                <a:ea typeface="+mn-ea"/>
                <a:cs typeface="+mn-cs"/>
              </a:rPr>
              <a:t> final feedback received on 28 Nov. CDE insisted their initial position about diagnosis of </a:t>
            </a:r>
            <a:r>
              <a:rPr kumimoji="0" lang="en-US" altLang="zh-CN" sz="1400" b="0" i="0" u="none" strike="noStrike" kern="1200" cap="none" spc="0" normalizeH="0" baseline="0" noProof="0" err="1">
                <a:ln>
                  <a:noFill/>
                </a:ln>
                <a:effectLst/>
                <a:uLnTx/>
                <a:uFillTx/>
                <a:latin typeface="Boehringer Forward Text"/>
                <a:ea typeface="+mn-ea"/>
                <a:cs typeface="+mn-cs"/>
              </a:rPr>
              <a:t>pMN</a:t>
            </a:r>
            <a:r>
              <a:rPr kumimoji="0" lang="en-US" altLang="zh-CN" sz="1400" b="0" i="0" u="none" strike="noStrike" kern="1200" cap="none" spc="0" normalizeH="0" baseline="0" noProof="0">
                <a:ln>
                  <a:noFill/>
                </a:ln>
                <a:effectLst/>
                <a:uLnTx/>
                <a:uFillTx/>
                <a:latin typeface="Boehringer Forward Text"/>
                <a:ea typeface="+mn-ea"/>
                <a:cs typeface="+mn-cs"/>
              </a:rPr>
              <a:t> with biopsy only and diagnosis of Alport Syndrome with gene sequencing only. </a:t>
            </a:r>
          </a:p>
          <a:p>
            <a:pPr marL="742950" lvl="1" indent="-285750">
              <a:lnSpc>
                <a:spcPct val="140000"/>
              </a:lnSpc>
              <a:buFont typeface="Wingdings" panose="05000000000000000000" pitchFamily="2" charset="2"/>
              <a:buChar char="Ø"/>
              <a:defRPr/>
            </a:pPr>
            <a:r>
              <a:rPr kumimoji="0" lang="en-US" altLang="zh-CN" sz="1400" b="0" i="0" u="none" strike="noStrike" kern="1200" cap="none" spc="0" normalizeH="0" baseline="0" noProof="0">
                <a:ln>
                  <a:noFill/>
                </a:ln>
                <a:effectLst/>
                <a:uLnTx/>
                <a:uFillTx/>
                <a:latin typeface="Boehringer Forward Text"/>
                <a:ea typeface="+mn-ea"/>
                <a:cs typeface="+mn-cs"/>
              </a:rPr>
              <a:t>Team took immediate action to incorporate the changes in the ongoing local CTP amendment without shifting the target CTA submission date. </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a:ln>
                  <a:noFill/>
                </a:ln>
                <a:effectLst/>
                <a:uLnTx/>
                <a:uFillTx/>
                <a:latin typeface="Boehringer Forward Text"/>
                <a:ea typeface="+mn-ea"/>
                <a:cs typeface="+mn-cs"/>
              </a:rPr>
              <a:t>CTA submission </a:t>
            </a:r>
            <a:r>
              <a:rPr kumimoji="0" lang="en-US" altLang="zh-CN" sz="1400" i="0" u="none" strike="noStrike" kern="1200" cap="none" spc="0" normalizeH="0" baseline="0" noProof="0">
                <a:ln>
                  <a:noFill/>
                </a:ln>
                <a:effectLst/>
                <a:uLnTx/>
                <a:uFillTx/>
                <a:latin typeface="Boehringer Forward Text"/>
                <a:ea typeface="+mn-ea"/>
                <a:cs typeface="+mn-cs"/>
              </a:rPr>
              <a:t>occurred as planned on 12 Dec</a:t>
            </a:r>
            <a:endParaRPr kumimoji="0" lang="en-US" altLang="zh-CN" sz="1400" b="1" i="0" u="none" strike="noStrike" kern="1200" cap="none" spc="0" normalizeH="0" baseline="0" noProof="0">
              <a:ln>
                <a:noFill/>
              </a:ln>
              <a:effectLst/>
              <a:uLnTx/>
              <a:uFillTx/>
              <a:latin typeface="Boehringer Forward Text"/>
              <a:ea typeface="+mn-ea"/>
              <a:cs typeface="+mn-cs"/>
            </a:endParaRPr>
          </a:p>
        </p:txBody>
      </p:sp>
      <p:sp>
        <p:nvSpPr>
          <p:cNvPr id="154" name="文本框 153">
            <a:extLst>
              <a:ext uri="{FF2B5EF4-FFF2-40B4-BE49-F238E27FC236}">
                <a16:creationId xmlns:a16="http://schemas.microsoft.com/office/drawing/2014/main" id="{1B44B8A6-E632-1BB8-F370-7C4E2EB7BF00}"/>
              </a:ext>
            </a:extLst>
          </p:cNvPr>
          <p:cNvSpPr txBox="1"/>
          <p:nvPr/>
        </p:nvSpPr>
        <p:spPr bwMode="gray">
          <a:xfrm>
            <a:off x="4746799" y="2458423"/>
            <a:ext cx="2954972"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N=132</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155" name="文本框 154">
            <a:extLst>
              <a:ext uri="{FF2B5EF4-FFF2-40B4-BE49-F238E27FC236}">
                <a16:creationId xmlns:a16="http://schemas.microsoft.com/office/drawing/2014/main" id="{1A80AD0D-89FC-A9E7-7280-446E0CF50994}"/>
              </a:ext>
            </a:extLst>
          </p:cNvPr>
          <p:cNvSpPr txBox="1"/>
          <p:nvPr/>
        </p:nvSpPr>
        <p:spPr bwMode="gray">
          <a:xfrm>
            <a:off x="5220902" y="3635765"/>
            <a:ext cx="2954972" cy="217175"/>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N=14 (mainland 10, TW 4)</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spTree>
    <p:custDataLst>
      <p:tags r:id="rId1"/>
    </p:custDataLst>
    <p:extLst>
      <p:ext uri="{BB962C8B-B14F-4D97-AF65-F5344CB8AC3E}">
        <p14:creationId xmlns:p14="http://schemas.microsoft.com/office/powerpoint/2010/main" val="3493847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E26482-17B2-3EAB-62B8-C2B9C7E9B5FD}"/>
            </a:ext>
          </a:extLst>
        </p:cNvPr>
        <p:cNvGrpSpPr/>
        <p:nvPr/>
      </p:nvGrpSpPr>
      <p:grpSpPr>
        <a:xfrm>
          <a:off x="0" y="0"/>
          <a:ext cx="0" cy="0"/>
          <a:chOff x="0" y="0"/>
          <a:chExt cx="0" cy="0"/>
        </a:xfrm>
      </p:grpSpPr>
      <p:sp>
        <p:nvSpPr>
          <p:cNvPr id="24" name="Title 2">
            <a:extLst>
              <a:ext uri="{FF2B5EF4-FFF2-40B4-BE49-F238E27FC236}">
                <a16:creationId xmlns:a16="http://schemas.microsoft.com/office/drawing/2014/main" id="{208023B4-0522-4F50-7198-B9E8575D4030}"/>
              </a:ext>
            </a:extLst>
          </p:cNvPr>
          <p:cNvSpPr>
            <a:spLocks noGrp="1"/>
          </p:cNvSpPr>
          <p:nvPr>
            <p:ph type="title"/>
          </p:nvPr>
        </p:nvSpPr>
        <p:spPr>
          <a:xfrm>
            <a:off x="393649" y="392232"/>
            <a:ext cx="11414624" cy="720000"/>
          </a:xfrm>
        </p:spPr>
        <p:txBody>
          <a:bodyPr/>
          <a:lstStyle/>
          <a:p>
            <a:r>
              <a:rPr lang="en-US" sz="2000"/>
              <a:t>1434-0027 – Potential phase 2, multi-center, randomized, double-blind, placebo-controlled basket trial to evaluate BI 764198 in </a:t>
            </a:r>
            <a:r>
              <a:rPr lang="en-US" sz="2000" err="1"/>
              <a:t>proteinuric</a:t>
            </a:r>
            <a:r>
              <a:rPr lang="en-US" sz="2000"/>
              <a:t> glomerular diseases with podocyte involvement</a:t>
            </a:r>
          </a:p>
        </p:txBody>
      </p:sp>
      <p:sp>
        <p:nvSpPr>
          <p:cNvPr id="7" name="Slide Number Placeholder 6">
            <a:extLst>
              <a:ext uri="{FF2B5EF4-FFF2-40B4-BE49-F238E27FC236}">
                <a16:creationId xmlns:a16="http://schemas.microsoft.com/office/drawing/2014/main" id="{226041CB-4913-BF1D-22BA-14A997CCCDEA}"/>
              </a:ext>
            </a:extLst>
          </p:cNvPr>
          <p:cNvSpPr>
            <a:spLocks noGrp="1"/>
          </p:cNvSpPr>
          <p:nvPr>
            <p:ph type="sldNum" sz="quarter" idx="11"/>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51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6" name="Fußzeilenplatzhalter 4">
            <a:extLst>
              <a:ext uri="{FF2B5EF4-FFF2-40B4-BE49-F238E27FC236}">
                <a16:creationId xmlns:a16="http://schemas.microsoft.com/office/drawing/2014/main" id="{1500ED23-0569-2A49-5303-232F7607481C}"/>
              </a:ext>
            </a:extLst>
          </p:cNvPr>
          <p:cNvSpPr txBox="1">
            <a:spLocks/>
          </p:cNvSpPr>
          <p:nvPr/>
        </p:nvSpPr>
        <p:spPr>
          <a:xfrm>
            <a:off x="7023383" y="6663211"/>
            <a:ext cx="5040560" cy="28800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54"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TRPC6i in CKD with podocyte pathology   |    CONFIDENTIAL</a:t>
            </a:r>
          </a:p>
        </p:txBody>
      </p:sp>
      <p:sp>
        <p:nvSpPr>
          <p:cNvPr id="43" name="AutoShape 29">
            <a:extLst>
              <a:ext uri="{FF2B5EF4-FFF2-40B4-BE49-F238E27FC236}">
                <a16:creationId xmlns:a16="http://schemas.microsoft.com/office/drawing/2014/main" id="{26EBBF16-7BB6-5AD1-8548-1F565A88C0DD}"/>
              </a:ext>
            </a:extLst>
          </p:cNvPr>
          <p:cNvSpPr>
            <a:spLocks noChangeArrowheads="1"/>
          </p:cNvSpPr>
          <p:nvPr/>
        </p:nvSpPr>
        <p:spPr bwMode="gray">
          <a:xfrm>
            <a:off x="0" y="4900075"/>
            <a:ext cx="6059424" cy="1279261"/>
          </a:xfrm>
          <a:prstGeom prst="rect">
            <a:avLst/>
          </a:prstGeom>
          <a:solidFill>
            <a:srgbClr val="E5E3DE"/>
          </a:solidFill>
          <a:ln w="9525" algn="ctr">
            <a:noFill/>
            <a:round/>
            <a:headEnd/>
            <a:tailEnd/>
          </a:ln>
          <a:effectLst/>
        </p:spPr>
        <p:txBody>
          <a:bodyPr wrap="none"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333" b="1"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6" name="AutoShape 29">
            <a:extLst>
              <a:ext uri="{FF2B5EF4-FFF2-40B4-BE49-F238E27FC236}">
                <a16:creationId xmlns:a16="http://schemas.microsoft.com/office/drawing/2014/main" id="{FC31ED12-ED30-D07B-BE9C-80FD9D8B9F3E}"/>
              </a:ext>
            </a:extLst>
          </p:cNvPr>
          <p:cNvSpPr>
            <a:spLocks noChangeArrowheads="1"/>
          </p:cNvSpPr>
          <p:nvPr/>
        </p:nvSpPr>
        <p:spPr bwMode="gray">
          <a:xfrm>
            <a:off x="243737" y="5070072"/>
            <a:ext cx="1011571" cy="863761"/>
          </a:xfrm>
          <a:prstGeom prst="rect">
            <a:avLst/>
          </a:prstGeom>
          <a:solidFill>
            <a:schemeClr val="bg1"/>
          </a:solidFill>
          <a:ln w="9525" algn="ctr">
            <a:noFill/>
            <a:round/>
            <a:headEnd/>
            <a:tailEnd/>
          </a:ln>
          <a:effectLst/>
        </p:spPr>
        <p:txBody>
          <a:bodyPr wrap="none"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8312A"/>
                </a:solidFill>
                <a:effectLst/>
                <a:uLnTx/>
                <a:uFillTx/>
                <a:latin typeface="Boehringer Forward Text"/>
                <a:ea typeface="+mn-ea"/>
                <a:cs typeface="+mn-cs"/>
              </a:rPr>
              <a:t>Inclusion </a:t>
            </a:r>
            <a:br>
              <a:rPr kumimoji="0" lang="en-US" sz="1200" b="1" i="0" u="none" strike="noStrike" kern="1200" cap="none" spc="0" normalizeH="0" baseline="0" noProof="0">
                <a:ln>
                  <a:noFill/>
                </a:ln>
                <a:solidFill>
                  <a:srgbClr val="08312A"/>
                </a:solidFill>
                <a:effectLst/>
                <a:uLnTx/>
                <a:uFillTx/>
                <a:latin typeface="Boehringer Forward Text"/>
                <a:ea typeface="+mn-ea"/>
                <a:cs typeface="+mn-cs"/>
              </a:rPr>
            </a:br>
            <a:r>
              <a:rPr kumimoji="0" lang="en-US" sz="1200" b="1" i="0" u="none" strike="noStrike" kern="1200" cap="none" spc="0" normalizeH="0" baseline="0" noProof="0">
                <a:ln>
                  <a:noFill/>
                </a:ln>
                <a:solidFill>
                  <a:srgbClr val="08312A"/>
                </a:solidFill>
                <a:effectLst/>
                <a:uLnTx/>
                <a:uFillTx/>
                <a:latin typeface="Boehringer Forward Text"/>
                <a:ea typeface="+mn-ea"/>
                <a:cs typeface="+mn-cs"/>
              </a:rPr>
              <a:t>criteria</a:t>
            </a:r>
          </a:p>
        </p:txBody>
      </p:sp>
      <p:sp>
        <p:nvSpPr>
          <p:cNvPr id="47" name="TextBox 46">
            <a:extLst>
              <a:ext uri="{FF2B5EF4-FFF2-40B4-BE49-F238E27FC236}">
                <a16:creationId xmlns:a16="http://schemas.microsoft.com/office/drawing/2014/main" id="{94630928-D50B-3E02-F7A4-B4D111809D3E}"/>
              </a:ext>
            </a:extLst>
          </p:cNvPr>
          <p:cNvSpPr txBox="1"/>
          <p:nvPr/>
        </p:nvSpPr>
        <p:spPr bwMode="gray">
          <a:xfrm>
            <a:off x="1382409" y="4917919"/>
            <a:ext cx="4621913" cy="1241815"/>
          </a:xfrm>
          <a:prstGeom prst="rect">
            <a:avLst/>
          </a:prstGeom>
          <a:noFill/>
        </p:spPr>
        <p:txBody>
          <a:bodyPr wrap="square" anchor="ctr">
            <a:spAutoFit/>
          </a:bodyPr>
          <a:lstStyle/>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IN" sz="1067" b="0" i="0" u="none" strike="noStrike" kern="1200" cap="none" spc="0" normalizeH="0" baseline="0" noProof="0">
                <a:ln>
                  <a:noFill/>
                </a:ln>
                <a:solidFill>
                  <a:srgbClr val="08312A"/>
                </a:solidFill>
                <a:effectLst/>
                <a:uLnTx/>
                <a:uFillTx/>
                <a:latin typeface="Boehringer Forward Text"/>
                <a:ea typeface="+mn-ea"/>
                <a:cs typeface="+mn-cs"/>
              </a:rPr>
              <a:t>Age ≥18 (≥12 for AS and MCD)</a:t>
            </a:r>
          </a:p>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IN" sz="1067" b="0" i="0" u="none" strike="noStrike" kern="1200" cap="none" spc="0" normalizeH="0" baseline="0" noProof="0">
                <a:ln>
                  <a:noFill/>
                </a:ln>
                <a:solidFill>
                  <a:srgbClr val="08312A"/>
                </a:solidFill>
                <a:effectLst/>
                <a:uLnTx/>
                <a:uFillTx/>
                <a:latin typeface="Boehringer Forward Text"/>
                <a:ea typeface="+mn-ea"/>
                <a:cs typeface="+mn-cs"/>
              </a:rPr>
              <a:t>Biopsy proven disease (</a:t>
            </a:r>
            <a:r>
              <a:rPr kumimoji="0" lang="en-US" sz="1067" b="0" i="0" u="none" strike="noStrike" kern="1200" cap="none" spc="0" normalizeH="0" baseline="0" noProof="0">
                <a:ln>
                  <a:noFill/>
                </a:ln>
                <a:solidFill>
                  <a:srgbClr val="08312A"/>
                </a:solidFill>
                <a:effectLst/>
                <a:uLnTx/>
                <a:uFillTx/>
                <a:latin typeface="Boehringer Forward Text"/>
                <a:ea typeface="+mn-ea"/>
                <a:cs typeface="+mn-cs"/>
              </a:rPr>
              <a:t>genetic  diagnosis in AS, and serology in primary TR-MN are sufficient</a:t>
            </a:r>
            <a:r>
              <a:rPr kumimoji="0" lang="en-IN" sz="1067" b="0" i="0" u="none" strike="noStrike" kern="1200" cap="none" spc="0" normalizeH="0" baseline="0" noProof="0">
                <a:ln>
                  <a:noFill/>
                </a:ln>
                <a:solidFill>
                  <a:srgbClr val="08312A"/>
                </a:solidFill>
                <a:effectLst/>
                <a:uLnTx/>
                <a:uFillTx/>
                <a:latin typeface="Boehringer Forward Text"/>
                <a:ea typeface="+mn-ea"/>
                <a:cs typeface="+mn-cs"/>
              </a:rPr>
              <a:t>)</a:t>
            </a:r>
          </a:p>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eGFR ≥25 ml/min/1.73m</a:t>
            </a:r>
            <a:r>
              <a:rPr kumimoji="0" lang="en-GB" sz="1067" b="0" i="0" u="none" strike="noStrike" kern="1200" cap="none" spc="0" normalizeH="0" baseline="30000" noProof="0">
                <a:ln>
                  <a:noFill/>
                </a:ln>
                <a:solidFill>
                  <a:srgbClr val="08312A"/>
                </a:solidFill>
                <a:effectLst/>
                <a:uLnTx/>
                <a:uFillTx/>
                <a:latin typeface="Boehringer Forward Text"/>
                <a:ea typeface="+mn-ea"/>
                <a:cs typeface="+mn-cs"/>
              </a:rPr>
              <a:t>2</a:t>
            </a:r>
          </a:p>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Optimized and stable SoC, including </a:t>
            </a:r>
            <a:r>
              <a:rPr kumimoji="0" lang="en-GB" sz="1067" b="0" i="0" u="none" strike="noStrike" kern="1200" cap="none" spc="0" normalizeH="0" baseline="0" noProof="0" err="1">
                <a:ln>
                  <a:noFill/>
                </a:ln>
                <a:solidFill>
                  <a:srgbClr val="08312A"/>
                </a:solidFill>
                <a:effectLst/>
                <a:uLnTx/>
                <a:uFillTx/>
                <a:latin typeface="Boehringer Forward Text"/>
                <a:ea typeface="+mn-ea"/>
                <a:cs typeface="+mn-cs"/>
              </a:rPr>
              <a:t>RAASi</a:t>
            </a: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 SGLT2i and immunosuppressives (if indicated)</a:t>
            </a:r>
          </a:p>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Increased UPCR (varies by aetiology)</a:t>
            </a:r>
          </a:p>
        </p:txBody>
      </p:sp>
      <p:sp>
        <p:nvSpPr>
          <p:cNvPr id="49" name="AutoShape 29">
            <a:extLst>
              <a:ext uri="{FF2B5EF4-FFF2-40B4-BE49-F238E27FC236}">
                <a16:creationId xmlns:a16="http://schemas.microsoft.com/office/drawing/2014/main" id="{0BE23D87-24ED-1E45-2F53-F91694A2C5E1}"/>
              </a:ext>
            </a:extLst>
          </p:cNvPr>
          <p:cNvSpPr>
            <a:spLocks noChangeArrowheads="1"/>
          </p:cNvSpPr>
          <p:nvPr/>
        </p:nvSpPr>
        <p:spPr bwMode="gray">
          <a:xfrm>
            <a:off x="6132576" y="4900077"/>
            <a:ext cx="6059424" cy="1274055"/>
          </a:xfrm>
          <a:prstGeom prst="rect">
            <a:avLst/>
          </a:prstGeom>
          <a:solidFill>
            <a:srgbClr val="E5E3DE"/>
          </a:solidFill>
          <a:ln w="9525" algn="ctr">
            <a:noFill/>
            <a:round/>
            <a:headEnd/>
            <a:tailEnd/>
          </a:ln>
          <a:effectLst/>
        </p:spPr>
        <p:txBody>
          <a:bodyPr wrap="none"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333" b="1"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52" name="AutoShape 29">
            <a:extLst>
              <a:ext uri="{FF2B5EF4-FFF2-40B4-BE49-F238E27FC236}">
                <a16:creationId xmlns:a16="http://schemas.microsoft.com/office/drawing/2014/main" id="{2DB2F5BE-08A1-6CE9-4F9E-DCC6EE092F02}"/>
              </a:ext>
            </a:extLst>
          </p:cNvPr>
          <p:cNvSpPr>
            <a:spLocks noChangeArrowheads="1"/>
          </p:cNvSpPr>
          <p:nvPr/>
        </p:nvSpPr>
        <p:spPr bwMode="gray">
          <a:xfrm>
            <a:off x="6331109" y="5100872"/>
            <a:ext cx="1011571" cy="863761"/>
          </a:xfrm>
          <a:prstGeom prst="rect">
            <a:avLst/>
          </a:prstGeom>
          <a:solidFill>
            <a:schemeClr val="bg1"/>
          </a:solidFill>
          <a:ln w="9525" algn="ctr">
            <a:noFill/>
            <a:round/>
            <a:headEnd/>
            <a:tailEnd/>
          </a:ln>
          <a:effectLst/>
        </p:spPr>
        <p:txBody>
          <a:bodyPr wrap="none"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8312A"/>
                </a:solidFill>
                <a:effectLst/>
                <a:uLnTx/>
                <a:uFillTx/>
                <a:latin typeface="Boehringer Forward Text"/>
                <a:ea typeface="+mn-ea"/>
                <a:cs typeface="+mn-cs"/>
              </a:rPr>
              <a:t>Exclusion </a:t>
            </a:r>
            <a:br>
              <a:rPr kumimoji="0" lang="en-US" sz="1200" b="1" i="0" u="none" strike="noStrike" kern="1200" cap="none" spc="0" normalizeH="0" baseline="0" noProof="0">
                <a:ln>
                  <a:noFill/>
                </a:ln>
                <a:solidFill>
                  <a:srgbClr val="08312A"/>
                </a:solidFill>
                <a:effectLst/>
                <a:uLnTx/>
                <a:uFillTx/>
                <a:latin typeface="Boehringer Forward Text"/>
                <a:ea typeface="+mn-ea"/>
                <a:cs typeface="+mn-cs"/>
              </a:rPr>
            </a:br>
            <a:r>
              <a:rPr kumimoji="0" lang="en-US" sz="1200" b="1" i="0" u="none" strike="noStrike" kern="1200" cap="none" spc="0" normalizeH="0" baseline="0" noProof="0">
                <a:ln>
                  <a:noFill/>
                </a:ln>
                <a:solidFill>
                  <a:srgbClr val="08312A"/>
                </a:solidFill>
                <a:effectLst/>
                <a:uLnTx/>
                <a:uFillTx/>
                <a:latin typeface="Boehringer Forward Text"/>
                <a:ea typeface="+mn-ea"/>
                <a:cs typeface="+mn-cs"/>
              </a:rPr>
              <a:t>criteria</a:t>
            </a:r>
          </a:p>
        </p:txBody>
      </p:sp>
      <p:sp>
        <p:nvSpPr>
          <p:cNvPr id="59" name="TextBox 58">
            <a:extLst>
              <a:ext uri="{FF2B5EF4-FFF2-40B4-BE49-F238E27FC236}">
                <a16:creationId xmlns:a16="http://schemas.microsoft.com/office/drawing/2014/main" id="{A0F78BDF-FF50-9DEE-D755-25DB349A77E3}"/>
              </a:ext>
            </a:extLst>
          </p:cNvPr>
          <p:cNvSpPr txBox="1"/>
          <p:nvPr/>
        </p:nvSpPr>
        <p:spPr bwMode="gray">
          <a:xfrm>
            <a:off x="7459611" y="4979239"/>
            <a:ext cx="4401820" cy="749179"/>
          </a:xfrm>
          <a:prstGeom prst="rect">
            <a:avLst/>
          </a:prstGeom>
          <a:noFill/>
        </p:spPr>
        <p:txBody>
          <a:bodyPr wrap="square" anchor="ctr">
            <a:spAutoFit/>
          </a:bodyPr>
          <a:lstStyle/>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Rapid progressive kidney disease as measured by eGFR loss </a:t>
            </a:r>
            <a:br>
              <a:rPr kumimoji="0" lang="en-GB" sz="1067" b="0" i="0" u="none" strike="noStrike" kern="1200" cap="none" spc="0" normalizeH="0" baseline="0" noProof="0">
                <a:ln>
                  <a:noFill/>
                </a:ln>
                <a:solidFill>
                  <a:srgbClr val="08312A"/>
                </a:solidFill>
                <a:effectLst/>
                <a:uLnTx/>
                <a:uFillTx/>
                <a:latin typeface="Boehringer Forward Text"/>
                <a:ea typeface="+mn-ea"/>
                <a:cs typeface="+mn-cs"/>
              </a:rPr>
            </a:b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 50% over a period of 3 months prior to Screening</a:t>
            </a:r>
          </a:p>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History of kidney transplant or planned kidney transplant </a:t>
            </a:r>
          </a:p>
          <a:p>
            <a:pPr marL="122761" marR="0" lvl="0" indent="-122761" algn="l" defTabSz="1219140" rtl="0" eaLnBrk="1" fontAlgn="auto" latinLnBrk="0" hangingPunct="1">
              <a:lnSpc>
                <a:spcPct val="100000"/>
              </a:lnSpc>
              <a:spcBef>
                <a:spcPts val="0"/>
              </a:spcBef>
              <a:spcAft>
                <a:spcPts val="0"/>
              </a:spcAft>
              <a:buClr>
                <a:srgbClr val="08312A"/>
              </a:buClr>
              <a:buSzTx/>
              <a:buFont typeface="Arial" panose="020B0604020202020204" pitchFamily="34" charset="0"/>
              <a:buChar char="•"/>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rPr>
              <a:t>IV immunosuppressive treatment ≤6 months prior to screening</a:t>
            </a:r>
          </a:p>
        </p:txBody>
      </p:sp>
      <p:sp>
        <p:nvSpPr>
          <p:cNvPr id="64" name="TextBox 63">
            <a:extLst>
              <a:ext uri="{FF2B5EF4-FFF2-40B4-BE49-F238E27FC236}">
                <a16:creationId xmlns:a16="http://schemas.microsoft.com/office/drawing/2014/main" id="{81227443-851C-FFD4-12DE-A0F5032D6C98}"/>
              </a:ext>
            </a:extLst>
          </p:cNvPr>
          <p:cNvSpPr txBox="1"/>
          <p:nvPr/>
        </p:nvSpPr>
        <p:spPr bwMode="gray">
          <a:xfrm>
            <a:off x="-122204" y="6444700"/>
            <a:ext cx="11353949" cy="624786"/>
          </a:xfrm>
          <a:prstGeom prst="rect">
            <a:avLst/>
          </a:prstGeom>
          <a:noFill/>
        </p:spPr>
        <p:txBody>
          <a:bodyPr wrap="square" lIns="1920240" bIns="329184" anchor="b">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8312A"/>
                </a:solidFill>
                <a:effectLst/>
                <a:uLnTx/>
                <a:uFillTx/>
                <a:latin typeface="Boehringer Forward Text"/>
                <a:ea typeface="+mn-ea"/>
                <a:cs typeface="+mn-cs"/>
                <a:sym typeface="Calibri"/>
              </a:rPr>
              <a:t>Note: FSGS, focal segmental glomerulosclerosis; IA, interim analysis;  MN, membranous nephropathy; </a:t>
            </a:r>
            <a:r>
              <a:rPr kumimoji="0" lang="en-GB" sz="800" b="0" i="0" u="none" strike="noStrike" kern="1200" cap="none" spc="0" normalizeH="0" baseline="0" noProof="0" err="1">
                <a:ln>
                  <a:noFill/>
                </a:ln>
                <a:solidFill>
                  <a:srgbClr val="08312A"/>
                </a:solidFill>
                <a:effectLst/>
                <a:uLnTx/>
                <a:uFillTx/>
                <a:latin typeface="Boehringer Forward Text"/>
                <a:ea typeface="+mn-ea"/>
                <a:cs typeface="+mn-cs"/>
                <a:sym typeface="Calibri"/>
              </a:rPr>
              <a:t>sFSGS</a:t>
            </a:r>
            <a:r>
              <a:rPr kumimoji="0" lang="en-GB" sz="800" b="0" i="0" u="none" strike="noStrike" kern="1200" cap="none" spc="0" normalizeH="0" baseline="0" noProof="0">
                <a:ln>
                  <a:noFill/>
                </a:ln>
                <a:solidFill>
                  <a:srgbClr val="08312A"/>
                </a:solidFill>
                <a:effectLst/>
                <a:uLnTx/>
                <a:uFillTx/>
                <a:latin typeface="Boehringer Forward Text"/>
                <a:ea typeface="+mn-ea"/>
                <a:cs typeface="+mn-cs"/>
                <a:sym typeface="Calibri"/>
              </a:rPr>
              <a:t>, secondary FSGS; R, randomization; TR-MCD: treatment-resistant minimal change disease; TRPC6, transient receptor potential canonical 6; </a:t>
            </a:r>
            <a:r>
              <a:rPr kumimoji="0" lang="en-US" sz="800" b="0" i="0" u="none" strike="noStrike" kern="1200" cap="none" spc="0" normalizeH="0" baseline="0" noProof="0">
                <a:ln>
                  <a:noFill/>
                </a:ln>
                <a:solidFill>
                  <a:srgbClr val="08312A"/>
                </a:solidFill>
                <a:effectLst/>
                <a:uLnTx/>
                <a:uFillTx/>
                <a:latin typeface="Boehringer Forward Text"/>
                <a:ea typeface="+mn-ea"/>
                <a:cs typeface="+mn-cs"/>
                <a:sym typeface="Calibri"/>
              </a:rPr>
              <a:t>UPCR, urine protein creatinine ratio; SoC, standard of care; FMV, first morning void​</a:t>
            </a:r>
            <a:endParaRPr kumimoji="0" lang="en-GB" sz="800" b="0" i="0" u="none" strike="noStrike" kern="1200" cap="none" spc="0" normalizeH="0" baseline="0" noProof="0">
              <a:ln>
                <a:noFill/>
              </a:ln>
              <a:solidFill>
                <a:srgbClr val="08312A"/>
              </a:solidFill>
              <a:effectLst/>
              <a:uLnTx/>
              <a:uFillTx/>
              <a:latin typeface="Boehringer Forward Text"/>
              <a:ea typeface="+mn-ea"/>
              <a:cs typeface="+mn-cs"/>
              <a:sym typeface="Calibri"/>
            </a:endParaRPr>
          </a:p>
        </p:txBody>
      </p:sp>
      <p:pic>
        <p:nvPicPr>
          <p:cNvPr id="3098" name="Picture 1" descr="A diagram of treatment period&#10;&#10;AI-generated content may be incorrect.">
            <a:extLst>
              <a:ext uri="{FF2B5EF4-FFF2-40B4-BE49-F238E27FC236}">
                <a16:creationId xmlns:a16="http://schemas.microsoft.com/office/drawing/2014/main" id="{FC9A5DFD-A305-663C-50E3-3AB3104D9DEC}"/>
              </a:ext>
            </a:extLst>
          </p:cNvPr>
          <p:cNvPicPr>
            <a:picLocks noChangeAspect="1"/>
          </p:cNvPicPr>
          <p:nvPr/>
        </p:nvPicPr>
        <p:blipFill>
          <a:blip r:embed="rId3"/>
          <a:stretch>
            <a:fillRect/>
          </a:stretch>
        </p:blipFill>
        <p:spPr>
          <a:xfrm>
            <a:off x="1626588" y="1016312"/>
            <a:ext cx="8755467" cy="3864161"/>
          </a:xfrm>
          <a:prstGeom prst="rect">
            <a:avLst/>
          </a:prstGeom>
        </p:spPr>
      </p:pic>
    </p:spTree>
    <p:extLst>
      <p:ext uri="{BB962C8B-B14F-4D97-AF65-F5344CB8AC3E}">
        <p14:creationId xmlns:p14="http://schemas.microsoft.com/office/powerpoint/2010/main" val="7043157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LSHAPE_TB_00000000000000000000000000000000_LeftEndCaps" hidden="1">
            <a:extLst>
              <a:ext uri="{FF2B5EF4-FFF2-40B4-BE49-F238E27FC236}">
                <a16:creationId xmlns:a16="http://schemas.microsoft.com/office/drawing/2014/main" id="{031F092A-DE16-C4E2-1FA9-AE32778CCA72}"/>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83" name="OTLSHAPE_SL2A_cd2308d02d6944d182b1a3169f4604c5_BackgroundRectangle" hidden="1">
            <a:extLst>
              <a:ext uri="{FF2B5EF4-FFF2-40B4-BE49-F238E27FC236}">
                <a16:creationId xmlns:a16="http://schemas.microsoft.com/office/drawing/2014/main" id="{5ED40BCB-C22C-BFC6-ABDC-899E0FB68B10}"/>
              </a:ext>
            </a:extLst>
          </p:cNvPr>
          <p:cNvSpPr/>
          <p:nvPr>
            <p:custDataLst>
              <p:tags r:id="rId3"/>
            </p:custDataLst>
          </p:nvPr>
        </p:nvSpPr>
        <p:spPr>
          <a:xfrm>
            <a:off x="1930400" y="2413047"/>
            <a:ext cx="9423400" cy="1413849"/>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OTLSHAPE_SL2A_cd2308d02d6944d182b1a3169f4604c5_HeaderRectangle" hidden="1">
            <a:extLst>
              <a:ext uri="{FF2B5EF4-FFF2-40B4-BE49-F238E27FC236}">
                <a16:creationId xmlns:a16="http://schemas.microsoft.com/office/drawing/2014/main" id="{DAA2D747-0D90-DD24-30C0-677E34DF949D}"/>
              </a:ext>
            </a:extLst>
          </p:cNvPr>
          <p:cNvSpPr/>
          <p:nvPr>
            <p:custDataLst>
              <p:tags r:id="rId4"/>
            </p:custDataLst>
          </p:nvPr>
        </p:nvSpPr>
        <p:spPr>
          <a:xfrm>
            <a:off x="1930400" y="2413047"/>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OTLSHAPE_SL2A_cd2308d02d6944d182b1a3169f4604c5_Header" hidden="1">
            <a:extLst>
              <a:ext uri="{FF2B5EF4-FFF2-40B4-BE49-F238E27FC236}">
                <a16:creationId xmlns:a16="http://schemas.microsoft.com/office/drawing/2014/main" id="{61D9D75E-2415-20D1-5F92-40B215157E45}"/>
              </a:ext>
            </a:extLst>
          </p:cNvPr>
          <p:cNvSpPr txBox="1"/>
          <p:nvPr>
            <p:custDataLst>
              <p:tags r:id="rId5"/>
            </p:custDataLst>
          </p:nvPr>
        </p:nvSpPr>
        <p:spPr>
          <a:xfrm>
            <a:off x="12700" y="-2726493"/>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36" name="OTLSHAPE_SLT_5e89ef62d6b243098418287a9f5312b4_ShapePercentage" hidden="1">
            <a:extLst>
              <a:ext uri="{FF2B5EF4-FFF2-40B4-BE49-F238E27FC236}">
                <a16:creationId xmlns:a16="http://schemas.microsoft.com/office/drawing/2014/main" id="{3868C688-8D0B-8766-CB34-1A2AC542200A}"/>
              </a:ext>
            </a:extLst>
          </p:cNvPr>
          <p:cNvSpPr/>
          <p:nvPr>
            <p:custDataLst>
              <p:tags r:id="rId6"/>
            </p:custDataLst>
          </p:nvPr>
        </p:nvSpPr>
        <p:spPr>
          <a:xfrm>
            <a:off x="5249488" y="4184273"/>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7" name="OTLSHAPE_SLT_5e89ef62d6b243098418287a9f5312b4_Duration" hidden="1">
            <a:extLst>
              <a:ext uri="{FF2B5EF4-FFF2-40B4-BE49-F238E27FC236}">
                <a16:creationId xmlns:a16="http://schemas.microsoft.com/office/drawing/2014/main" id="{3F92674D-B182-9A5A-A80E-2BD7AF20C2F5}"/>
              </a:ext>
            </a:extLst>
          </p:cNvPr>
          <p:cNvSpPr txBox="1"/>
          <p:nvPr>
            <p:custDataLst>
              <p:tags r:id="rId7"/>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8" name="OTLSHAPE_SLT_5e89ef62d6b243098418287a9f5312b4_TextPercentage" hidden="1">
            <a:extLst>
              <a:ext uri="{FF2B5EF4-FFF2-40B4-BE49-F238E27FC236}">
                <a16:creationId xmlns:a16="http://schemas.microsoft.com/office/drawing/2014/main" id="{572179F0-4C1E-83D0-AA46-49ED7C6E1B19}"/>
              </a:ext>
            </a:extLst>
          </p:cNvPr>
          <p:cNvSpPr txBox="1"/>
          <p:nvPr>
            <p:custDataLst>
              <p:tags r:id="rId8"/>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9" name="OTLSHAPE_SLT_5e89ef62d6b243098418287a9f5312b4_StartDate" hidden="1">
            <a:extLst>
              <a:ext uri="{FF2B5EF4-FFF2-40B4-BE49-F238E27FC236}">
                <a16:creationId xmlns:a16="http://schemas.microsoft.com/office/drawing/2014/main" id="{3C36CCDC-2746-3E6B-0A77-7FDD9D01D66E}"/>
              </a:ext>
            </a:extLst>
          </p:cNvPr>
          <p:cNvSpPr txBox="1"/>
          <p:nvPr>
            <p:custDataLst>
              <p:tags r:id="rId9"/>
            </p:custDataLst>
          </p:nvPr>
        </p:nvSpPr>
        <p:spPr>
          <a:xfrm>
            <a:off x="12700" y="-695185"/>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140" name="OTLSHAPE_SLT_5e89ef62d6b243098418287a9f5312b4_EndDate" hidden="1">
            <a:extLst>
              <a:ext uri="{FF2B5EF4-FFF2-40B4-BE49-F238E27FC236}">
                <a16:creationId xmlns:a16="http://schemas.microsoft.com/office/drawing/2014/main" id="{E4C6512D-747E-A4E0-85A9-200D622079F8}"/>
              </a:ext>
            </a:extLst>
          </p:cNvPr>
          <p:cNvSpPr txBox="1"/>
          <p:nvPr>
            <p:custDataLst>
              <p:tags r:id="rId10"/>
            </p:custDataLst>
          </p:nvPr>
        </p:nvSpPr>
        <p:spPr>
          <a:xfrm>
            <a:off x="12700" y="-695185"/>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3" name="OTLSHAPE_TB_00000000000000000000000000000000_RightEndCaps" hidden="1">
            <a:extLst>
              <a:ext uri="{FF2B5EF4-FFF2-40B4-BE49-F238E27FC236}">
                <a16:creationId xmlns:a16="http://schemas.microsoft.com/office/drawing/2014/main" id="{B86C1995-BF24-96EF-15DE-369D4B9438B3}"/>
              </a:ext>
            </a:extLst>
          </p:cNvPr>
          <p:cNvSpPr txBox="1"/>
          <p:nvPr>
            <p:custDataLst>
              <p:tags r:id="rId11"/>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2028</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42" name="OTLSHAPE_SLT_204ac9d9291f49b98f02dce0efc777e3_ShapePercentage" hidden="1">
            <a:extLst>
              <a:ext uri="{FF2B5EF4-FFF2-40B4-BE49-F238E27FC236}">
                <a16:creationId xmlns:a16="http://schemas.microsoft.com/office/drawing/2014/main" id="{F32A350B-9C42-295B-F70E-F1D9452A28B3}"/>
              </a:ext>
            </a:extLst>
          </p:cNvPr>
          <p:cNvSpPr/>
          <p:nvPr>
            <p:custDataLst>
              <p:tags r:id="rId12"/>
            </p:custDataLst>
          </p:nvPr>
        </p:nvSpPr>
        <p:spPr>
          <a:xfrm>
            <a:off x="4302035" y="3950255"/>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2" name="OTLSHAPE_SLT_204ac9d9291f49b98f02dce0efc777e3_Duration" hidden="1">
            <a:extLst>
              <a:ext uri="{FF2B5EF4-FFF2-40B4-BE49-F238E27FC236}">
                <a16:creationId xmlns:a16="http://schemas.microsoft.com/office/drawing/2014/main" id="{66BEF194-341C-A943-44BE-4D17706C6EEB}"/>
              </a:ext>
            </a:extLst>
          </p:cNvPr>
          <p:cNvSpPr txBox="1"/>
          <p:nvPr>
            <p:custDataLst>
              <p:tags r:id="rId13"/>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30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53" name="OTLSHAPE_SLT_204ac9d9291f49b98f02dce0efc777e3_TextPercentage" hidden="1">
            <a:extLst>
              <a:ext uri="{FF2B5EF4-FFF2-40B4-BE49-F238E27FC236}">
                <a16:creationId xmlns:a16="http://schemas.microsoft.com/office/drawing/2014/main" id="{1E33C166-7E8B-2313-2E78-A9FF11809DA3}"/>
              </a:ext>
            </a:extLst>
          </p:cNvPr>
          <p:cNvSpPr txBox="1"/>
          <p:nvPr>
            <p:custDataLst>
              <p:tags r:id="rId14"/>
            </p:custDataLst>
          </p:nvPr>
        </p:nvSpPr>
        <p:spPr>
          <a:xfrm>
            <a:off x="12700" y="-23352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54" name="OTLSHAPE_SLT_204ac9d9291f49b98f02dce0efc777e3_StartDate" hidden="1">
            <a:extLst>
              <a:ext uri="{FF2B5EF4-FFF2-40B4-BE49-F238E27FC236}">
                <a16:creationId xmlns:a16="http://schemas.microsoft.com/office/drawing/2014/main" id="{4AC0BFC1-18B5-BF23-46CE-91B4D02C1D2A}"/>
              </a:ext>
            </a:extLst>
          </p:cNvPr>
          <p:cNvSpPr txBox="1"/>
          <p:nvPr>
            <p:custDataLst>
              <p:tags r:id="rId15"/>
            </p:custDataLst>
          </p:nvPr>
        </p:nvSpPr>
        <p:spPr>
          <a:xfrm>
            <a:off x="12700" y="-618241"/>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55" name="OTLSHAPE_SLT_204ac9d9291f49b98f02dce0efc777e3_EndDate" hidden="1">
            <a:extLst>
              <a:ext uri="{FF2B5EF4-FFF2-40B4-BE49-F238E27FC236}">
                <a16:creationId xmlns:a16="http://schemas.microsoft.com/office/drawing/2014/main" id="{34F5FDE2-EEAF-90AA-19AF-F3789C94C244}"/>
              </a:ext>
            </a:extLst>
          </p:cNvPr>
          <p:cNvSpPr txBox="1"/>
          <p:nvPr>
            <p:custDataLst>
              <p:tags r:id="rId16"/>
            </p:custDataLst>
          </p:nvPr>
        </p:nvSpPr>
        <p:spPr>
          <a:xfrm>
            <a:off x="12700" y="-618241"/>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65" name="OTLSHAPE_SL2A_bd812b5aba0d4ece931cb019484466b8_BackgroundRectangle" hidden="1">
            <a:extLst>
              <a:ext uri="{FF2B5EF4-FFF2-40B4-BE49-F238E27FC236}">
                <a16:creationId xmlns:a16="http://schemas.microsoft.com/office/drawing/2014/main" id="{23F420C4-5749-A690-394B-6707D4FBEAAC}"/>
              </a:ext>
            </a:extLst>
          </p:cNvPr>
          <p:cNvSpPr/>
          <p:nvPr>
            <p:custDataLst>
              <p:tags r:id="rId17"/>
            </p:custDataLst>
          </p:nvPr>
        </p:nvSpPr>
        <p:spPr bwMode="gray">
          <a:xfrm>
            <a:off x="1930400" y="3890395"/>
            <a:ext cx="9423400" cy="714756"/>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OTLSHAPE_SL2A_bd812b5aba0d4ece931cb019484466b8_HeaderRectangle" hidden="1">
            <a:extLst>
              <a:ext uri="{FF2B5EF4-FFF2-40B4-BE49-F238E27FC236}">
                <a16:creationId xmlns:a16="http://schemas.microsoft.com/office/drawing/2014/main" id="{FA034370-280D-D47E-41A0-3EA24B9D8D85}"/>
              </a:ext>
            </a:extLst>
          </p:cNvPr>
          <p:cNvSpPr/>
          <p:nvPr>
            <p:custDataLst>
              <p:tags r:id="rId18"/>
            </p:custDataLst>
          </p:nvPr>
        </p:nvSpPr>
        <p:spPr bwMode="gray">
          <a:xfrm>
            <a:off x="1930400" y="3890395"/>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OTLSHAPE_SL2A_bd812b5aba0d4ece931cb019484466b8_Header" hidden="1">
            <a:extLst>
              <a:ext uri="{FF2B5EF4-FFF2-40B4-BE49-F238E27FC236}">
                <a16:creationId xmlns:a16="http://schemas.microsoft.com/office/drawing/2014/main" id="{FB86A555-3366-C413-97AD-E9DDABE3B259}"/>
              </a:ext>
            </a:extLst>
          </p:cNvPr>
          <p:cNvSpPr txBox="1"/>
          <p:nvPr>
            <p:custDataLst>
              <p:tags r:id="rId19"/>
            </p:custDataLst>
          </p:nvPr>
        </p:nvSpPr>
        <p:spPr bwMode="gray">
          <a:xfrm>
            <a:off x="12700" y="-1441796"/>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66" name="OTLSHAPE_SLT_1dbae2abd791421e828722a5193e8d48_ShapePercentage" hidden="1">
            <a:extLst>
              <a:ext uri="{FF2B5EF4-FFF2-40B4-BE49-F238E27FC236}">
                <a16:creationId xmlns:a16="http://schemas.microsoft.com/office/drawing/2014/main" id="{71515084-EFDF-E6FA-A118-F708EF59E9B3}"/>
              </a:ext>
            </a:extLst>
          </p:cNvPr>
          <p:cNvSpPr/>
          <p:nvPr>
            <p:custDataLst>
              <p:tags r:id="rId20"/>
            </p:custDataLst>
          </p:nvPr>
        </p:nvSpPr>
        <p:spPr bwMode="gray">
          <a:xfrm>
            <a:off x="5440251" y="3250993"/>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OTLSHAPE_SLT_1dbae2abd791421e828722a5193e8d48_Duration" hidden="1">
            <a:extLst>
              <a:ext uri="{FF2B5EF4-FFF2-40B4-BE49-F238E27FC236}">
                <a16:creationId xmlns:a16="http://schemas.microsoft.com/office/drawing/2014/main" id="{8EC6203E-2795-4A6E-2EE0-4D9FB03082CF}"/>
              </a:ext>
            </a:extLst>
          </p:cNvPr>
          <p:cNvSpPr txBox="1"/>
          <p:nvPr>
            <p:custDataLst>
              <p:tags r:id="rId21"/>
            </p:custDataLst>
          </p:nvPr>
        </p:nvSpPr>
        <p:spPr bwMode="gray">
          <a:xfrm>
            <a:off x="12700" y="-603728"/>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289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8" name="OTLSHAPE_SLT_1dbae2abd791421e828722a5193e8d48_TextPercentage" hidden="1">
            <a:extLst>
              <a:ext uri="{FF2B5EF4-FFF2-40B4-BE49-F238E27FC236}">
                <a16:creationId xmlns:a16="http://schemas.microsoft.com/office/drawing/2014/main" id="{F69DFE90-C659-341D-8F08-19455E722719}"/>
              </a:ext>
            </a:extLst>
          </p:cNvPr>
          <p:cNvSpPr txBox="1"/>
          <p:nvPr>
            <p:custDataLst>
              <p:tags r:id="rId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9" name="OTLSHAPE_SLT_1dbae2abd791421e828722a5193e8d48_StartDate" hidden="1">
            <a:extLst>
              <a:ext uri="{FF2B5EF4-FFF2-40B4-BE49-F238E27FC236}">
                <a16:creationId xmlns:a16="http://schemas.microsoft.com/office/drawing/2014/main" id="{8E997F56-4650-9174-7D09-FEC0E38D6A06}"/>
              </a:ext>
            </a:extLst>
          </p:cNvPr>
          <p:cNvSpPr txBox="1"/>
          <p:nvPr>
            <p:custDataLst>
              <p:tags r:id="rId2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0" name="OTLSHAPE_SLT_1dbae2abd791421e828722a5193e8d48_EndDate" hidden="1">
            <a:extLst>
              <a:ext uri="{FF2B5EF4-FFF2-40B4-BE49-F238E27FC236}">
                <a16:creationId xmlns:a16="http://schemas.microsoft.com/office/drawing/2014/main" id="{98729074-B4AB-4977-8988-E7F291CD6E3E}"/>
              </a:ext>
            </a:extLst>
          </p:cNvPr>
          <p:cNvSpPr txBox="1"/>
          <p:nvPr>
            <p:custDataLst>
              <p:tags r:id="rId2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5" name="OTLSHAPE_SL_008b357a959f4d9183e7c3df44197c27_BackgroundRectangle">
            <a:extLst>
              <a:ext uri="{FF2B5EF4-FFF2-40B4-BE49-F238E27FC236}">
                <a16:creationId xmlns:a16="http://schemas.microsoft.com/office/drawing/2014/main" id="{5F1B4AD7-BB3D-D8F5-4A31-9A7074216948}"/>
              </a:ext>
            </a:extLst>
          </p:cNvPr>
          <p:cNvSpPr/>
          <p:nvPr>
            <p:custDataLst>
              <p:tags r:id="rId25"/>
            </p:custDataLst>
          </p:nvPr>
        </p:nvSpPr>
        <p:spPr>
          <a:xfrm>
            <a:off x="63500" y="2413047"/>
            <a:ext cx="11290300" cy="1413849"/>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OTLSHAPE_SL_ae039774f5d941348767efd1938c968d_BackgroundRectangle">
            <a:extLst>
              <a:ext uri="{FF2B5EF4-FFF2-40B4-BE49-F238E27FC236}">
                <a16:creationId xmlns:a16="http://schemas.microsoft.com/office/drawing/2014/main" id="{29633D82-7BA5-6388-73FB-865F1ADD8197}"/>
              </a:ext>
            </a:extLst>
          </p:cNvPr>
          <p:cNvSpPr/>
          <p:nvPr>
            <p:custDataLst>
              <p:tags r:id="rId26"/>
            </p:custDataLst>
          </p:nvPr>
        </p:nvSpPr>
        <p:spPr bwMode="gray">
          <a:xfrm>
            <a:off x="63500" y="3890395"/>
            <a:ext cx="11290300" cy="714756"/>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ScaleContainer">
            <a:extLst>
              <a:ext uri="{FF2B5EF4-FFF2-40B4-BE49-F238E27FC236}">
                <a16:creationId xmlns:a16="http://schemas.microsoft.com/office/drawing/2014/main" id="{6E31C414-14A0-B474-C338-CDBC658FD865}"/>
              </a:ext>
            </a:extLst>
          </p:cNvPr>
          <p:cNvSpPr/>
          <p:nvPr>
            <p:custDataLst>
              <p:tags r:id="rId27"/>
            </p:custDataLst>
          </p:nvPr>
        </p:nvSpPr>
        <p:spPr>
          <a:xfrm>
            <a:off x="2057400" y="1685125"/>
            <a:ext cx="92964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6" name="OTLSHAPE_SL_008b357a959f4d9183e7c3df44197c27_HeaderRectangle">
            <a:extLst>
              <a:ext uri="{FF2B5EF4-FFF2-40B4-BE49-F238E27FC236}">
                <a16:creationId xmlns:a16="http://schemas.microsoft.com/office/drawing/2014/main" id="{B3363553-5BC8-1F1F-24DC-FBB287DA2B08}"/>
              </a:ext>
            </a:extLst>
          </p:cNvPr>
          <p:cNvSpPr/>
          <p:nvPr>
            <p:custDataLst>
              <p:tags r:id="rId28"/>
            </p:custDataLst>
          </p:nvPr>
        </p:nvSpPr>
        <p:spPr>
          <a:xfrm>
            <a:off x="63500" y="2413047"/>
            <a:ext cx="1866900" cy="1413849"/>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OTLSHAPE_SL_ae039774f5d941348767efd1938c968d_HeaderRectangle">
            <a:extLst>
              <a:ext uri="{FF2B5EF4-FFF2-40B4-BE49-F238E27FC236}">
                <a16:creationId xmlns:a16="http://schemas.microsoft.com/office/drawing/2014/main" id="{93488A2C-AC0E-4195-593A-310F9502A528}"/>
              </a:ext>
            </a:extLst>
          </p:cNvPr>
          <p:cNvSpPr/>
          <p:nvPr>
            <p:custDataLst>
              <p:tags r:id="rId29"/>
            </p:custDataLst>
          </p:nvPr>
        </p:nvSpPr>
        <p:spPr bwMode="gray">
          <a:xfrm>
            <a:off x="63500" y="3890395"/>
            <a:ext cx="1866900" cy="714756"/>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46" name="OTLSHAPE_G_00000000000000000000000000000000_ShapeBelow0">
            <a:extLst>
              <a:ext uri="{FF2B5EF4-FFF2-40B4-BE49-F238E27FC236}">
                <a16:creationId xmlns:a16="http://schemas.microsoft.com/office/drawing/2014/main" id="{DBB8CC51-F0EF-8CB9-F65C-5C08DDEBB308}"/>
              </a:ext>
            </a:extLst>
          </p:cNvPr>
          <p:cNvCxnSpPr/>
          <p:nvPr>
            <p:custDataLst>
              <p:tags r:id="rId30"/>
            </p:custDataLst>
          </p:nvPr>
        </p:nvCxnSpPr>
        <p:spPr>
          <a:xfrm>
            <a:off x="4378344" y="1939126"/>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OTLSHAPE_G_00000000000000000000000000000000_ShapeBelow1">
            <a:extLst>
              <a:ext uri="{FF2B5EF4-FFF2-40B4-BE49-F238E27FC236}">
                <a16:creationId xmlns:a16="http://schemas.microsoft.com/office/drawing/2014/main" id="{7FA3992C-52FE-CC42-8F18-338ABEDD3449}"/>
              </a:ext>
            </a:extLst>
          </p:cNvPr>
          <p:cNvCxnSpPr/>
          <p:nvPr>
            <p:custDataLst>
              <p:tags r:id="rId31"/>
            </p:custDataLst>
          </p:nvPr>
        </p:nvCxnSpPr>
        <p:spPr>
          <a:xfrm>
            <a:off x="6699288" y="1939126"/>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G_00000000000000000000000000000000_ShapeBelow2">
            <a:extLst>
              <a:ext uri="{FF2B5EF4-FFF2-40B4-BE49-F238E27FC236}">
                <a16:creationId xmlns:a16="http://schemas.microsoft.com/office/drawing/2014/main" id="{C2486BD6-E927-2CFB-8619-C41FF86F1AE5}"/>
              </a:ext>
            </a:extLst>
          </p:cNvPr>
          <p:cNvCxnSpPr/>
          <p:nvPr>
            <p:custDataLst>
              <p:tags r:id="rId32"/>
            </p:custDataLst>
          </p:nvPr>
        </p:nvCxnSpPr>
        <p:spPr>
          <a:xfrm>
            <a:off x="9020232" y="1939126"/>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OTLSHAPE_SLT_5e89ef62d6b243098418287a9f5312b4_Shape">
            <a:extLst>
              <a:ext uri="{FF2B5EF4-FFF2-40B4-BE49-F238E27FC236}">
                <a16:creationId xmlns:a16="http://schemas.microsoft.com/office/drawing/2014/main" id="{4833BD7F-15CD-1FC9-85D9-76AB4C3E0987}"/>
              </a:ext>
            </a:extLst>
          </p:cNvPr>
          <p:cNvSpPr/>
          <p:nvPr>
            <p:custDataLst>
              <p:tags r:id="rId33"/>
            </p:custDataLst>
          </p:nvPr>
        </p:nvSpPr>
        <p:spPr>
          <a:xfrm>
            <a:off x="5249488" y="4184273"/>
            <a:ext cx="5715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1" name="OTLSHAPE_SLT_204ac9d9291f49b98f02dce0efc777e3_Shape">
            <a:extLst>
              <a:ext uri="{FF2B5EF4-FFF2-40B4-BE49-F238E27FC236}">
                <a16:creationId xmlns:a16="http://schemas.microsoft.com/office/drawing/2014/main" id="{B02E5004-15A4-2D08-3D0B-8470CCDEC454}"/>
              </a:ext>
            </a:extLst>
          </p:cNvPr>
          <p:cNvSpPr/>
          <p:nvPr>
            <p:custDataLst>
              <p:tags r:id="rId34"/>
            </p:custDataLst>
          </p:nvPr>
        </p:nvSpPr>
        <p:spPr>
          <a:xfrm>
            <a:off x="4302035" y="3950255"/>
            <a:ext cx="2794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4" name="OTLSHAPE_SLT_1dbae2abd791421e828722a5193e8d48_Shape">
            <a:extLst>
              <a:ext uri="{FF2B5EF4-FFF2-40B4-BE49-F238E27FC236}">
                <a16:creationId xmlns:a16="http://schemas.microsoft.com/office/drawing/2014/main" id="{47C578AB-1768-E0A3-7639-EE155CBBD090}"/>
              </a:ext>
            </a:extLst>
          </p:cNvPr>
          <p:cNvSpPr/>
          <p:nvPr>
            <p:custDataLst>
              <p:tags r:id="rId35"/>
            </p:custDataLst>
          </p:nvPr>
        </p:nvSpPr>
        <p:spPr bwMode="gray">
          <a:xfrm>
            <a:off x="5440251" y="3250993"/>
            <a:ext cx="25781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OTLSHAPE_SLT_19b1abb07db4433f9f88502e25b2efb6_Shape">
            <a:extLst>
              <a:ext uri="{FF2B5EF4-FFF2-40B4-BE49-F238E27FC236}">
                <a16:creationId xmlns:a16="http://schemas.microsoft.com/office/drawing/2014/main" id="{26E3888C-110F-0C5F-DD95-2291BC343C4E}"/>
              </a:ext>
            </a:extLst>
          </p:cNvPr>
          <p:cNvSpPr/>
          <p:nvPr>
            <p:custDataLst>
              <p:tags r:id="rId36"/>
            </p:custDataLst>
          </p:nvPr>
        </p:nvSpPr>
        <p:spPr bwMode="gray">
          <a:xfrm>
            <a:off x="6419498" y="4418292"/>
            <a:ext cx="16002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5" name="OTLSHAPE_TB_00000000000000000000000000000000_ElapsedTime">
            <a:extLst>
              <a:ext uri="{FF2B5EF4-FFF2-40B4-BE49-F238E27FC236}">
                <a16:creationId xmlns:a16="http://schemas.microsoft.com/office/drawing/2014/main" id="{CAF08150-0D50-58E6-2D96-B2D2333E766D}"/>
              </a:ext>
            </a:extLst>
          </p:cNvPr>
          <p:cNvSpPr/>
          <p:nvPr>
            <p:custDataLst>
              <p:tags r:id="rId37"/>
            </p:custDataLst>
          </p:nvPr>
        </p:nvSpPr>
        <p:spPr>
          <a:xfrm>
            <a:off x="2057400" y="1888325"/>
            <a:ext cx="2006600" cy="50800"/>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 name="OTLSHAPE_SLM_f3e8c6c9fbc84b2099f828fe09da3cd6_Shape">
            <a:extLst>
              <a:ext uri="{FF2B5EF4-FFF2-40B4-BE49-F238E27FC236}">
                <a16:creationId xmlns:a16="http://schemas.microsoft.com/office/drawing/2014/main" id="{79A4B4A2-4F7C-DE1E-7472-1580F7AFA381}"/>
              </a:ext>
            </a:extLst>
          </p:cNvPr>
          <p:cNvSpPr/>
          <p:nvPr>
            <p:custDataLst>
              <p:tags r:id="rId38"/>
            </p:custDataLst>
          </p:nvPr>
        </p:nvSpPr>
        <p:spPr bwMode="gray">
          <a:xfrm rot="16200000">
            <a:off x="4976176" y="2920412"/>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OTLSHAPE_SLM_fe1fb872a36c48858ffc587a0fdc0874_Shape">
            <a:extLst>
              <a:ext uri="{FF2B5EF4-FFF2-40B4-BE49-F238E27FC236}">
                <a16:creationId xmlns:a16="http://schemas.microsoft.com/office/drawing/2014/main" id="{E15D60C8-787C-5D48-E7E6-B1463F4E78D1}"/>
              </a:ext>
            </a:extLst>
          </p:cNvPr>
          <p:cNvSpPr/>
          <p:nvPr>
            <p:custDataLst>
              <p:tags r:id="rId39"/>
            </p:custDataLst>
          </p:nvPr>
        </p:nvSpPr>
        <p:spPr bwMode="gray">
          <a:xfrm rot="16200000">
            <a:off x="4073233" y="2531368"/>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9" name="OTLSHAPE_SLM_7d4b5d9add5b412dbe1f9d81c3a1220c_Shape">
            <a:extLst>
              <a:ext uri="{FF2B5EF4-FFF2-40B4-BE49-F238E27FC236}">
                <a16:creationId xmlns:a16="http://schemas.microsoft.com/office/drawing/2014/main" id="{F4BAD0D0-F9B6-D8EC-83DB-A5AD3834D352}"/>
              </a:ext>
            </a:extLst>
          </p:cNvPr>
          <p:cNvSpPr/>
          <p:nvPr>
            <p:custDataLst>
              <p:tags r:id="rId40"/>
            </p:custDataLst>
          </p:nvPr>
        </p:nvSpPr>
        <p:spPr bwMode="gray">
          <a:xfrm rot="16200000">
            <a:off x="9732521" y="3543474"/>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OTLSHAPE_SLT_19b1abb07db4433f9f88502e25b2efb6_ShapePercentage" hidden="1">
            <a:extLst>
              <a:ext uri="{FF2B5EF4-FFF2-40B4-BE49-F238E27FC236}">
                <a16:creationId xmlns:a16="http://schemas.microsoft.com/office/drawing/2014/main" id="{6DC7E8A9-4D9B-B7F3-1D2F-0DDE9611DA2B}"/>
              </a:ext>
            </a:extLst>
          </p:cNvPr>
          <p:cNvSpPr/>
          <p:nvPr>
            <p:custDataLst>
              <p:tags r:id="rId41"/>
            </p:custDataLst>
          </p:nvPr>
        </p:nvSpPr>
        <p:spPr bwMode="gray">
          <a:xfrm>
            <a:off x="6419498" y="4418292"/>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77" name="OTLSHAPE_SL_008b357a959f4d9183e7c3df44197c27_Header">
            <a:extLst>
              <a:ext uri="{FF2B5EF4-FFF2-40B4-BE49-F238E27FC236}">
                <a16:creationId xmlns:a16="http://schemas.microsoft.com/office/drawing/2014/main" id="{457E84F7-58AD-1B5C-F13B-4C86CF7DD0E2}"/>
              </a:ext>
            </a:extLst>
          </p:cNvPr>
          <p:cNvSpPr txBox="1"/>
          <p:nvPr>
            <p:custDataLst>
              <p:tags r:id="rId42"/>
            </p:custDataLst>
          </p:nvPr>
        </p:nvSpPr>
        <p:spPr>
          <a:xfrm>
            <a:off x="63500" y="2840889"/>
            <a:ext cx="18669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1434-0019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Ph II</a:t>
            </a:r>
            <a:endParaRPr kumimoji="0" lang="zh-CN" altLang="en-US"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31" name="OTLSHAPE_SL_ae039774f5d941348767efd1938c968d_Header">
            <a:extLst>
              <a:ext uri="{FF2B5EF4-FFF2-40B4-BE49-F238E27FC236}">
                <a16:creationId xmlns:a16="http://schemas.microsoft.com/office/drawing/2014/main" id="{D886AA33-4A39-1D04-DE14-64415A6E922B}"/>
              </a:ext>
            </a:extLst>
          </p:cNvPr>
          <p:cNvSpPr txBox="1"/>
          <p:nvPr>
            <p:custDataLst>
              <p:tags r:id="rId43"/>
            </p:custDataLst>
          </p:nvPr>
        </p:nvSpPr>
        <p:spPr bwMode="gray">
          <a:xfrm>
            <a:off x="63500" y="3968691"/>
            <a:ext cx="18669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China</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1434-0019</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6" name="OTLSHAPE_TB_00000000000000000000000000000000_TodayMarkerShape">
            <a:extLst>
              <a:ext uri="{FF2B5EF4-FFF2-40B4-BE49-F238E27FC236}">
                <a16:creationId xmlns:a16="http://schemas.microsoft.com/office/drawing/2014/main" id="{D53B2030-A83B-91E6-4FCF-168B6EE844CC}"/>
              </a:ext>
            </a:extLst>
          </p:cNvPr>
          <p:cNvSpPr/>
          <p:nvPr>
            <p:custDataLst>
              <p:tags r:id="rId44"/>
            </p:custDataLst>
          </p:nvPr>
        </p:nvSpPr>
        <p:spPr>
          <a:xfrm>
            <a:off x="4022481" y="1939125"/>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8E623CFD-B4C5-30AE-A183-F31E37F7E796}"/>
              </a:ext>
            </a:extLst>
          </p:cNvPr>
          <p:cNvSpPr txBox="1"/>
          <p:nvPr>
            <p:custDataLst>
              <p:tags r:id="rId45"/>
            </p:custDataLst>
          </p:nvPr>
        </p:nvSpPr>
        <p:spPr>
          <a:xfrm>
            <a:off x="3878638" y="2023792"/>
            <a:ext cx="368300"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Today</a:t>
            </a:r>
            <a:endParaRPr kumimoji="0" lang="zh-CN" altLang="en-US" sz="1200" b="0"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8" name="OTLSHAPE_TB_00000000000000000000000000000000_TimescaleInterval1">
            <a:extLst>
              <a:ext uri="{FF2B5EF4-FFF2-40B4-BE49-F238E27FC236}">
                <a16:creationId xmlns:a16="http://schemas.microsoft.com/office/drawing/2014/main" id="{1D880C26-7ED6-7E39-22C5-91C79BAA157D}"/>
              </a:ext>
            </a:extLst>
          </p:cNvPr>
          <p:cNvSpPr txBox="1"/>
          <p:nvPr>
            <p:custDataLst>
              <p:tags r:id="rId46"/>
            </p:custDataLst>
          </p:nvPr>
        </p:nvSpPr>
        <p:spPr>
          <a:xfrm>
            <a:off x="2120900"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2025</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0" name="OTLSHAPE_TB_00000000000000000000000000000000_TimescaleInterval2">
            <a:extLst>
              <a:ext uri="{FF2B5EF4-FFF2-40B4-BE49-F238E27FC236}">
                <a16:creationId xmlns:a16="http://schemas.microsoft.com/office/drawing/2014/main" id="{CC9A0F86-1B79-25E8-C377-A5B96013D03C}"/>
              </a:ext>
            </a:extLst>
          </p:cNvPr>
          <p:cNvSpPr txBox="1"/>
          <p:nvPr>
            <p:custDataLst>
              <p:tags r:id="rId47"/>
            </p:custDataLst>
          </p:nvPr>
        </p:nvSpPr>
        <p:spPr>
          <a:xfrm>
            <a:off x="4441844"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2026</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2" name="OTLSHAPE_TB_00000000000000000000000000000000_TimescaleInterval3">
            <a:extLst>
              <a:ext uri="{FF2B5EF4-FFF2-40B4-BE49-F238E27FC236}">
                <a16:creationId xmlns:a16="http://schemas.microsoft.com/office/drawing/2014/main" id="{9859ED05-1259-71CD-E240-749E09DFCCC1}"/>
              </a:ext>
            </a:extLst>
          </p:cNvPr>
          <p:cNvSpPr txBox="1"/>
          <p:nvPr>
            <p:custDataLst>
              <p:tags r:id="rId48"/>
            </p:custDataLst>
          </p:nvPr>
        </p:nvSpPr>
        <p:spPr>
          <a:xfrm>
            <a:off x="6762788"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2027</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4" name="OTLSHAPE_TB_00000000000000000000000000000000_TimescaleInterval4">
            <a:extLst>
              <a:ext uri="{FF2B5EF4-FFF2-40B4-BE49-F238E27FC236}">
                <a16:creationId xmlns:a16="http://schemas.microsoft.com/office/drawing/2014/main" id="{50D3CE5D-D9D7-579D-9975-B2DCC3AC6BEA}"/>
              </a:ext>
            </a:extLst>
          </p:cNvPr>
          <p:cNvSpPr txBox="1"/>
          <p:nvPr>
            <p:custDataLst>
              <p:tags r:id="rId49"/>
            </p:custDataLst>
          </p:nvPr>
        </p:nvSpPr>
        <p:spPr>
          <a:xfrm>
            <a:off x="9083732"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2028</a:t>
            </a:r>
            <a:endParaRPr kumimoji="0" lang="zh-CN" altLang="en-US" sz="1200" b="0" i="0" u="none" strike="noStrike" kern="1200" cap="none" spc="-20"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141" name="OTLSHAPE_SLT_5e89ef62d6b243098418287a9f5312b4_JoinedDate">
            <a:extLst>
              <a:ext uri="{FF2B5EF4-FFF2-40B4-BE49-F238E27FC236}">
                <a16:creationId xmlns:a16="http://schemas.microsoft.com/office/drawing/2014/main" id="{34762BB1-7561-9578-981B-1198055F0C0B}"/>
              </a:ext>
            </a:extLst>
          </p:cNvPr>
          <p:cNvSpPr txBox="1"/>
          <p:nvPr>
            <p:custDataLst>
              <p:tags r:id="rId50"/>
            </p:custDataLst>
          </p:nvPr>
        </p:nvSpPr>
        <p:spPr>
          <a:xfrm>
            <a:off x="4262275" y="4170261"/>
            <a:ext cx="939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rPr>
              <a:t>5/17/26 - 8/14/26</a:t>
            </a:r>
            <a:endParaRPr kumimoji="0" lang="zh-CN" altLang="en-US"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142" name="OTLSHAPE_SLT_5e89ef62d6b243098418287a9f5312b4_Title">
            <a:extLst>
              <a:ext uri="{FF2B5EF4-FFF2-40B4-BE49-F238E27FC236}">
                <a16:creationId xmlns:a16="http://schemas.microsoft.com/office/drawing/2014/main" id="{D99878E4-440B-6711-77FD-34A68D03B408}"/>
              </a:ext>
            </a:extLst>
          </p:cNvPr>
          <p:cNvSpPr txBox="1"/>
          <p:nvPr>
            <p:custDataLst>
              <p:tags r:id="rId51"/>
            </p:custDataLst>
          </p:nvPr>
        </p:nvSpPr>
        <p:spPr>
          <a:xfrm>
            <a:off x="5866217" y="4162514"/>
            <a:ext cx="7239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CTA sub-app</a:t>
            </a:r>
            <a:endParaRPr kumimoji="0" lang="zh-CN" altLang="en-US" sz="1100" b="1" i="0" u="none" strike="noStrike" kern="1200" cap="none" spc="-1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56" name="OTLSHAPE_SLT_204ac9d9291f49b98f02dce0efc777e3_JoinedDate">
            <a:extLst>
              <a:ext uri="{FF2B5EF4-FFF2-40B4-BE49-F238E27FC236}">
                <a16:creationId xmlns:a16="http://schemas.microsoft.com/office/drawing/2014/main" id="{AE234F4C-BCD8-3506-2EA9-6F2C3FA0973F}"/>
              </a:ext>
            </a:extLst>
          </p:cNvPr>
          <p:cNvSpPr txBox="1"/>
          <p:nvPr>
            <p:custDataLst>
              <p:tags r:id="rId52"/>
            </p:custDataLst>
          </p:nvPr>
        </p:nvSpPr>
        <p:spPr>
          <a:xfrm>
            <a:off x="3250432" y="3936242"/>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rPr>
              <a:t>12/19/25 - 1/30/26</a:t>
            </a:r>
            <a:endParaRPr kumimoji="0" lang="zh-CN" altLang="en-US" sz="1000" b="0" i="0" u="none" strike="noStrike" kern="1200" cap="none" spc="-6" normalizeH="0" baseline="0" noProof="0">
              <a:ln>
                <a:noFill/>
              </a:ln>
              <a:solidFill>
                <a:schemeClr val="lt2"/>
              </a:solidFill>
              <a:effectLst/>
              <a:uLnTx/>
              <a:uFillTx/>
              <a:latin typeface="Calibri" panose="020F0502020204030204" pitchFamily="34" charset="0"/>
              <a:ea typeface="等线" panose="02010600030101010101" pitchFamily="2" charset="-122"/>
              <a:cs typeface="+mn-cs"/>
            </a:endParaRPr>
          </a:p>
        </p:txBody>
      </p:sp>
      <p:sp>
        <p:nvSpPr>
          <p:cNvPr id="57" name="OTLSHAPE_SLT_204ac9d9291f49b98f02dce0efc777e3_Title">
            <a:extLst>
              <a:ext uri="{FF2B5EF4-FFF2-40B4-BE49-F238E27FC236}">
                <a16:creationId xmlns:a16="http://schemas.microsoft.com/office/drawing/2014/main" id="{433733BE-418E-D1F6-BDD4-86C4470DE476}"/>
              </a:ext>
            </a:extLst>
          </p:cNvPr>
          <p:cNvSpPr txBox="1"/>
          <p:nvPr>
            <p:custDataLst>
              <p:tags r:id="rId53"/>
            </p:custDataLst>
          </p:nvPr>
        </p:nvSpPr>
        <p:spPr>
          <a:xfrm>
            <a:off x="4619902" y="3928495"/>
            <a:ext cx="13335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pre-IND sub - feedback</a:t>
            </a:r>
            <a:endParaRPr kumimoji="0" lang="zh-CN" altLang="en-US" sz="1100" b="1" i="0" u="none" strike="noStrike" kern="1200" cap="none" spc="-2"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20" name="OTLSHAPE_SLM_f3e8c6c9fbc84b2099f828fe09da3cd6_Title">
            <a:extLst>
              <a:ext uri="{FF2B5EF4-FFF2-40B4-BE49-F238E27FC236}">
                <a16:creationId xmlns:a16="http://schemas.microsoft.com/office/drawing/2014/main" id="{3D71882A-5458-566B-4E57-F5E2D2E64018}"/>
              </a:ext>
            </a:extLst>
          </p:cNvPr>
          <p:cNvSpPr txBox="1"/>
          <p:nvPr>
            <p:custDataLst>
              <p:tags r:id="rId54"/>
            </p:custDataLst>
          </p:nvPr>
        </p:nvSpPr>
        <p:spPr bwMode="gray">
          <a:xfrm>
            <a:off x="3896337" y="2840190"/>
            <a:ext cx="10414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Final CTA package</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21" name="OTLSHAPE_SLM_f3e8c6c9fbc84b2099f828fe09da3cd6_Date">
            <a:extLst>
              <a:ext uri="{FF2B5EF4-FFF2-40B4-BE49-F238E27FC236}">
                <a16:creationId xmlns:a16="http://schemas.microsoft.com/office/drawing/2014/main" id="{C1B972F9-460B-42F4-0352-1ED940EBDBBA}"/>
              </a:ext>
            </a:extLst>
          </p:cNvPr>
          <p:cNvSpPr txBox="1"/>
          <p:nvPr>
            <p:custDataLst>
              <p:tags r:id="rId55"/>
            </p:custDataLst>
          </p:nvPr>
        </p:nvSpPr>
        <p:spPr bwMode="gray">
          <a:xfrm>
            <a:off x="4505302" y="3010709"/>
            <a:ext cx="431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4/17/26</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72" name="OTLSHAPE_SLT_1dbae2abd791421e828722a5193e8d48_JoinedDate">
            <a:extLst>
              <a:ext uri="{FF2B5EF4-FFF2-40B4-BE49-F238E27FC236}">
                <a16:creationId xmlns:a16="http://schemas.microsoft.com/office/drawing/2014/main" id="{4D818D8D-EAEC-CF49-9E9F-F56EC579A8A9}"/>
              </a:ext>
            </a:extLst>
          </p:cNvPr>
          <p:cNvSpPr txBox="1"/>
          <p:nvPr>
            <p:custDataLst>
              <p:tags r:id="rId56"/>
            </p:custDataLst>
          </p:nvPr>
        </p:nvSpPr>
        <p:spPr bwMode="gray">
          <a:xfrm>
            <a:off x="4453037" y="3236980"/>
            <a:ext cx="939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6/16/26 - 7/26/27</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74" name="OTLSHAPE_SLT_1dbae2abd791421e828722a5193e8d48_Title">
            <a:extLst>
              <a:ext uri="{FF2B5EF4-FFF2-40B4-BE49-F238E27FC236}">
                <a16:creationId xmlns:a16="http://schemas.microsoft.com/office/drawing/2014/main" id="{31CF2253-174B-2C6C-9B11-C590FED06D29}"/>
              </a:ext>
            </a:extLst>
          </p:cNvPr>
          <p:cNvSpPr txBox="1"/>
          <p:nvPr>
            <p:custDataLst>
              <p:tags r:id="rId57"/>
            </p:custDataLst>
          </p:nvPr>
        </p:nvSpPr>
        <p:spPr bwMode="gray">
          <a:xfrm>
            <a:off x="8066345" y="3229233"/>
            <a:ext cx="4826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FSS- LSS</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25" name="OTLSHAPE_SLM_fe1fb872a36c48858ffc587a0fdc0874_Title">
            <a:extLst>
              <a:ext uri="{FF2B5EF4-FFF2-40B4-BE49-F238E27FC236}">
                <a16:creationId xmlns:a16="http://schemas.microsoft.com/office/drawing/2014/main" id="{71C273FD-FE06-80CE-2E89-E0EDDBFBE4CE}"/>
              </a:ext>
            </a:extLst>
          </p:cNvPr>
          <p:cNvSpPr txBox="1"/>
          <p:nvPr>
            <p:custDataLst>
              <p:tags r:id="rId58"/>
            </p:custDataLst>
          </p:nvPr>
        </p:nvSpPr>
        <p:spPr bwMode="gray">
          <a:xfrm>
            <a:off x="3331723" y="2451147"/>
            <a:ext cx="6985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pre-IND sub</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28" name="OTLSHAPE_SLM_fe1fb872a36c48858ffc587a0fdc0874_Date">
            <a:extLst>
              <a:ext uri="{FF2B5EF4-FFF2-40B4-BE49-F238E27FC236}">
                <a16:creationId xmlns:a16="http://schemas.microsoft.com/office/drawing/2014/main" id="{0727007D-5144-9A00-4BD3-56981DF8EE2A}"/>
              </a:ext>
            </a:extLst>
          </p:cNvPr>
          <p:cNvSpPr txBox="1"/>
          <p:nvPr>
            <p:custDataLst>
              <p:tags r:id="rId59"/>
            </p:custDataLst>
          </p:nvPr>
        </p:nvSpPr>
        <p:spPr bwMode="gray">
          <a:xfrm>
            <a:off x="3537970" y="2621665"/>
            <a:ext cx="495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11/26/25</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60" name="OTLSHAPE_SLM_7d4b5d9add5b412dbe1f9d81c3a1220c_Title">
            <a:extLst>
              <a:ext uri="{FF2B5EF4-FFF2-40B4-BE49-F238E27FC236}">
                <a16:creationId xmlns:a16="http://schemas.microsoft.com/office/drawing/2014/main" id="{40DE28D1-6658-55C2-E784-0F04E94CF836}"/>
              </a:ext>
            </a:extLst>
          </p:cNvPr>
          <p:cNvSpPr txBox="1"/>
          <p:nvPr>
            <p:custDataLst>
              <p:tags r:id="rId60"/>
            </p:custDataLst>
          </p:nvPr>
        </p:nvSpPr>
        <p:spPr bwMode="gray">
          <a:xfrm>
            <a:off x="9064163" y="3463252"/>
            <a:ext cx="6223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key results</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61" name="OTLSHAPE_SLM_7d4b5d9add5b412dbe1f9d81c3a1220c_Date">
            <a:extLst>
              <a:ext uri="{FF2B5EF4-FFF2-40B4-BE49-F238E27FC236}">
                <a16:creationId xmlns:a16="http://schemas.microsoft.com/office/drawing/2014/main" id="{34A85395-1647-01AF-170F-ABE16F115D86}"/>
              </a:ext>
            </a:extLst>
          </p:cNvPr>
          <p:cNvSpPr txBox="1"/>
          <p:nvPr>
            <p:custDataLst>
              <p:tags r:id="rId61"/>
            </p:custDataLst>
          </p:nvPr>
        </p:nvSpPr>
        <p:spPr bwMode="gray">
          <a:xfrm>
            <a:off x="9326037" y="3633771"/>
            <a:ext cx="368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5/4/28</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17" name="OTLSHAPE_SLT_19b1abb07db4433f9f88502e25b2efb6_Duration" hidden="1">
            <a:extLst>
              <a:ext uri="{FF2B5EF4-FFF2-40B4-BE49-F238E27FC236}">
                <a16:creationId xmlns:a16="http://schemas.microsoft.com/office/drawing/2014/main" id="{40BC65F0-87B7-6907-094A-DF89F23D2091}"/>
              </a:ext>
            </a:extLst>
          </p:cNvPr>
          <p:cNvSpPr txBox="1"/>
          <p:nvPr>
            <p:custDataLst>
              <p:tags r:id="rId62"/>
            </p:custDataLst>
          </p:nvPr>
        </p:nvSpPr>
        <p:spPr bwMode="gray">
          <a:xfrm>
            <a:off x="12700" y="-573390"/>
            <a:ext cx="457200" cy="165100"/>
          </a:xfrm>
          <a:prstGeom prst="rect">
            <a:avLst/>
          </a:prstGeom>
          <a:noFill/>
        </p:spPr>
        <p:txBody>
          <a:bodyPr vert="horz" wrap="square" lIns="0" tIns="0" rIns="0" bIns="0" rtlCol="0" anchor="ctr" anchorCtr="0">
            <a:spAutoFit/>
          </a:bodyPr>
          <a:lstStyle/>
          <a:p>
            <a:pPr>
              <a:lnSpc>
                <a:spcPct val="140000"/>
              </a:lnSpc>
            </a:pPr>
            <a:r>
              <a:rPr lang="en-US" altLang="zh-CN" sz="1000">
                <a:solidFill>
                  <a:srgbClr val="ED7D31"/>
                </a:solidFill>
                <a:latin typeface="Calibri" panose="020F0502020204030204" pitchFamily="34" charset="0"/>
              </a:rPr>
              <a:t>179 days</a:t>
            </a:r>
            <a:endParaRPr lang="zh-CN" altLang="en-US" sz="1000">
              <a:solidFill>
                <a:srgbClr val="ED7D31"/>
              </a:solidFill>
              <a:latin typeface="Calibri" panose="020F0502020204030204" pitchFamily="34" charset="0"/>
            </a:endParaRPr>
          </a:p>
        </p:txBody>
      </p:sp>
      <p:sp>
        <p:nvSpPr>
          <p:cNvPr id="18" name="OTLSHAPE_SLT_19b1abb07db4433f9f88502e25b2efb6_TextPercentage" hidden="1">
            <a:extLst>
              <a:ext uri="{FF2B5EF4-FFF2-40B4-BE49-F238E27FC236}">
                <a16:creationId xmlns:a16="http://schemas.microsoft.com/office/drawing/2014/main" id="{8BC7565A-4573-498A-59C5-A29F7531F5A7}"/>
              </a:ext>
            </a:extLst>
          </p:cNvPr>
          <p:cNvSpPr txBox="1"/>
          <p:nvPr>
            <p:custDataLst>
              <p:tags r:id="rId63"/>
            </p:custDataLst>
          </p:nvPr>
        </p:nvSpPr>
        <p:spPr bwMode="gray">
          <a:xfrm>
            <a:off x="12700" y="72941"/>
            <a:ext cx="0" cy="0"/>
          </a:xfrm>
          <a:prstGeom prst="rect">
            <a:avLst/>
          </a:prstGeom>
          <a:noFill/>
        </p:spPr>
        <p:txBody>
          <a:bodyPr vert="horz" wrap="square" lIns="0" tIns="0" rIns="0" bIns="0" rtlCol="0" anchor="ctr" anchorCtr="0">
            <a:spAutoFit/>
          </a:bodyPr>
          <a:lstStyle/>
          <a:p>
            <a:pPr>
              <a:lnSpc>
                <a:spcPct val="140000"/>
              </a:lnSpc>
            </a:pPr>
            <a:endParaRPr lang="zh-CN" altLang="en-US" sz="1000">
              <a:solidFill>
                <a:srgbClr val="ED7D31"/>
              </a:solidFill>
              <a:latin typeface="Calibri" panose="020F0502020204030204" pitchFamily="34" charset="0"/>
            </a:endParaRPr>
          </a:p>
        </p:txBody>
      </p:sp>
      <p:sp>
        <p:nvSpPr>
          <p:cNvPr id="23" name="OTLSHAPE_SLT_19b1abb07db4433f9f88502e25b2efb6_StartDate" hidden="1">
            <a:extLst>
              <a:ext uri="{FF2B5EF4-FFF2-40B4-BE49-F238E27FC236}">
                <a16:creationId xmlns:a16="http://schemas.microsoft.com/office/drawing/2014/main" id="{2DD348FA-7DC5-F943-1129-33F4BFC447E5}"/>
              </a:ext>
            </a:extLst>
          </p:cNvPr>
          <p:cNvSpPr txBox="1"/>
          <p:nvPr>
            <p:custDataLst>
              <p:tags r:id="rId64"/>
            </p:custDataLst>
          </p:nvPr>
        </p:nvSpPr>
        <p:spPr bwMode="gray">
          <a:xfrm>
            <a:off x="12700" y="72941"/>
            <a:ext cx="0" cy="0"/>
          </a:xfrm>
          <a:prstGeom prst="rect">
            <a:avLst/>
          </a:prstGeom>
          <a:noFill/>
        </p:spPr>
        <p:txBody>
          <a:bodyPr vert="horz" wrap="square" lIns="0" tIns="0" rIns="0" bIns="0" rtlCol="0" anchor="ctr" anchorCtr="0">
            <a:spAutoFit/>
          </a:bodyPr>
          <a:lstStyle/>
          <a:p>
            <a:pPr algn="r">
              <a:lnSpc>
                <a:spcPct val="140000"/>
              </a:lnSpc>
            </a:pPr>
            <a:endParaRPr lang="zh-CN" altLang="en-US" sz="1000">
              <a:solidFill>
                <a:srgbClr val="44546A"/>
              </a:solidFill>
              <a:latin typeface="Calibri" panose="020F0502020204030204" pitchFamily="34" charset="0"/>
            </a:endParaRPr>
          </a:p>
        </p:txBody>
      </p:sp>
      <p:sp>
        <p:nvSpPr>
          <p:cNvPr id="26" name="OTLSHAPE_SLT_19b1abb07db4433f9f88502e25b2efb6_EndDate" hidden="1">
            <a:extLst>
              <a:ext uri="{FF2B5EF4-FFF2-40B4-BE49-F238E27FC236}">
                <a16:creationId xmlns:a16="http://schemas.microsoft.com/office/drawing/2014/main" id="{B677ACFA-ECFE-68D9-B58B-DF3C0908E1F2}"/>
              </a:ext>
            </a:extLst>
          </p:cNvPr>
          <p:cNvSpPr txBox="1"/>
          <p:nvPr>
            <p:custDataLst>
              <p:tags r:id="rId65"/>
            </p:custDataLst>
          </p:nvPr>
        </p:nvSpPr>
        <p:spPr bwMode="gray">
          <a:xfrm>
            <a:off x="12700" y="72941"/>
            <a:ext cx="0" cy="0"/>
          </a:xfrm>
          <a:prstGeom prst="rect">
            <a:avLst/>
          </a:prstGeom>
          <a:noFill/>
        </p:spPr>
        <p:txBody>
          <a:bodyPr vert="horz" wrap="square" lIns="0" tIns="0" rIns="0" bIns="0" rtlCol="0" anchor="ctr" anchorCtr="0">
            <a:spAutoFit/>
          </a:bodyPr>
          <a:lstStyle/>
          <a:p>
            <a:pPr algn="r">
              <a:lnSpc>
                <a:spcPct val="140000"/>
              </a:lnSpc>
            </a:pPr>
            <a:endParaRPr lang="zh-CN" altLang="en-US" sz="1000">
              <a:solidFill>
                <a:srgbClr val="44546A"/>
              </a:solidFill>
              <a:latin typeface="Calibri" panose="020F0502020204030204" pitchFamily="34" charset="0"/>
            </a:endParaRPr>
          </a:p>
        </p:txBody>
      </p:sp>
      <p:sp>
        <p:nvSpPr>
          <p:cNvPr id="27" name="OTLSHAPE_SLT_19b1abb07db4433f9f88502e25b2efb6_JoinedDate">
            <a:extLst>
              <a:ext uri="{FF2B5EF4-FFF2-40B4-BE49-F238E27FC236}">
                <a16:creationId xmlns:a16="http://schemas.microsoft.com/office/drawing/2014/main" id="{D1C68C9B-19E2-DF14-42F2-F0E4C0319169}"/>
              </a:ext>
            </a:extLst>
          </p:cNvPr>
          <p:cNvSpPr txBox="1"/>
          <p:nvPr>
            <p:custDataLst>
              <p:tags r:id="rId66"/>
            </p:custDataLst>
          </p:nvPr>
        </p:nvSpPr>
        <p:spPr bwMode="gray">
          <a:xfrm>
            <a:off x="5367896" y="4404280"/>
            <a:ext cx="1003300" cy="155025"/>
          </a:xfrm>
          <a:prstGeom prst="rect">
            <a:avLst/>
          </a:prstGeom>
          <a:noFill/>
        </p:spPr>
        <p:txBody>
          <a:bodyPr vert="horz" wrap="square" lIns="0" tIns="0" rIns="0" bIns="0" rtlCol="0" anchor="ctr" anchorCtr="0">
            <a:spAutoFit/>
          </a:bodyPr>
          <a:lstStyle/>
          <a:p>
            <a:pPr algn="r">
              <a:lnSpc>
                <a:spcPct val="140000"/>
              </a:lnSpc>
            </a:pPr>
            <a:r>
              <a:rPr lang="en-US" altLang="zh-CN" sz="1000" spc="-6">
                <a:solidFill>
                  <a:srgbClr val="44546A"/>
                </a:solidFill>
                <a:latin typeface="Calibri" panose="020F0502020204030204" pitchFamily="34" charset="0"/>
              </a:rPr>
              <a:t>11/17/26 - 7/26/27</a:t>
            </a:r>
            <a:endParaRPr lang="zh-CN" altLang="en-US" sz="1000" spc="-6">
              <a:solidFill>
                <a:srgbClr val="44546A"/>
              </a:solidFill>
              <a:latin typeface="Calibri" panose="020F0502020204030204" pitchFamily="34" charset="0"/>
            </a:endParaRPr>
          </a:p>
        </p:txBody>
      </p:sp>
      <p:sp>
        <p:nvSpPr>
          <p:cNvPr id="32" name="OTLSHAPE_SLT_19b1abb07db4433f9f88502e25b2efb6_Title">
            <a:extLst>
              <a:ext uri="{FF2B5EF4-FFF2-40B4-BE49-F238E27FC236}">
                <a16:creationId xmlns:a16="http://schemas.microsoft.com/office/drawing/2014/main" id="{D2EB5E10-C56A-22C1-F1D7-FB98A2EB6A1B}"/>
              </a:ext>
            </a:extLst>
          </p:cNvPr>
          <p:cNvSpPr txBox="1"/>
          <p:nvPr>
            <p:custDataLst>
              <p:tags r:id="rId67"/>
            </p:custDataLst>
          </p:nvPr>
        </p:nvSpPr>
        <p:spPr bwMode="gray">
          <a:xfrm>
            <a:off x="8066345" y="4396533"/>
            <a:ext cx="508000" cy="170519"/>
          </a:xfrm>
          <a:prstGeom prst="rect">
            <a:avLst/>
          </a:prstGeom>
          <a:noFill/>
        </p:spPr>
        <p:txBody>
          <a:bodyPr vert="horz" wrap="square" lIns="0" tIns="0" rIns="0" bIns="0" rtlCol="0" anchor="ctr" anchorCtr="0">
            <a:spAutoFit/>
          </a:bodyPr>
          <a:lstStyle/>
          <a:p>
            <a:pPr>
              <a:lnSpc>
                <a:spcPct val="140000"/>
              </a:lnSpc>
            </a:pPr>
            <a:r>
              <a:rPr lang="en-US" altLang="zh-CN" sz="1100" b="1" spc="-8">
                <a:solidFill>
                  <a:schemeClr val="dk1"/>
                </a:solidFill>
                <a:latin typeface="Calibri" panose="020F0502020204030204" pitchFamily="34" charset="0"/>
              </a:rPr>
              <a:t>fSIV- LSS</a:t>
            </a:r>
            <a:endParaRPr lang="zh-CN" altLang="en-US" sz="1100" b="1" spc="-8">
              <a:solidFill>
                <a:schemeClr val="dk1"/>
              </a:solidFill>
              <a:latin typeface="Calibri" panose="020F0502020204030204" pitchFamily="34" charset="0"/>
            </a:endParaRPr>
          </a:p>
        </p:txBody>
      </p:sp>
      <p:cxnSp>
        <p:nvCxnSpPr>
          <p:cNvPr id="9" name="OTLSHAPE_TB_00000000000000000000000000000000_Separator1">
            <a:extLst>
              <a:ext uri="{FF2B5EF4-FFF2-40B4-BE49-F238E27FC236}">
                <a16:creationId xmlns:a16="http://schemas.microsoft.com/office/drawing/2014/main" id="{F0791CAE-3F6E-6966-7A41-A1B0FCC4CE11}"/>
              </a:ext>
            </a:extLst>
          </p:cNvPr>
          <p:cNvCxnSpPr/>
          <p:nvPr>
            <p:custDataLst>
              <p:tags r:id="rId68"/>
            </p:custDataLst>
          </p:nvPr>
        </p:nvCxnSpPr>
        <p:spPr>
          <a:xfrm>
            <a:off x="4378344"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OTLSHAPE_TB_00000000000000000000000000000000_Separator2">
            <a:extLst>
              <a:ext uri="{FF2B5EF4-FFF2-40B4-BE49-F238E27FC236}">
                <a16:creationId xmlns:a16="http://schemas.microsoft.com/office/drawing/2014/main" id="{528AE0E9-4330-385F-A359-006B1C77E59C}"/>
              </a:ext>
            </a:extLst>
          </p:cNvPr>
          <p:cNvCxnSpPr/>
          <p:nvPr>
            <p:custDataLst>
              <p:tags r:id="rId69"/>
            </p:custDataLst>
          </p:nvPr>
        </p:nvCxnSpPr>
        <p:spPr>
          <a:xfrm>
            <a:off x="6699288"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3">
            <a:extLst>
              <a:ext uri="{FF2B5EF4-FFF2-40B4-BE49-F238E27FC236}">
                <a16:creationId xmlns:a16="http://schemas.microsoft.com/office/drawing/2014/main" id="{E60F8965-7021-B26E-9D79-974DBAF20288}"/>
              </a:ext>
            </a:extLst>
          </p:cNvPr>
          <p:cNvCxnSpPr/>
          <p:nvPr>
            <p:custDataLst>
              <p:tags r:id="rId70"/>
            </p:custDataLst>
          </p:nvPr>
        </p:nvCxnSpPr>
        <p:spPr>
          <a:xfrm>
            <a:off x="9020232"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标题 87">
            <a:extLst>
              <a:ext uri="{FF2B5EF4-FFF2-40B4-BE49-F238E27FC236}">
                <a16:creationId xmlns:a16="http://schemas.microsoft.com/office/drawing/2014/main" id="{85A3296D-06F1-AAD4-0191-7EED5AD8E0BD}"/>
              </a:ext>
            </a:extLst>
          </p:cNvPr>
          <p:cNvSpPr txBox="1">
            <a:spLocks/>
          </p:cNvSpPr>
          <p:nvPr/>
        </p:nvSpPr>
        <p:spPr bwMode="gray">
          <a:xfrm>
            <a:off x="631824" y="629400"/>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a:ln>
                  <a:noFill/>
                </a:ln>
                <a:solidFill>
                  <a:srgbClr val="08312A"/>
                </a:solidFill>
                <a:effectLst/>
                <a:uLnTx/>
                <a:uFillTx/>
                <a:latin typeface="Boehringer Forward Head"/>
                <a:ea typeface="+mj-ea"/>
                <a:cs typeface="+mj-cs"/>
              </a:rPr>
              <a:t>BI 764198 (TRPC6i), DMD Development Plan</a:t>
            </a:r>
            <a:endParaRPr kumimoji="0" lang="zh-CN" altLang="en-US"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58" name="文本框 57">
            <a:extLst>
              <a:ext uri="{FF2B5EF4-FFF2-40B4-BE49-F238E27FC236}">
                <a16:creationId xmlns:a16="http://schemas.microsoft.com/office/drawing/2014/main" id="{01D38303-C1BD-0D19-4AC8-6D9F23BD5A3B}"/>
              </a:ext>
            </a:extLst>
          </p:cNvPr>
          <p:cNvSpPr txBox="1"/>
          <p:nvPr/>
        </p:nvSpPr>
        <p:spPr bwMode="gray">
          <a:xfrm>
            <a:off x="1657020" y="4946212"/>
            <a:ext cx="9866193" cy="879664"/>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Pre-IND</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under preparation with planned submission on 19 Dec. The review will follow the Type I HAI for 30 WD.</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Prof. Dai, Yi (</a:t>
            </a:r>
            <a:r>
              <a:rPr lang="zh-CN" altLang="en-US" sz="1400">
                <a:solidFill>
                  <a:prstClr val="black"/>
                </a:solidFill>
                <a:latin typeface="Boehringer Forward Text"/>
              </a:rPr>
              <a:t>北京协和</a:t>
            </a:r>
            <a:r>
              <a:rPr lang="en-US" altLang="zh-CN" sz="1400">
                <a:solidFill>
                  <a:prstClr val="black"/>
                </a:solidFill>
                <a:latin typeface="Boehringer Forward Text"/>
              </a:rPr>
              <a:t>) and Prof. Hong, Siqi (</a:t>
            </a:r>
            <a:r>
              <a:rPr lang="zh-CN" altLang="en-US" sz="1400">
                <a:solidFill>
                  <a:prstClr val="black"/>
                </a:solidFill>
                <a:latin typeface="Boehringer Forward Text"/>
              </a:rPr>
              <a:t>重庆儿科医院</a:t>
            </a:r>
            <a:r>
              <a:rPr lang="en-US" altLang="zh-CN" sz="1400">
                <a:solidFill>
                  <a:prstClr val="black"/>
                </a:solidFill>
                <a:latin typeface="Boehringer Forward Text"/>
              </a:rPr>
              <a:t>) are nominated to participate in the </a:t>
            </a:r>
            <a:r>
              <a:rPr lang="en-US" altLang="zh-CN" sz="1400" b="1">
                <a:solidFill>
                  <a:prstClr val="black"/>
                </a:solidFill>
                <a:latin typeface="Boehringer Forward Text"/>
              </a:rPr>
              <a:t>Asia-centric ad-board </a:t>
            </a:r>
            <a:r>
              <a:rPr lang="en-US" altLang="zh-CN" sz="1400">
                <a:solidFill>
                  <a:prstClr val="black"/>
                </a:solidFill>
                <a:latin typeface="Boehringer Forward Text"/>
              </a:rPr>
              <a:t>meeting in Mar 2026</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a:t>
            </a:r>
          </a:p>
        </p:txBody>
      </p:sp>
      <p:sp>
        <p:nvSpPr>
          <p:cNvPr id="62" name="文本占位符 114">
            <a:extLst>
              <a:ext uri="{FF2B5EF4-FFF2-40B4-BE49-F238E27FC236}">
                <a16:creationId xmlns:a16="http://schemas.microsoft.com/office/drawing/2014/main" id="{4D5DB8F4-DF84-88E4-C5F6-7A6BAA843AE2}"/>
              </a:ext>
            </a:extLst>
          </p:cNvPr>
          <p:cNvSpPr>
            <a:spLocks noGrp="1"/>
          </p:cNvSpPr>
          <p:nvPr>
            <p:ph type="body" sz="quarter" idx="13"/>
          </p:nvPr>
        </p:nvSpPr>
        <p:spPr>
          <a:xfrm>
            <a:off x="1709322" y="6513978"/>
            <a:ext cx="9307048" cy="292200"/>
          </a:xfrm>
        </p:spPr>
        <p:txBody>
          <a:bodyPr/>
          <a:lstStyle/>
          <a:p>
            <a:r>
              <a:rPr lang="en-US" altLang="zh-CN" sz="1000"/>
              <a:t>FSS: first subject screened; LSR: last subject randomized; FSGS: DMD: Duchenne Muscular Dystrophy; TRPC6i: transient receptor potential channel 6 inhibitor </a:t>
            </a:r>
            <a:endParaRPr lang="zh-CN" altLang="en-US" sz="1000"/>
          </a:p>
        </p:txBody>
      </p:sp>
    </p:spTree>
    <p:custDataLst>
      <p:tags r:id="rId1"/>
    </p:custDataLst>
    <p:extLst>
      <p:ext uri="{BB962C8B-B14F-4D97-AF65-F5344CB8AC3E}">
        <p14:creationId xmlns:p14="http://schemas.microsoft.com/office/powerpoint/2010/main" val="3179349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11AA3C-72D7-B41F-D01B-F6A091CDA551}"/>
              </a:ext>
            </a:extLst>
          </p:cNvPr>
          <p:cNvSpPr>
            <a:spLocks noGrp="1"/>
          </p:cNvSpPr>
          <p:nvPr>
            <p:ph type="title"/>
          </p:nvPr>
        </p:nvSpPr>
        <p:spPr/>
        <p:txBody>
          <a:bodyPr/>
          <a:lstStyle/>
          <a:p>
            <a:endParaRPr lang="zh-CN" altLang="en-US"/>
          </a:p>
        </p:txBody>
      </p:sp>
      <p:sp>
        <p:nvSpPr>
          <p:cNvPr id="3" name="文本占位符 2">
            <a:extLst>
              <a:ext uri="{FF2B5EF4-FFF2-40B4-BE49-F238E27FC236}">
                <a16:creationId xmlns:a16="http://schemas.microsoft.com/office/drawing/2014/main" id="{49E02568-8016-229E-69CD-863A2228BB59}"/>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992CEC80-DA0C-91C4-79A4-3342119773FC}"/>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ECD8A5B8-5A70-FA78-8D52-65C80D4E915D}"/>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7" name="图片 6">
            <a:extLst>
              <a:ext uri="{FF2B5EF4-FFF2-40B4-BE49-F238E27FC236}">
                <a16:creationId xmlns:a16="http://schemas.microsoft.com/office/drawing/2014/main" id="{F86C7263-CD79-1BB2-C3A7-3E9509A4A598}"/>
              </a:ext>
            </a:extLst>
          </p:cNvPr>
          <p:cNvPicPr>
            <a:picLocks noChangeAspect="1"/>
          </p:cNvPicPr>
          <p:nvPr/>
        </p:nvPicPr>
        <p:blipFill>
          <a:blip r:embed="rId2"/>
          <a:stretch>
            <a:fillRect/>
          </a:stretch>
        </p:blipFill>
        <p:spPr>
          <a:xfrm>
            <a:off x="0" y="241996"/>
            <a:ext cx="12192000" cy="6374007"/>
          </a:xfrm>
          <a:prstGeom prst="rect">
            <a:avLst/>
          </a:prstGeom>
        </p:spPr>
      </p:pic>
    </p:spTree>
    <p:extLst>
      <p:ext uri="{BB962C8B-B14F-4D97-AF65-F5344CB8AC3E}">
        <p14:creationId xmlns:p14="http://schemas.microsoft.com/office/powerpoint/2010/main" val="25466888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67AE9-1C21-5C97-4E57-41F53BFE0E5B}"/>
            </a:ext>
          </a:extLst>
        </p:cNvPr>
        <p:cNvGrpSpPr/>
        <p:nvPr/>
      </p:nvGrpSpPr>
      <p:grpSpPr>
        <a:xfrm>
          <a:off x="0" y="0"/>
          <a:ext cx="0" cy="0"/>
          <a:chOff x="0" y="0"/>
          <a:chExt cx="0" cy="0"/>
        </a:xfrm>
      </p:grpSpPr>
      <p:sp>
        <p:nvSpPr>
          <p:cNvPr id="23" name="OTLSHAPE_SL2A_c2c078fca8f64ff58b058c32f92b08fc_BackgroundRectangle" hidden="1">
            <a:extLst>
              <a:ext uri="{FF2B5EF4-FFF2-40B4-BE49-F238E27FC236}">
                <a16:creationId xmlns:a16="http://schemas.microsoft.com/office/drawing/2014/main" id="{64555706-F923-F10C-3310-03F27208569B}"/>
              </a:ext>
            </a:extLst>
          </p:cNvPr>
          <p:cNvSpPr/>
          <p:nvPr>
            <p:custDataLst>
              <p:tags r:id="rId2"/>
            </p:custDataLst>
          </p:nvPr>
        </p:nvSpPr>
        <p:spPr bwMode="gray">
          <a:xfrm>
            <a:off x="965200" y="1534454"/>
            <a:ext cx="10388600" cy="1802892"/>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LeftEndCaps" hidden="1">
            <a:extLst>
              <a:ext uri="{FF2B5EF4-FFF2-40B4-BE49-F238E27FC236}">
                <a16:creationId xmlns:a16="http://schemas.microsoft.com/office/drawing/2014/main" id="{6172E78A-E48C-88AD-41DC-DE26D4838233}"/>
              </a:ext>
            </a:extLst>
          </p:cNvPr>
          <p:cNvSpPr txBox="1"/>
          <p:nvPr>
            <p:custDataLst>
              <p:tags r:id="rId3"/>
            </p:custDataLst>
          </p:nvPr>
        </p:nvSpPr>
        <p:spPr bwMode="gray">
          <a:xfrm>
            <a:off x="-221339" y="-5221"/>
            <a:ext cx="469900" cy="27940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21" name="OTLSHAPE_SL2A_c2c078fca8f64ff58b058c32f92b08fc_HeaderRectangle" hidden="1">
            <a:extLst>
              <a:ext uri="{FF2B5EF4-FFF2-40B4-BE49-F238E27FC236}">
                <a16:creationId xmlns:a16="http://schemas.microsoft.com/office/drawing/2014/main" id="{B7612A22-F3AC-E278-4BA5-B0B08EA97ABE}"/>
              </a:ext>
            </a:extLst>
          </p:cNvPr>
          <p:cNvSpPr/>
          <p:nvPr>
            <p:custDataLst>
              <p:tags r:id="rId4"/>
            </p:custDataLst>
          </p:nvPr>
        </p:nvSpPr>
        <p:spPr bwMode="gray">
          <a:xfrm>
            <a:off x="965200" y="1534454"/>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OTLSHAPE_SL2A_c2c078fca8f64ff58b058c32f92b08fc_Header" hidden="1">
            <a:extLst>
              <a:ext uri="{FF2B5EF4-FFF2-40B4-BE49-F238E27FC236}">
                <a16:creationId xmlns:a16="http://schemas.microsoft.com/office/drawing/2014/main" id="{B2C6DAF4-FC1F-3AEB-CE18-660B1973FFB0}"/>
              </a:ext>
            </a:extLst>
          </p:cNvPr>
          <p:cNvSpPr txBox="1"/>
          <p:nvPr>
            <p:custDataLst>
              <p:tags r:id="rId5"/>
            </p:custDataLst>
          </p:nvPr>
        </p:nvSpPr>
        <p:spPr bwMode="gray">
          <a:xfrm>
            <a:off x="12700" y="-2731760"/>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39" name="OTLSHAPE_SLT_1e5bcfb5f49944c49eebcea66b620a37_ShapePercentage" hidden="1">
            <a:extLst>
              <a:ext uri="{FF2B5EF4-FFF2-40B4-BE49-F238E27FC236}">
                <a16:creationId xmlns:a16="http://schemas.microsoft.com/office/drawing/2014/main" id="{984DC334-9C88-9A26-BF34-48825BC380D4}"/>
              </a:ext>
            </a:extLst>
          </p:cNvPr>
          <p:cNvSpPr/>
          <p:nvPr>
            <p:custDataLst>
              <p:tags r:id="rId6"/>
            </p:custDataLst>
          </p:nvPr>
        </p:nvSpPr>
        <p:spPr bwMode="gray">
          <a:xfrm>
            <a:off x="1853232" y="3460705"/>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0" name="OTLSHAPE_SLT_1e5bcfb5f49944c49eebcea66b620a37_Duration" hidden="1">
            <a:extLst>
              <a:ext uri="{FF2B5EF4-FFF2-40B4-BE49-F238E27FC236}">
                <a16:creationId xmlns:a16="http://schemas.microsoft.com/office/drawing/2014/main" id="{8D2E7275-A12E-271A-8B52-F066EE3CA77C}"/>
              </a:ext>
            </a:extLst>
          </p:cNvPr>
          <p:cNvSpPr txBox="1"/>
          <p:nvPr>
            <p:custDataLst>
              <p:tags r:id="rId7"/>
            </p:custDataLst>
          </p:nvPr>
        </p:nvSpPr>
        <p:spPr bwMode="gray">
          <a:xfrm>
            <a:off x="12700" y="-526344"/>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1" name="OTLSHAPE_SLT_1e5bcfb5f49944c49eebcea66b620a37_TextPercentage" hidden="1">
            <a:extLst>
              <a:ext uri="{FF2B5EF4-FFF2-40B4-BE49-F238E27FC236}">
                <a16:creationId xmlns:a16="http://schemas.microsoft.com/office/drawing/2014/main" id="{C5500531-D3BB-9088-6854-F6606BAF8926}"/>
              </a:ext>
            </a:extLst>
          </p:cNvPr>
          <p:cNvSpPr txBox="1"/>
          <p:nvPr>
            <p:custDataLst>
              <p:tags r:id="rId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2" name="OTLSHAPE_SLT_1e5bcfb5f49944c49eebcea66b620a37_StartDate" hidden="1">
            <a:extLst>
              <a:ext uri="{FF2B5EF4-FFF2-40B4-BE49-F238E27FC236}">
                <a16:creationId xmlns:a16="http://schemas.microsoft.com/office/drawing/2014/main" id="{18F0605B-B6CE-37A6-8FB3-D1B8C3533315}"/>
              </a:ext>
            </a:extLst>
          </p:cNvPr>
          <p:cNvSpPr txBox="1"/>
          <p:nvPr>
            <p:custDataLst>
              <p:tags r:id="rId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3" name="OTLSHAPE_SLT_1e5bcfb5f49944c49eebcea66b620a37_EndDate" hidden="1">
            <a:extLst>
              <a:ext uri="{FF2B5EF4-FFF2-40B4-BE49-F238E27FC236}">
                <a16:creationId xmlns:a16="http://schemas.microsoft.com/office/drawing/2014/main" id="{1CABA059-7ACF-0CD4-B147-33C48B268081}"/>
              </a:ext>
            </a:extLst>
          </p:cNvPr>
          <p:cNvSpPr txBox="1"/>
          <p:nvPr>
            <p:custDataLst>
              <p:tags r:id="rId1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5" name="OTLSHAPE_SLT_af3e80754ee84374888d0f25fd542f08_ShapePercentage" hidden="1">
            <a:extLst>
              <a:ext uri="{FF2B5EF4-FFF2-40B4-BE49-F238E27FC236}">
                <a16:creationId xmlns:a16="http://schemas.microsoft.com/office/drawing/2014/main" id="{DC115AB6-D38F-6224-443C-C0E898847F73}"/>
              </a:ext>
            </a:extLst>
          </p:cNvPr>
          <p:cNvSpPr/>
          <p:nvPr>
            <p:custDataLst>
              <p:tags r:id="rId11"/>
            </p:custDataLst>
          </p:nvPr>
        </p:nvSpPr>
        <p:spPr bwMode="gray">
          <a:xfrm>
            <a:off x="3138268" y="3694724"/>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6" name="OTLSHAPE_SLT_af3e80754ee84374888d0f25fd542f08_Duration" hidden="1">
            <a:extLst>
              <a:ext uri="{FF2B5EF4-FFF2-40B4-BE49-F238E27FC236}">
                <a16:creationId xmlns:a16="http://schemas.microsoft.com/office/drawing/2014/main" id="{9AAB9C24-B28A-A9E5-62AC-B8E76912E020}"/>
              </a:ext>
            </a:extLst>
          </p:cNvPr>
          <p:cNvSpPr txBox="1"/>
          <p:nvPr>
            <p:custDataLst>
              <p:tags r:id="rId12"/>
            </p:custDataLst>
          </p:nvPr>
        </p:nvSpPr>
        <p:spPr bwMode="gray">
          <a:xfrm>
            <a:off x="12700" y="-496006"/>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7" name="OTLSHAPE_SLT_af3e80754ee84374888d0f25fd542f08_TextPercentage" hidden="1">
            <a:extLst>
              <a:ext uri="{FF2B5EF4-FFF2-40B4-BE49-F238E27FC236}">
                <a16:creationId xmlns:a16="http://schemas.microsoft.com/office/drawing/2014/main" id="{818ABBEB-26BD-3753-D9C1-1800BCBF6824}"/>
              </a:ext>
            </a:extLst>
          </p:cNvPr>
          <p:cNvSpPr txBox="1"/>
          <p:nvPr>
            <p:custDataLst>
              <p:tags r:id="rId1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8" name="OTLSHAPE_SLT_af3e80754ee84374888d0f25fd542f08_StartDate" hidden="1">
            <a:extLst>
              <a:ext uri="{FF2B5EF4-FFF2-40B4-BE49-F238E27FC236}">
                <a16:creationId xmlns:a16="http://schemas.microsoft.com/office/drawing/2014/main" id="{BC1D2544-8A5F-0C1E-8843-DE9378264879}"/>
              </a:ext>
            </a:extLst>
          </p:cNvPr>
          <p:cNvSpPr txBox="1"/>
          <p:nvPr>
            <p:custDataLst>
              <p:tags r:id="rId1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9" name="OTLSHAPE_SLT_af3e80754ee84374888d0f25fd542f08_EndDate" hidden="1">
            <a:extLst>
              <a:ext uri="{FF2B5EF4-FFF2-40B4-BE49-F238E27FC236}">
                <a16:creationId xmlns:a16="http://schemas.microsoft.com/office/drawing/2014/main" id="{DFF88F71-8027-F1D4-B603-8677B7B31174}"/>
              </a:ext>
            </a:extLst>
          </p:cNvPr>
          <p:cNvSpPr txBox="1"/>
          <p:nvPr>
            <p:custDataLst>
              <p:tags r:id="rId1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2" name="OTLSHAPE_SLT_f8a8e67cf2d44d7f98671616391cd05c_ShapePercentage" hidden="1">
            <a:extLst>
              <a:ext uri="{FF2B5EF4-FFF2-40B4-BE49-F238E27FC236}">
                <a16:creationId xmlns:a16="http://schemas.microsoft.com/office/drawing/2014/main" id="{9E41B794-3655-19B0-2BFE-B235CF6FE1E7}"/>
              </a:ext>
            </a:extLst>
          </p:cNvPr>
          <p:cNvSpPr/>
          <p:nvPr>
            <p:custDataLst>
              <p:tags r:id="rId16"/>
            </p:custDataLst>
          </p:nvPr>
        </p:nvSpPr>
        <p:spPr bwMode="gray">
          <a:xfrm>
            <a:off x="4573017" y="2761443"/>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3" name="OTLSHAPE_SLT_f8a8e67cf2d44d7f98671616391cd05c_Duration" hidden="1">
            <a:extLst>
              <a:ext uri="{FF2B5EF4-FFF2-40B4-BE49-F238E27FC236}">
                <a16:creationId xmlns:a16="http://schemas.microsoft.com/office/drawing/2014/main" id="{1770C2DD-8F70-82EF-2A09-656B0C1A3CD8}"/>
              </a:ext>
            </a:extLst>
          </p:cNvPr>
          <p:cNvSpPr txBox="1"/>
          <p:nvPr>
            <p:custDataLst>
              <p:tags r:id="rId17"/>
            </p:custDataLst>
          </p:nvPr>
        </p:nvSpPr>
        <p:spPr bwMode="gray">
          <a:xfrm>
            <a:off x="12700" y="-772126"/>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96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4" name="OTLSHAPE_SLT_f8a8e67cf2d44d7f98671616391cd05c_TextPercentage" hidden="1">
            <a:extLst>
              <a:ext uri="{FF2B5EF4-FFF2-40B4-BE49-F238E27FC236}">
                <a16:creationId xmlns:a16="http://schemas.microsoft.com/office/drawing/2014/main" id="{9AA4E5A8-5301-6A5D-020C-0E713A40EE34}"/>
              </a:ext>
            </a:extLst>
          </p:cNvPr>
          <p:cNvSpPr txBox="1"/>
          <p:nvPr>
            <p:custDataLst>
              <p:tags r:id="rId1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5" name="OTLSHAPE_SLT_f8a8e67cf2d44d7f98671616391cd05c_StartDate" hidden="1">
            <a:extLst>
              <a:ext uri="{FF2B5EF4-FFF2-40B4-BE49-F238E27FC236}">
                <a16:creationId xmlns:a16="http://schemas.microsoft.com/office/drawing/2014/main" id="{48D3CA91-0C99-E4A0-D8E7-374F8858915A}"/>
              </a:ext>
            </a:extLst>
          </p:cNvPr>
          <p:cNvSpPr txBox="1"/>
          <p:nvPr>
            <p:custDataLst>
              <p:tags r:id="rId1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6" name="OTLSHAPE_SLT_f8a8e67cf2d44d7f98671616391cd05c_EndDate" hidden="1">
            <a:extLst>
              <a:ext uri="{FF2B5EF4-FFF2-40B4-BE49-F238E27FC236}">
                <a16:creationId xmlns:a16="http://schemas.microsoft.com/office/drawing/2014/main" id="{60AD6D88-E79F-F7B7-8944-F699E14B7BE4}"/>
              </a:ext>
            </a:extLst>
          </p:cNvPr>
          <p:cNvSpPr txBox="1"/>
          <p:nvPr>
            <p:custDataLst>
              <p:tags r:id="rId2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8" name="OTLSHAPE_SL2A_6ef1f7ee7eb8483496531fc1560d0454_BackgroundRectangle" hidden="1">
            <a:extLst>
              <a:ext uri="{FF2B5EF4-FFF2-40B4-BE49-F238E27FC236}">
                <a16:creationId xmlns:a16="http://schemas.microsoft.com/office/drawing/2014/main" id="{26ACAB1E-641D-CCBD-D10B-09EFF8D164F6}"/>
              </a:ext>
            </a:extLst>
          </p:cNvPr>
          <p:cNvSpPr/>
          <p:nvPr>
            <p:custDataLst>
              <p:tags r:id="rId21"/>
            </p:custDataLst>
          </p:nvPr>
        </p:nvSpPr>
        <p:spPr bwMode="gray">
          <a:xfrm>
            <a:off x="965200" y="3400846"/>
            <a:ext cx="10388600" cy="714756"/>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OTLSHAPE_SL2A_6ef1f7ee7eb8483496531fc1560d0454_HeaderRectangle" hidden="1">
            <a:extLst>
              <a:ext uri="{FF2B5EF4-FFF2-40B4-BE49-F238E27FC236}">
                <a16:creationId xmlns:a16="http://schemas.microsoft.com/office/drawing/2014/main" id="{9838F7F2-E3DD-0A06-7B4B-B518003784BF}"/>
              </a:ext>
            </a:extLst>
          </p:cNvPr>
          <p:cNvSpPr/>
          <p:nvPr>
            <p:custDataLst>
              <p:tags r:id="rId22"/>
            </p:custDataLst>
          </p:nvPr>
        </p:nvSpPr>
        <p:spPr bwMode="gray">
          <a:xfrm>
            <a:off x="965200" y="3400846"/>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OTLSHAPE_SL2A_6ef1f7ee7eb8483496531fc1560d0454_Header" hidden="1">
            <a:extLst>
              <a:ext uri="{FF2B5EF4-FFF2-40B4-BE49-F238E27FC236}">
                <a16:creationId xmlns:a16="http://schemas.microsoft.com/office/drawing/2014/main" id="{FEBD9A5A-9434-47ED-BE3E-420C8E42CCF9}"/>
              </a:ext>
            </a:extLst>
          </p:cNvPr>
          <p:cNvSpPr txBox="1"/>
          <p:nvPr>
            <p:custDataLst>
              <p:tags r:id="rId23"/>
            </p:custDataLst>
          </p:nvPr>
        </p:nvSpPr>
        <p:spPr bwMode="gray">
          <a:xfrm>
            <a:off x="12700" y="-219427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116" name="OTLSHAPE_SLT_3d8b1dcab4f642c8adaf495fc2f4a9fd_ShapePercentage" hidden="1">
            <a:extLst>
              <a:ext uri="{FF2B5EF4-FFF2-40B4-BE49-F238E27FC236}">
                <a16:creationId xmlns:a16="http://schemas.microsoft.com/office/drawing/2014/main" id="{DB26C8E0-76D7-F184-DBB1-D5FF39B8AACE}"/>
              </a:ext>
            </a:extLst>
          </p:cNvPr>
          <p:cNvSpPr/>
          <p:nvPr>
            <p:custDataLst>
              <p:tags r:id="rId24"/>
            </p:custDataLst>
          </p:nvPr>
        </p:nvSpPr>
        <p:spPr bwMode="gray">
          <a:xfrm>
            <a:off x="5408914" y="3928742"/>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7" name="OTLSHAPE_SLT_3d8b1dcab4f642c8adaf495fc2f4a9fd_Duration" hidden="1">
            <a:extLst>
              <a:ext uri="{FF2B5EF4-FFF2-40B4-BE49-F238E27FC236}">
                <a16:creationId xmlns:a16="http://schemas.microsoft.com/office/drawing/2014/main" id="{1B747B77-5C2B-206C-31DC-FA432B3E1E9B}"/>
              </a:ext>
            </a:extLst>
          </p:cNvPr>
          <p:cNvSpPr txBox="1"/>
          <p:nvPr>
            <p:custDataLst>
              <p:tags r:id="rId25"/>
            </p:custDataLst>
          </p:nvPr>
        </p:nvSpPr>
        <p:spPr bwMode="gray">
          <a:xfrm>
            <a:off x="12700" y="-496006"/>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47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18" name="OTLSHAPE_SLT_3d8b1dcab4f642c8adaf495fc2f4a9fd_TextPercentage" hidden="1">
            <a:extLst>
              <a:ext uri="{FF2B5EF4-FFF2-40B4-BE49-F238E27FC236}">
                <a16:creationId xmlns:a16="http://schemas.microsoft.com/office/drawing/2014/main" id="{6595A89F-1CEE-FC9A-A5BA-425E84380A87}"/>
              </a:ext>
            </a:extLst>
          </p:cNvPr>
          <p:cNvSpPr txBox="1"/>
          <p:nvPr>
            <p:custDataLst>
              <p:tags r:id="rId2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19" name="OTLSHAPE_SLT_3d8b1dcab4f642c8adaf495fc2f4a9fd_StartDate" hidden="1">
            <a:extLst>
              <a:ext uri="{FF2B5EF4-FFF2-40B4-BE49-F238E27FC236}">
                <a16:creationId xmlns:a16="http://schemas.microsoft.com/office/drawing/2014/main" id="{2B305A9A-65F7-E868-2B71-CAF53F327DDA}"/>
              </a:ext>
            </a:extLst>
          </p:cNvPr>
          <p:cNvSpPr txBox="1"/>
          <p:nvPr>
            <p:custDataLst>
              <p:tags r:id="rId2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0" name="OTLSHAPE_SLT_3d8b1dcab4f642c8adaf495fc2f4a9fd_EndDate" hidden="1">
            <a:extLst>
              <a:ext uri="{FF2B5EF4-FFF2-40B4-BE49-F238E27FC236}">
                <a16:creationId xmlns:a16="http://schemas.microsoft.com/office/drawing/2014/main" id="{7B90324C-F314-7868-82F6-ECAAB6C13922}"/>
              </a:ext>
            </a:extLst>
          </p:cNvPr>
          <p:cNvSpPr txBox="1"/>
          <p:nvPr>
            <p:custDataLst>
              <p:tags r:id="rId2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6" name="OTLSHAPE_SL_b6a0b4ae734941dcb18a25b7b8b35ac4_BackgroundRectangle">
            <a:extLst>
              <a:ext uri="{FF2B5EF4-FFF2-40B4-BE49-F238E27FC236}">
                <a16:creationId xmlns:a16="http://schemas.microsoft.com/office/drawing/2014/main" id="{B44F2AC0-D6B1-7DB8-35FB-7C1705B164F2}"/>
              </a:ext>
            </a:extLst>
          </p:cNvPr>
          <p:cNvSpPr/>
          <p:nvPr>
            <p:custDataLst>
              <p:tags r:id="rId29"/>
            </p:custDataLst>
          </p:nvPr>
        </p:nvSpPr>
        <p:spPr bwMode="gray">
          <a:xfrm>
            <a:off x="63500" y="1698838"/>
            <a:ext cx="11290300" cy="1802892"/>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TLSHAPE_SL_b5b0dbbf03b44e75a3e8517aba9931f2_BackgroundRectangle">
            <a:extLst>
              <a:ext uri="{FF2B5EF4-FFF2-40B4-BE49-F238E27FC236}">
                <a16:creationId xmlns:a16="http://schemas.microsoft.com/office/drawing/2014/main" id="{D514F2DA-4F9A-C330-D24F-4AF4B2B9B86A}"/>
              </a:ext>
            </a:extLst>
          </p:cNvPr>
          <p:cNvSpPr/>
          <p:nvPr>
            <p:custDataLst>
              <p:tags r:id="rId30"/>
            </p:custDataLst>
          </p:nvPr>
        </p:nvSpPr>
        <p:spPr bwMode="gray">
          <a:xfrm>
            <a:off x="63500" y="3565230"/>
            <a:ext cx="11290300" cy="714756"/>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RightEndCaps">
            <a:extLst>
              <a:ext uri="{FF2B5EF4-FFF2-40B4-BE49-F238E27FC236}">
                <a16:creationId xmlns:a16="http://schemas.microsoft.com/office/drawing/2014/main" id="{EF81920F-F54D-A376-74D6-C66023463858}"/>
              </a:ext>
            </a:extLst>
          </p:cNvPr>
          <p:cNvSpPr txBox="1"/>
          <p:nvPr>
            <p:custDataLst>
              <p:tags r:id="rId31"/>
            </p:custDataLst>
          </p:nvPr>
        </p:nvSpPr>
        <p:spPr bwMode="gray">
          <a:xfrm>
            <a:off x="11474534" y="958385"/>
            <a:ext cx="449610" cy="27906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rPr>
              <a:t>2027</a:t>
            </a:r>
            <a:endParaRPr kumimoji="0" lang="zh-CN" altLang="en-US"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endParaRPr>
          </a:p>
        </p:txBody>
      </p:sp>
      <p:sp>
        <p:nvSpPr>
          <p:cNvPr id="6" name="OTLSHAPE_TB_00000000000000000000000000000000_ScaleContainer">
            <a:extLst>
              <a:ext uri="{FF2B5EF4-FFF2-40B4-BE49-F238E27FC236}">
                <a16:creationId xmlns:a16="http://schemas.microsoft.com/office/drawing/2014/main" id="{CC6FE876-E3F9-704A-AC6B-83A657E609E1}"/>
              </a:ext>
            </a:extLst>
          </p:cNvPr>
          <p:cNvSpPr/>
          <p:nvPr>
            <p:custDataLst>
              <p:tags r:id="rId32"/>
            </p:custDataLst>
          </p:nvPr>
        </p:nvSpPr>
        <p:spPr bwMode="gray">
          <a:xfrm>
            <a:off x="1092200" y="970916"/>
            <a:ext cx="10261600" cy="254000"/>
          </a:xfrm>
          <a:prstGeom prst="roundRect">
            <a:avLst/>
          </a:prstGeom>
          <a:gradFill flip="none" rotWithShape="1">
            <a:gsLst>
              <a:gs pos="0">
                <a:srgbClr val="44546A"/>
              </a:gs>
              <a:gs pos="100000">
                <a:srgbClr val="52667F"/>
              </a:gs>
            </a:gsLst>
            <a:lin ang="5400000" scaled="1"/>
            <a:tileRect/>
          </a:gradFill>
          <a:ln w="635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OTLSHAPE_SL_b6a0b4ae734941dcb18a25b7b8b35ac4_HeaderRectangle">
            <a:extLst>
              <a:ext uri="{FF2B5EF4-FFF2-40B4-BE49-F238E27FC236}">
                <a16:creationId xmlns:a16="http://schemas.microsoft.com/office/drawing/2014/main" id="{5BC3D90C-687E-065F-21EB-950FBA7EF164}"/>
              </a:ext>
            </a:extLst>
          </p:cNvPr>
          <p:cNvSpPr/>
          <p:nvPr>
            <p:custDataLst>
              <p:tags r:id="rId33"/>
            </p:custDataLst>
          </p:nvPr>
        </p:nvSpPr>
        <p:spPr bwMode="gray">
          <a:xfrm>
            <a:off x="63500" y="1698838"/>
            <a:ext cx="901700" cy="1802892"/>
          </a:xfrm>
          <a:prstGeom prst="rect">
            <a:avLst/>
          </a:prstGeom>
          <a:solidFill>
            <a:schemeClr val="accent2"/>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4" name="OTLSHAPE_SL_b5b0dbbf03b44e75a3e8517aba9931f2_HeaderRectangle">
            <a:extLst>
              <a:ext uri="{FF2B5EF4-FFF2-40B4-BE49-F238E27FC236}">
                <a16:creationId xmlns:a16="http://schemas.microsoft.com/office/drawing/2014/main" id="{3DDF0F61-48C8-51CA-BE6C-A9CD6061D179}"/>
              </a:ext>
            </a:extLst>
          </p:cNvPr>
          <p:cNvSpPr/>
          <p:nvPr>
            <p:custDataLst>
              <p:tags r:id="rId34"/>
            </p:custDataLst>
          </p:nvPr>
        </p:nvSpPr>
        <p:spPr bwMode="gray">
          <a:xfrm>
            <a:off x="63500" y="3565230"/>
            <a:ext cx="901700" cy="714756"/>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19" name="OTLSHAPE_G_00000000000000000000000000000000_ShapeBelow0">
            <a:extLst>
              <a:ext uri="{FF2B5EF4-FFF2-40B4-BE49-F238E27FC236}">
                <a16:creationId xmlns:a16="http://schemas.microsoft.com/office/drawing/2014/main" id="{0042B8FE-82B4-B915-8BB7-1AB369A34569}"/>
              </a:ext>
            </a:extLst>
          </p:cNvPr>
          <p:cNvCxnSpPr/>
          <p:nvPr>
            <p:custDataLst>
              <p:tags r:id="rId35"/>
            </p:custDataLst>
          </p:nvPr>
        </p:nvCxnSpPr>
        <p:spPr bwMode="gray">
          <a:xfrm>
            <a:off x="2239999" y="1224916"/>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OTLSHAPE_G_00000000000000000000000000000000_ShapeBelow1">
            <a:extLst>
              <a:ext uri="{FF2B5EF4-FFF2-40B4-BE49-F238E27FC236}">
                <a16:creationId xmlns:a16="http://schemas.microsoft.com/office/drawing/2014/main" id="{A4B10052-1113-B576-B277-47A2BF6993D2}"/>
              </a:ext>
            </a:extLst>
          </p:cNvPr>
          <p:cNvCxnSpPr/>
          <p:nvPr>
            <p:custDataLst>
              <p:tags r:id="rId36"/>
            </p:custDataLst>
          </p:nvPr>
        </p:nvCxnSpPr>
        <p:spPr bwMode="gray">
          <a:xfrm>
            <a:off x="3362846" y="1224916"/>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OTLSHAPE_G_00000000000000000000000000000000_ShapeBelow2">
            <a:extLst>
              <a:ext uri="{FF2B5EF4-FFF2-40B4-BE49-F238E27FC236}">
                <a16:creationId xmlns:a16="http://schemas.microsoft.com/office/drawing/2014/main" id="{107B47F0-5E3D-7EB4-6BCB-45E70D9BC010}"/>
              </a:ext>
            </a:extLst>
          </p:cNvPr>
          <p:cNvCxnSpPr/>
          <p:nvPr>
            <p:custDataLst>
              <p:tags r:id="rId37"/>
            </p:custDataLst>
          </p:nvPr>
        </p:nvCxnSpPr>
        <p:spPr bwMode="gray">
          <a:xfrm>
            <a:off x="4498169" y="1224916"/>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OTLSHAPE_G_00000000000000000000000000000000_ShapeBelow3">
            <a:extLst>
              <a:ext uri="{FF2B5EF4-FFF2-40B4-BE49-F238E27FC236}">
                <a16:creationId xmlns:a16="http://schemas.microsoft.com/office/drawing/2014/main" id="{62B72354-425F-202D-F387-8732A4B7EFF1}"/>
              </a:ext>
            </a:extLst>
          </p:cNvPr>
          <p:cNvCxnSpPr/>
          <p:nvPr>
            <p:custDataLst>
              <p:tags r:id="rId38"/>
            </p:custDataLst>
          </p:nvPr>
        </p:nvCxnSpPr>
        <p:spPr bwMode="gray">
          <a:xfrm>
            <a:off x="5645968" y="1224916"/>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OTLSHAPE_G_00000000000000000000000000000000_ShapeBelow4">
            <a:extLst>
              <a:ext uri="{FF2B5EF4-FFF2-40B4-BE49-F238E27FC236}">
                <a16:creationId xmlns:a16="http://schemas.microsoft.com/office/drawing/2014/main" id="{F7F6A768-D8F6-5931-3189-A54587CCE96A}"/>
              </a:ext>
            </a:extLst>
          </p:cNvPr>
          <p:cNvCxnSpPr/>
          <p:nvPr>
            <p:custDataLst>
              <p:tags r:id="rId39"/>
            </p:custDataLst>
          </p:nvPr>
        </p:nvCxnSpPr>
        <p:spPr bwMode="gray">
          <a:xfrm>
            <a:off x="6793767" y="1224916"/>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OTLSHAPE_G_00000000000000000000000000000000_ShapeBelow5">
            <a:extLst>
              <a:ext uri="{FF2B5EF4-FFF2-40B4-BE49-F238E27FC236}">
                <a16:creationId xmlns:a16="http://schemas.microsoft.com/office/drawing/2014/main" id="{3F0B113B-86A7-DDCA-10EA-47AC78CC50C2}"/>
              </a:ext>
            </a:extLst>
          </p:cNvPr>
          <p:cNvCxnSpPr/>
          <p:nvPr>
            <p:custDataLst>
              <p:tags r:id="rId40"/>
            </p:custDataLst>
          </p:nvPr>
        </p:nvCxnSpPr>
        <p:spPr bwMode="gray">
          <a:xfrm>
            <a:off x="7916614" y="1224916"/>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OTLSHAPE_G_00000000000000000000000000000000_ShapeBelow6">
            <a:extLst>
              <a:ext uri="{FF2B5EF4-FFF2-40B4-BE49-F238E27FC236}">
                <a16:creationId xmlns:a16="http://schemas.microsoft.com/office/drawing/2014/main" id="{CE2D3C83-927A-A5BB-06D1-78FBF81562B6}"/>
              </a:ext>
            </a:extLst>
          </p:cNvPr>
          <p:cNvCxnSpPr/>
          <p:nvPr>
            <p:custDataLst>
              <p:tags r:id="rId41"/>
            </p:custDataLst>
          </p:nvPr>
        </p:nvCxnSpPr>
        <p:spPr bwMode="gray">
          <a:xfrm>
            <a:off x="9051937" y="1224915"/>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OTLSHAPE_G_00000000000000000000000000000000_ShapeBelow7">
            <a:extLst>
              <a:ext uri="{FF2B5EF4-FFF2-40B4-BE49-F238E27FC236}">
                <a16:creationId xmlns:a16="http://schemas.microsoft.com/office/drawing/2014/main" id="{D880AEDD-F93E-C443-9B1A-C0067D154278}"/>
              </a:ext>
            </a:extLst>
          </p:cNvPr>
          <p:cNvCxnSpPr/>
          <p:nvPr>
            <p:custDataLst>
              <p:tags r:id="rId42"/>
            </p:custDataLst>
          </p:nvPr>
        </p:nvCxnSpPr>
        <p:spPr bwMode="gray">
          <a:xfrm>
            <a:off x="10199736" y="1224915"/>
            <a:ext cx="0" cy="3055070"/>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OTLSHAPE_SLT_1e5bcfb5f49944c49eebcea66b620a37_Shape">
            <a:extLst>
              <a:ext uri="{FF2B5EF4-FFF2-40B4-BE49-F238E27FC236}">
                <a16:creationId xmlns:a16="http://schemas.microsoft.com/office/drawing/2014/main" id="{2E49A081-7438-498B-5D3D-4CA3751B6371}"/>
              </a:ext>
            </a:extLst>
          </p:cNvPr>
          <p:cNvSpPr/>
          <p:nvPr>
            <p:custDataLst>
              <p:tags r:id="rId43"/>
            </p:custDataLst>
          </p:nvPr>
        </p:nvSpPr>
        <p:spPr bwMode="gray">
          <a:xfrm>
            <a:off x="1853232" y="3625089"/>
            <a:ext cx="1130300" cy="127000"/>
          </a:xfrm>
          <a:prstGeom prst="roundRect">
            <a:avLst/>
          </a:prstGeom>
          <a:solidFill>
            <a:schemeClr val="tx2"/>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4" name="OTLSHAPE_SLT_af3e80754ee84374888d0f25fd542f08_Shape">
            <a:extLst>
              <a:ext uri="{FF2B5EF4-FFF2-40B4-BE49-F238E27FC236}">
                <a16:creationId xmlns:a16="http://schemas.microsoft.com/office/drawing/2014/main" id="{A7375A1C-E74C-34C2-BA8F-FB159E1DCD0C}"/>
              </a:ext>
            </a:extLst>
          </p:cNvPr>
          <p:cNvSpPr/>
          <p:nvPr>
            <p:custDataLst>
              <p:tags r:id="rId44"/>
            </p:custDataLst>
          </p:nvPr>
        </p:nvSpPr>
        <p:spPr bwMode="gray">
          <a:xfrm>
            <a:off x="3138268" y="3859108"/>
            <a:ext cx="11430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1" name="OTLSHAPE_SLT_f8a8e67cf2d44d7f98671616391cd05c_Shape">
            <a:extLst>
              <a:ext uri="{FF2B5EF4-FFF2-40B4-BE49-F238E27FC236}">
                <a16:creationId xmlns:a16="http://schemas.microsoft.com/office/drawing/2014/main" id="{02DA31EA-48AA-A423-4B4C-B6F28B51AE95}"/>
              </a:ext>
            </a:extLst>
          </p:cNvPr>
          <p:cNvSpPr/>
          <p:nvPr>
            <p:custDataLst>
              <p:tags r:id="rId45"/>
            </p:custDataLst>
          </p:nvPr>
        </p:nvSpPr>
        <p:spPr bwMode="gray">
          <a:xfrm>
            <a:off x="4573017" y="2925827"/>
            <a:ext cx="16764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5" name="OTLSHAPE_SLT_3d8b1dcab4f642c8adaf495fc2f4a9fd_Shape">
            <a:extLst>
              <a:ext uri="{FF2B5EF4-FFF2-40B4-BE49-F238E27FC236}">
                <a16:creationId xmlns:a16="http://schemas.microsoft.com/office/drawing/2014/main" id="{1634AC13-B542-6386-80A1-9AC9D7C7A040}"/>
              </a:ext>
            </a:extLst>
          </p:cNvPr>
          <p:cNvSpPr/>
          <p:nvPr>
            <p:custDataLst>
              <p:tags r:id="rId46"/>
            </p:custDataLst>
          </p:nvPr>
        </p:nvSpPr>
        <p:spPr bwMode="gray">
          <a:xfrm>
            <a:off x="5408914" y="4093126"/>
            <a:ext cx="8382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OTLSHAPE_TB_00000000000000000000000000000000_ElapsedTime">
            <a:extLst>
              <a:ext uri="{FF2B5EF4-FFF2-40B4-BE49-F238E27FC236}">
                <a16:creationId xmlns:a16="http://schemas.microsoft.com/office/drawing/2014/main" id="{4003A41A-4FC9-03CB-E1C7-4E7C50C2394F}"/>
              </a:ext>
            </a:extLst>
          </p:cNvPr>
          <p:cNvSpPr/>
          <p:nvPr>
            <p:custDataLst>
              <p:tags r:id="rId47"/>
            </p:custDataLst>
          </p:nvPr>
        </p:nvSpPr>
        <p:spPr bwMode="gray">
          <a:xfrm>
            <a:off x="1092200" y="1174116"/>
            <a:ext cx="889000" cy="50800"/>
          </a:xfrm>
          <a:prstGeom prst="roundRect">
            <a:avLst/>
          </a:prstGeom>
          <a:solidFill>
            <a:srgbClr val="FF0000">
              <a:alpha val="74902"/>
            </a:srgbClr>
          </a:solidFill>
          <a:ln w="635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OTLSHAPE_SLM_6c2bc955e3924ae2a06ea4bdd7b769d5_Shape">
            <a:extLst>
              <a:ext uri="{FF2B5EF4-FFF2-40B4-BE49-F238E27FC236}">
                <a16:creationId xmlns:a16="http://schemas.microsoft.com/office/drawing/2014/main" id="{A01609F9-23C8-5C6F-8DB6-98C9FFF5179A}"/>
              </a:ext>
            </a:extLst>
          </p:cNvPr>
          <p:cNvSpPr/>
          <p:nvPr>
            <p:custDataLst>
              <p:tags r:id="rId48"/>
            </p:custDataLst>
          </p:nvPr>
        </p:nvSpPr>
        <p:spPr bwMode="gray">
          <a:xfrm rot="16200000">
            <a:off x="2706388" y="2595246"/>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OTLSHAPE_SLM_4f47f1f8817142a78510518522c435df_Shape">
            <a:extLst>
              <a:ext uri="{FF2B5EF4-FFF2-40B4-BE49-F238E27FC236}">
                <a16:creationId xmlns:a16="http://schemas.microsoft.com/office/drawing/2014/main" id="{E088BED8-BC69-88BE-E139-AC6E0A2EBAEA}"/>
              </a:ext>
            </a:extLst>
          </p:cNvPr>
          <p:cNvSpPr/>
          <p:nvPr>
            <p:custDataLst>
              <p:tags r:id="rId49"/>
            </p:custDataLst>
          </p:nvPr>
        </p:nvSpPr>
        <p:spPr bwMode="gray">
          <a:xfrm rot="16200000">
            <a:off x="11215072" y="3218308"/>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OTLSHAPE_SLM_e9008cf940764e98b3c551bb8406fc08_Shape">
            <a:extLst>
              <a:ext uri="{FF2B5EF4-FFF2-40B4-BE49-F238E27FC236}">
                <a16:creationId xmlns:a16="http://schemas.microsoft.com/office/drawing/2014/main" id="{3000F122-153A-329F-7716-89D3B719DB75}"/>
              </a:ext>
            </a:extLst>
          </p:cNvPr>
          <p:cNvSpPr/>
          <p:nvPr>
            <p:custDataLst>
              <p:tags r:id="rId50"/>
            </p:custDataLst>
          </p:nvPr>
        </p:nvSpPr>
        <p:spPr bwMode="gray">
          <a:xfrm rot="16200000">
            <a:off x="1720778" y="2206203"/>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1" name="OTLSHAPE_SLM_bfd2b71a1ccd48aca05c2167e46d764d_Shape">
            <a:extLst>
              <a:ext uri="{FF2B5EF4-FFF2-40B4-BE49-F238E27FC236}">
                <a16:creationId xmlns:a16="http://schemas.microsoft.com/office/drawing/2014/main" id="{44C0EAA9-EEB5-9D5B-FA76-F3BD73163764}"/>
              </a:ext>
            </a:extLst>
          </p:cNvPr>
          <p:cNvSpPr/>
          <p:nvPr>
            <p:custDataLst>
              <p:tags r:id="rId51"/>
            </p:custDataLst>
          </p:nvPr>
        </p:nvSpPr>
        <p:spPr bwMode="gray">
          <a:xfrm rot="16200000">
            <a:off x="1571065" y="1817159"/>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OTLSHAPE_SL_b6a0b4ae734941dcb18a25b7b8b35ac4_Header">
            <a:extLst>
              <a:ext uri="{FF2B5EF4-FFF2-40B4-BE49-F238E27FC236}">
                <a16:creationId xmlns:a16="http://schemas.microsoft.com/office/drawing/2014/main" id="{5BCB3FFE-942D-7EC3-E9D6-C91C62B9F0B1}"/>
              </a:ext>
            </a:extLst>
          </p:cNvPr>
          <p:cNvSpPr txBox="1"/>
          <p:nvPr>
            <p:custDataLst>
              <p:tags r:id="rId52"/>
            </p:custDataLst>
          </p:nvPr>
        </p:nvSpPr>
        <p:spPr bwMode="gray">
          <a:xfrm>
            <a:off x="63500" y="2321201"/>
            <a:ext cx="9017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Global</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1507-0002</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55" name="OTLSHAPE_SL_b5b0dbbf03b44e75a3e8517aba9931f2_Header">
            <a:extLst>
              <a:ext uri="{FF2B5EF4-FFF2-40B4-BE49-F238E27FC236}">
                <a16:creationId xmlns:a16="http://schemas.microsoft.com/office/drawing/2014/main" id="{C95D4513-DF96-E328-68A0-1639501C9AE6}"/>
              </a:ext>
            </a:extLst>
          </p:cNvPr>
          <p:cNvSpPr txBox="1"/>
          <p:nvPr>
            <p:custDataLst>
              <p:tags r:id="rId53"/>
            </p:custDataLst>
          </p:nvPr>
        </p:nvSpPr>
        <p:spPr bwMode="gray">
          <a:xfrm>
            <a:off x="63500" y="3643525"/>
            <a:ext cx="901700" cy="55816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China</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1507-0002</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rPr>
              <a:t>Ph II</a:t>
            </a:r>
            <a:endParaRPr kumimoji="0" lang="zh-CN" altLang="en-US" sz="1200" b="0" i="0" u="none" strike="noStrike" kern="1200" cap="none" spc="-40" normalizeH="0" baseline="0" noProof="0">
              <a:ln>
                <a:noFill/>
              </a:ln>
              <a:solidFill>
                <a:schemeClr val="lt1"/>
              </a:solidFill>
              <a:effectLst/>
              <a:uLnTx/>
              <a:uFillTx/>
              <a:latin typeface="Calibri" panose="020F0502020204030204" pitchFamily="34" charset="0"/>
              <a:ea typeface="+mn-ea"/>
              <a:cs typeface="+mn-cs"/>
            </a:endParaRPr>
          </a:p>
        </p:txBody>
      </p:sp>
      <p:sp>
        <p:nvSpPr>
          <p:cNvPr id="8" name="OTLSHAPE_TB_00000000000000000000000000000000_TodayMarkerShape">
            <a:extLst>
              <a:ext uri="{FF2B5EF4-FFF2-40B4-BE49-F238E27FC236}">
                <a16:creationId xmlns:a16="http://schemas.microsoft.com/office/drawing/2014/main" id="{332F3925-20EC-5ABF-5B73-5F02762D5287}"/>
              </a:ext>
            </a:extLst>
          </p:cNvPr>
          <p:cNvSpPr/>
          <p:nvPr>
            <p:custDataLst>
              <p:tags r:id="rId54"/>
            </p:custDataLst>
          </p:nvPr>
        </p:nvSpPr>
        <p:spPr bwMode="gray">
          <a:xfrm>
            <a:off x="1937466" y="1224916"/>
            <a:ext cx="76200" cy="84667"/>
          </a:xfrm>
          <a:prstGeom prst="triangle">
            <a:avLst/>
          </a:prstGeom>
          <a:solidFill>
            <a:srgbClr val="FF000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TLSHAPE_TB_00000000000000000000000000000000_TodayMarkerText">
            <a:extLst>
              <a:ext uri="{FF2B5EF4-FFF2-40B4-BE49-F238E27FC236}">
                <a16:creationId xmlns:a16="http://schemas.microsoft.com/office/drawing/2014/main" id="{581FFF56-BC0B-1EE7-4130-80A473968099}"/>
              </a:ext>
            </a:extLst>
          </p:cNvPr>
          <p:cNvSpPr txBox="1"/>
          <p:nvPr>
            <p:custDataLst>
              <p:tags r:id="rId55"/>
            </p:custDataLst>
          </p:nvPr>
        </p:nvSpPr>
        <p:spPr bwMode="gray">
          <a:xfrm>
            <a:off x="1793624" y="1309583"/>
            <a:ext cx="363369"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latin typeface="Calibri" panose="020F0502020204030204" pitchFamily="34" charset="0"/>
                <a:ea typeface="+mn-ea"/>
                <a:cs typeface="+mn-cs"/>
              </a:rPr>
              <a:t>Today</a:t>
            </a:r>
            <a:endParaRPr kumimoji="0" lang="zh-CN" altLang="en-US" sz="1200" b="0" i="0" u="none" strike="noStrike" kern="1200" cap="none" spc="-12" normalizeH="0" baseline="0" noProof="0">
              <a:ln>
                <a:noFill/>
              </a:ln>
              <a:solidFill>
                <a:schemeClr val="dk1"/>
              </a:solidFill>
              <a:effectLst/>
              <a:uLnTx/>
              <a:uFillTx/>
              <a:latin typeface="Calibri" panose="020F0502020204030204" pitchFamily="34" charset="0"/>
              <a:ea typeface="+mn-ea"/>
              <a:cs typeface="+mn-cs"/>
            </a:endParaRPr>
          </a:p>
        </p:txBody>
      </p:sp>
      <p:sp>
        <p:nvSpPr>
          <p:cNvPr id="10" name="OTLSHAPE_TB_00000000000000000000000000000000_TimescaleInterval1">
            <a:extLst>
              <a:ext uri="{FF2B5EF4-FFF2-40B4-BE49-F238E27FC236}">
                <a16:creationId xmlns:a16="http://schemas.microsoft.com/office/drawing/2014/main" id="{C51D9378-19A4-4DD3-6BDD-8F11A12775EB}"/>
              </a:ext>
            </a:extLst>
          </p:cNvPr>
          <p:cNvSpPr txBox="1"/>
          <p:nvPr>
            <p:custDataLst>
              <p:tags r:id="rId56"/>
            </p:custDataLst>
          </p:nvPr>
        </p:nvSpPr>
        <p:spPr bwMode="gray">
          <a:xfrm>
            <a:off x="1155700"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Q4</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12" name="OTLSHAPE_TB_00000000000000000000000000000000_TimescaleInterval2">
            <a:extLst>
              <a:ext uri="{FF2B5EF4-FFF2-40B4-BE49-F238E27FC236}">
                <a16:creationId xmlns:a16="http://schemas.microsoft.com/office/drawing/2014/main" id="{DE76DF7C-32F0-9ABD-4B80-1372A49691D1}"/>
              </a:ext>
            </a:extLst>
          </p:cNvPr>
          <p:cNvSpPr txBox="1"/>
          <p:nvPr>
            <p:custDataLst>
              <p:tags r:id="rId57"/>
            </p:custDataLst>
          </p:nvPr>
        </p:nvSpPr>
        <p:spPr bwMode="gray">
          <a:xfrm>
            <a:off x="2303499"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Q1</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14" name="OTLSHAPE_TB_00000000000000000000000000000000_TimescaleInterval3">
            <a:extLst>
              <a:ext uri="{FF2B5EF4-FFF2-40B4-BE49-F238E27FC236}">
                <a16:creationId xmlns:a16="http://schemas.microsoft.com/office/drawing/2014/main" id="{D8C4E83E-A9F5-9C9E-1037-0B89E42242F8}"/>
              </a:ext>
            </a:extLst>
          </p:cNvPr>
          <p:cNvSpPr txBox="1"/>
          <p:nvPr>
            <p:custDataLst>
              <p:tags r:id="rId58"/>
            </p:custDataLst>
          </p:nvPr>
        </p:nvSpPr>
        <p:spPr bwMode="gray">
          <a:xfrm>
            <a:off x="3426346"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Q2</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36" name="OTLSHAPE_TB_00000000000000000000000000000000_TimescaleInterval4">
            <a:extLst>
              <a:ext uri="{FF2B5EF4-FFF2-40B4-BE49-F238E27FC236}">
                <a16:creationId xmlns:a16="http://schemas.microsoft.com/office/drawing/2014/main" id="{42244AD8-DFFB-7805-60DE-69F2A022227C}"/>
              </a:ext>
            </a:extLst>
          </p:cNvPr>
          <p:cNvSpPr txBox="1"/>
          <p:nvPr>
            <p:custDataLst>
              <p:tags r:id="rId59"/>
            </p:custDataLst>
          </p:nvPr>
        </p:nvSpPr>
        <p:spPr bwMode="gray">
          <a:xfrm>
            <a:off x="4561669"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Q3</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44" name="OTLSHAPE_SLT_1e5bcfb5f49944c49eebcea66b620a37_JoinedDate">
            <a:extLst>
              <a:ext uri="{FF2B5EF4-FFF2-40B4-BE49-F238E27FC236}">
                <a16:creationId xmlns:a16="http://schemas.microsoft.com/office/drawing/2014/main" id="{4B4D4C61-8917-9E3B-A160-AA02E0FD3738}"/>
              </a:ext>
            </a:extLst>
          </p:cNvPr>
          <p:cNvSpPr txBox="1"/>
          <p:nvPr>
            <p:custDataLst>
              <p:tags r:id="rId60"/>
            </p:custDataLst>
          </p:nvPr>
        </p:nvSpPr>
        <p:spPr bwMode="gray">
          <a:xfrm>
            <a:off x="801630" y="3611077"/>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11/30/25 - 2/28/26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45" name="OTLSHAPE_SLT_1e5bcfb5f49944c49eebcea66b620a37_Title">
            <a:extLst>
              <a:ext uri="{FF2B5EF4-FFF2-40B4-BE49-F238E27FC236}">
                <a16:creationId xmlns:a16="http://schemas.microsoft.com/office/drawing/2014/main" id="{2E17150E-FD40-1C5B-DF55-EA727DE76195}"/>
              </a:ext>
            </a:extLst>
          </p:cNvPr>
          <p:cNvSpPr txBox="1"/>
          <p:nvPr>
            <p:custDataLst>
              <p:tags r:id="rId61"/>
            </p:custDataLst>
          </p:nvPr>
        </p:nvSpPr>
        <p:spPr bwMode="gray">
          <a:xfrm>
            <a:off x="3026879" y="3603330"/>
            <a:ext cx="16129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schemeClr val="dk1"/>
                </a:solidFill>
                <a:effectLst/>
                <a:uLnTx/>
                <a:uFillTx/>
                <a:latin typeface="Calibri" panose="020F0502020204030204" pitchFamily="34" charset="0"/>
                <a:ea typeface="+mn-ea"/>
                <a:cs typeface="+mn-cs"/>
              </a:rPr>
              <a:t>Ph II pre-IND sub - feedback</a:t>
            </a:r>
            <a:endParaRPr kumimoji="0" lang="zh-CN" altLang="en-US" sz="1100" b="1" i="0" u="none" strike="noStrike" kern="1200" cap="none" spc="-2" normalizeH="0" baseline="0" noProof="0">
              <a:ln>
                <a:noFill/>
              </a:ln>
              <a:solidFill>
                <a:schemeClr val="dk1"/>
              </a:solidFill>
              <a:effectLst/>
              <a:uLnTx/>
              <a:uFillTx/>
              <a:latin typeface="Calibri" panose="020F0502020204030204" pitchFamily="34" charset="0"/>
              <a:ea typeface="+mn-ea"/>
              <a:cs typeface="+mn-cs"/>
            </a:endParaRPr>
          </a:p>
        </p:txBody>
      </p:sp>
      <p:sp>
        <p:nvSpPr>
          <p:cNvPr id="47" name="OTLSHAPE_TB_00000000000000000000000000000000_TimescaleInterval5">
            <a:extLst>
              <a:ext uri="{FF2B5EF4-FFF2-40B4-BE49-F238E27FC236}">
                <a16:creationId xmlns:a16="http://schemas.microsoft.com/office/drawing/2014/main" id="{C5807932-20C5-B29C-E182-123B40F72006}"/>
              </a:ext>
            </a:extLst>
          </p:cNvPr>
          <p:cNvSpPr txBox="1"/>
          <p:nvPr>
            <p:custDataLst>
              <p:tags r:id="rId62"/>
            </p:custDataLst>
          </p:nvPr>
        </p:nvSpPr>
        <p:spPr bwMode="gray">
          <a:xfrm>
            <a:off x="5709468"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Q4</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49" name="OTLSHAPE_TB_00000000000000000000000000000000_TimescaleInterval6">
            <a:extLst>
              <a:ext uri="{FF2B5EF4-FFF2-40B4-BE49-F238E27FC236}">
                <a16:creationId xmlns:a16="http://schemas.microsoft.com/office/drawing/2014/main" id="{934A46E1-09A8-2021-B8BA-4AB0C6B70171}"/>
              </a:ext>
            </a:extLst>
          </p:cNvPr>
          <p:cNvSpPr txBox="1"/>
          <p:nvPr>
            <p:custDataLst>
              <p:tags r:id="rId63"/>
            </p:custDataLst>
          </p:nvPr>
        </p:nvSpPr>
        <p:spPr bwMode="gray">
          <a:xfrm>
            <a:off x="6857267"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Q1</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51" name="OTLSHAPE_TB_00000000000000000000000000000000_TimescaleInterval7">
            <a:extLst>
              <a:ext uri="{FF2B5EF4-FFF2-40B4-BE49-F238E27FC236}">
                <a16:creationId xmlns:a16="http://schemas.microsoft.com/office/drawing/2014/main" id="{08C91C69-663D-4570-2D9E-98D241D18765}"/>
              </a:ext>
            </a:extLst>
          </p:cNvPr>
          <p:cNvSpPr txBox="1"/>
          <p:nvPr>
            <p:custDataLst>
              <p:tags r:id="rId64"/>
            </p:custDataLst>
          </p:nvPr>
        </p:nvSpPr>
        <p:spPr bwMode="gray">
          <a:xfrm>
            <a:off x="7980114"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Q2</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72" name="OTLSHAPE_SLM_6c2bc955e3924ae2a06ea4bdd7b769d5_Title">
            <a:extLst>
              <a:ext uri="{FF2B5EF4-FFF2-40B4-BE49-F238E27FC236}">
                <a16:creationId xmlns:a16="http://schemas.microsoft.com/office/drawing/2014/main" id="{D90FB1D0-820E-AA46-F552-7B7EA8A48857}"/>
              </a:ext>
            </a:extLst>
          </p:cNvPr>
          <p:cNvSpPr txBox="1"/>
          <p:nvPr>
            <p:custDataLst>
              <p:tags r:id="rId65"/>
            </p:custDataLst>
          </p:nvPr>
        </p:nvSpPr>
        <p:spPr bwMode="gray">
          <a:xfrm>
            <a:off x="1626549" y="2515024"/>
            <a:ext cx="10414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Final CTA package</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73" name="OTLSHAPE_SLM_6c2bc955e3924ae2a06ea4bdd7b769d5_Date">
            <a:extLst>
              <a:ext uri="{FF2B5EF4-FFF2-40B4-BE49-F238E27FC236}">
                <a16:creationId xmlns:a16="http://schemas.microsoft.com/office/drawing/2014/main" id="{F310D7A9-EDC4-4B48-B4F1-BBA068EEDE11}"/>
              </a:ext>
            </a:extLst>
          </p:cNvPr>
          <p:cNvSpPr txBox="1"/>
          <p:nvPr>
            <p:custDataLst>
              <p:tags r:id="rId66"/>
            </p:custDataLst>
          </p:nvPr>
        </p:nvSpPr>
        <p:spPr bwMode="gray">
          <a:xfrm>
            <a:off x="2235514" y="2685543"/>
            <a:ext cx="431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2/13/26</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80" name="OTLSHAPE_SLT_af3e80754ee84374888d0f25fd542f08_JoinedDate">
            <a:extLst>
              <a:ext uri="{FF2B5EF4-FFF2-40B4-BE49-F238E27FC236}">
                <a16:creationId xmlns:a16="http://schemas.microsoft.com/office/drawing/2014/main" id="{8287201E-DDA5-917D-79D0-C66E839C0893}"/>
              </a:ext>
            </a:extLst>
          </p:cNvPr>
          <p:cNvSpPr txBox="1"/>
          <p:nvPr>
            <p:custDataLst>
              <p:tags r:id="rId67"/>
            </p:custDataLst>
          </p:nvPr>
        </p:nvSpPr>
        <p:spPr bwMode="gray">
          <a:xfrm>
            <a:off x="2151055" y="3845095"/>
            <a:ext cx="939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3/13/26 - 6/12/26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81" name="OTLSHAPE_SLT_af3e80754ee84374888d0f25fd542f08_Title">
            <a:extLst>
              <a:ext uri="{FF2B5EF4-FFF2-40B4-BE49-F238E27FC236}">
                <a16:creationId xmlns:a16="http://schemas.microsoft.com/office/drawing/2014/main" id="{80492D6B-137A-8F2F-B73B-73A68F334D08}"/>
              </a:ext>
            </a:extLst>
          </p:cNvPr>
          <p:cNvSpPr txBox="1"/>
          <p:nvPr>
            <p:custDataLst>
              <p:tags r:id="rId68"/>
            </p:custDataLst>
          </p:nvPr>
        </p:nvSpPr>
        <p:spPr bwMode="gray">
          <a:xfrm>
            <a:off x="4324391" y="3837348"/>
            <a:ext cx="10668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Ph II CTA sub - app</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97" name="OTLSHAPE_SLT_f8a8e67cf2d44d7f98671616391cd05c_JoinedDate">
            <a:extLst>
              <a:ext uri="{FF2B5EF4-FFF2-40B4-BE49-F238E27FC236}">
                <a16:creationId xmlns:a16="http://schemas.microsoft.com/office/drawing/2014/main" id="{6A2A97E6-8B2E-2233-2317-1F5198A3E9CA}"/>
              </a:ext>
            </a:extLst>
          </p:cNvPr>
          <p:cNvSpPr txBox="1"/>
          <p:nvPr>
            <p:custDataLst>
              <p:tags r:id="rId69"/>
            </p:custDataLst>
          </p:nvPr>
        </p:nvSpPr>
        <p:spPr bwMode="gray">
          <a:xfrm>
            <a:off x="3585803" y="2911815"/>
            <a:ext cx="939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7/6/26 - 11/17/26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98" name="OTLSHAPE_SLT_f8a8e67cf2d44d7f98671616391cd05c_Title">
            <a:extLst>
              <a:ext uri="{FF2B5EF4-FFF2-40B4-BE49-F238E27FC236}">
                <a16:creationId xmlns:a16="http://schemas.microsoft.com/office/drawing/2014/main" id="{DD512BDF-198C-638E-8F48-2F116F391588}"/>
              </a:ext>
            </a:extLst>
          </p:cNvPr>
          <p:cNvSpPr txBox="1"/>
          <p:nvPr>
            <p:custDataLst>
              <p:tags r:id="rId70"/>
            </p:custDataLst>
          </p:nvPr>
        </p:nvSpPr>
        <p:spPr bwMode="gray">
          <a:xfrm>
            <a:off x="6295611" y="2904068"/>
            <a:ext cx="8001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Ph II FSS - LSS</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121" name="OTLSHAPE_SLT_3d8b1dcab4f642c8adaf495fc2f4a9fd_JoinedDate">
            <a:extLst>
              <a:ext uri="{FF2B5EF4-FFF2-40B4-BE49-F238E27FC236}">
                <a16:creationId xmlns:a16="http://schemas.microsoft.com/office/drawing/2014/main" id="{E9AD582D-3AF3-8396-D27A-65520D44A394}"/>
              </a:ext>
            </a:extLst>
          </p:cNvPr>
          <p:cNvSpPr txBox="1"/>
          <p:nvPr>
            <p:custDataLst>
              <p:tags r:id="rId71"/>
            </p:custDataLst>
          </p:nvPr>
        </p:nvSpPr>
        <p:spPr bwMode="gray">
          <a:xfrm>
            <a:off x="4357312" y="4079114"/>
            <a:ext cx="1003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9/11/26 - 11/17/26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123" name="OTLSHAPE_SLT_3d8b1dcab4f642c8adaf495fc2f4a9fd_Title">
            <a:extLst>
              <a:ext uri="{FF2B5EF4-FFF2-40B4-BE49-F238E27FC236}">
                <a16:creationId xmlns:a16="http://schemas.microsoft.com/office/drawing/2014/main" id="{FA979767-86A5-EC68-D82C-FC3EEC14048F}"/>
              </a:ext>
            </a:extLst>
          </p:cNvPr>
          <p:cNvSpPr txBox="1"/>
          <p:nvPr>
            <p:custDataLst>
              <p:tags r:id="rId72"/>
            </p:custDataLst>
          </p:nvPr>
        </p:nvSpPr>
        <p:spPr bwMode="gray">
          <a:xfrm>
            <a:off x="6295611" y="4071367"/>
            <a:ext cx="9017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China fSIV - LSS</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25" name="OTLSHAPE_TB_00000000000000000000000000000000_ScaleMarking1">
            <a:extLst>
              <a:ext uri="{FF2B5EF4-FFF2-40B4-BE49-F238E27FC236}">
                <a16:creationId xmlns:a16="http://schemas.microsoft.com/office/drawing/2014/main" id="{2453A39F-016F-C0A0-A482-15474FD53A79}"/>
              </a:ext>
            </a:extLst>
          </p:cNvPr>
          <p:cNvSpPr txBox="1"/>
          <p:nvPr>
            <p:custDataLst>
              <p:tags r:id="rId73"/>
            </p:custDataLst>
          </p:nvPr>
        </p:nvSpPr>
        <p:spPr bwMode="gray">
          <a:xfrm>
            <a:off x="1155700" y="78486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rPr>
              <a:t>2025</a:t>
            </a:r>
            <a:endParaRPr kumimoji="0" lang="zh-CN" altLang="en-US"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endParaRPr>
          </a:p>
        </p:txBody>
      </p:sp>
      <p:sp>
        <p:nvSpPr>
          <p:cNvPr id="26" name="OTLSHAPE_TB_00000000000000000000000000000000_ScaleMarking2">
            <a:extLst>
              <a:ext uri="{FF2B5EF4-FFF2-40B4-BE49-F238E27FC236}">
                <a16:creationId xmlns:a16="http://schemas.microsoft.com/office/drawing/2014/main" id="{FAAB5069-BC8E-E1C6-8D0A-FBA0AE3F7234}"/>
              </a:ext>
            </a:extLst>
          </p:cNvPr>
          <p:cNvSpPr txBox="1"/>
          <p:nvPr>
            <p:custDataLst>
              <p:tags r:id="rId74"/>
            </p:custDataLst>
          </p:nvPr>
        </p:nvSpPr>
        <p:spPr bwMode="gray">
          <a:xfrm>
            <a:off x="2303499" y="78486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rPr>
              <a:t>2026</a:t>
            </a:r>
            <a:endParaRPr kumimoji="0" lang="zh-CN" altLang="en-US"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endParaRPr>
          </a:p>
        </p:txBody>
      </p:sp>
      <p:sp>
        <p:nvSpPr>
          <p:cNvPr id="2" name="OTLSHAPE_TB_00000000000000000000000000000000_ScaleMarking3">
            <a:extLst>
              <a:ext uri="{FF2B5EF4-FFF2-40B4-BE49-F238E27FC236}">
                <a16:creationId xmlns:a16="http://schemas.microsoft.com/office/drawing/2014/main" id="{1EF59946-AF54-04F4-8194-77419DF08294}"/>
              </a:ext>
            </a:extLst>
          </p:cNvPr>
          <p:cNvSpPr txBox="1"/>
          <p:nvPr>
            <p:custDataLst>
              <p:tags r:id="rId75"/>
            </p:custDataLst>
          </p:nvPr>
        </p:nvSpPr>
        <p:spPr bwMode="gray">
          <a:xfrm>
            <a:off x="6857267" y="784861"/>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rPr>
              <a:t>2027</a:t>
            </a:r>
            <a:endParaRPr kumimoji="0" lang="zh-CN" altLang="en-US"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endParaRPr>
          </a:p>
        </p:txBody>
      </p:sp>
      <p:sp>
        <p:nvSpPr>
          <p:cNvPr id="24" name="OTLSHAPE_SLM_4f47f1f8817142a78510518522c435df_Title">
            <a:extLst>
              <a:ext uri="{FF2B5EF4-FFF2-40B4-BE49-F238E27FC236}">
                <a16:creationId xmlns:a16="http://schemas.microsoft.com/office/drawing/2014/main" id="{48A7D705-787A-A9B7-3891-181042B0B6D4}"/>
              </a:ext>
            </a:extLst>
          </p:cNvPr>
          <p:cNvSpPr txBox="1"/>
          <p:nvPr>
            <p:custDataLst>
              <p:tags r:id="rId76"/>
            </p:custDataLst>
          </p:nvPr>
        </p:nvSpPr>
        <p:spPr bwMode="gray">
          <a:xfrm>
            <a:off x="10546713" y="3138086"/>
            <a:ext cx="6223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rPr>
              <a:t>key results</a:t>
            </a:r>
            <a:endParaRPr kumimoji="0" lang="zh-CN" altLang="en-US" sz="1100" b="1" i="0" u="none" strike="noStrike" kern="1200" cap="none" spc="-10" normalizeH="0" baseline="0" noProof="0">
              <a:ln>
                <a:noFill/>
              </a:ln>
              <a:solidFill>
                <a:schemeClr val="dk1"/>
              </a:solidFill>
              <a:effectLst/>
              <a:uLnTx/>
              <a:uFillTx/>
              <a:latin typeface="Calibri" panose="020F0502020204030204" pitchFamily="34" charset="0"/>
              <a:ea typeface="+mn-ea"/>
              <a:cs typeface="+mn-cs"/>
            </a:endParaRPr>
          </a:p>
        </p:txBody>
      </p:sp>
      <p:sp>
        <p:nvSpPr>
          <p:cNvPr id="27" name="OTLSHAPE_SLM_4f47f1f8817142a78510518522c435df_Date">
            <a:extLst>
              <a:ext uri="{FF2B5EF4-FFF2-40B4-BE49-F238E27FC236}">
                <a16:creationId xmlns:a16="http://schemas.microsoft.com/office/drawing/2014/main" id="{CE3FE3D0-A963-6ECC-BA62-66BD3A1E3ABF}"/>
              </a:ext>
            </a:extLst>
          </p:cNvPr>
          <p:cNvSpPr txBox="1"/>
          <p:nvPr>
            <p:custDataLst>
              <p:tags r:id="rId77"/>
            </p:custDataLst>
          </p:nvPr>
        </p:nvSpPr>
        <p:spPr bwMode="gray">
          <a:xfrm>
            <a:off x="10679809" y="3308605"/>
            <a:ext cx="495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12/27/27</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29" name="OTLSHAPE_TB_00000000000000000000000000000000_TimescaleInterval8">
            <a:extLst>
              <a:ext uri="{FF2B5EF4-FFF2-40B4-BE49-F238E27FC236}">
                <a16:creationId xmlns:a16="http://schemas.microsoft.com/office/drawing/2014/main" id="{924332CD-511F-CD5F-C8DA-F4DB37A7D969}"/>
              </a:ext>
            </a:extLst>
          </p:cNvPr>
          <p:cNvSpPr txBox="1"/>
          <p:nvPr>
            <p:custDataLst>
              <p:tags r:id="rId78"/>
            </p:custDataLst>
          </p:nvPr>
        </p:nvSpPr>
        <p:spPr bwMode="gray">
          <a:xfrm>
            <a:off x="9115437"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Q3</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60" name="OTLSHAPE_TB_00000000000000000000000000000000_TimescaleInterval9">
            <a:extLst>
              <a:ext uri="{FF2B5EF4-FFF2-40B4-BE49-F238E27FC236}">
                <a16:creationId xmlns:a16="http://schemas.microsoft.com/office/drawing/2014/main" id="{21D27BCF-DD5E-1B53-72EA-8CBDD35B8C90}"/>
              </a:ext>
            </a:extLst>
          </p:cNvPr>
          <p:cNvSpPr txBox="1"/>
          <p:nvPr>
            <p:custDataLst>
              <p:tags r:id="rId79"/>
            </p:custDataLst>
          </p:nvPr>
        </p:nvSpPr>
        <p:spPr bwMode="gray">
          <a:xfrm>
            <a:off x="10263236" y="1004889"/>
            <a:ext cx="175561"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rPr>
              <a:t>Q4</a:t>
            </a:r>
            <a:endParaRPr kumimoji="0" lang="zh-CN" altLang="en-US" sz="1200" b="0" i="0" u="none" strike="noStrike" kern="1200" cap="none" spc="-30" normalizeH="0" baseline="0" noProof="0">
              <a:ln>
                <a:noFill/>
              </a:ln>
              <a:solidFill>
                <a:schemeClr val="lt1"/>
              </a:solidFill>
              <a:effectLst/>
              <a:uLnTx/>
              <a:uFillTx/>
              <a:latin typeface="Calibri" panose="020F0502020204030204" pitchFamily="34" charset="0"/>
              <a:ea typeface="+mn-ea"/>
              <a:cs typeface="+mn-cs"/>
            </a:endParaRPr>
          </a:p>
        </p:txBody>
      </p:sp>
      <p:sp>
        <p:nvSpPr>
          <p:cNvPr id="52" name="OTLSHAPE_SLM_e9008cf940764e98b3c551bb8406fc08_Title">
            <a:extLst>
              <a:ext uri="{FF2B5EF4-FFF2-40B4-BE49-F238E27FC236}">
                <a16:creationId xmlns:a16="http://schemas.microsoft.com/office/drawing/2014/main" id="{CBC80B6D-D8B2-7552-395A-3100DCCECA47}"/>
              </a:ext>
            </a:extLst>
          </p:cNvPr>
          <p:cNvSpPr txBox="1"/>
          <p:nvPr>
            <p:custDataLst>
              <p:tags r:id="rId80"/>
            </p:custDataLst>
          </p:nvPr>
        </p:nvSpPr>
        <p:spPr bwMode="gray">
          <a:xfrm>
            <a:off x="967668" y="2125981"/>
            <a:ext cx="7112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schemeClr val="dk1"/>
                </a:solidFill>
                <a:effectLst/>
                <a:uLnTx/>
                <a:uFillTx/>
                <a:latin typeface="Calibri" panose="020F0502020204030204" pitchFamily="34" charset="0"/>
                <a:ea typeface="+mn-ea"/>
                <a:cs typeface="+mn-cs"/>
              </a:rPr>
              <a:t>PoC release </a:t>
            </a:r>
            <a:endParaRPr kumimoji="0" lang="zh-CN" altLang="en-US" sz="1100" b="1" i="0" u="none" strike="noStrike" kern="1200" cap="none" spc="-6" normalizeH="0" baseline="0" noProof="0">
              <a:ln>
                <a:noFill/>
              </a:ln>
              <a:solidFill>
                <a:schemeClr val="dk1"/>
              </a:solidFill>
              <a:effectLst/>
              <a:uLnTx/>
              <a:uFillTx/>
              <a:latin typeface="Calibri" panose="020F0502020204030204" pitchFamily="34" charset="0"/>
              <a:ea typeface="+mn-ea"/>
              <a:cs typeface="+mn-cs"/>
            </a:endParaRPr>
          </a:p>
        </p:txBody>
      </p:sp>
      <p:sp>
        <p:nvSpPr>
          <p:cNvPr id="53" name="OTLSHAPE_SLM_e9008cf940764e98b3c551bb8406fc08_Date">
            <a:extLst>
              <a:ext uri="{FF2B5EF4-FFF2-40B4-BE49-F238E27FC236}">
                <a16:creationId xmlns:a16="http://schemas.microsoft.com/office/drawing/2014/main" id="{1C2D159A-0E4A-336E-3964-0B239B9B0716}"/>
              </a:ext>
            </a:extLst>
          </p:cNvPr>
          <p:cNvSpPr txBox="1"/>
          <p:nvPr>
            <p:custDataLst>
              <p:tags r:id="rId81"/>
            </p:custDataLst>
          </p:nvPr>
        </p:nvSpPr>
        <p:spPr bwMode="gray">
          <a:xfrm>
            <a:off x="1185515" y="2296500"/>
            <a:ext cx="495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11/26/25</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89" name="OTLSHAPE_SLM_bfd2b71a1ccd48aca05c2167e46d764d_Title">
            <a:extLst>
              <a:ext uri="{FF2B5EF4-FFF2-40B4-BE49-F238E27FC236}">
                <a16:creationId xmlns:a16="http://schemas.microsoft.com/office/drawing/2014/main" id="{5258F11D-4658-8E69-0DDC-9B3D7F633BC3}"/>
              </a:ext>
            </a:extLst>
          </p:cNvPr>
          <p:cNvSpPr txBox="1"/>
          <p:nvPr>
            <p:custDataLst>
              <p:tags r:id="rId82"/>
            </p:custDataLst>
          </p:nvPr>
        </p:nvSpPr>
        <p:spPr bwMode="gray">
          <a:xfrm>
            <a:off x="358553" y="1736938"/>
            <a:ext cx="11684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mn-ea"/>
                <a:cs typeface="+mn-cs"/>
              </a:rPr>
              <a:t>Ph I readout for PoC</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101" name="OTLSHAPE_SLM_bfd2b71a1ccd48aca05c2167e46d764d_Date">
            <a:extLst>
              <a:ext uri="{FF2B5EF4-FFF2-40B4-BE49-F238E27FC236}">
                <a16:creationId xmlns:a16="http://schemas.microsoft.com/office/drawing/2014/main" id="{CA686015-9E87-F349-1267-EA380844CA8E}"/>
              </a:ext>
            </a:extLst>
          </p:cNvPr>
          <p:cNvSpPr txBox="1"/>
          <p:nvPr>
            <p:custDataLst>
              <p:tags r:id="rId83"/>
            </p:custDataLst>
          </p:nvPr>
        </p:nvSpPr>
        <p:spPr bwMode="gray">
          <a:xfrm>
            <a:off x="1035802" y="1907456"/>
            <a:ext cx="495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11/14/25</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cxnSp>
        <p:nvCxnSpPr>
          <p:cNvPr id="11" name="OTLSHAPE_TB_00000000000000000000000000000000_Separator1">
            <a:extLst>
              <a:ext uri="{FF2B5EF4-FFF2-40B4-BE49-F238E27FC236}">
                <a16:creationId xmlns:a16="http://schemas.microsoft.com/office/drawing/2014/main" id="{13B0CEAE-AE8D-8D0B-11F2-0F21EE583B9D}"/>
              </a:ext>
            </a:extLst>
          </p:cNvPr>
          <p:cNvCxnSpPr/>
          <p:nvPr>
            <p:custDataLst>
              <p:tags r:id="rId84"/>
            </p:custDataLst>
          </p:nvPr>
        </p:nvCxnSpPr>
        <p:spPr bwMode="gray">
          <a:xfrm>
            <a:off x="2239999"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2">
            <a:extLst>
              <a:ext uri="{FF2B5EF4-FFF2-40B4-BE49-F238E27FC236}">
                <a16:creationId xmlns:a16="http://schemas.microsoft.com/office/drawing/2014/main" id="{CC8367B7-4993-970E-CA7B-037CA9F95E02}"/>
              </a:ext>
            </a:extLst>
          </p:cNvPr>
          <p:cNvCxnSpPr/>
          <p:nvPr>
            <p:custDataLst>
              <p:tags r:id="rId85"/>
            </p:custDataLst>
          </p:nvPr>
        </p:nvCxnSpPr>
        <p:spPr bwMode="gray">
          <a:xfrm>
            <a:off x="3362846"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OTLSHAPE_TB_00000000000000000000000000000000_Separator3">
            <a:extLst>
              <a:ext uri="{FF2B5EF4-FFF2-40B4-BE49-F238E27FC236}">
                <a16:creationId xmlns:a16="http://schemas.microsoft.com/office/drawing/2014/main" id="{4EF34CFC-2F33-C4F5-0D4E-4CFD67EEC402}"/>
              </a:ext>
            </a:extLst>
          </p:cNvPr>
          <p:cNvCxnSpPr/>
          <p:nvPr>
            <p:custDataLst>
              <p:tags r:id="rId86"/>
            </p:custDataLst>
          </p:nvPr>
        </p:nvCxnSpPr>
        <p:spPr bwMode="gray">
          <a:xfrm>
            <a:off x="4498169"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OTLSHAPE_TB_00000000000000000000000000000000_Separator4">
            <a:extLst>
              <a:ext uri="{FF2B5EF4-FFF2-40B4-BE49-F238E27FC236}">
                <a16:creationId xmlns:a16="http://schemas.microsoft.com/office/drawing/2014/main" id="{1494293E-41B5-C87F-01E1-EDDAF5049166}"/>
              </a:ext>
            </a:extLst>
          </p:cNvPr>
          <p:cNvCxnSpPr/>
          <p:nvPr>
            <p:custDataLst>
              <p:tags r:id="rId87"/>
            </p:custDataLst>
          </p:nvPr>
        </p:nvCxnSpPr>
        <p:spPr bwMode="gray">
          <a:xfrm>
            <a:off x="5645968"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TB_00000000000000000000000000000000_Separator5">
            <a:extLst>
              <a:ext uri="{FF2B5EF4-FFF2-40B4-BE49-F238E27FC236}">
                <a16:creationId xmlns:a16="http://schemas.microsoft.com/office/drawing/2014/main" id="{35AA4DB0-EF00-DD6A-766E-3DF5BA41037A}"/>
              </a:ext>
            </a:extLst>
          </p:cNvPr>
          <p:cNvCxnSpPr/>
          <p:nvPr>
            <p:custDataLst>
              <p:tags r:id="rId88"/>
            </p:custDataLst>
          </p:nvPr>
        </p:nvCxnSpPr>
        <p:spPr bwMode="gray">
          <a:xfrm>
            <a:off x="6793767"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OTLSHAPE_TB_00000000000000000000000000000000_Separator6">
            <a:extLst>
              <a:ext uri="{FF2B5EF4-FFF2-40B4-BE49-F238E27FC236}">
                <a16:creationId xmlns:a16="http://schemas.microsoft.com/office/drawing/2014/main" id="{47F0B755-5D86-1717-A3AE-71C6E9A6EB9B}"/>
              </a:ext>
            </a:extLst>
          </p:cNvPr>
          <p:cNvCxnSpPr/>
          <p:nvPr>
            <p:custDataLst>
              <p:tags r:id="rId89"/>
            </p:custDataLst>
          </p:nvPr>
        </p:nvCxnSpPr>
        <p:spPr bwMode="gray">
          <a:xfrm>
            <a:off x="7916614"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OTLSHAPE_TB_00000000000000000000000000000000_Separator7">
            <a:extLst>
              <a:ext uri="{FF2B5EF4-FFF2-40B4-BE49-F238E27FC236}">
                <a16:creationId xmlns:a16="http://schemas.microsoft.com/office/drawing/2014/main" id="{D3FBA76F-BB29-6B9E-11C7-9979BC7CA347}"/>
              </a:ext>
            </a:extLst>
          </p:cNvPr>
          <p:cNvCxnSpPr/>
          <p:nvPr>
            <p:custDataLst>
              <p:tags r:id="rId90"/>
            </p:custDataLst>
          </p:nvPr>
        </p:nvCxnSpPr>
        <p:spPr bwMode="gray">
          <a:xfrm>
            <a:off x="9051937"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OTLSHAPE_TB_00000000000000000000000000000000_Separator8">
            <a:extLst>
              <a:ext uri="{FF2B5EF4-FFF2-40B4-BE49-F238E27FC236}">
                <a16:creationId xmlns:a16="http://schemas.microsoft.com/office/drawing/2014/main" id="{18856956-8A90-6877-B04F-717E2584D2C1}"/>
              </a:ext>
            </a:extLst>
          </p:cNvPr>
          <p:cNvCxnSpPr/>
          <p:nvPr>
            <p:custDataLst>
              <p:tags r:id="rId91"/>
            </p:custDataLst>
          </p:nvPr>
        </p:nvCxnSpPr>
        <p:spPr bwMode="gray">
          <a:xfrm>
            <a:off x="10199736" y="1009016"/>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标题 106">
            <a:extLst>
              <a:ext uri="{FF2B5EF4-FFF2-40B4-BE49-F238E27FC236}">
                <a16:creationId xmlns:a16="http://schemas.microsoft.com/office/drawing/2014/main" id="{E3A0D31C-65DE-F96E-7CA7-7A4FABC4B6DE}"/>
              </a:ext>
            </a:extLst>
          </p:cNvPr>
          <p:cNvSpPr>
            <a:spLocks noGrp="1"/>
          </p:cNvSpPr>
          <p:nvPr>
            <p:ph type="title"/>
          </p:nvPr>
        </p:nvSpPr>
        <p:spPr>
          <a:xfrm>
            <a:off x="479424" y="259489"/>
            <a:ext cx="11233151" cy="720000"/>
          </a:xfrm>
        </p:spPr>
        <p:txBody>
          <a:bodyPr/>
          <a:lstStyle/>
          <a:p>
            <a:r>
              <a:rPr lang="en-US" altLang="zh-CN"/>
              <a:t>BI 3034701 (GGY2Ra.), Obesity Development Plan</a:t>
            </a:r>
            <a:endParaRPr lang="zh-CN" altLang="en-US" b="0">
              <a:solidFill>
                <a:srgbClr val="C00000"/>
              </a:solidFill>
            </a:endParaRPr>
          </a:p>
        </p:txBody>
      </p:sp>
      <p:sp>
        <p:nvSpPr>
          <p:cNvPr id="99" name="文本框 98">
            <a:extLst>
              <a:ext uri="{FF2B5EF4-FFF2-40B4-BE49-F238E27FC236}">
                <a16:creationId xmlns:a16="http://schemas.microsoft.com/office/drawing/2014/main" id="{13C7E905-BC0F-7982-CD9D-DB6126CC3106}"/>
              </a:ext>
            </a:extLst>
          </p:cNvPr>
          <p:cNvSpPr txBox="1"/>
          <p:nvPr/>
        </p:nvSpPr>
        <p:spPr bwMode="gray">
          <a:xfrm>
            <a:off x="9755870" y="4162430"/>
            <a:ext cx="1691941"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white"/>
                </a:solidFill>
                <a:effectLst/>
                <a:uLnTx/>
                <a:uFillTx/>
                <a:latin typeface="Boehringer Forward Text"/>
                <a:ea typeface="+mn-ea"/>
                <a:cs typeface="+mn-cs"/>
              </a:rPr>
              <a:t>2.5 months</a:t>
            </a:r>
            <a:endParaRPr kumimoji="0" lang="zh-CN" altLang="en-US" sz="1050" b="0" i="0" u="none" strike="noStrike" kern="1200" cap="none" spc="0" normalizeH="0" baseline="0" noProof="0">
              <a:ln>
                <a:noFill/>
              </a:ln>
              <a:solidFill>
                <a:prstClr val="white"/>
              </a:solidFill>
              <a:effectLst/>
              <a:uLnTx/>
              <a:uFillTx/>
              <a:latin typeface="Boehringer Forward Text"/>
              <a:ea typeface="+mn-ea"/>
              <a:cs typeface="+mn-cs"/>
            </a:endParaRPr>
          </a:p>
        </p:txBody>
      </p:sp>
      <p:cxnSp>
        <p:nvCxnSpPr>
          <p:cNvPr id="100" name="连接符: 肘形 99">
            <a:extLst>
              <a:ext uri="{FF2B5EF4-FFF2-40B4-BE49-F238E27FC236}">
                <a16:creationId xmlns:a16="http://schemas.microsoft.com/office/drawing/2014/main" id="{10B5F5E2-DFAB-99B9-7F53-D061D34DA977}"/>
              </a:ext>
            </a:extLst>
          </p:cNvPr>
          <p:cNvCxnSpPr>
            <a:stCxn id="71" idx="2"/>
            <a:endCxn id="74" idx="1"/>
          </p:cNvCxnSpPr>
          <p:nvPr/>
        </p:nvCxnSpPr>
        <p:spPr bwMode="gray">
          <a:xfrm>
            <a:off x="2871488" y="2677796"/>
            <a:ext cx="266780" cy="1244812"/>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A978D2DC-BD1C-D542-8975-2B6D717D4BAD}"/>
              </a:ext>
            </a:extLst>
          </p:cNvPr>
          <p:cNvSpPr txBox="1"/>
          <p:nvPr/>
        </p:nvSpPr>
        <p:spPr bwMode="gray">
          <a:xfrm>
            <a:off x="7472359" y="3780821"/>
            <a:ext cx="3286155" cy="3539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3333FF"/>
                </a:solidFill>
                <a:effectLst/>
                <a:uLnTx/>
                <a:uFillTx/>
                <a:latin typeface="Boehringer Forward Text"/>
                <a:ea typeface="+mn-ea"/>
                <a:cs typeface="+mn-cs"/>
              </a:rPr>
              <a:t>Recruitment window only 2 months </a:t>
            </a: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(could be longer if new CTA process can be implemented)</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3" name="文本框 102">
            <a:extLst>
              <a:ext uri="{FF2B5EF4-FFF2-40B4-BE49-F238E27FC236}">
                <a16:creationId xmlns:a16="http://schemas.microsoft.com/office/drawing/2014/main" id="{76222991-ECCD-FFF1-4DCC-001F4EA54E01}"/>
              </a:ext>
            </a:extLst>
          </p:cNvPr>
          <p:cNvSpPr txBox="1"/>
          <p:nvPr/>
        </p:nvSpPr>
        <p:spPr bwMode="gray">
          <a:xfrm>
            <a:off x="647351" y="4429673"/>
            <a:ext cx="11296521" cy="2129237"/>
          </a:xfrm>
          <a:prstGeom prst="rect">
            <a:avLst/>
          </a:prstGeom>
          <a:solidFill>
            <a:srgbClr val="FFFFFF"/>
          </a:solidFill>
        </p:spPr>
        <p:txBody>
          <a:bodyPr wrap="square" lIns="0" tIns="0" rIns="0" bIns="0" rtlCol="0">
            <a:spAutoFit/>
          </a:bodyPr>
          <a:lstStyle/>
          <a:p>
            <a:pPr marL="285750" marR="0" lvl="0"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PoC was achieved; the Ph I results are not released yet</a:t>
            </a:r>
          </a:p>
          <a:p>
            <a:pPr marL="285750" marR="0" lvl="0"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a:solidFill>
                  <a:prstClr val="black"/>
                </a:solidFill>
                <a:latin typeface="Boehringer Forward Text"/>
              </a:rPr>
              <a:t>Phase II design is under re-discussion for acceleration: Ph II/III seamless? Shortened maintenance dose period? Reduce dose groups?</a:t>
            </a:r>
          </a:p>
          <a:p>
            <a:pPr marL="285750" marR="0" lvl="0"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China Pre-IND submission was cancelled because</a:t>
            </a:r>
          </a:p>
          <a:p>
            <a:pPr marL="742950" lvl="1" indent="-285750">
              <a:buFont typeface="Wingdings" panose="05000000000000000000" pitchFamily="2" charset="2"/>
              <a:buChar char="Ø"/>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Global team doesn’t allow inclusion of any actual Ph I data in HAI BB before press release</a:t>
            </a:r>
          </a:p>
          <a:p>
            <a:pPr marL="742950" lvl="1" indent="-285750">
              <a:buFont typeface="Wingdings" panose="05000000000000000000" pitchFamily="2" charset="2"/>
              <a:buChar char="Ø"/>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Safety margin is narrow and difficult to explain to CDE without actual data </a:t>
            </a:r>
          </a:p>
          <a:p>
            <a:pPr marL="742950" lvl="1" indent="-285750">
              <a:buFont typeface="Wingdings" panose="05000000000000000000" pitchFamily="2" charset="2"/>
              <a:buChar char="Ø"/>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Mitigation strategy is to be planned once the data is released  </a:t>
            </a:r>
          </a:p>
          <a:p>
            <a:pPr marL="285750" indent="-285750">
              <a:lnSpc>
                <a:spcPct val="140000"/>
              </a:lnSpc>
              <a:buFont typeface="Arial" panose="020B0604020202020204" pitchFamily="34" charset="0"/>
              <a:buChar char="•"/>
              <a:defRPr/>
            </a:pPr>
            <a:r>
              <a:rPr lang="en-US" altLang="zh-CN" sz="1400">
                <a:solidFill>
                  <a:prstClr val="black"/>
                </a:solidFill>
                <a:latin typeface="Boehringer Forward Text"/>
              </a:rPr>
              <a:t>China development proposal shared with global team for further discussion </a:t>
            </a:r>
          </a:p>
          <a:p>
            <a:pPr marL="285750" indent="-285750">
              <a:lnSpc>
                <a:spcPct val="140000"/>
              </a:lnSpc>
              <a:buFont typeface="Arial" panose="020B0604020202020204" pitchFamily="34" charset="0"/>
              <a:buChar char="•"/>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China Leading PI candidate under final discussion </a:t>
            </a:r>
          </a:p>
        </p:txBody>
      </p:sp>
      <p:sp>
        <p:nvSpPr>
          <p:cNvPr id="66" name="乘号 65">
            <a:extLst>
              <a:ext uri="{FF2B5EF4-FFF2-40B4-BE49-F238E27FC236}">
                <a16:creationId xmlns:a16="http://schemas.microsoft.com/office/drawing/2014/main" id="{B0C7CB1E-D2E6-9C2F-FF99-15988B95A94D}"/>
              </a:ext>
            </a:extLst>
          </p:cNvPr>
          <p:cNvSpPr/>
          <p:nvPr/>
        </p:nvSpPr>
        <p:spPr bwMode="gray">
          <a:xfrm>
            <a:off x="2243921" y="3501729"/>
            <a:ext cx="257540" cy="377739"/>
          </a:xfrm>
          <a:prstGeom prst="mathMultiply">
            <a:avLst/>
          </a:prstGeom>
          <a:solidFill>
            <a:srgbClr val="C0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custDataLst>
      <p:tags r:id="rId1"/>
    </p:custDataLst>
    <p:extLst>
      <p:ext uri="{BB962C8B-B14F-4D97-AF65-F5344CB8AC3E}">
        <p14:creationId xmlns:p14="http://schemas.microsoft.com/office/powerpoint/2010/main" val="12343044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D620B2-33B8-8E02-0887-E002E54BC71B}"/>
              </a:ext>
            </a:extLst>
          </p:cNvPr>
          <p:cNvSpPr>
            <a:spLocks noGrp="1"/>
          </p:cNvSpPr>
          <p:nvPr>
            <p:ph type="title"/>
          </p:nvPr>
        </p:nvSpPr>
        <p:spPr/>
        <p:txBody>
          <a:bodyPr/>
          <a:lstStyle/>
          <a:p>
            <a:r>
              <a:rPr lang="en-US" altLang="zh-CN"/>
              <a:t>Phase II trial design (1507-0002) DRAFT</a:t>
            </a:r>
            <a:br>
              <a:rPr lang="en-US" altLang="zh-CN"/>
            </a:br>
            <a:r>
              <a:rPr lang="en-US" altLang="zh-CN" sz="2000" b="0"/>
              <a:t>for dose strategy consideration </a:t>
            </a:r>
            <a:endParaRPr lang="zh-CN" altLang="en-US" b="0"/>
          </a:p>
        </p:txBody>
      </p:sp>
      <p:sp>
        <p:nvSpPr>
          <p:cNvPr id="4" name="页脚占位符 3">
            <a:extLst>
              <a:ext uri="{FF2B5EF4-FFF2-40B4-BE49-F238E27FC236}">
                <a16:creationId xmlns:a16="http://schemas.microsoft.com/office/drawing/2014/main" id="{03A93F50-45B8-4F15-01C0-E4B5BB2C47D9}"/>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IUPC CRM February 2025 | Confidential - Third-Party Collaboration Project</a:t>
            </a:r>
          </a:p>
        </p:txBody>
      </p:sp>
      <p:pic>
        <p:nvPicPr>
          <p:cNvPr id="7" name="图片 6">
            <a:extLst>
              <a:ext uri="{FF2B5EF4-FFF2-40B4-BE49-F238E27FC236}">
                <a16:creationId xmlns:a16="http://schemas.microsoft.com/office/drawing/2014/main" id="{EE4A930D-B5CC-BC67-659D-2120597B5086}"/>
              </a:ext>
            </a:extLst>
          </p:cNvPr>
          <p:cNvPicPr>
            <a:picLocks noChangeAspect="1"/>
          </p:cNvPicPr>
          <p:nvPr/>
        </p:nvPicPr>
        <p:blipFill>
          <a:blip r:embed="rId2"/>
          <a:stretch>
            <a:fillRect/>
          </a:stretch>
        </p:blipFill>
        <p:spPr>
          <a:xfrm>
            <a:off x="580255" y="1514208"/>
            <a:ext cx="11031489" cy="3829584"/>
          </a:xfrm>
          <a:prstGeom prst="rect">
            <a:avLst/>
          </a:prstGeom>
        </p:spPr>
      </p:pic>
    </p:spTree>
    <p:extLst>
      <p:ext uri="{BB962C8B-B14F-4D97-AF65-F5344CB8AC3E}">
        <p14:creationId xmlns:p14="http://schemas.microsoft.com/office/powerpoint/2010/main" val="900754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TA Portfolio Key Update- BI 7703711 (SIRPa antagonist)</a:t>
            </a:r>
            <a:endParaRPr lang="zh-CN" altLang="en-US"/>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extLst>
              <p:ext uri="{D42A27DB-BD31-4B8C-83A1-F6EECF244321}">
                <p14:modId xmlns:p14="http://schemas.microsoft.com/office/powerpoint/2010/main" val="3239873665"/>
              </p:ext>
            </p:extLst>
          </p:nvPr>
        </p:nvGraphicFramePr>
        <p:xfrm>
          <a:off x="593087" y="1006904"/>
          <a:ext cx="10975505" cy="5199697"/>
        </p:xfrm>
        <a:graphic>
          <a:graphicData uri="http://schemas.openxmlformats.org/drawingml/2006/table">
            <a:tbl>
              <a:tblPr firstRow="1" bandRow="1">
                <a:tableStyleId>{7E9639D4-E3E2-4D34-9284-5A2195B3D0D7}</a:tableStyleId>
              </a:tblPr>
              <a:tblGrid>
                <a:gridCol w="1522857">
                  <a:extLst>
                    <a:ext uri="{9D8B030D-6E8A-4147-A177-3AD203B41FA5}">
                      <a16:colId xmlns:a16="http://schemas.microsoft.com/office/drawing/2014/main" val="3183558779"/>
                    </a:ext>
                  </a:extLst>
                </a:gridCol>
                <a:gridCol w="951357">
                  <a:extLst>
                    <a:ext uri="{9D8B030D-6E8A-4147-A177-3AD203B41FA5}">
                      <a16:colId xmlns:a16="http://schemas.microsoft.com/office/drawing/2014/main" val="4060529730"/>
                    </a:ext>
                  </a:extLst>
                </a:gridCol>
                <a:gridCol w="1313011">
                  <a:extLst>
                    <a:ext uri="{9D8B030D-6E8A-4147-A177-3AD203B41FA5}">
                      <a16:colId xmlns:a16="http://schemas.microsoft.com/office/drawing/2014/main" val="1540706906"/>
                    </a:ext>
                  </a:extLst>
                </a:gridCol>
                <a:gridCol w="5021152">
                  <a:extLst>
                    <a:ext uri="{9D8B030D-6E8A-4147-A177-3AD203B41FA5}">
                      <a16:colId xmlns:a16="http://schemas.microsoft.com/office/drawing/2014/main" val="1815427223"/>
                    </a:ext>
                  </a:extLst>
                </a:gridCol>
                <a:gridCol w="2167128">
                  <a:extLst>
                    <a:ext uri="{9D8B030D-6E8A-4147-A177-3AD203B41FA5}">
                      <a16:colId xmlns:a16="http://schemas.microsoft.com/office/drawing/2014/main" val="3539556881"/>
                    </a:ext>
                  </a:extLst>
                </a:gridCol>
              </a:tblGrid>
              <a:tr h="58911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a:t>
                      </a:r>
                      <a:r>
                        <a:rPr lang="en-US" altLang="zh-CN" sz="1200" err="1"/>
                        <a:t>MoA</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China Approval (base case) </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2185288">
                <a:tc rowSpan="2">
                  <a:txBody>
                    <a:bodyPr/>
                    <a:lstStyle/>
                    <a:p>
                      <a:pPr marL="0" marR="0" lvl="0" indent="0" algn="l" rtl="0" eaLnBrk="1" fontAlgn="auto" latinLnBrk="0" hangingPunct="1">
                        <a:lnSpc>
                          <a:spcPct val="100000"/>
                        </a:lnSpc>
                        <a:spcBef>
                          <a:spcPts val="0"/>
                        </a:spcBef>
                        <a:spcAft>
                          <a:spcPts val="0"/>
                        </a:spcAft>
                        <a:buClrTx/>
                        <a:buSzTx/>
                        <a:buFontTx/>
                        <a:buNone/>
                      </a:pPr>
                      <a:r>
                        <a:rPr kumimoji="1" lang="en-US" altLang="zh-CN" sz="1200" i="0" kern="1200">
                          <a:solidFill>
                            <a:schemeClr val="tx1"/>
                          </a:solidFill>
                          <a:latin typeface="+mn-lt"/>
                          <a:ea typeface="+mn-ea"/>
                          <a:cs typeface="+mn-cs"/>
                        </a:rPr>
                        <a:t>BI </a:t>
                      </a:r>
                      <a:r>
                        <a:rPr lang="en-US" altLang="zh-CN" sz="1200" i="0" kern="1200">
                          <a:solidFill>
                            <a:schemeClr val="tx1"/>
                          </a:solidFill>
                          <a:latin typeface="+mn-lt"/>
                          <a:ea typeface="+mn-ea"/>
                          <a:cs typeface="+mn-cs"/>
                        </a:rPr>
                        <a:t>7703711</a:t>
                      </a:r>
                      <a:r>
                        <a:rPr kumimoji="1" lang="en-US" altLang="zh-CN" sz="1200" i="0" kern="1200">
                          <a:solidFill>
                            <a:schemeClr val="tx1"/>
                          </a:solidFill>
                          <a:latin typeface="+mn-lt"/>
                          <a:ea typeface="+mn-ea"/>
                          <a:cs typeface="+mn-cs"/>
                        </a:rPr>
                        <a:t> (</a:t>
                      </a:r>
                      <a:r>
                        <a:rPr lang="en-US" altLang="zh-CN" sz="1200" i="0" kern="1200">
                          <a:solidFill>
                            <a:schemeClr val="tx1"/>
                          </a:solidFill>
                          <a:latin typeface="+mn-lt"/>
                          <a:ea typeface="+mn-ea"/>
                          <a:cs typeface="+mn-cs"/>
                        </a:rPr>
                        <a:t>SIRPa antagonist )</a:t>
                      </a:r>
                      <a:endParaRPr kumimoji="1" lang="zh-CN" altLang="en-US" sz="1200" i="0" kern="1200">
                        <a:solidFill>
                          <a:schemeClr val="tx1"/>
                        </a:solidFill>
                        <a:latin typeface="+mn-lt"/>
                        <a:ea typeface="+mn-ea"/>
                        <a:cs typeface="+mn-cs"/>
                      </a:endParaRPr>
                    </a:p>
                  </a:txBody>
                  <a:tcPr anchor="ctr">
                    <a:lnR w="12700" cap="flat" cmpd="sng" algn="ctr">
                      <a:solidFill>
                        <a:schemeClr val="bg1">
                          <a:lumMod val="85000"/>
                        </a:schemeClr>
                      </a:solidFill>
                      <a:prstDash val="dash"/>
                      <a:round/>
                      <a:headEnd type="none" w="med" len="med"/>
                      <a:tailEnd type="none" w="med" len="med"/>
                    </a:lnR>
                  </a:tcPr>
                </a:tc>
                <a:tc row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MASH cirrhosis</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row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Nov 2034</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&lt;Global status&gt;</a:t>
                      </a:r>
                    </a:p>
                    <a:p>
                      <a:pPr marL="228600" marR="0" lvl="0" indent="-228600" algn="l" rtl="0" eaLnBrk="1" fontAlgn="auto" latinLnBrk="0" hangingPunct="1">
                        <a:lnSpc>
                          <a:spcPct val="140000"/>
                        </a:lnSpc>
                        <a:spcBef>
                          <a:spcPts val="0"/>
                        </a:spcBef>
                        <a:spcAft>
                          <a:spcPts val="0"/>
                        </a:spcAft>
                        <a:buClrTx/>
                        <a:buSzTx/>
                        <a:buFont typeface="Arial" panose="020B0604020202020204" pitchFamily="34" charset="0"/>
                        <a:buAutoNum type="arabicParenR"/>
                      </a:pPr>
                      <a:r>
                        <a:rPr kumimoji="1" lang="en-US" altLang="zh-CN" sz="1200" i="0" kern="1200">
                          <a:solidFill>
                            <a:schemeClr val="tx1"/>
                          </a:solidFill>
                          <a:latin typeface="+mn-lt"/>
                          <a:ea typeface="+mn-ea"/>
                          <a:cs typeface="+mn-cs"/>
                        </a:rPr>
                        <a:t>Phase 2a:  On track. No safety signal seen yet.</a:t>
                      </a:r>
                      <a:r>
                        <a:rPr lang="en-US" altLang="zh-CN" sz="1200" i="0" kern="1200">
                          <a:solidFill>
                            <a:schemeClr val="tx1"/>
                          </a:solidFill>
                          <a:latin typeface="+mn-lt"/>
                          <a:ea typeface="+mn-ea"/>
                          <a:cs typeface="+mn-cs"/>
                        </a:rPr>
                        <a:t> Go-criteria</a:t>
                      </a:r>
                      <a:r>
                        <a:rPr kumimoji="1" lang="en-US" altLang="zh-CN" sz="1200" i="0" kern="1200">
                          <a:solidFill>
                            <a:schemeClr val="tx1"/>
                          </a:solidFill>
                          <a:latin typeface="+mn-lt"/>
                          <a:ea typeface="+mn-ea"/>
                          <a:cs typeface="+mn-cs"/>
                        </a:rPr>
                        <a:t> </a:t>
                      </a:r>
                      <a:r>
                        <a:rPr lang="en-US" altLang="zh-CN" sz="1200" i="0" kern="1200">
                          <a:solidFill>
                            <a:schemeClr val="tx1"/>
                          </a:solidFill>
                          <a:latin typeface="+mn-lt"/>
                          <a:ea typeface="+mn-ea"/>
                          <a:cs typeface="+mn-cs"/>
                        </a:rPr>
                        <a:t> has been updated:   </a:t>
                      </a:r>
                      <a:r>
                        <a:rPr lang="en-US" altLang="zh-CN" sz="1200" b="1" i="0" kern="1200">
                          <a:solidFill>
                            <a:schemeClr val="tx1"/>
                          </a:solidFill>
                          <a:latin typeface="+mn-lt"/>
                          <a:ea typeface="+mn-ea"/>
                          <a:cs typeface="+mn-cs"/>
                        </a:rPr>
                        <a:t>A 20% Threshold for Pro-C3</a:t>
                      </a:r>
                      <a:endParaRPr kumimoji="1" lang="en-US" altLang="zh-CN" sz="1200" b="1" i="0" kern="1200">
                        <a:solidFill>
                          <a:schemeClr val="tx1"/>
                        </a:solidFill>
                        <a:latin typeface="+mn-lt"/>
                        <a:ea typeface="+mn-ea"/>
                        <a:cs typeface="+mn-cs"/>
                      </a:endParaRPr>
                    </a:p>
                    <a:p>
                      <a:pPr marL="228600" marR="0" lvl="0" indent="-228600" algn="l" defTabSz="914377" rtl="0" eaLnBrk="1" fontAlgn="auto" latinLnBrk="0" hangingPunct="1">
                        <a:lnSpc>
                          <a:spcPct val="140000"/>
                        </a:lnSpc>
                        <a:spcBef>
                          <a:spcPts val="0"/>
                        </a:spcBef>
                        <a:spcAft>
                          <a:spcPts val="0"/>
                        </a:spcAft>
                        <a:buClrTx/>
                        <a:buSzTx/>
                        <a:buFont typeface="Arial" panose="020B0604020202020204" pitchFamily="34" charset="0"/>
                        <a:buAutoNum type="arabicParenR"/>
                        <a:tabLst/>
                        <a:defRPr/>
                      </a:pPr>
                      <a:r>
                        <a:rPr kumimoji="1" lang="en-US" altLang="zh-CN" sz="1200" i="0" kern="1200">
                          <a:solidFill>
                            <a:schemeClr val="tx1"/>
                          </a:solidFill>
                          <a:latin typeface="+mn-lt"/>
                          <a:ea typeface="+mn-ea"/>
                          <a:cs typeface="+mn-cs"/>
                        </a:rPr>
                        <a:t>Ph2b (1501-0005) planning: </a:t>
                      </a:r>
                    </a:p>
                    <a:p>
                      <a:pPr marL="540000" marR="0" lvl="0" indent="-22860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The operation module changed from Hybrid trial to in housing module.</a:t>
                      </a:r>
                    </a:p>
                    <a:p>
                      <a:pPr marL="540000" marR="0" lvl="0" indent="-22860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Initiate the draft TDO communication and country feasibility</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3)  Pre-IND for Ph2b is not planned by global team.</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monitor the global Ph2a results and Ph2b planning</a:t>
                      </a: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194964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&lt;China status&gt;</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1) China to be kick-off the country and site allocation survey on phase 2b trial </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2) Prof. Hong You attended the virtual 1:1 consultancy meeting and provided valuable comments on phase 2b design on 2</a:t>
                      </a:r>
                      <a:r>
                        <a:rPr kumimoji="1" lang="en-US" altLang="zh-CN" sz="1200" i="0" kern="1200" baseline="30000">
                          <a:solidFill>
                            <a:schemeClr val="tx1"/>
                          </a:solidFill>
                          <a:latin typeface="+mn-lt"/>
                          <a:ea typeface="+mn-ea"/>
                          <a:cs typeface="+mn-cs"/>
                        </a:rPr>
                        <a:t>nd</a:t>
                      </a:r>
                      <a:r>
                        <a:rPr kumimoji="1" lang="en-US" altLang="zh-CN" sz="1200" i="0" kern="1200">
                          <a:solidFill>
                            <a:schemeClr val="tx1"/>
                          </a:solidFill>
                          <a:latin typeface="+mn-lt"/>
                          <a:ea typeface="+mn-ea"/>
                          <a:cs typeface="+mn-cs"/>
                        </a:rPr>
                        <a:t> Dec; </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3) Prof. Minghua Zheng is recommended by local team to attend the in-person global advisory board meeting in Q1 2026.</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Country and site allocation feedback by 21-Jan-2026</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Continue to follow with global on involving Chinese experts opinion in the planning of Phase 2b.</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762036921"/>
                  </a:ext>
                </a:extLst>
              </a:tr>
            </a:tbl>
          </a:graphicData>
        </a:graphic>
      </p:graphicFrame>
    </p:spTree>
    <p:extLst>
      <p:ext uri="{BB962C8B-B14F-4D97-AF65-F5344CB8AC3E}">
        <p14:creationId xmlns:p14="http://schemas.microsoft.com/office/powerpoint/2010/main" val="649392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D8F21-1BED-9B0A-8E63-E9B1B42F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638D9-3D77-4638-7F08-0CED0AB42383}"/>
              </a:ext>
            </a:extLst>
          </p:cNvPr>
          <p:cNvSpPr>
            <a:spLocks noGrp="1"/>
          </p:cNvSpPr>
          <p:nvPr>
            <p:ph type="title"/>
          </p:nvPr>
        </p:nvSpPr>
        <p:spPr>
          <a:xfrm>
            <a:off x="479424" y="287854"/>
            <a:ext cx="11233151" cy="720000"/>
          </a:xfrm>
        </p:spPr>
        <p:txBody>
          <a:bodyPr/>
          <a:lstStyle/>
          <a:p>
            <a:r>
              <a:rPr lang="en-US" altLang="zh-CN"/>
              <a:t>TA Portfolio Key Update- BI 3802876 (FAP/TRAILR2)— MASH cirrhosis</a:t>
            </a:r>
            <a:endParaRPr lang="zh-CN" altLang="en-US"/>
          </a:p>
        </p:txBody>
      </p:sp>
      <p:sp>
        <p:nvSpPr>
          <p:cNvPr id="4" name="Footer Placeholder 3">
            <a:extLst>
              <a:ext uri="{FF2B5EF4-FFF2-40B4-BE49-F238E27FC236}">
                <a16:creationId xmlns:a16="http://schemas.microsoft.com/office/drawing/2014/main" id="{66477F4B-E96B-DFF9-688B-2C586871B866}"/>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
        <p:nvSpPr>
          <p:cNvPr id="5" name="Slide Number Placeholder 4">
            <a:extLst>
              <a:ext uri="{FF2B5EF4-FFF2-40B4-BE49-F238E27FC236}">
                <a16:creationId xmlns:a16="http://schemas.microsoft.com/office/drawing/2014/main" id="{2D172818-DBFE-01C7-2B38-7A0C9ED8FB8D}"/>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109733C7-B910-0E6A-C2FE-081E97A59FB6}"/>
              </a:ext>
            </a:extLst>
          </p:cNvPr>
          <p:cNvGraphicFramePr>
            <a:graphicFrameLocks noGrp="1"/>
          </p:cNvGraphicFramePr>
          <p:nvPr/>
        </p:nvGraphicFramePr>
        <p:xfrm>
          <a:off x="479424" y="876620"/>
          <a:ext cx="10975505" cy="4020249"/>
        </p:xfrm>
        <a:graphic>
          <a:graphicData uri="http://schemas.openxmlformats.org/drawingml/2006/table">
            <a:tbl>
              <a:tblPr firstRow="1" bandRow="1">
                <a:tableStyleId>{7E9639D4-E3E2-4D34-9284-5A2195B3D0D7}</a:tableStyleId>
              </a:tblPr>
              <a:tblGrid>
                <a:gridCol w="1522857">
                  <a:extLst>
                    <a:ext uri="{9D8B030D-6E8A-4147-A177-3AD203B41FA5}">
                      <a16:colId xmlns:a16="http://schemas.microsoft.com/office/drawing/2014/main" val="3183558779"/>
                    </a:ext>
                  </a:extLst>
                </a:gridCol>
                <a:gridCol w="951357">
                  <a:extLst>
                    <a:ext uri="{9D8B030D-6E8A-4147-A177-3AD203B41FA5}">
                      <a16:colId xmlns:a16="http://schemas.microsoft.com/office/drawing/2014/main" val="4060529730"/>
                    </a:ext>
                  </a:extLst>
                </a:gridCol>
                <a:gridCol w="1313011">
                  <a:extLst>
                    <a:ext uri="{9D8B030D-6E8A-4147-A177-3AD203B41FA5}">
                      <a16:colId xmlns:a16="http://schemas.microsoft.com/office/drawing/2014/main" val="1540706906"/>
                    </a:ext>
                  </a:extLst>
                </a:gridCol>
                <a:gridCol w="5021152">
                  <a:extLst>
                    <a:ext uri="{9D8B030D-6E8A-4147-A177-3AD203B41FA5}">
                      <a16:colId xmlns:a16="http://schemas.microsoft.com/office/drawing/2014/main" val="1815427223"/>
                    </a:ext>
                  </a:extLst>
                </a:gridCol>
                <a:gridCol w="2167128">
                  <a:extLst>
                    <a:ext uri="{9D8B030D-6E8A-4147-A177-3AD203B41FA5}">
                      <a16:colId xmlns:a16="http://schemas.microsoft.com/office/drawing/2014/main" val="3539556881"/>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a:t>
                      </a:r>
                      <a:r>
                        <a:rPr lang="en-US" altLang="zh-CN" sz="1200" err="1"/>
                        <a:t>MoA</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China Approval (base case) </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460751">
                <a:tc rowSpan="2">
                  <a:txBody>
                    <a:bodyPr/>
                    <a:lstStyle/>
                    <a:p>
                      <a:pPr marL="0" marR="0" lvl="0" indent="0" algn="l" rtl="0" eaLnBrk="1" fontAlgn="auto" latinLnBrk="0" hangingPunct="1">
                        <a:lnSpc>
                          <a:spcPct val="100000"/>
                        </a:lnSpc>
                        <a:spcBef>
                          <a:spcPts val="0"/>
                        </a:spcBef>
                        <a:spcAft>
                          <a:spcPts val="0"/>
                        </a:spcAft>
                        <a:buClrTx/>
                        <a:buSzTx/>
                        <a:buFontTx/>
                        <a:buNone/>
                      </a:pPr>
                      <a:r>
                        <a:rPr kumimoji="1" lang="en-US" altLang="zh-CN" sz="1200" i="0" kern="1200">
                          <a:solidFill>
                            <a:schemeClr val="tx1"/>
                          </a:solidFill>
                          <a:latin typeface="+mn-lt"/>
                          <a:ea typeface="+mn-ea"/>
                          <a:cs typeface="+mn-cs"/>
                        </a:rPr>
                        <a:t>BI </a:t>
                      </a:r>
                      <a:r>
                        <a:rPr lang="en-US" altLang="zh-CN" sz="1200" i="0" kern="1200">
                          <a:solidFill>
                            <a:schemeClr val="tx1"/>
                          </a:solidFill>
                          <a:latin typeface="+mn-lt"/>
                          <a:ea typeface="+mn-ea"/>
                          <a:cs typeface="+mn-cs"/>
                        </a:rPr>
                        <a:t>3802876</a:t>
                      </a:r>
                      <a:r>
                        <a:rPr kumimoji="1" lang="en-US" altLang="zh-CN" sz="1200" i="0" kern="1200">
                          <a:solidFill>
                            <a:schemeClr val="tx1"/>
                          </a:solidFill>
                          <a:latin typeface="+mn-lt"/>
                          <a:ea typeface="+mn-ea"/>
                          <a:cs typeface="+mn-cs"/>
                        </a:rPr>
                        <a:t> (FAP/TRAILR2 </a:t>
                      </a:r>
                      <a:r>
                        <a:rPr lang="en-US" altLang="zh-CN" sz="1200" i="0" kern="1200">
                          <a:solidFill>
                            <a:schemeClr val="tx1"/>
                          </a:solidFill>
                          <a:latin typeface="+mn-lt"/>
                          <a:ea typeface="+mn-ea"/>
                          <a:cs typeface="+mn-cs"/>
                        </a:rPr>
                        <a:t> </a:t>
                      </a:r>
                      <a:r>
                        <a:rPr lang="en-US" altLang="zh-CN" sz="1200" i="0" kern="1200" err="1">
                          <a:solidFill>
                            <a:schemeClr val="tx1"/>
                          </a:solidFill>
                          <a:latin typeface="+mn-lt"/>
                          <a:ea typeface="+mn-ea"/>
                          <a:cs typeface="+mn-cs"/>
                        </a:rPr>
                        <a:t>biospecific</a:t>
                      </a:r>
                      <a:r>
                        <a:rPr lang="en-US" altLang="zh-CN" sz="1200" i="0" kern="1200">
                          <a:solidFill>
                            <a:schemeClr val="tx1"/>
                          </a:solidFill>
                          <a:latin typeface="+mn-lt"/>
                          <a:ea typeface="+mn-ea"/>
                          <a:cs typeface="+mn-cs"/>
                        </a:rPr>
                        <a:t> antibody)</a:t>
                      </a:r>
                    </a:p>
                    <a:p>
                      <a:pPr marL="0" marR="0" lvl="0" indent="0" algn="l">
                        <a:lnSpc>
                          <a:spcPct val="100000"/>
                        </a:lnSpc>
                        <a:spcBef>
                          <a:spcPts val="0"/>
                        </a:spcBef>
                        <a:spcAft>
                          <a:spcPts val="0"/>
                        </a:spcAft>
                        <a:buClrTx/>
                        <a:buSzTx/>
                        <a:buFontTx/>
                        <a:buNone/>
                      </a:pPr>
                      <a:endParaRPr lang="en-US" altLang="zh-CN" sz="1200" i="0" kern="1200">
                        <a:solidFill>
                          <a:schemeClr val="tx1"/>
                        </a:solidFill>
                        <a:latin typeface="+mn-lt"/>
                        <a:ea typeface="+mn-ea"/>
                        <a:cs typeface="+mn-cs"/>
                      </a:endParaRPr>
                    </a:p>
                    <a:p>
                      <a:pPr marL="0" marR="0" lvl="0" indent="0" algn="l">
                        <a:lnSpc>
                          <a:spcPct val="100000"/>
                        </a:lnSpc>
                        <a:spcBef>
                          <a:spcPts val="0"/>
                        </a:spcBef>
                        <a:spcAft>
                          <a:spcPts val="0"/>
                        </a:spcAft>
                        <a:buClrTx/>
                        <a:buSzTx/>
                        <a:buFontTx/>
                        <a:buNone/>
                      </a:pPr>
                      <a:endParaRPr lang="en-US" altLang="zh-CN" sz="1200" i="0" kern="1200">
                        <a:solidFill>
                          <a:schemeClr val="tx1"/>
                        </a:solidFill>
                        <a:latin typeface="+mn-lt"/>
                        <a:ea typeface="+mn-ea"/>
                        <a:cs typeface="+mn-cs"/>
                      </a:endParaRPr>
                    </a:p>
                    <a:p>
                      <a:pPr marL="0" marR="0" lvl="0" indent="0" algn="l">
                        <a:lnSpc>
                          <a:spcPct val="100000"/>
                        </a:lnSpc>
                        <a:spcBef>
                          <a:spcPts val="0"/>
                        </a:spcBef>
                        <a:spcAft>
                          <a:spcPts val="0"/>
                        </a:spcAft>
                        <a:buClrTx/>
                        <a:buSzTx/>
                        <a:buFontTx/>
                        <a:buNone/>
                      </a:pPr>
                      <a:r>
                        <a:rPr lang="en-US" altLang="zh-CN" sz="1200" i="0" kern="1200">
                          <a:solidFill>
                            <a:schemeClr val="tx1"/>
                          </a:solidFill>
                          <a:latin typeface="+mn-lt"/>
                          <a:ea typeface="+mn-ea"/>
                          <a:cs typeface="+mn-cs"/>
                        </a:rPr>
                        <a:t>MOA: halt/</a:t>
                      </a:r>
                      <a:r>
                        <a:rPr lang="en-US" altLang="zh-CN" sz="1200" b="1" i="0" kern="1200">
                          <a:solidFill>
                            <a:schemeClr val="tx2">
                              <a:lumMod val="76000"/>
                            </a:schemeClr>
                          </a:solidFill>
                          <a:latin typeface="+mn-lt"/>
                          <a:ea typeface="+mn-ea"/>
                          <a:cs typeface="+mn-cs"/>
                        </a:rPr>
                        <a:t>reverse</a:t>
                      </a:r>
                      <a:r>
                        <a:rPr lang="en-US" altLang="zh-CN" sz="1200" i="0" kern="1200">
                          <a:solidFill>
                            <a:schemeClr val="tx2">
                              <a:lumMod val="76000"/>
                            </a:schemeClr>
                          </a:solidFill>
                          <a:latin typeface="+mn-lt"/>
                          <a:ea typeface="+mn-ea"/>
                          <a:cs typeface="+mn-cs"/>
                        </a:rPr>
                        <a:t> </a:t>
                      </a:r>
                      <a:r>
                        <a:rPr lang="en-US" altLang="zh-CN" sz="1200" i="0" kern="1200">
                          <a:solidFill>
                            <a:schemeClr val="tx1"/>
                          </a:solidFill>
                          <a:latin typeface="+mn-lt"/>
                          <a:ea typeface="+mn-ea"/>
                          <a:cs typeface="+mn-cs"/>
                        </a:rPr>
                        <a:t>liver fibrosis by </a:t>
                      </a:r>
                      <a:r>
                        <a:rPr lang="en-US" sz="1200" b="0" i="0" u="none" strike="noStrike" kern="1200" noProof="0">
                          <a:solidFill>
                            <a:schemeClr val="tx1"/>
                          </a:solidFill>
                          <a:latin typeface="Boehringer Forward Text"/>
                        </a:rPr>
                        <a:t>removing FAP+ TRAILR2+ activated Hepatic Stellate Cells </a:t>
                      </a:r>
                    </a:p>
                  </a:txBody>
                  <a:tcPr anchor="ctr">
                    <a:lnR w="12700" cap="flat" cmpd="sng" algn="ctr">
                      <a:solidFill>
                        <a:schemeClr val="bg1">
                          <a:lumMod val="85000"/>
                        </a:schemeClr>
                      </a:solidFill>
                      <a:prstDash val="dash"/>
                      <a:round/>
                      <a:headEnd type="none" w="med" len="med"/>
                      <a:tailEnd type="none" w="med" len="med"/>
                    </a:lnR>
                  </a:tcPr>
                </a:tc>
                <a:tc row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MASH cirrhosis</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row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Aug 2037</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 &lt;Global status&gt;</a:t>
                      </a:r>
                    </a:p>
                    <a:p>
                      <a:pPr marL="228600" marR="0" lvl="0" indent="-228600" algn="l" rtl="0" eaLnBrk="1" fontAlgn="auto" latinLnBrk="0" hangingPunct="1">
                        <a:lnSpc>
                          <a:spcPct val="140000"/>
                        </a:lnSpc>
                        <a:buClrTx/>
                        <a:buSzTx/>
                        <a:buAutoNum type="arabicPeriod"/>
                      </a:pPr>
                      <a:r>
                        <a:rPr lang="en-US" altLang="zh-CN" sz="1200" i="0" kern="1200">
                          <a:solidFill>
                            <a:schemeClr val="tx1"/>
                          </a:solidFill>
                          <a:latin typeface="+mn-lt"/>
                          <a:ea typeface="+mn-ea"/>
                          <a:cs typeface="+mn-cs"/>
                        </a:rPr>
                        <a:t>A slight increase in </a:t>
                      </a:r>
                      <a:r>
                        <a:rPr lang="en-US" altLang="zh-CN" sz="1200" i="0" kern="1200" err="1">
                          <a:solidFill>
                            <a:schemeClr val="tx1"/>
                          </a:solidFill>
                          <a:latin typeface="+mn-lt"/>
                          <a:ea typeface="+mn-ea"/>
                          <a:cs typeface="+mn-cs"/>
                        </a:rPr>
                        <a:t>hs-cTNT</a:t>
                      </a:r>
                      <a:r>
                        <a:rPr lang="en-US" altLang="zh-CN" sz="1200" i="0" kern="1200">
                          <a:solidFill>
                            <a:schemeClr val="tx1"/>
                          </a:solidFill>
                          <a:latin typeface="+mn-lt"/>
                          <a:ea typeface="+mn-ea"/>
                          <a:cs typeface="+mn-cs"/>
                        </a:rPr>
                        <a:t> indicating cardiovascular concerns was observed in Phase I among healthy volunteers.</a:t>
                      </a:r>
                    </a:p>
                    <a:p>
                      <a:pPr marL="228600" marR="0" lvl="0" indent="-228600" algn="l" rtl="0" eaLnBrk="1" fontAlgn="auto" latinLnBrk="0" hangingPunct="1">
                        <a:lnSpc>
                          <a:spcPct val="140000"/>
                        </a:lnSpc>
                        <a:buClrTx/>
                        <a:buSzTx/>
                        <a:buAutoNum type="arabicPeriod"/>
                      </a:pPr>
                      <a:r>
                        <a:rPr lang="en-US" altLang="zh-CN" sz="1200" i="0" kern="1200">
                          <a:solidFill>
                            <a:schemeClr val="tx1"/>
                          </a:solidFill>
                          <a:latin typeface="+mn-lt"/>
                          <a:ea typeface="+mn-ea"/>
                          <a:cs typeface="+mn-cs"/>
                        </a:rPr>
                        <a:t>A Phase 2a trial (US and Canada only) will be initiated to demonstrate the anti-fibrosis effect and to assess the benefit-risk profile in MASH cirrhosis patients.</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rtl="0" eaLnBrk="1" fontAlgn="auto" latinLnBrk="0" hangingPunct="1">
                        <a:lnSpc>
                          <a:spcPct val="140000"/>
                        </a:lnSpc>
                        <a:spcBef>
                          <a:spcPts val="0"/>
                        </a:spcBef>
                        <a:spcAft>
                          <a:spcPts val="0"/>
                        </a:spcAft>
                        <a:buClrTx/>
                        <a:buSzTx/>
                        <a:buFont typeface="Arial" panose="020B0604020202020204" pitchFamily="34" charset="0"/>
                        <a:buChar char="•"/>
                      </a:pPr>
                      <a:r>
                        <a:rPr kumimoji="1" lang="en-US" altLang="zh-CN" sz="1200" i="0" kern="1200">
                          <a:solidFill>
                            <a:schemeClr val="tx1"/>
                          </a:solidFill>
                          <a:latin typeface="+mn-lt"/>
                          <a:ea typeface="+mn-ea"/>
                          <a:cs typeface="+mn-cs"/>
                        </a:rPr>
                        <a:t>Global </a:t>
                      </a:r>
                      <a:r>
                        <a:rPr lang="en-US" altLang="zh-CN" sz="1200" i="0" kern="1200">
                          <a:solidFill>
                            <a:schemeClr val="tx1"/>
                          </a:solidFill>
                          <a:latin typeface="+mn-lt"/>
                          <a:ea typeface="+mn-ea"/>
                          <a:cs typeface="+mn-cs"/>
                        </a:rPr>
                        <a:t>Phase 2a will be initiated in Dec 2025. </a:t>
                      </a:r>
                    </a:p>
                    <a:p>
                      <a:pPr marL="628650" marR="0" lvl="1" indent="-171450" algn="l">
                        <a:lnSpc>
                          <a:spcPct val="140000"/>
                        </a:lnSpc>
                        <a:spcBef>
                          <a:spcPts val="0"/>
                        </a:spcBef>
                        <a:spcAft>
                          <a:spcPts val="0"/>
                        </a:spcAft>
                        <a:buClrTx/>
                        <a:buSzTx/>
                        <a:buFont typeface="Courier New" panose="020B0604020202020204" pitchFamily="34" charset="0"/>
                        <a:buChar char="o"/>
                      </a:pPr>
                      <a:r>
                        <a:rPr lang="en-US" altLang="zh-CN" sz="1200" i="0" kern="1200">
                          <a:solidFill>
                            <a:schemeClr val="tx1"/>
                          </a:solidFill>
                          <a:latin typeface="+mn-lt"/>
                          <a:ea typeface="+mn-ea"/>
                          <a:cs typeface="+mn-cs"/>
                        </a:rPr>
                        <a:t>1st site SIV:  Dec 2025</a:t>
                      </a:r>
                    </a:p>
                    <a:p>
                      <a:pPr marL="628650" marR="0" lvl="1" indent="-171450" algn="l">
                        <a:lnSpc>
                          <a:spcPct val="140000"/>
                        </a:lnSpc>
                        <a:spcBef>
                          <a:spcPts val="0"/>
                        </a:spcBef>
                        <a:spcAft>
                          <a:spcPts val="0"/>
                        </a:spcAft>
                        <a:buClrTx/>
                        <a:buSzTx/>
                        <a:buFont typeface="Courier New" panose="020B0604020202020204" pitchFamily="34" charset="0"/>
                        <a:buChar char="o"/>
                      </a:pPr>
                      <a:r>
                        <a:rPr lang="en-US" altLang="zh-CN" sz="1200" i="0" kern="1200">
                          <a:solidFill>
                            <a:schemeClr val="tx1"/>
                          </a:solidFill>
                          <a:latin typeface="+mn-lt"/>
                          <a:ea typeface="+mn-ea"/>
                          <a:cs typeface="+mn-cs"/>
                        </a:rPr>
                        <a:t>1st subject screen: Jan 2026</a:t>
                      </a:r>
                    </a:p>
                    <a:p>
                      <a:pPr marL="171450" marR="0" lvl="0" indent="-171450" algn="l">
                        <a:lnSpc>
                          <a:spcPct val="140000"/>
                        </a:lnSpc>
                        <a:spcBef>
                          <a:spcPts val="0"/>
                        </a:spcBef>
                        <a:spcAft>
                          <a:spcPts val="0"/>
                        </a:spcAft>
                        <a:buClrTx/>
                        <a:buSzTx/>
                        <a:buFont typeface="Arial" panose="020B0604020202020204" pitchFamily="34" charset="0"/>
                        <a:buChar char="•"/>
                      </a:pPr>
                      <a:endParaRPr lang="en-US" altLang="zh-CN"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128930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&lt;China status&gt;</a:t>
                      </a:r>
                    </a:p>
                    <a:p>
                      <a:pPr marL="0" marR="0" lvl="0" indent="0" algn="l">
                        <a:lnSpc>
                          <a:spcPct val="140000"/>
                        </a:lnSpc>
                        <a:spcBef>
                          <a:spcPts val="0"/>
                        </a:spcBef>
                        <a:spcAft>
                          <a:spcPts val="0"/>
                        </a:spcAft>
                        <a:buClrTx/>
                        <a:buSzTx/>
                        <a:buFont typeface="Arial" panose="020B0604020202020204" pitchFamily="34" charset="0"/>
                        <a:buNone/>
                      </a:pPr>
                      <a:endParaRPr lang="en-US" altLang="zh-CN" sz="1200" i="0" kern="1200">
                        <a:solidFill>
                          <a:schemeClr val="tx1"/>
                        </a:solidFill>
                        <a:latin typeface="+mn-lt"/>
                        <a:ea typeface="+mn-ea"/>
                        <a:cs typeface="+mn-cs"/>
                      </a:endParaRPr>
                    </a:p>
                    <a:p>
                      <a:pPr marL="228600" marR="0" lvl="0" indent="-228600" algn="l">
                        <a:lnSpc>
                          <a:spcPct val="100000"/>
                        </a:lnSpc>
                        <a:spcBef>
                          <a:spcPts val="0"/>
                        </a:spcBef>
                        <a:spcAft>
                          <a:spcPts val="0"/>
                        </a:spcAft>
                        <a:buClrTx/>
                        <a:buSzTx/>
                        <a:buAutoNum type="arabicPeriod"/>
                      </a:pPr>
                      <a:r>
                        <a:rPr lang="en-US" altLang="zh-CN" sz="1200" i="0" kern="1200">
                          <a:solidFill>
                            <a:schemeClr val="tx1"/>
                          </a:solidFill>
                          <a:latin typeface="+mn-lt"/>
                          <a:ea typeface="+mn-ea"/>
                          <a:cs typeface="+mn-cs"/>
                        </a:rPr>
                        <a:t>The joint Asian Phase 1 proposal with integrated timeline by China and Japan  was endorsed by global team.</a:t>
                      </a:r>
                    </a:p>
                    <a:p>
                      <a:pPr marL="228600" marR="0" lvl="0" indent="-228600" algn="l">
                        <a:lnSpc>
                          <a:spcPct val="100000"/>
                        </a:lnSpc>
                        <a:spcBef>
                          <a:spcPts val="0"/>
                        </a:spcBef>
                        <a:spcAft>
                          <a:spcPts val="0"/>
                        </a:spcAft>
                        <a:buClrTx/>
                        <a:buSzTx/>
                        <a:buAutoNum type="arabicPeriod"/>
                      </a:pPr>
                      <a:endParaRPr lang="en-US" altLang="zh-CN" sz="1200" i="0" kern="1200">
                        <a:solidFill>
                          <a:schemeClr val="tx1"/>
                        </a:solidFill>
                        <a:latin typeface="+mn-lt"/>
                        <a:ea typeface="+mn-ea"/>
                        <a:cs typeface="+mn-cs"/>
                      </a:endParaRPr>
                    </a:p>
                    <a:p>
                      <a:pPr marL="228600" marR="0" lvl="0" indent="-228600" algn="l">
                        <a:lnSpc>
                          <a:spcPct val="100000"/>
                        </a:lnSpc>
                        <a:spcBef>
                          <a:spcPts val="0"/>
                        </a:spcBef>
                        <a:spcAft>
                          <a:spcPts val="0"/>
                        </a:spcAft>
                        <a:buClrTx/>
                        <a:buSzTx/>
                        <a:buAutoNum type="arabicPeriod"/>
                      </a:pPr>
                      <a:r>
                        <a:rPr lang="en-US" altLang="zh-CN" sz="1200" i="0" kern="1200">
                          <a:solidFill>
                            <a:schemeClr val="tx1"/>
                          </a:solidFill>
                          <a:latin typeface="+mn-lt"/>
                          <a:ea typeface="+mn-ea"/>
                          <a:cs typeface="+mn-cs"/>
                        </a:rPr>
                        <a:t>Global team confirmed to deliver essential documents to support China and Japan HA interaction. </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a:lnSpc>
                          <a:spcPct val="140000"/>
                        </a:lnSpc>
                        <a:spcBef>
                          <a:spcPts val="0"/>
                        </a:spcBef>
                        <a:spcAft>
                          <a:spcPts val="0"/>
                        </a:spcAft>
                        <a:buClrTx/>
                        <a:buSzTx/>
                        <a:buFont typeface="Arial" panose="020B0604020202020204" pitchFamily="34" charset="0"/>
                        <a:buChar char="•"/>
                      </a:pPr>
                      <a:r>
                        <a:rPr kumimoji="1" lang="en-US" altLang="zh-CN" sz="1200" i="0" kern="1200">
                          <a:solidFill>
                            <a:schemeClr val="tx1"/>
                          </a:solidFill>
                          <a:latin typeface="+mn-lt"/>
                          <a:ea typeface="+mn-ea"/>
                          <a:cs typeface="+mn-cs"/>
                        </a:rPr>
                        <a:t>Continue to discuss with global team on target population for Asian Ph1 </a:t>
                      </a:r>
                      <a:endParaRPr kumimoji="1" lang="zh-CN"/>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762036921"/>
                  </a:ext>
                </a:extLst>
              </a:tr>
            </a:tbl>
          </a:graphicData>
        </a:graphic>
      </p:graphicFrame>
    </p:spTree>
    <p:extLst>
      <p:ext uri="{BB962C8B-B14F-4D97-AF65-F5344CB8AC3E}">
        <p14:creationId xmlns:p14="http://schemas.microsoft.com/office/powerpoint/2010/main" val="24326955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GB"/>
              <a:t>Asset overview</a:t>
            </a:r>
          </a:p>
        </p:txBody>
      </p:sp>
      <p:sp>
        <p:nvSpPr>
          <p:cNvPr id="4" name="Foliennummernplatzhalter 3"/>
          <p:cNvSpPr>
            <a:spLocks noGrp="1"/>
          </p:cNvSpPr>
          <p:nvPr>
            <p:ph type="sldNum" sz="quarter" idx="17"/>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a:ln>
                  <a:noFill/>
                </a:ln>
                <a:solidFill>
                  <a:srgbClr val="FFFFFF">
                    <a:lumMod val="50000"/>
                  </a:srgbClr>
                </a:solidFill>
                <a:effectLst/>
                <a:uLnTx/>
                <a:uFillTx/>
                <a:latin typeface="Boehringer Forward Text"/>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58</a:t>
            </a:fld>
            <a:endParaRPr kumimoji="0" lang="en-GB" sz="800" b="0" i="0" u="none" strike="noStrike" kern="1200" cap="none" spc="0" normalizeH="0" baseline="0" noProof="0">
              <a:ln>
                <a:noFill/>
              </a:ln>
              <a:solidFill>
                <a:srgbClr val="FFFFFF">
                  <a:lumMod val="50000"/>
                </a:srgbClr>
              </a:solidFill>
              <a:effectLst/>
              <a:uLnTx/>
              <a:uFillTx/>
              <a:latin typeface="Boehringer Forward Text"/>
              <a:ea typeface="+mn-ea"/>
              <a:cs typeface="+mn-cs"/>
            </a:endParaRPr>
          </a:p>
        </p:txBody>
      </p:sp>
      <p:sp>
        <p:nvSpPr>
          <p:cNvPr id="12" name="Content Placeholder 1">
            <a:extLst>
              <a:ext uri="{FF2B5EF4-FFF2-40B4-BE49-F238E27FC236}">
                <a16:creationId xmlns:a16="http://schemas.microsoft.com/office/drawing/2014/main" id="{A1111294-48DE-4896-AA35-BAEEE6BD8D1A}"/>
              </a:ext>
            </a:extLst>
          </p:cNvPr>
          <p:cNvSpPr txBox="1">
            <a:spLocks/>
          </p:cNvSpPr>
          <p:nvPr/>
        </p:nvSpPr>
        <p:spPr>
          <a:xfrm>
            <a:off x="610544" y="1071846"/>
            <a:ext cx="10538865" cy="5010455"/>
          </a:xfrm>
          <a:prstGeom prst="rect">
            <a:avLst/>
          </a:prstGeom>
        </p:spPr>
        <p:txBody>
          <a:bodyPr vert="horz" lIns="0" tIns="0" rIns="0" bIns="0" rtlCol="0" anchor="t">
            <a:noAutofit/>
          </a:bodyPr>
          <a:lst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Drug candidate </a:t>
            </a:r>
            <a:endParaRPr kumimoji="0" lang="en-US" sz="1600" b="0" i="0" u="none" strike="noStrike" kern="1200" cap="none" spc="0" normalizeH="0" baseline="0" noProof="0">
              <a:ln>
                <a:noFill/>
              </a:ln>
              <a:solidFill>
                <a:srgbClr val="08312A">
                  <a:lumMod val="90000"/>
                  <a:lumOff val="10000"/>
                </a:srgbClr>
              </a:solidFill>
              <a:effectLst/>
              <a:uLnTx/>
              <a:uFillTx/>
              <a:latin typeface="BISansOptiCond"/>
              <a:ea typeface="+mn-ea"/>
            </a:endParaRP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BI 3802876 is a bispecific molecule binding FAP and TRAILR2. </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Clinical hypothesis </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Selectively removing FAP+ TRAILR2+ </a:t>
            </a:r>
            <a:r>
              <a:rPr kumimoji="0" lang="en-US" sz="1600" b="0" i="0" u="none" strike="noStrike" kern="1200" cap="none" spc="0" normalizeH="0" baseline="0" noProof="0">
                <a:ln>
                  <a:noFill/>
                </a:ln>
                <a:solidFill>
                  <a:srgbClr val="00E47C">
                    <a:lumMod val="75000"/>
                  </a:srgbClr>
                </a:solidFill>
                <a:effectLst/>
                <a:uLnTx/>
                <a:uFillTx/>
                <a:latin typeface="BISansOptiCond"/>
                <a:ea typeface="+mn-ea"/>
              </a:rPr>
              <a:t>activated Hepatic Stellate Cells </a:t>
            </a:r>
            <a:r>
              <a:rPr kumimoji="0" lang="en-US" sz="1600" b="0" i="0" u="none" strike="noStrike" kern="1200" cap="none" spc="0" normalizeH="0" baseline="0" noProof="0">
                <a:ln>
                  <a:noFill/>
                </a:ln>
                <a:solidFill>
                  <a:srgbClr val="000000"/>
                </a:solidFill>
                <a:effectLst/>
                <a:uLnTx/>
                <a:uFillTx/>
                <a:latin typeface="BISansOptiCond"/>
                <a:ea typeface="+mn-ea"/>
              </a:rPr>
              <a:t>will halt/</a:t>
            </a:r>
            <a:r>
              <a:rPr kumimoji="0" lang="en-US" sz="1600" b="1" i="0" u="none" strike="noStrike" kern="1200" cap="none" spc="0" normalizeH="0" baseline="0" noProof="0">
                <a:ln>
                  <a:noFill/>
                </a:ln>
                <a:solidFill>
                  <a:schemeClr val="tx2">
                    <a:lumMod val="75000"/>
                  </a:schemeClr>
                </a:solidFill>
                <a:effectLst/>
                <a:uLnTx/>
                <a:uFillTx/>
                <a:latin typeface="BISansOptiCond"/>
                <a:ea typeface="+mn-ea"/>
              </a:rPr>
              <a:t>reverse </a:t>
            </a:r>
            <a:r>
              <a:rPr kumimoji="0" lang="en-US" sz="1600" b="0" i="0" u="none" strike="noStrike" kern="1200" cap="none" spc="0" normalizeH="0" baseline="0" noProof="0">
                <a:ln>
                  <a:noFill/>
                </a:ln>
                <a:solidFill>
                  <a:srgbClr val="000000"/>
                </a:solidFill>
                <a:effectLst/>
                <a:uLnTx/>
                <a:uFillTx/>
                <a:latin typeface="BISansOptiCond"/>
                <a:ea typeface="+mn-ea"/>
              </a:rPr>
              <a:t>liver fibrosis</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Unique MOA </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Directly targeting the source of liver fibrosis </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FAP binding provides cell specificity and clusters TRAILR2 mediates cell killing</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Indication</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NASH </a:t>
            </a:r>
            <a:r>
              <a:rPr kumimoji="0" lang="en-US" sz="1600" b="1" i="0" u="none" strike="noStrike" kern="1200" cap="none" spc="0" normalizeH="0" baseline="0" noProof="0">
                <a:ln>
                  <a:noFill/>
                </a:ln>
                <a:solidFill>
                  <a:srgbClr val="000000"/>
                </a:solidFill>
                <a:effectLst/>
                <a:uLnTx/>
                <a:uFillTx/>
                <a:latin typeface="BISansOptiCond"/>
                <a:ea typeface="+mn-ea"/>
              </a:rPr>
              <a:t>cF4</a:t>
            </a:r>
            <a:r>
              <a:rPr kumimoji="0" lang="en-US" sz="1600" b="0" i="0" u="none" strike="noStrike" kern="1200" cap="none" spc="0" normalizeH="0" baseline="0" noProof="0">
                <a:ln>
                  <a:noFill/>
                </a:ln>
                <a:solidFill>
                  <a:srgbClr val="000000"/>
                </a:solidFill>
                <a:effectLst/>
                <a:uLnTx/>
                <a:uFillTx/>
                <a:latin typeface="BISansOptiCond"/>
                <a:ea typeface="+mn-ea"/>
              </a:rPr>
              <a:t> is a sentinel population with the potential to expand to other etiologies as a </a:t>
            </a:r>
            <a:r>
              <a:rPr kumimoji="0" lang="en-US" sz="1600" b="1" i="0" u="none" strike="noStrike" kern="1200" cap="none" spc="0" normalizeH="0" baseline="0" noProof="0">
                <a:ln>
                  <a:noFill/>
                </a:ln>
                <a:solidFill>
                  <a:srgbClr val="00E47C">
                    <a:lumMod val="75000"/>
                  </a:srgbClr>
                </a:solidFill>
                <a:effectLst/>
                <a:uLnTx/>
                <a:uFillTx/>
                <a:latin typeface="BISansOptiCond"/>
                <a:ea typeface="+mn-ea"/>
              </a:rPr>
              <a:t>Pan-Cirrhotic Therapy</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Treatment paradigm</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Intravenous drug, monthly or longer</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Short term/Cycling/Induction therapy</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Competition</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No direct clinical competition for </a:t>
            </a:r>
            <a:r>
              <a:rPr kumimoji="0" lang="en-US" sz="1600" b="0" i="0" u="none" strike="noStrike" kern="1200" cap="none" spc="0" normalizeH="0" baseline="0" noProof="0" err="1">
                <a:ln>
                  <a:noFill/>
                </a:ln>
                <a:solidFill>
                  <a:srgbClr val="000000"/>
                </a:solidFill>
                <a:effectLst/>
                <a:uLnTx/>
                <a:uFillTx/>
                <a:latin typeface="BISansOptiCond"/>
                <a:ea typeface="+mn-ea"/>
              </a:rPr>
              <a:t>MoA</a:t>
            </a:r>
            <a:r>
              <a:rPr kumimoji="0" lang="en-US" sz="1600" b="0" i="0" u="none" strike="noStrike" kern="1200" cap="none" spc="0" normalizeH="0" baseline="0" noProof="0">
                <a:ln>
                  <a:noFill/>
                </a:ln>
                <a:solidFill>
                  <a:srgbClr val="000000"/>
                </a:solidFill>
                <a:effectLst/>
                <a:uLnTx/>
                <a:uFillTx/>
                <a:latin typeface="BISansOptiCond"/>
                <a:ea typeface="+mn-ea"/>
              </a:rPr>
              <a:t> in MASH</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Pre-clinical results</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D</a:t>
            </a:r>
            <a:r>
              <a:rPr kumimoji="0" lang="en-US" sz="1600" b="0" i="0" u="none" strike="noStrike" kern="1200" cap="none" spc="0" normalizeH="0" baseline="0" noProof="0" err="1">
                <a:ln>
                  <a:noFill/>
                </a:ln>
                <a:solidFill>
                  <a:srgbClr val="000000"/>
                </a:solidFill>
                <a:effectLst/>
                <a:uLnTx/>
                <a:uFillTx/>
                <a:latin typeface="BISansOptiCond"/>
                <a:ea typeface="+mn-ea"/>
              </a:rPr>
              <a:t>emonstrated</a:t>
            </a:r>
            <a:r>
              <a:rPr kumimoji="0" lang="en-US" sz="1600" b="0" i="0" u="none" strike="noStrike" kern="1200" cap="none" spc="0" normalizeH="0" baseline="0" noProof="0">
                <a:ln>
                  <a:noFill/>
                </a:ln>
                <a:solidFill>
                  <a:srgbClr val="000000"/>
                </a:solidFill>
                <a:effectLst/>
                <a:uLnTx/>
                <a:uFillTx/>
                <a:latin typeface="BISansOptiCond"/>
                <a:ea typeface="+mn-ea"/>
              </a:rPr>
              <a:t> anti-fibrotic PoC in </a:t>
            </a:r>
            <a:r>
              <a:rPr kumimoji="0" lang="en-US" sz="1600" b="0" i="0" u="none" strike="noStrike" kern="1200" cap="none" spc="0" normalizeH="0" baseline="0" noProof="0" err="1">
                <a:ln>
                  <a:noFill/>
                </a:ln>
                <a:solidFill>
                  <a:srgbClr val="000000"/>
                </a:solidFill>
                <a:effectLst/>
                <a:uLnTx/>
                <a:uFillTx/>
                <a:latin typeface="BISansOptiCond"/>
                <a:ea typeface="+mn-ea"/>
              </a:rPr>
              <a:t>LiverChip</a:t>
            </a:r>
            <a:r>
              <a:rPr kumimoji="0" lang="en-US" sz="1600" b="0" i="0" u="none" strike="noStrike" kern="1200" cap="none" spc="0" normalizeH="0" baseline="0" noProof="0">
                <a:ln>
                  <a:noFill/>
                </a:ln>
                <a:solidFill>
                  <a:srgbClr val="000000"/>
                </a:solidFill>
                <a:effectLst/>
                <a:uLnTx/>
                <a:uFillTx/>
                <a:latin typeface="BISansOptiCond"/>
                <a:ea typeface="+mn-ea"/>
              </a:rPr>
              <a:t> (in vitro) fibrosis model with clinically relevant biomarkers (see next slide)</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8312A">
                    <a:lumMod val="90000"/>
                    <a:lumOff val="10000"/>
                  </a:srgbClr>
                </a:solidFill>
                <a:effectLst/>
                <a:uLnTx/>
                <a:uFillTx/>
                <a:latin typeface="BISansOptiCond"/>
                <a:ea typeface="+mn-ea"/>
              </a:rPr>
              <a:t>Phase I results</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BISansOptiCond"/>
                <a:ea typeface="+mn-ea"/>
              </a:rPr>
              <a:t>BI 3802876 may cause small increases in </a:t>
            </a:r>
            <a:r>
              <a:rPr kumimoji="0" lang="en-US" sz="1600" b="0" i="0" u="none" strike="noStrike" kern="1200" cap="none" spc="0" normalizeH="0" baseline="0" noProof="0" err="1">
                <a:ln>
                  <a:noFill/>
                </a:ln>
                <a:solidFill>
                  <a:srgbClr val="000000"/>
                </a:solidFill>
                <a:effectLst/>
                <a:uLnTx/>
                <a:uFillTx/>
                <a:latin typeface="BISansOptiCond"/>
                <a:ea typeface="+mn-ea"/>
              </a:rPr>
              <a:t>hs-cTnT</a:t>
            </a:r>
            <a:r>
              <a:rPr kumimoji="0" lang="en-US" sz="1600" b="0" i="0" u="none" strike="noStrike" kern="1200" cap="none" spc="0" normalizeH="0" baseline="0" noProof="0">
                <a:ln>
                  <a:noFill/>
                </a:ln>
                <a:solidFill>
                  <a:srgbClr val="000000"/>
                </a:solidFill>
                <a:effectLst/>
                <a:uLnTx/>
                <a:uFillTx/>
                <a:latin typeface="BISansOptiCond"/>
                <a:ea typeface="+mn-ea"/>
              </a:rPr>
              <a:t>, which are of uncertain clinical significance at this time. </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BISansOptiCond"/>
              <a:ea typeface="+mn-ea"/>
            </a:endParaRPr>
          </a:p>
        </p:txBody>
      </p:sp>
      <p:pic>
        <p:nvPicPr>
          <p:cNvPr id="13" name="Picture 12">
            <a:extLst>
              <a:ext uri="{FF2B5EF4-FFF2-40B4-BE49-F238E27FC236}">
                <a16:creationId xmlns:a16="http://schemas.microsoft.com/office/drawing/2014/main" id="{121A3326-593C-4F32-A8AD-30E170A265DD}"/>
              </a:ext>
            </a:extLst>
          </p:cNvPr>
          <p:cNvPicPr>
            <a:picLocks noChangeAspect="1"/>
          </p:cNvPicPr>
          <p:nvPr/>
        </p:nvPicPr>
        <p:blipFill>
          <a:blip r:embed="rId3"/>
          <a:stretch>
            <a:fillRect/>
          </a:stretch>
        </p:blipFill>
        <p:spPr>
          <a:xfrm>
            <a:off x="9799455" y="848364"/>
            <a:ext cx="2112746" cy="1763393"/>
          </a:xfrm>
          <a:prstGeom prst="rect">
            <a:avLst/>
          </a:prstGeom>
          <a:ln>
            <a:noFill/>
          </a:ln>
          <a:effectLst/>
        </p:spPr>
      </p:pic>
    </p:spTree>
    <p:extLst>
      <p:ext uri="{BB962C8B-B14F-4D97-AF65-F5344CB8AC3E}">
        <p14:creationId xmlns:p14="http://schemas.microsoft.com/office/powerpoint/2010/main" val="779172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BF96E7-4329-92E7-FD14-C3DC97F2D8A8}"/>
              </a:ext>
            </a:extLst>
          </p:cNvPr>
          <p:cNvSpPr>
            <a:spLocks noGrp="1"/>
          </p:cNvSpPr>
          <p:nvPr>
            <p:ph type="title"/>
          </p:nvPr>
        </p:nvSpPr>
        <p:spPr/>
        <p:txBody>
          <a:bodyPr/>
          <a:lstStyle/>
          <a:p>
            <a:r>
              <a:rPr lang="en-US" altLang="zh-CN"/>
              <a:t>Global clinical development timeline and China integration plan</a:t>
            </a:r>
            <a:endParaRPr lang="zh-CN" altLang="en-US"/>
          </a:p>
        </p:txBody>
      </p:sp>
      <p:sp>
        <p:nvSpPr>
          <p:cNvPr id="5" name="页脚占位符 4">
            <a:extLst>
              <a:ext uri="{FF2B5EF4-FFF2-40B4-BE49-F238E27FC236}">
                <a16:creationId xmlns:a16="http://schemas.microsoft.com/office/drawing/2014/main" id="{D454EA5D-ED1B-4115-8340-2AF21D9E9FC5}"/>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灯片编号占位符 5">
            <a:extLst>
              <a:ext uri="{FF2B5EF4-FFF2-40B4-BE49-F238E27FC236}">
                <a16:creationId xmlns:a16="http://schemas.microsoft.com/office/drawing/2014/main" id="{EDB4A21C-3127-970C-287B-ADE84A9E6117}"/>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7" name="Picture 6">
            <a:extLst>
              <a:ext uri="{FF2B5EF4-FFF2-40B4-BE49-F238E27FC236}">
                <a16:creationId xmlns:a16="http://schemas.microsoft.com/office/drawing/2014/main" id="{BC38E264-08E2-2E1D-3CB7-402157E925AF}"/>
              </a:ext>
            </a:extLst>
          </p:cNvPr>
          <p:cNvPicPr>
            <a:picLocks noChangeAspect="1"/>
          </p:cNvPicPr>
          <p:nvPr/>
        </p:nvPicPr>
        <p:blipFill>
          <a:blip r:embed="rId2"/>
          <a:srcRect l="2326" t="5401" r="15148" b="65942"/>
          <a:stretch/>
        </p:blipFill>
        <p:spPr>
          <a:xfrm>
            <a:off x="479424" y="1064762"/>
            <a:ext cx="10645479" cy="2104448"/>
          </a:xfrm>
          <a:prstGeom prst="rect">
            <a:avLst/>
          </a:prstGeom>
          <a:solidFill>
            <a:srgbClr val="FFFFFF"/>
          </a:solidFill>
          <a:ln w="12700" cmpd="sng">
            <a:solidFill>
              <a:schemeClr val="tx1"/>
            </a:solidFill>
          </a:ln>
        </p:spPr>
      </p:pic>
      <p:sp>
        <p:nvSpPr>
          <p:cNvPr id="8" name="文本框 7">
            <a:extLst>
              <a:ext uri="{FF2B5EF4-FFF2-40B4-BE49-F238E27FC236}">
                <a16:creationId xmlns:a16="http://schemas.microsoft.com/office/drawing/2014/main" id="{B2541F95-D4C5-6044-8433-907BC72FAEF9}"/>
              </a:ext>
            </a:extLst>
          </p:cNvPr>
          <p:cNvSpPr txBox="1"/>
          <p:nvPr/>
        </p:nvSpPr>
        <p:spPr bwMode="gray">
          <a:xfrm>
            <a:off x="479423" y="3429000"/>
            <a:ext cx="11232001" cy="2539157"/>
          </a:xfrm>
          <a:prstGeom prst="rect">
            <a:avLst/>
          </a:prstGeom>
          <a:noFill/>
        </p:spPr>
        <p:txBody>
          <a:bodyPr wrap="square" lIns="0" tIns="0" rIns="0" bIns="0" rtlCol="0">
            <a:spAutoFit/>
          </a:bodyPr>
          <a:lstStyle/>
          <a:p>
            <a:pPr>
              <a:spcBef>
                <a:spcPts val="600"/>
              </a:spcBef>
              <a:buNone/>
            </a:pPr>
            <a:r>
              <a:rPr lang="en-US" sz="1600" b="1"/>
              <a:t>China Integration Plan:</a:t>
            </a:r>
            <a:endParaRPr lang="en-US" sz="1600"/>
          </a:p>
          <a:p>
            <a:pPr marL="285750" indent="-285750">
              <a:spcBef>
                <a:spcPts val="600"/>
              </a:spcBef>
              <a:buFont typeface="Arial" panose="020B0604020202020204" pitchFamily="34" charset="0"/>
              <a:buChar char="•"/>
            </a:pPr>
            <a:r>
              <a:rPr lang="en-US" sz="1400"/>
              <a:t>China will be included in the global development program beginning with the Phase IIb (</a:t>
            </a:r>
            <a:r>
              <a:rPr lang="en-US" sz="1400" err="1"/>
              <a:t>PoCC</a:t>
            </a:r>
            <a:r>
              <a:rPr lang="en-US" sz="1400"/>
              <a:t>) trial.</a:t>
            </a:r>
          </a:p>
          <a:p>
            <a:pPr marL="285750" indent="-285750">
              <a:spcBef>
                <a:spcPts val="600"/>
              </a:spcBef>
              <a:buFont typeface="Arial" panose="020B0604020202020204" pitchFamily="34" charset="0"/>
              <a:buChar char="•"/>
            </a:pPr>
            <a:r>
              <a:rPr lang="en-US" sz="1400"/>
              <a:t>The Phase </a:t>
            </a:r>
            <a:r>
              <a:rPr lang="en-US" sz="1400" err="1"/>
              <a:t>IIa</a:t>
            </a:r>
            <a:r>
              <a:rPr lang="en-US" sz="1400"/>
              <a:t> </a:t>
            </a:r>
            <a:r>
              <a:rPr lang="en-US" sz="1400" err="1"/>
              <a:t>PoCP</a:t>
            </a:r>
            <a:r>
              <a:rPr lang="en-US" sz="1400"/>
              <a:t> trial is </a:t>
            </a:r>
            <a:r>
              <a:rPr lang="en-US" sz="1400" b="1"/>
              <a:t>restricted to sites in the US and Canada</a:t>
            </a:r>
            <a:r>
              <a:rPr lang="en-US" sz="1400"/>
              <a:t> only.</a:t>
            </a:r>
          </a:p>
          <a:p>
            <a:pPr>
              <a:spcBef>
                <a:spcPts val="600"/>
              </a:spcBef>
              <a:buNone/>
            </a:pPr>
            <a:r>
              <a:rPr lang="en-US" sz="1600" b="1"/>
              <a:t>Asian Phase 1 Plan:</a:t>
            </a:r>
            <a:endParaRPr lang="en-US" sz="1600"/>
          </a:p>
          <a:p>
            <a:pPr marL="285750" indent="-285750">
              <a:spcBef>
                <a:spcPts val="600"/>
              </a:spcBef>
              <a:buFont typeface="Arial" panose="020B0604020202020204" pitchFamily="34" charset="0"/>
              <a:buChar char="•"/>
            </a:pPr>
            <a:r>
              <a:rPr lang="en-US" sz="1400"/>
              <a:t>Objectives: 1) Collect data from Chinese participants to support advancement to subsequent trial phases; 2) Potentially waive the need for a separate China PK study for registration purposes.</a:t>
            </a:r>
          </a:p>
          <a:p>
            <a:pPr marL="285750" indent="-285750">
              <a:spcBef>
                <a:spcPts val="600"/>
              </a:spcBef>
              <a:buFont typeface="Arial" panose="020B0604020202020204" pitchFamily="34" charset="0"/>
              <a:buChar char="•"/>
            </a:pPr>
            <a:r>
              <a:rPr lang="en-US" sz="1400"/>
              <a:t>Trial design: Similar to the global Phase </a:t>
            </a:r>
            <a:r>
              <a:rPr lang="en-US" sz="1400" err="1"/>
              <a:t>IIa</a:t>
            </a:r>
            <a:r>
              <a:rPr lang="en-US" sz="1400"/>
              <a:t> but simplified.</a:t>
            </a:r>
          </a:p>
          <a:p>
            <a:pPr marL="285750" indent="-285750">
              <a:spcBef>
                <a:spcPts val="600"/>
              </a:spcBef>
              <a:buFont typeface="Arial" panose="020B0604020202020204" pitchFamily="34" charset="0"/>
              <a:buChar char="•"/>
            </a:pPr>
            <a:r>
              <a:rPr lang="en-US" sz="1400"/>
              <a:t>Tentative timeline: Q1-Q3 2027 (very preliminary).</a:t>
            </a:r>
          </a:p>
          <a:p>
            <a:pPr marL="285750" indent="-285750">
              <a:spcBef>
                <a:spcPts val="600"/>
              </a:spcBef>
              <a:buFont typeface="Arial" panose="020B0604020202020204" pitchFamily="34" charset="0"/>
              <a:buChar char="•"/>
            </a:pPr>
            <a:r>
              <a:rPr lang="en-US" sz="1400"/>
              <a:t>Current status: Proposal has not yet submitted to IUPC.</a:t>
            </a:r>
            <a:endParaRPr kumimoji="0" lang="en-US" altLang="zh-CN" sz="1400" b="0" i="0" u="none" strike="noStrike" kern="1200" cap="none" spc="0" normalizeH="0" baseline="0" noProof="0">
              <a:ln>
                <a:noFill/>
              </a:ln>
              <a:solidFill>
                <a:prstClr val="black"/>
              </a:solidFill>
              <a:effectLst/>
              <a:highlight>
                <a:srgbClr val="FFFF00"/>
              </a:highlight>
              <a:uLnTx/>
              <a:uFillTx/>
              <a:latin typeface="Boehringer Forward Text"/>
              <a:ea typeface="+mn-ea"/>
              <a:cs typeface="+mn-cs"/>
            </a:endParaRPr>
          </a:p>
        </p:txBody>
      </p:sp>
    </p:spTree>
    <p:extLst>
      <p:ext uri="{BB962C8B-B14F-4D97-AF65-F5344CB8AC3E}">
        <p14:creationId xmlns:p14="http://schemas.microsoft.com/office/powerpoint/2010/main" val="10342348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515E3-ED83-27E0-FCFF-4B60620A21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D2723B-0DA3-5B6D-FF67-B0737C886ED4}"/>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Template for reference</a:t>
            </a:r>
            <a:endParaRPr lang="zh-CN" altLang="en-US" b="1"/>
          </a:p>
        </p:txBody>
      </p:sp>
      <p:sp>
        <p:nvSpPr>
          <p:cNvPr id="6" name="Slide Number Placeholder 5" hidden="1">
            <a:extLst>
              <a:ext uri="{FF2B5EF4-FFF2-40B4-BE49-F238E27FC236}">
                <a16:creationId xmlns:a16="http://schemas.microsoft.com/office/drawing/2014/main" id="{E1489C0C-FF02-0D29-C7AA-96C633AA48D1}"/>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60</a:t>
            </a:fld>
            <a:endParaRPr lang="en-US"/>
          </a:p>
        </p:txBody>
      </p:sp>
    </p:spTree>
    <p:extLst>
      <p:ext uri="{BB962C8B-B14F-4D97-AF65-F5344CB8AC3E}">
        <p14:creationId xmlns:p14="http://schemas.microsoft.com/office/powerpoint/2010/main" val="8849686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A6FC-CEC8-54DF-D486-32288EBB6B0A}"/>
              </a:ext>
            </a:extLst>
          </p:cNvPr>
          <p:cNvSpPr>
            <a:spLocks noGrp="1"/>
          </p:cNvSpPr>
          <p:nvPr>
            <p:ph type="title"/>
          </p:nvPr>
        </p:nvSpPr>
        <p:spPr>
          <a:xfrm>
            <a:off x="479426" y="288461"/>
            <a:ext cx="11233151" cy="720000"/>
          </a:xfrm>
        </p:spPr>
        <p:txBody>
          <a:bodyPr/>
          <a:lstStyle/>
          <a:p>
            <a:r>
              <a:rPr lang="en-US" altLang="zh-CN"/>
              <a:t>TA </a:t>
            </a:r>
            <a:r>
              <a:rPr lang="en-US" altLang="zh-CN" i="1">
                <a:solidFill>
                  <a:schemeClr val="bg1">
                    <a:lumMod val="85000"/>
                  </a:schemeClr>
                </a:solidFill>
              </a:rPr>
              <a:t>CRM</a:t>
            </a:r>
            <a:r>
              <a:rPr lang="en-US" altLang="zh-CN"/>
              <a:t> Portfolio Summary - </a:t>
            </a:r>
            <a:r>
              <a:rPr lang="en-US" altLang="zh-CN">
                <a:solidFill>
                  <a:srgbClr val="FF0000"/>
                </a:solidFill>
              </a:rPr>
              <a:t>Pipeline Projects</a:t>
            </a:r>
            <a:endParaRPr lang="zh-CN" altLang="en-US">
              <a:solidFill>
                <a:srgbClr val="FF0000"/>
              </a:solidFill>
            </a:endParaRPr>
          </a:p>
        </p:txBody>
      </p:sp>
      <p:sp>
        <p:nvSpPr>
          <p:cNvPr id="4" name="Text Placeholder 3">
            <a:extLst>
              <a:ext uri="{FF2B5EF4-FFF2-40B4-BE49-F238E27FC236}">
                <a16:creationId xmlns:a16="http://schemas.microsoft.com/office/drawing/2014/main" id="{27ACDEF2-09A6-C249-D2E3-81A50E0801B3}"/>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C8EC9E28-92C8-D776-24ED-34AAEB33ABC8}"/>
              </a:ext>
            </a:extLst>
          </p:cNvPr>
          <p:cNvSpPr>
            <a:spLocks noGrp="1"/>
          </p:cNvSpPr>
          <p:nvPr>
            <p:ph type="sldNum" sz="quarter" idx="20"/>
          </p:nvPr>
        </p:nvSpPr>
        <p:spPr/>
        <p:txBody>
          <a:bodyPr/>
          <a:lstStyle/>
          <a:p>
            <a:fld id="{DF4E8F9F-5B1F-4F5B-BE49-3245D8C18D9F}" type="slidenum">
              <a:rPr lang="en-US" smtClean="0"/>
              <a:pPr/>
              <a:t>61</a:t>
            </a:fld>
            <a:endParaRPr lang="en-US"/>
          </a:p>
        </p:txBody>
      </p:sp>
      <p:pic>
        <p:nvPicPr>
          <p:cNvPr id="7" name="Picture 6">
            <a:extLst>
              <a:ext uri="{FF2B5EF4-FFF2-40B4-BE49-F238E27FC236}">
                <a16:creationId xmlns:a16="http://schemas.microsoft.com/office/drawing/2014/main" id="{516BF4C7-86C4-531C-D61D-5DD6EDFB45A4}"/>
              </a:ext>
            </a:extLst>
          </p:cNvPr>
          <p:cNvPicPr>
            <a:picLocks noChangeAspect="1"/>
          </p:cNvPicPr>
          <p:nvPr/>
        </p:nvPicPr>
        <p:blipFill>
          <a:blip r:embed="rId2"/>
          <a:stretch>
            <a:fillRect/>
          </a:stretch>
        </p:blipFill>
        <p:spPr>
          <a:xfrm>
            <a:off x="72272" y="870460"/>
            <a:ext cx="12047456" cy="5137270"/>
          </a:xfrm>
          <a:prstGeom prst="rect">
            <a:avLst/>
          </a:prstGeom>
        </p:spPr>
      </p:pic>
      <p:sp>
        <p:nvSpPr>
          <p:cNvPr id="8" name="TextBox 7">
            <a:extLst>
              <a:ext uri="{FF2B5EF4-FFF2-40B4-BE49-F238E27FC236}">
                <a16:creationId xmlns:a16="http://schemas.microsoft.com/office/drawing/2014/main" id="{21009211-453F-2934-1801-E676B1576D39}"/>
              </a:ext>
            </a:extLst>
          </p:cNvPr>
          <p:cNvSpPr txBox="1"/>
          <p:nvPr/>
        </p:nvSpPr>
        <p:spPr bwMode="gray">
          <a:xfrm>
            <a:off x="2059298" y="6297015"/>
            <a:ext cx="6494152" cy="548165"/>
          </a:xfrm>
          <a:prstGeom prst="roundRect">
            <a:avLst/>
          </a:prstGeom>
          <a:ln w="19050"/>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4330" marR="0" lvl="0" indent="-1714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200">
                <a:solidFill>
                  <a:prstClr val="black"/>
                </a:solidFill>
                <a:latin typeface="Boehringer Forward Text"/>
              </a:rPr>
              <a:t>Please focus on the portfolio changes.</a:t>
            </a:r>
          </a:p>
          <a:p>
            <a:pPr marL="354330" marR="0" lvl="0" indent="-1714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A </a:t>
            </a:r>
            <a:r>
              <a:rPr lang="en-US" altLang="zh-CN" sz="1200">
                <a:solidFill>
                  <a:prstClr val="black"/>
                </a:solidFill>
                <a:latin typeface="Boehringer Forward Text"/>
              </a:rPr>
              <a:t>s</a:t>
            </a:r>
            <a:r>
              <a:rPr kumimoji="0" lang="en-US" altLang="zh-CN" sz="1200" b="0" i="0" u="none" strike="noStrike" kern="1200" cap="none" spc="0" normalizeH="0" baseline="0" noProof="0" err="1">
                <a:ln>
                  <a:noFill/>
                </a:ln>
                <a:solidFill>
                  <a:prstClr val="black"/>
                </a:solidFill>
                <a:effectLst/>
                <a:uLnTx/>
                <a:uFillTx/>
                <a:latin typeface="Boehringer Forward Text"/>
                <a:ea typeface="+mn-ea"/>
                <a:cs typeface="+mn-cs"/>
              </a:rPr>
              <a:t>ummary</a:t>
            </a: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 report can be exported from the TCM asset dashboard.</a:t>
            </a:r>
          </a:p>
        </p:txBody>
      </p:sp>
      <p:sp>
        <p:nvSpPr>
          <p:cNvPr id="9" name="Rectangle: Rounded Corners 8">
            <a:extLst>
              <a:ext uri="{FF2B5EF4-FFF2-40B4-BE49-F238E27FC236}">
                <a16:creationId xmlns:a16="http://schemas.microsoft.com/office/drawing/2014/main" id="{41B8D954-BF79-8A26-0BD4-EAE7C685FA64}"/>
              </a:ext>
            </a:extLst>
          </p:cNvPr>
          <p:cNvSpPr/>
          <p:nvPr/>
        </p:nvSpPr>
        <p:spPr bwMode="gray">
          <a:xfrm>
            <a:off x="2059298" y="6037915"/>
            <a:ext cx="4822079" cy="259100"/>
          </a:xfrm>
          <a:prstGeom prst="round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Guide for template use</a:t>
            </a:r>
            <a:endParaRPr lang="zh-CN" altLang="en-US" sz="1600">
              <a:solidFill>
                <a:schemeClr val="tx1"/>
              </a:solidFill>
            </a:endParaRPr>
          </a:p>
        </p:txBody>
      </p:sp>
      <p:sp>
        <p:nvSpPr>
          <p:cNvPr id="12" name="Rectangle 11">
            <a:extLst>
              <a:ext uri="{FF2B5EF4-FFF2-40B4-BE49-F238E27FC236}">
                <a16:creationId xmlns:a16="http://schemas.microsoft.com/office/drawing/2014/main" id="{8F812240-D4A1-58BC-4A23-9C3493A6AF18}"/>
              </a:ext>
            </a:extLst>
          </p:cNvPr>
          <p:cNvSpPr/>
          <p:nvPr/>
        </p:nvSpPr>
        <p:spPr bwMode="gray">
          <a:xfrm>
            <a:off x="5066655" y="4133195"/>
            <a:ext cx="6869603" cy="1513461"/>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lnSpc>
                <a:spcPct val="110000"/>
              </a:lnSpc>
            </a:pPr>
            <a:r>
              <a:rPr lang="en-US" altLang="zh-CN" sz="1200" b="1">
                <a:solidFill>
                  <a:srgbClr val="5D4495"/>
                </a:solidFill>
              </a:rPr>
              <a:t>New projects/studies:</a:t>
            </a:r>
          </a:p>
          <a:p>
            <a:pPr marL="742950" lvl="1" indent="-285750" defTabSz="914377">
              <a:lnSpc>
                <a:spcPct val="110000"/>
              </a:lnSpc>
              <a:buFont typeface="Arial" panose="020B0604020202020204" pitchFamily="34" charset="0"/>
              <a:buChar char="•"/>
            </a:pPr>
            <a:r>
              <a:rPr lang="en-US" altLang="zh-CN" sz="1200" i="1">
                <a:solidFill>
                  <a:schemeClr val="bg1">
                    <a:lumMod val="50000"/>
                  </a:schemeClr>
                </a:solidFill>
              </a:rPr>
              <a:t>e.g. Project name, </a:t>
            </a:r>
            <a:r>
              <a:rPr lang="en-US" altLang="zh-CN" sz="1200" i="1" err="1">
                <a:solidFill>
                  <a:schemeClr val="bg1">
                    <a:lumMod val="50000"/>
                  </a:schemeClr>
                </a:solidFill>
              </a:rPr>
              <a:t>MoA</a:t>
            </a:r>
            <a:r>
              <a:rPr lang="en-US" altLang="zh-CN" sz="1200" i="1">
                <a:solidFill>
                  <a:schemeClr val="bg1">
                    <a:lumMod val="50000"/>
                  </a:schemeClr>
                </a:solidFill>
              </a:rPr>
              <a:t>. Additional comments if needed. </a:t>
            </a:r>
          </a:p>
          <a:p>
            <a:pPr defTabSz="914377">
              <a:lnSpc>
                <a:spcPct val="110000"/>
              </a:lnSpc>
            </a:pPr>
            <a:r>
              <a:rPr lang="en-US" altLang="zh-CN" sz="1200" b="1">
                <a:solidFill>
                  <a:srgbClr val="5D4495"/>
                </a:solidFill>
              </a:rPr>
              <a:t>Status change:</a:t>
            </a:r>
            <a:r>
              <a:rPr lang="en-US" altLang="zh-CN" sz="1200" b="1" i="1">
                <a:solidFill>
                  <a:srgbClr val="5D4495"/>
                </a:solidFill>
              </a:rPr>
              <a:t> </a:t>
            </a:r>
            <a:r>
              <a:rPr lang="en-US" altLang="zh-CN" sz="1200" i="1">
                <a:solidFill>
                  <a:schemeClr val="bg1">
                    <a:lumMod val="50000"/>
                  </a:schemeClr>
                </a:solidFill>
              </a:rPr>
              <a:t>(e.g. </a:t>
            </a:r>
            <a:r>
              <a:rPr lang="en-US" altLang="zh-CN" sz="1200" i="1">
                <a:solidFill>
                  <a:schemeClr val="bg1">
                    <a:lumMod val="50000"/>
                  </a:schemeClr>
                </a:solidFill>
                <a:latin typeface="Arial" panose="020B0604020202020204" pitchFamily="34" charset="0"/>
                <a:cs typeface="Arial" panose="020B0604020202020204" pitchFamily="34" charset="0"/>
              </a:rPr>
              <a:t>→</a:t>
            </a:r>
            <a:r>
              <a:rPr lang="en-US" altLang="zh-CN" sz="1200" i="1">
                <a:solidFill>
                  <a:schemeClr val="bg1">
                    <a:lumMod val="50000"/>
                  </a:schemeClr>
                </a:solidFill>
              </a:rPr>
              <a:t>ongoing/under planning/under evaluation)</a:t>
            </a:r>
          </a:p>
          <a:p>
            <a:pPr marL="742950" lvl="1" indent="-285750" defTabSz="914377">
              <a:lnSpc>
                <a:spcPct val="110000"/>
              </a:lnSpc>
              <a:buFont typeface="Arial" panose="020B0604020202020204" pitchFamily="34" charset="0"/>
              <a:buChar char="•"/>
            </a:pPr>
            <a:r>
              <a:rPr lang="en-US" altLang="zh-CN" sz="1200" i="1">
                <a:solidFill>
                  <a:schemeClr val="bg1">
                    <a:lumMod val="50000"/>
                  </a:schemeClr>
                </a:solidFill>
              </a:rPr>
              <a:t>e.g. Project name, </a:t>
            </a:r>
            <a:r>
              <a:rPr lang="en-US" altLang="zh-CN" sz="1200" i="1" err="1">
                <a:solidFill>
                  <a:schemeClr val="bg1">
                    <a:lumMod val="50000"/>
                  </a:schemeClr>
                </a:solidFill>
              </a:rPr>
              <a:t>MoA</a:t>
            </a:r>
            <a:r>
              <a:rPr lang="en-US" altLang="zh-CN" sz="1200" i="1">
                <a:solidFill>
                  <a:schemeClr val="bg1">
                    <a:lumMod val="50000"/>
                  </a:schemeClr>
                </a:solidFill>
              </a:rPr>
              <a:t>,, xxxx-1234, Ph </a:t>
            </a:r>
            <a:r>
              <a:rPr lang="en-US" altLang="zh-CN" sz="1200" i="1" err="1">
                <a:solidFill>
                  <a:schemeClr val="bg1">
                    <a:lumMod val="50000"/>
                  </a:schemeClr>
                </a:solidFill>
              </a:rPr>
              <a:t>II</a:t>
            </a:r>
            <a:r>
              <a:rPr lang="en-US" altLang="zh-CN" sz="1200" i="1" err="1">
                <a:solidFill>
                  <a:schemeClr val="bg1">
                    <a:lumMod val="50000"/>
                  </a:schemeClr>
                </a:solidFill>
                <a:latin typeface="Arial" panose="020B0604020202020204" pitchFamily="34" charset="0"/>
                <a:cs typeface="Arial" panose="020B0604020202020204" pitchFamily="34" charset="0"/>
              </a:rPr>
              <a:t>→</a:t>
            </a:r>
            <a:r>
              <a:rPr lang="en-US" altLang="zh-CN" sz="1200" i="1" err="1">
                <a:solidFill>
                  <a:schemeClr val="bg1">
                    <a:lumMod val="50000"/>
                  </a:schemeClr>
                </a:solidFill>
              </a:rPr>
              <a:t>ongoing</a:t>
            </a:r>
            <a:r>
              <a:rPr lang="en-US" altLang="zh-CN" sz="1200" i="1">
                <a:solidFill>
                  <a:schemeClr val="bg1">
                    <a:lumMod val="50000"/>
                  </a:schemeClr>
                </a:solidFill>
              </a:rPr>
              <a:t>.</a:t>
            </a:r>
            <a:r>
              <a:rPr lang="en-US" altLang="zh-CN" sz="1400" i="1">
                <a:solidFill>
                  <a:schemeClr val="bg1">
                    <a:lumMod val="50000"/>
                  </a:schemeClr>
                </a:solidFill>
              </a:rPr>
              <a:t> </a:t>
            </a:r>
            <a:r>
              <a:rPr lang="en-US" altLang="zh-CN" sz="1200" i="1">
                <a:solidFill>
                  <a:schemeClr val="bg1">
                    <a:lumMod val="50000"/>
                  </a:schemeClr>
                </a:solidFill>
              </a:rPr>
              <a:t>Additional comments if needed</a:t>
            </a:r>
            <a:r>
              <a:rPr lang="en-US" altLang="zh-CN" sz="1400" i="1">
                <a:solidFill>
                  <a:schemeClr val="bg1">
                    <a:lumMod val="50000"/>
                  </a:schemeClr>
                </a:solidFill>
              </a:rPr>
              <a:t>.</a:t>
            </a:r>
          </a:p>
          <a:p>
            <a:pPr defTabSz="914377">
              <a:lnSpc>
                <a:spcPct val="110000"/>
              </a:lnSpc>
            </a:pPr>
            <a:r>
              <a:rPr lang="en-US" altLang="zh-CN" sz="1200" b="1">
                <a:solidFill>
                  <a:srgbClr val="5D4495"/>
                </a:solidFill>
              </a:rPr>
              <a:t>Completion/Termination:</a:t>
            </a:r>
          </a:p>
          <a:p>
            <a:pPr marL="742950" lvl="1" indent="-285750" defTabSz="914377">
              <a:lnSpc>
                <a:spcPct val="110000"/>
              </a:lnSpc>
              <a:buFont typeface="Arial" panose="020B0604020202020204" pitchFamily="34" charset="0"/>
              <a:buChar char="•"/>
            </a:pPr>
            <a:r>
              <a:rPr lang="en-US" altLang="zh-CN" sz="1200" i="1">
                <a:solidFill>
                  <a:schemeClr val="bg1">
                    <a:lumMod val="50000"/>
                  </a:schemeClr>
                </a:solidFill>
              </a:rPr>
              <a:t>e.g. Project name, </a:t>
            </a:r>
            <a:r>
              <a:rPr lang="en-US" altLang="zh-CN" sz="1200" i="1" err="1">
                <a:solidFill>
                  <a:schemeClr val="bg1">
                    <a:lumMod val="50000"/>
                  </a:schemeClr>
                </a:solidFill>
              </a:rPr>
              <a:t>MoA</a:t>
            </a:r>
            <a:r>
              <a:rPr lang="en-US" altLang="zh-CN" sz="1200" i="1">
                <a:solidFill>
                  <a:schemeClr val="bg1">
                    <a:lumMod val="50000"/>
                  </a:schemeClr>
                </a:solidFill>
              </a:rPr>
              <a:t>, xxxx-1234, Ph III completed. Additional comments if needed.</a:t>
            </a:r>
            <a:endParaRPr lang="zh-CN" altLang="en-US" sz="1200" i="1">
              <a:solidFill>
                <a:schemeClr val="bg1">
                  <a:lumMod val="50000"/>
                </a:schemeClr>
              </a:solidFill>
            </a:endParaRPr>
          </a:p>
        </p:txBody>
      </p:sp>
      <p:sp>
        <p:nvSpPr>
          <p:cNvPr id="15" name="Star: 4 Points 14">
            <a:extLst>
              <a:ext uri="{FF2B5EF4-FFF2-40B4-BE49-F238E27FC236}">
                <a16:creationId xmlns:a16="http://schemas.microsoft.com/office/drawing/2014/main" id="{C6A4602D-7EC1-2ED8-C248-5FB31CCE9212}"/>
              </a:ext>
            </a:extLst>
          </p:cNvPr>
          <p:cNvSpPr/>
          <p:nvPr/>
        </p:nvSpPr>
        <p:spPr bwMode="gray">
          <a:xfrm>
            <a:off x="4826321" y="4213409"/>
            <a:ext cx="147638" cy="147638"/>
          </a:xfrm>
          <a:prstGeom prst="star4">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2" name="Star: 4 Points 21">
            <a:extLst>
              <a:ext uri="{FF2B5EF4-FFF2-40B4-BE49-F238E27FC236}">
                <a16:creationId xmlns:a16="http://schemas.microsoft.com/office/drawing/2014/main" id="{D7C2B24F-8D93-A241-AF22-5583702B5F51}"/>
              </a:ext>
            </a:extLst>
          </p:cNvPr>
          <p:cNvSpPr/>
          <p:nvPr/>
        </p:nvSpPr>
        <p:spPr bwMode="gray">
          <a:xfrm>
            <a:off x="255742" y="4009846"/>
            <a:ext cx="147638" cy="147638"/>
          </a:xfrm>
          <a:prstGeom prst="star4">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7" name="Isosceles Triangle 26">
            <a:extLst>
              <a:ext uri="{FF2B5EF4-FFF2-40B4-BE49-F238E27FC236}">
                <a16:creationId xmlns:a16="http://schemas.microsoft.com/office/drawing/2014/main" id="{B3166E4B-49B2-D78D-0D32-EDC265B71BA7}"/>
              </a:ext>
            </a:extLst>
          </p:cNvPr>
          <p:cNvSpPr/>
          <p:nvPr/>
        </p:nvSpPr>
        <p:spPr bwMode="gray">
          <a:xfrm>
            <a:off x="4826988" y="5048933"/>
            <a:ext cx="146304" cy="130897"/>
          </a:xfrm>
          <a:prstGeom prst="triangle">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 name="Rectangle 2">
            <a:extLst>
              <a:ext uri="{FF2B5EF4-FFF2-40B4-BE49-F238E27FC236}">
                <a16:creationId xmlns:a16="http://schemas.microsoft.com/office/drawing/2014/main" id="{269BCA92-DCAF-C5BF-8602-858D4519C11A}"/>
              </a:ext>
            </a:extLst>
          </p:cNvPr>
          <p:cNvSpPr/>
          <p:nvPr/>
        </p:nvSpPr>
        <p:spPr bwMode="gray">
          <a:xfrm>
            <a:off x="169682" y="2447243"/>
            <a:ext cx="309743" cy="1766166"/>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Speech Bubble: Rectangle 13">
            <a:extLst>
              <a:ext uri="{FF2B5EF4-FFF2-40B4-BE49-F238E27FC236}">
                <a16:creationId xmlns:a16="http://schemas.microsoft.com/office/drawing/2014/main" id="{6AC1B81E-0BF1-6694-B603-2D326C89DBD5}"/>
              </a:ext>
            </a:extLst>
          </p:cNvPr>
          <p:cNvSpPr/>
          <p:nvPr/>
        </p:nvSpPr>
        <p:spPr bwMode="gray">
          <a:xfrm>
            <a:off x="255741" y="4468305"/>
            <a:ext cx="2223507" cy="471340"/>
          </a:xfrm>
          <a:prstGeom prst="wedgeRectCallout">
            <a:avLst>
              <a:gd name="adj1" fmla="val -44103"/>
              <a:gd name="adj2" fmla="val -106437"/>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a:solidFill>
                  <a:schemeClr val="bg1">
                    <a:lumMod val="65000"/>
                  </a:schemeClr>
                </a:solidFill>
              </a:rPr>
              <a:t>Please label the projects/ studies with the appropriate changes as needed.</a:t>
            </a:r>
            <a:endParaRPr lang="zh-CN" altLang="en-US" sz="1000">
              <a:solidFill>
                <a:schemeClr val="bg1">
                  <a:lumMod val="65000"/>
                </a:schemeClr>
              </a:solidFill>
            </a:endParaRPr>
          </a:p>
        </p:txBody>
      </p:sp>
      <p:pic>
        <p:nvPicPr>
          <p:cNvPr id="5" name="Picture 4">
            <a:extLst>
              <a:ext uri="{FF2B5EF4-FFF2-40B4-BE49-F238E27FC236}">
                <a16:creationId xmlns:a16="http://schemas.microsoft.com/office/drawing/2014/main" id="{C5C964C4-1048-1FF3-3050-F96A85F924F7}"/>
              </a:ext>
            </a:extLst>
          </p:cNvPr>
          <p:cNvPicPr>
            <a:picLocks noChangeAspect="1"/>
          </p:cNvPicPr>
          <p:nvPr/>
        </p:nvPicPr>
        <p:blipFill>
          <a:blip r:embed="rId3"/>
          <a:stretch>
            <a:fillRect/>
          </a:stretch>
        </p:blipFill>
        <p:spPr>
          <a:xfrm>
            <a:off x="4808692" y="4598409"/>
            <a:ext cx="182896" cy="182896"/>
          </a:xfrm>
          <a:prstGeom prst="rect">
            <a:avLst/>
          </a:prstGeom>
        </p:spPr>
      </p:pic>
      <p:pic>
        <p:nvPicPr>
          <p:cNvPr id="10" name="Picture 9">
            <a:extLst>
              <a:ext uri="{FF2B5EF4-FFF2-40B4-BE49-F238E27FC236}">
                <a16:creationId xmlns:a16="http://schemas.microsoft.com/office/drawing/2014/main" id="{2D9A3DEB-EFCA-9052-F05E-103851A15F26}"/>
              </a:ext>
            </a:extLst>
          </p:cNvPr>
          <p:cNvPicPr>
            <a:picLocks noChangeAspect="1"/>
          </p:cNvPicPr>
          <p:nvPr/>
        </p:nvPicPr>
        <p:blipFill>
          <a:blip r:embed="rId3"/>
          <a:stretch>
            <a:fillRect/>
          </a:stretch>
        </p:blipFill>
        <p:spPr>
          <a:xfrm>
            <a:off x="255741" y="2486487"/>
            <a:ext cx="182896" cy="182896"/>
          </a:xfrm>
          <a:prstGeom prst="rect">
            <a:avLst/>
          </a:prstGeom>
        </p:spPr>
      </p:pic>
      <p:sp>
        <p:nvSpPr>
          <p:cNvPr id="11" name="文本框 10">
            <a:extLst>
              <a:ext uri="{FF2B5EF4-FFF2-40B4-BE49-F238E27FC236}">
                <a16:creationId xmlns:a16="http://schemas.microsoft.com/office/drawing/2014/main" id="{55B03235-641C-A5C0-F93E-8662B87DBBD4}"/>
              </a:ext>
            </a:extLst>
          </p:cNvPr>
          <p:cNvSpPr txBox="1"/>
          <p:nvPr/>
        </p:nvSpPr>
        <p:spPr bwMode="gray">
          <a:xfrm>
            <a:off x="9436608" y="105581"/>
            <a:ext cx="2499650" cy="315920"/>
          </a:xfrm>
          <a:prstGeom prst="rect">
            <a:avLst/>
          </a:prstGeom>
          <a:noFill/>
        </p:spPr>
        <p:txBody>
          <a:bodyPr wrap="square" lIns="0" tIns="0" rIns="0" bIns="0" rtlCol="0">
            <a:spAutoFit/>
          </a:bodyPr>
          <a:lstStyle/>
          <a:p>
            <a:pPr algn="l">
              <a:lnSpc>
                <a:spcPct val="140000"/>
              </a:lnSpc>
            </a:pPr>
            <a:r>
              <a:rPr lang="en-US" altLang="zh-CN" sz="1600">
                <a:highlight>
                  <a:srgbClr val="FFFF00"/>
                </a:highlight>
              </a:rPr>
              <a:t>template</a:t>
            </a:r>
            <a:endParaRPr lang="zh-CN" altLang="en-US" sz="1600">
              <a:highlight>
                <a:srgbClr val="FFFF00"/>
              </a:highlight>
            </a:endParaRPr>
          </a:p>
        </p:txBody>
      </p:sp>
    </p:spTree>
    <p:extLst>
      <p:ext uri="{BB962C8B-B14F-4D97-AF65-F5344CB8AC3E}">
        <p14:creationId xmlns:p14="http://schemas.microsoft.com/office/powerpoint/2010/main" val="25913536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0FB0175-A26D-9E05-AF1D-58BD56D75859}"/>
              </a:ext>
            </a:extLst>
          </p:cNvPr>
          <p:cNvSpPr>
            <a:spLocks noGrp="1"/>
          </p:cNvSpPr>
          <p:nvPr>
            <p:ph type="sldNum" sz="quarter" idx="20"/>
          </p:nvPr>
        </p:nvSpPr>
        <p:spPr/>
        <p:txBody>
          <a:bodyPr/>
          <a:lstStyle/>
          <a:p>
            <a:fld id="{DF4E8F9F-5B1F-4F5B-BE49-3245D8C18D9F}" type="slidenum">
              <a:rPr lang="en-US" smtClean="0"/>
              <a:pPr/>
              <a:t>62</a:t>
            </a:fld>
            <a:endParaRPr lang="en-US"/>
          </a:p>
        </p:txBody>
      </p:sp>
      <p:sp>
        <p:nvSpPr>
          <p:cNvPr id="7" name="Title 1">
            <a:extLst>
              <a:ext uri="{FF2B5EF4-FFF2-40B4-BE49-F238E27FC236}">
                <a16:creationId xmlns:a16="http://schemas.microsoft.com/office/drawing/2014/main" id="{F4F28282-BF7E-606C-B627-069F1E758DFE}"/>
              </a:ext>
            </a:extLst>
          </p:cNvPr>
          <p:cNvSpPr>
            <a:spLocks noGrp="1"/>
          </p:cNvSpPr>
          <p:nvPr>
            <p:ph type="title"/>
          </p:nvPr>
        </p:nvSpPr>
        <p:spPr>
          <a:xfrm>
            <a:off x="479425" y="287710"/>
            <a:ext cx="11233150" cy="720725"/>
          </a:xfrm>
        </p:spPr>
        <p:txBody>
          <a:bodyPr/>
          <a:lstStyle/>
          <a:p>
            <a:r>
              <a:rPr lang="en-US" altLang="zh-CN"/>
              <a:t>TA </a:t>
            </a:r>
            <a:r>
              <a:rPr lang="en-US" altLang="zh-CN" i="1">
                <a:solidFill>
                  <a:schemeClr val="bg1">
                    <a:lumMod val="85000"/>
                  </a:schemeClr>
                </a:solidFill>
              </a:rPr>
              <a:t>CRM</a:t>
            </a:r>
            <a:r>
              <a:rPr lang="en-US" altLang="zh-CN"/>
              <a:t> Portfolio Summary - </a:t>
            </a:r>
            <a:r>
              <a:rPr lang="en-US" altLang="zh-CN">
                <a:solidFill>
                  <a:srgbClr val="FF0000"/>
                </a:solidFill>
              </a:rPr>
              <a:t>PMS Studies</a:t>
            </a:r>
            <a:endParaRPr lang="zh-CN" altLang="en-US">
              <a:solidFill>
                <a:srgbClr val="FF0000"/>
              </a:solidFill>
            </a:endParaRPr>
          </a:p>
        </p:txBody>
      </p:sp>
      <p:pic>
        <p:nvPicPr>
          <p:cNvPr id="2050" name="Picture 2">
            <a:extLst>
              <a:ext uri="{FF2B5EF4-FFF2-40B4-BE49-F238E27FC236}">
                <a16:creationId xmlns:a16="http://schemas.microsoft.com/office/drawing/2014/main" id="{E578E708-DB55-0ACE-FE27-4F66E865D90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7610" b="36159"/>
          <a:stretch>
            <a:fillRect/>
          </a:stretch>
        </p:blipFill>
        <p:spPr bwMode="auto">
          <a:xfrm>
            <a:off x="1918701" y="856693"/>
            <a:ext cx="8354598" cy="255836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52C63EE-F4D2-583D-2503-4E335CF6D08A}"/>
              </a:ext>
            </a:extLst>
          </p:cNvPr>
          <p:cNvSpPr txBox="1"/>
          <p:nvPr/>
        </p:nvSpPr>
        <p:spPr bwMode="gray">
          <a:xfrm>
            <a:off x="2059297" y="5976499"/>
            <a:ext cx="8214001" cy="721829"/>
          </a:xfrm>
          <a:prstGeom prst="roundRect">
            <a:avLst/>
          </a:prstGeom>
          <a:ln w="19050"/>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4330" marR="0" lvl="0" indent="-171450" algn="l" defTabSz="914400" rtl="0" eaLnBrk="1" fontAlgn="auto" latinLnBrk="0" hangingPunct="1">
              <a:lnSpc>
                <a:spcPct val="120000"/>
              </a:lnSpc>
              <a:buClrTx/>
              <a:buSzTx/>
              <a:buFont typeface="Arial" panose="020B0604020202020204" pitchFamily="34" charset="0"/>
              <a:buChar char="•"/>
              <a:tabLst/>
              <a:defRPr/>
            </a:pPr>
            <a:r>
              <a:rPr lang="en-US" altLang="zh-CN" sz="1200">
                <a:solidFill>
                  <a:prstClr val="black"/>
                </a:solidFill>
                <a:latin typeface="Boehringer Forward Text"/>
              </a:rPr>
              <a:t>Please focus on the portfolio changes.</a:t>
            </a:r>
          </a:p>
          <a:p>
            <a:pPr marL="354330" lvl="0" indent="-171450">
              <a:lnSpc>
                <a:spcPct val="120000"/>
              </a:lnSpc>
              <a:buFont typeface="Arial" panose="020B0604020202020204" pitchFamily="34" charset="0"/>
              <a:buChar char="•"/>
              <a:defRPr/>
            </a:pPr>
            <a:r>
              <a:rPr lang="en-US" altLang="zh-CN" sz="1200">
                <a:solidFill>
                  <a:prstClr val="black"/>
                </a:solidFill>
              </a:rPr>
              <a:t>A summary report can be exported from </a:t>
            </a: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PMS dashboard. </a:t>
            </a:r>
          </a:p>
          <a:p>
            <a:pPr marL="354330" lvl="0" indent="-171450">
              <a:lnSpc>
                <a:spcPct val="120000"/>
              </a:lnSpc>
              <a:buFont typeface="Arial" panose="020B0604020202020204" pitchFamily="34" charset="0"/>
              <a:buChar char="•"/>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The </a:t>
            </a:r>
            <a:r>
              <a:rPr lang="en-US" altLang="zh-CN" sz="1200">
                <a:solidFill>
                  <a:prstClr val="black"/>
                </a:solidFill>
                <a:latin typeface="Boehringer Forward Text"/>
              </a:rPr>
              <a:t>t</a:t>
            </a:r>
            <a:r>
              <a:rPr kumimoji="0" lang="en-US" altLang="zh-CN" sz="1200" b="0" i="0" u="none" strike="noStrike" kern="1200" cap="none" spc="0" normalizeH="0" baseline="0" noProof="0" err="1">
                <a:ln>
                  <a:noFill/>
                </a:ln>
                <a:solidFill>
                  <a:prstClr val="black"/>
                </a:solidFill>
                <a:effectLst/>
                <a:uLnTx/>
                <a:uFillTx/>
                <a:latin typeface="Boehringer Forward Text"/>
                <a:ea typeface="+mn-ea"/>
                <a:cs typeface="+mn-cs"/>
              </a:rPr>
              <a:t>raffic</a:t>
            </a: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 light status needs to be manually added to the slide.</a:t>
            </a:r>
          </a:p>
        </p:txBody>
      </p:sp>
      <p:sp>
        <p:nvSpPr>
          <p:cNvPr id="10" name="Rectangle: Rounded Corners 9">
            <a:extLst>
              <a:ext uri="{FF2B5EF4-FFF2-40B4-BE49-F238E27FC236}">
                <a16:creationId xmlns:a16="http://schemas.microsoft.com/office/drawing/2014/main" id="{FE5D9703-AC3D-E761-2C4C-ABA24A52A08D}"/>
              </a:ext>
            </a:extLst>
          </p:cNvPr>
          <p:cNvSpPr/>
          <p:nvPr/>
        </p:nvSpPr>
        <p:spPr bwMode="gray">
          <a:xfrm>
            <a:off x="2059298" y="5717399"/>
            <a:ext cx="4822079" cy="259100"/>
          </a:xfrm>
          <a:prstGeom prst="round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Guide for template use</a:t>
            </a:r>
            <a:endParaRPr lang="zh-CN" altLang="en-US" sz="1600">
              <a:solidFill>
                <a:schemeClr val="tx1"/>
              </a:solidFill>
            </a:endParaRPr>
          </a:p>
        </p:txBody>
      </p:sp>
      <p:sp>
        <p:nvSpPr>
          <p:cNvPr id="11" name="Rectangle 10">
            <a:extLst>
              <a:ext uri="{FF2B5EF4-FFF2-40B4-BE49-F238E27FC236}">
                <a16:creationId xmlns:a16="http://schemas.microsoft.com/office/drawing/2014/main" id="{0D5207CC-8046-7B43-2724-670D90D5CF4D}"/>
              </a:ext>
            </a:extLst>
          </p:cNvPr>
          <p:cNvSpPr/>
          <p:nvPr/>
        </p:nvSpPr>
        <p:spPr bwMode="gray">
          <a:xfrm>
            <a:off x="3090027" y="3625670"/>
            <a:ext cx="6869603" cy="1511938"/>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lnSpc>
                <a:spcPct val="110000"/>
              </a:lnSpc>
            </a:pPr>
            <a:r>
              <a:rPr lang="en-US" altLang="zh-CN" sz="1200" b="1">
                <a:solidFill>
                  <a:srgbClr val="5D4495"/>
                </a:solidFill>
              </a:rPr>
              <a:t>New studies:</a:t>
            </a:r>
            <a:r>
              <a:rPr lang="zh-CN" altLang="en-US" sz="1200" b="1">
                <a:solidFill>
                  <a:srgbClr val="5D4495"/>
                </a:solidFill>
              </a:rPr>
              <a:t> </a:t>
            </a:r>
            <a:endParaRPr lang="en-US" altLang="zh-CN" sz="1200" b="1">
              <a:solidFill>
                <a:srgbClr val="5D4495"/>
              </a:solidFill>
            </a:endParaRPr>
          </a:p>
          <a:p>
            <a:pPr marL="742950" lvl="1" indent="-285750" defTabSz="914377">
              <a:lnSpc>
                <a:spcPct val="110000"/>
              </a:lnSpc>
              <a:buFont typeface="Arial" panose="020B0604020202020204" pitchFamily="34" charset="0"/>
              <a:buChar char="•"/>
            </a:pPr>
            <a:r>
              <a:rPr lang="en-US" altLang="zh-CN" sz="1200" i="1">
                <a:solidFill>
                  <a:schemeClr val="bg1">
                    <a:lumMod val="50000"/>
                  </a:schemeClr>
                </a:solidFill>
              </a:rPr>
              <a:t>e.g. xxxx-1234, (study short description, e.g. ORIENTAL, Real-world study of Jardiance in Chinese patients with </a:t>
            </a:r>
            <a:r>
              <a:rPr lang="en-US" altLang="zh-CN" sz="1200" i="1" err="1">
                <a:solidFill>
                  <a:schemeClr val="bg1">
                    <a:lumMod val="50000"/>
                  </a:schemeClr>
                </a:solidFill>
              </a:rPr>
              <a:t>HFpEF</a:t>
            </a:r>
            <a:r>
              <a:rPr lang="en-US" altLang="zh-CN" sz="1200" i="1">
                <a:solidFill>
                  <a:schemeClr val="bg1">
                    <a:lumMod val="50000"/>
                  </a:schemeClr>
                </a:solidFill>
              </a:rPr>
              <a:t>),</a:t>
            </a:r>
            <a:r>
              <a:rPr lang="zh-CN" altLang="en-US" sz="1200" i="1">
                <a:solidFill>
                  <a:schemeClr val="bg1">
                    <a:lumMod val="50000"/>
                  </a:schemeClr>
                </a:solidFill>
              </a:rPr>
              <a:t> </a:t>
            </a:r>
            <a:r>
              <a:rPr lang="en-US" altLang="zh-CN" sz="1200" i="1">
                <a:solidFill>
                  <a:schemeClr val="bg1">
                    <a:lumMod val="50000"/>
                  </a:schemeClr>
                </a:solidFill>
              </a:rPr>
              <a:t>Additional comments if needed.</a:t>
            </a:r>
          </a:p>
          <a:p>
            <a:pPr defTabSz="914377">
              <a:lnSpc>
                <a:spcPct val="110000"/>
              </a:lnSpc>
            </a:pPr>
            <a:r>
              <a:rPr lang="en-US" altLang="zh-CN" sz="1200" b="1">
                <a:solidFill>
                  <a:srgbClr val="5D4495"/>
                </a:solidFill>
              </a:rPr>
              <a:t>Status change: </a:t>
            </a:r>
            <a:r>
              <a:rPr lang="en-US" altLang="zh-CN" sz="1200" i="1">
                <a:solidFill>
                  <a:schemeClr val="bg1">
                    <a:lumMod val="65000"/>
                  </a:schemeClr>
                </a:solidFill>
              </a:rPr>
              <a:t>(to ongoing)</a:t>
            </a:r>
          </a:p>
          <a:p>
            <a:pPr marL="742950" lvl="1" indent="-285750" defTabSz="914377">
              <a:lnSpc>
                <a:spcPct val="110000"/>
              </a:lnSpc>
              <a:buFont typeface="Arial" panose="020B0604020202020204" pitchFamily="34" charset="0"/>
              <a:buChar char="•"/>
            </a:pPr>
            <a:r>
              <a:rPr lang="en-US" altLang="zh-CN" sz="1200" i="1">
                <a:solidFill>
                  <a:schemeClr val="bg1">
                    <a:lumMod val="50000"/>
                  </a:schemeClr>
                </a:solidFill>
              </a:rPr>
              <a:t>e.g. xxxx-1234, (study short description)</a:t>
            </a:r>
            <a:r>
              <a:rPr lang="en-US" altLang="zh-CN" sz="1200" i="1">
                <a:solidFill>
                  <a:schemeClr val="bg1">
                    <a:lumMod val="50000"/>
                  </a:schemeClr>
                </a:solidFill>
                <a:latin typeface="Arial" panose="020B0604020202020204" pitchFamily="34" charset="0"/>
                <a:cs typeface="Arial" panose="020B0604020202020204" pitchFamily="34" charset="0"/>
              </a:rPr>
              <a:t>→</a:t>
            </a:r>
            <a:r>
              <a:rPr lang="en-US" altLang="zh-CN" sz="1200" i="1">
                <a:solidFill>
                  <a:schemeClr val="bg1">
                    <a:lumMod val="50000"/>
                  </a:schemeClr>
                </a:solidFill>
              </a:rPr>
              <a:t>ongoing. Additional comments if needed.</a:t>
            </a:r>
            <a:endParaRPr lang="en-US" altLang="zh-CN" sz="1400" i="1">
              <a:solidFill>
                <a:schemeClr val="bg1">
                  <a:lumMod val="50000"/>
                </a:schemeClr>
              </a:solidFill>
            </a:endParaRPr>
          </a:p>
          <a:p>
            <a:pPr defTabSz="914377">
              <a:lnSpc>
                <a:spcPct val="110000"/>
              </a:lnSpc>
            </a:pPr>
            <a:r>
              <a:rPr lang="en-US" altLang="zh-CN" sz="1200" b="1">
                <a:solidFill>
                  <a:srgbClr val="5D4495"/>
                </a:solidFill>
              </a:rPr>
              <a:t>Completion/Termination:</a:t>
            </a:r>
          </a:p>
          <a:p>
            <a:pPr marL="742950" lvl="1" indent="-285750" defTabSz="914377">
              <a:lnSpc>
                <a:spcPct val="110000"/>
              </a:lnSpc>
              <a:buFont typeface="Arial" panose="020B0604020202020204" pitchFamily="34" charset="0"/>
              <a:buChar char="•"/>
            </a:pPr>
            <a:r>
              <a:rPr lang="en-US" altLang="zh-CN" sz="1200" i="1">
                <a:solidFill>
                  <a:schemeClr val="bg1">
                    <a:lumMod val="50000"/>
                  </a:schemeClr>
                </a:solidFill>
              </a:rPr>
              <a:t>e.g. xxxx-1234, completed, Additional comments if needed.</a:t>
            </a:r>
            <a:endParaRPr lang="zh-CN" altLang="en-US" sz="1400" i="1">
              <a:solidFill>
                <a:schemeClr val="bg1">
                  <a:lumMod val="50000"/>
                </a:schemeClr>
              </a:solidFill>
            </a:endParaRPr>
          </a:p>
        </p:txBody>
      </p:sp>
      <p:sp>
        <p:nvSpPr>
          <p:cNvPr id="13" name="Star: 4 Points 12">
            <a:extLst>
              <a:ext uri="{FF2B5EF4-FFF2-40B4-BE49-F238E27FC236}">
                <a16:creationId xmlns:a16="http://schemas.microsoft.com/office/drawing/2014/main" id="{D718B550-067D-E347-E25E-31B112D430F8}"/>
              </a:ext>
            </a:extLst>
          </p:cNvPr>
          <p:cNvSpPr/>
          <p:nvPr/>
        </p:nvSpPr>
        <p:spPr bwMode="gray">
          <a:xfrm>
            <a:off x="2854031" y="3699400"/>
            <a:ext cx="147638" cy="147638"/>
          </a:xfrm>
          <a:prstGeom prst="star4">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14" name="Graphic 13" descr="Eye with solid fill">
            <a:extLst>
              <a:ext uri="{FF2B5EF4-FFF2-40B4-BE49-F238E27FC236}">
                <a16:creationId xmlns:a16="http://schemas.microsoft.com/office/drawing/2014/main" id="{D6C03E45-0741-B6A1-1EFA-217FDE0BA6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36411" y="4260176"/>
            <a:ext cx="182880" cy="182880"/>
          </a:xfrm>
          <a:prstGeom prst="rect">
            <a:avLst/>
          </a:prstGeom>
        </p:spPr>
      </p:pic>
      <p:sp>
        <p:nvSpPr>
          <p:cNvPr id="15" name="Isosceles Triangle 14">
            <a:extLst>
              <a:ext uri="{FF2B5EF4-FFF2-40B4-BE49-F238E27FC236}">
                <a16:creationId xmlns:a16="http://schemas.microsoft.com/office/drawing/2014/main" id="{2B11B312-9AC0-8428-4E52-735CD3354688}"/>
              </a:ext>
            </a:extLst>
          </p:cNvPr>
          <p:cNvSpPr/>
          <p:nvPr/>
        </p:nvSpPr>
        <p:spPr bwMode="gray">
          <a:xfrm>
            <a:off x="2854699" y="4693011"/>
            <a:ext cx="146304" cy="130897"/>
          </a:xfrm>
          <a:prstGeom prst="triangle">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7" name="Star: 4 Points 16">
            <a:extLst>
              <a:ext uri="{FF2B5EF4-FFF2-40B4-BE49-F238E27FC236}">
                <a16:creationId xmlns:a16="http://schemas.microsoft.com/office/drawing/2014/main" id="{004C8CC3-8607-319A-D803-EFD72BA23612}"/>
              </a:ext>
            </a:extLst>
          </p:cNvPr>
          <p:cNvSpPr/>
          <p:nvPr/>
        </p:nvSpPr>
        <p:spPr bwMode="gray">
          <a:xfrm>
            <a:off x="4420937" y="2135874"/>
            <a:ext cx="147638" cy="147638"/>
          </a:xfrm>
          <a:prstGeom prst="star4">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0" name="Oval 19">
            <a:extLst>
              <a:ext uri="{FF2B5EF4-FFF2-40B4-BE49-F238E27FC236}">
                <a16:creationId xmlns:a16="http://schemas.microsoft.com/office/drawing/2014/main" id="{26414C16-601F-E91A-7E93-3CE25F15D8F8}"/>
              </a:ext>
            </a:extLst>
          </p:cNvPr>
          <p:cNvSpPr/>
          <p:nvPr/>
        </p:nvSpPr>
        <p:spPr bwMode="gray">
          <a:xfrm>
            <a:off x="2483111" y="1825722"/>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1" name="Oval 20">
            <a:extLst>
              <a:ext uri="{FF2B5EF4-FFF2-40B4-BE49-F238E27FC236}">
                <a16:creationId xmlns:a16="http://schemas.microsoft.com/office/drawing/2014/main" id="{71C93AD6-0950-D67D-9AF0-298289181D25}"/>
              </a:ext>
            </a:extLst>
          </p:cNvPr>
          <p:cNvSpPr/>
          <p:nvPr/>
        </p:nvSpPr>
        <p:spPr bwMode="gray">
          <a:xfrm>
            <a:off x="3846175" y="183578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2" name="Oval 21">
            <a:extLst>
              <a:ext uri="{FF2B5EF4-FFF2-40B4-BE49-F238E27FC236}">
                <a16:creationId xmlns:a16="http://schemas.microsoft.com/office/drawing/2014/main" id="{BF58F8A2-09DC-D528-D0B2-BBE071BD09CB}"/>
              </a:ext>
            </a:extLst>
          </p:cNvPr>
          <p:cNvSpPr/>
          <p:nvPr/>
        </p:nvSpPr>
        <p:spPr bwMode="gray">
          <a:xfrm>
            <a:off x="3846175" y="1999153"/>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3" name="Oval 22">
            <a:extLst>
              <a:ext uri="{FF2B5EF4-FFF2-40B4-BE49-F238E27FC236}">
                <a16:creationId xmlns:a16="http://schemas.microsoft.com/office/drawing/2014/main" id="{9F94F394-FF89-55A6-6026-67F50D425B37}"/>
              </a:ext>
            </a:extLst>
          </p:cNvPr>
          <p:cNvSpPr/>
          <p:nvPr/>
        </p:nvSpPr>
        <p:spPr bwMode="gray">
          <a:xfrm>
            <a:off x="3846175" y="2162525"/>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4" name="Oval 23">
            <a:extLst>
              <a:ext uri="{FF2B5EF4-FFF2-40B4-BE49-F238E27FC236}">
                <a16:creationId xmlns:a16="http://schemas.microsoft.com/office/drawing/2014/main" id="{E51AF873-3BC0-5061-33E0-0AD9C802B432}"/>
              </a:ext>
            </a:extLst>
          </p:cNvPr>
          <p:cNvSpPr/>
          <p:nvPr/>
        </p:nvSpPr>
        <p:spPr bwMode="gray">
          <a:xfrm>
            <a:off x="3846175" y="2325897"/>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5" name="Oval 24">
            <a:extLst>
              <a:ext uri="{FF2B5EF4-FFF2-40B4-BE49-F238E27FC236}">
                <a16:creationId xmlns:a16="http://schemas.microsoft.com/office/drawing/2014/main" id="{6FBF33AE-6A65-8110-709C-0BF8A452D2D4}"/>
              </a:ext>
            </a:extLst>
          </p:cNvPr>
          <p:cNvSpPr/>
          <p:nvPr/>
        </p:nvSpPr>
        <p:spPr bwMode="gray">
          <a:xfrm>
            <a:off x="3846175" y="2489269"/>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6" name="Oval 25">
            <a:extLst>
              <a:ext uri="{FF2B5EF4-FFF2-40B4-BE49-F238E27FC236}">
                <a16:creationId xmlns:a16="http://schemas.microsoft.com/office/drawing/2014/main" id="{DEE7F1D7-2AA1-83EE-06B1-892EEB889847}"/>
              </a:ext>
            </a:extLst>
          </p:cNvPr>
          <p:cNvSpPr/>
          <p:nvPr/>
        </p:nvSpPr>
        <p:spPr bwMode="gray">
          <a:xfrm>
            <a:off x="3846175" y="265264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7" name="Oval 26">
            <a:extLst>
              <a:ext uri="{FF2B5EF4-FFF2-40B4-BE49-F238E27FC236}">
                <a16:creationId xmlns:a16="http://schemas.microsoft.com/office/drawing/2014/main" id="{85B30790-214F-4179-6235-3EC26133B098}"/>
              </a:ext>
            </a:extLst>
          </p:cNvPr>
          <p:cNvSpPr/>
          <p:nvPr/>
        </p:nvSpPr>
        <p:spPr bwMode="gray">
          <a:xfrm>
            <a:off x="3846175" y="2816016"/>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8" name="Oval 27">
            <a:extLst>
              <a:ext uri="{FF2B5EF4-FFF2-40B4-BE49-F238E27FC236}">
                <a16:creationId xmlns:a16="http://schemas.microsoft.com/office/drawing/2014/main" id="{012A96B5-5261-7C6A-807D-560011C7EC7C}"/>
              </a:ext>
            </a:extLst>
          </p:cNvPr>
          <p:cNvSpPr/>
          <p:nvPr/>
        </p:nvSpPr>
        <p:spPr bwMode="gray">
          <a:xfrm>
            <a:off x="5140725" y="1819934"/>
            <a:ext cx="118872" cy="118872"/>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9" name="Oval 28">
            <a:extLst>
              <a:ext uri="{FF2B5EF4-FFF2-40B4-BE49-F238E27FC236}">
                <a16:creationId xmlns:a16="http://schemas.microsoft.com/office/drawing/2014/main" id="{436B7195-0A73-666D-6283-AAA6656ECB03}"/>
              </a:ext>
            </a:extLst>
          </p:cNvPr>
          <p:cNvSpPr/>
          <p:nvPr/>
        </p:nvSpPr>
        <p:spPr bwMode="gray">
          <a:xfrm>
            <a:off x="5140725" y="1983306"/>
            <a:ext cx="118872" cy="118872"/>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0" name="Oval 29">
            <a:extLst>
              <a:ext uri="{FF2B5EF4-FFF2-40B4-BE49-F238E27FC236}">
                <a16:creationId xmlns:a16="http://schemas.microsoft.com/office/drawing/2014/main" id="{81BD79EC-1E18-6FB7-9393-0733E7DD2916}"/>
              </a:ext>
            </a:extLst>
          </p:cNvPr>
          <p:cNvSpPr/>
          <p:nvPr/>
        </p:nvSpPr>
        <p:spPr bwMode="gray">
          <a:xfrm>
            <a:off x="5140725" y="2146678"/>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1" name="Oval 30">
            <a:extLst>
              <a:ext uri="{FF2B5EF4-FFF2-40B4-BE49-F238E27FC236}">
                <a16:creationId xmlns:a16="http://schemas.microsoft.com/office/drawing/2014/main" id="{409BE55A-0033-0E3C-A659-9EB2513EEA18}"/>
              </a:ext>
            </a:extLst>
          </p:cNvPr>
          <p:cNvSpPr/>
          <p:nvPr/>
        </p:nvSpPr>
        <p:spPr bwMode="gray">
          <a:xfrm>
            <a:off x="5140725" y="2310050"/>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 name="Rectangle 1">
            <a:extLst>
              <a:ext uri="{FF2B5EF4-FFF2-40B4-BE49-F238E27FC236}">
                <a16:creationId xmlns:a16="http://schemas.microsoft.com/office/drawing/2014/main" id="{A8242BEC-A91D-584D-8C78-3C78AC21D8A9}"/>
              </a:ext>
            </a:extLst>
          </p:cNvPr>
          <p:cNvSpPr/>
          <p:nvPr/>
        </p:nvSpPr>
        <p:spPr bwMode="gray">
          <a:xfrm>
            <a:off x="5670166" y="2127381"/>
            <a:ext cx="309743" cy="192897"/>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 name="Speech Bubble: Rectangle 2">
            <a:extLst>
              <a:ext uri="{FF2B5EF4-FFF2-40B4-BE49-F238E27FC236}">
                <a16:creationId xmlns:a16="http://schemas.microsoft.com/office/drawing/2014/main" id="{2914C884-856A-41C6-104E-E4BC8E6F3D28}"/>
              </a:ext>
            </a:extLst>
          </p:cNvPr>
          <p:cNvSpPr/>
          <p:nvPr/>
        </p:nvSpPr>
        <p:spPr bwMode="gray">
          <a:xfrm>
            <a:off x="6021044" y="2505981"/>
            <a:ext cx="2223507" cy="283601"/>
          </a:xfrm>
          <a:prstGeom prst="wedgeRectCallout">
            <a:avLst>
              <a:gd name="adj1" fmla="val -53854"/>
              <a:gd name="adj2" fmla="val -133029"/>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a:solidFill>
                  <a:schemeClr val="bg1">
                    <a:lumMod val="65000"/>
                  </a:schemeClr>
                </a:solidFill>
              </a:rPr>
              <a:t>Please label the studies with the appropriate changes as needed.</a:t>
            </a:r>
            <a:endParaRPr lang="zh-CN" altLang="en-US" sz="1000">
              <a:solidFill>
                <a:schemeClr val="bg1">
                  <a:lumMod val="65000"/>
                </a:schemeClr>
              </a:solidFill>
            </a:endParaRPr>
          </a:p>
        </p:txBody>
      </p:sp>
      <p:pic>
        <p:nvPicPr>
          <p:cNvPr id="5" name="Picture 4">
            <a:extLst>
              <a:ext uri="{FF2B5EF4-FFF2-40B4-BE49-F238E27FC236}">
                <a16:creationId xmlns:a16="http://schemas.microsoft.com/office/drawing/2014/main" id="{A50E7EAC-160F-6E33-A74E-4420BE58D1D5}"/>
              </a:ext>
            </a:extLst>
          </p:cNvPr>
          <p:cNvPicPr>
            <a:picLocks noChangeAspect="1"/>
          </p:cNvPicPr>
          <p:nvPr/>
        </p:nvPicPr>
        <p:blipFill>
          <a:blip r:embed="rId5"/>
          <a:stretch>
            <a:fillRect/>
          </a:stretch>
        </p:blipFill>
        <p:spPr>
          <a:xfrm>
            <a:off x="5704891" y="2114666"/>
            <a:ext cx="182896" cy="182896"/>
          </a:xfrm>
          <a:prstGeom prst="rect">
            <a:avLst/>
          </a:prstGeom>
        </p:spPr>
      </p:pic>
      <p:sp>
        <p:nvSpPr>
          <p:cNvPr id="4" name="文本框 3">
            <a:extLst>
              <a:ext uri="{FF2B5EF4-FFF2-40B4-BE49-F238E27FC236}">
                <a16:creationId xmlns:a16="http://schemas.microsoft.com/office/drawing/2014/main" id="{F59A234F-8AC4-8835-D1E3-CD7E1E470F57}"/>
              </a:ext>
            </a:extLst>
          </p:cNvPr>
          <p:cNvSpPr txBox="1"/>
          <p:nvPr/>
        </p:nvSpPr>
        <p:spPr bwMode="gray">
          <a:xfrm>
            <a:off x="9436608" y="105581"/>
            <a:ext cx="2499650" cy="315920"/>
          </a:xfrm>
          <a:prstGeom prst="rect">
            <a:avLst/>
          </a:prstGeom>
          <a:noFill/>
        </p:spPr>
        <p:txBody>
          <a:bodyPr wrap="square" lIns="0" tIns="0" rIns="0" bIns="0" rtlCol="0">
            <a:spAutoFit/>
          </a:bodyPr>
          <a:lstStyle/>
          <a:p>
            <a:pPr algn="l">
              <a:lnSpc>
                <a:spcPct val="140000"/>
              </a:lnSpc>
            </a:pPr>
            <a:r>
              <a:rPr lang="en-US" altLang="zh-CN" sz="1600">
                <a:highlight>
                  <a:srgbClr val="FFFF00"/>
                </a:highlight>
              </a:rPr>
              <a:t>template</a:t>
            </a:r>
            <a:endParaRPr lang="zh-CN" altLang="en-US" sz="1600">
              <a:highlight>
                <a:srgbClr val="FFFF00"/>
              </a:highlight>
            </a:endParaRPr>
          </a:p>
        </p:txBody>
      </p:sp>
    </p:spTree>
    <p:extLst>
      <p:ext uri="{BB962C8B-B14F-4D97-AF65-F5344CB8AC3E}">
        <p14:creationId xmlns:p14="http://schemas.microsoft.com/office/powerpoint/2010/main" val="8984239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5405-4015-2941-021D-78700DCD1FD3}"/>
              </a:ext>
            </a:extLst>
          </p:cNvPr>
          <p:cNvSpPr>
            <a:spLocks noGrp="1"/>
          </p:cNvSpPr>
          <p:nvPr>
            <p:ph type="title"/>
          </p:nvPr>
        </p:nvSpPr>
        <p:spPr>
          <a:xfrm>
            <a:off x="488143" y="474385"/>
            <a:ext cx="11233151" cy="720000"/>
          </a:xfrm>
        </p:spPr>
        <p:txBody>
          <a:bodyPr/>
          <a:lstStyle/>
          <a:p>
            <a:r>
              <a:rPr lang="en-US" altLang="zh-CN"/>
              <a:t>Projects/Studies with </a:t>
            </a:r>
            <a:r>
              <a:rPr lang="en-US" altLang="zh-CN">
                <a:solidFill>
                  <a:srgbClr val="FF0000"/>
                </a:solidFill>
              </a:rPr>
              <a:t>Red-Light</a:t>
            </a:r>
            <a:r>
              <a:rPr lang="en-US" altLang="zh-CN"/>
              <a:t>  </a:t>
            </a:r>
            <a:endParaRPr lang="zh-CN" altLang="en-US"/>
          </a:p>
        </p:txBody>
      </p:sp>
      <p:sp>
        <p:nvSpPr>
          <p:cNvPr id="6" name="Slide Number Placeholder 5">
            <a:extLst>
              <a:ext uri="{FF2B5EF4-FFF2-40B4-BE49-F238E27FC236}">
                <a16:creationId xmlns:a16="http://schemas.microsoft.com/office/drawing/2014/main" id="{BE74B4C9-4081-7539-6AE9-E7401DD65A1E}"/>
              </a:ext>
            </a:extLst>
          </p:cNvPr>
          <p:cNvSpPr>
            <a:spLocks noGrp="1"/>
          </p:cNvSpPr>
          <p:nvPr>
            <p:ph type="sldNum" sz="quarter" idx="20"/>
          </p:nvPr>
        </p:nvSpPr>
        <p:spPr/>
        <p:txBody>
          <a:bodyPr/>
          <a:lstStyle/>
          <a:p>
            <a:fld id="{DF4E8F9F-5B1F-4F5B-BE49-3245D8C18D9F}" type="slidenum">
              <a:rPr lang="en-US" smtClean="0"/>
              <a:pPr/>
              <a:t>63</a:t>
            </a:fld>
            <a:endParaRPr lang="en-US"/>
          </a:p>
        </p:txBody>
      </p:sp>
      <p:pic>
        <p:nvPicPr>
          <p:cNvPr id="1026" name="Picture 2" descr="image">
            <a:extLst>
              <a:ext uri="{FF2B5EF4-FFF2-40B4-BE49-F238E27FC236}">
                <a16:creationId xmlns:a16="http://schemas.microsoft.com/office/drawing/2014/main" id="{59860DA5-FCBD-CDCE-0496-EFFFCB0842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67067" y="30772"/>
            <a:ext cx="1088223" cy="44518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336278A-2310-D849-4395-BCE0DE3991A0}"/>
              </a:ext>
            </a:extLst>
          </p:cNvPr>
          <p:cNvSpPr txBox="1"/>
          <p:nvPr/>
        </p:nvSpPr>
        <p:spPr bwMode="gray">
          <a:xfrm>
            <a:off x="6391506" y="343779"/>
            <a:ext cx="4675562" cy="476656"/>
          </a:xfrm>
          <a:prstGeom prst="roundRect">
            <a:avLst/>
          </a:prstGeom>
          <a:ln w="19050"/>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433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200">
                <a:solidFill>
                  <a:prstClr val="black"/>
                </a:solidFill>
                <a:latin typeface="Boehringer Forward Text"/>
              </a:rPr>
              <a:t>Please provide details for pipeline project/studies and PMS studies with red-light and add additional slides if needed.</a:t>
            </a:r>
          </a:p>
        </p:txBody>
      </p:sp>
      <p:sp>
        <p:nvSpPr>
          <p:cNvPr id="9" name="Rectangle: Rounded Corners 8">
            <a:extLst>
              <a:ext uri="{FF2B5EF4-FFF2-40B4-BE49-F238E27FC236}">
                <a16:creationId xmlns:a16="http://schemas.microsoft.com/office/drawing/2014/main" id="{B536588F-5D4F-DF11-A818-11C54EAA31B9}"/>
              </a:ext>
            </a:extLst>
          </p:cNvPr>
          <p:cNvSpPr/>
          <p:nvPr/>
        </p:nvSpPr>
        <p:spPr bwMode="gray">
          <a:xfrm>
            <a:off x="6391506" y="84679"/>
            <a:ext cx="2503199" cy="259100"/>
          </a:xfrm>
          <a:prstGeom prst="round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Guide for template use</a:t>
            </a:r>
            <a:endParaRPr lang="zh-CN" altLang="en-US" sz="1600">
              <a:solidFill>
                <a:schemeClr val="tx1"/>
              </a:solidFill>
            </a:endParaRPr>
          </a:p>
        </p:txBody>
      </p:sp>
      <p:sp>
        <p:nvSpPr>
          <p:cNvPr id="12" name="矩形 7">
            <a:extLst>
              <a:ext uri="{FF2B5EF4-FFF2-40B4-BE49-F238E27FC236}">
                <a16:creationId xmlns:a16="http://schemas.microsoft.com/office/drawing/2014/main" id="{027D7AB7-20F6-E2DF-8328-ABF7D062E888}"/>
              </a:ext>
            </a:extLst>
          </p:cNvPr>
          <p:cNvSpPr/>
          <p:nvPr/>
        </p:nvSpPr>
        <p:spPr>
          <a:xfrm>
            <a:off x="3618568" y="2272654"/>
            <a:ext cx="7580414" cy="998818"/>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lumMod val="75000"/>
                    <a:lumOff val="25000"/>
                  </a:prstClr>
                </a:solidFill>
                <a:effectLst/>
                <a:uLnTx/>
                <a:uFillTx/>
                <a:latin typeface="+mj-ea"/>
                <a:ea typeface="OPPOSans M"/>
                <a:cs typeface="+mn-cs"/>
              </a:rPr>
              <a:t>***</a:t>
            </a:r>
            <a:endParaRPr kumimoji="0" lang="zh-CN" altLang="en-US" sz="1400" b="0" i="0" u="none" strike="noStrike" kern="0" cap="none" spc="0" normalizeH="0" baseline="0" noProof="0">
              <a:ln>
                <a:noFill/>
              </a:ln>
              <a:solidFill>
                <a:prstClr val="black">
                  <a:lumMod val="75000"/>
                  <a:lumOff val="25000"/>
                </a:prstClr>
              </a:solidFill>
              <a:effectLst/>
              <a:uLnTx/>
              <a:uFillTx/>
              <a:latin typeface="+mj-ea"/>
              <a:ea typeface="OPPOSans M"/>
              <a:cs typeface="+mn-cs"/>
            </a:endParaRPr>
          </a:p>
        </p:txBody>
      </p:sp>
      <p:sp>
        <p:nvSpPr>
          <p:cNvPr id="16" name="矩形: 圆角 34">
            <a:extLst>
              <a:ext uri="{FF2B5EF4-FFF2-40B4-BE49-F238E27FC236}">
                <a16:creationId xmlns:a16="http://schemas.microsoft.com/office/drawing/2014/main" id="{6C0A9BF4-4055-DBA3-B961-1CC5316CD780}"/>
              </a:ext>
            </a:extLst>
          </p:cNvPr>
          <p:cNvSpPr/>
          <p:nvPr>
            <p:custDataLst>
              <p:tags r:id="rId1"/>
            </p:custDataLst>
          </p:nvPr>
        </p:nvSpPr>
        <p:spPr>
          <a:xfrm>
            <a:off x="993018" y="2272654"/>
            <a:ext cx="2246265" cy="998818"/>
          </a:xfrm>
          <a:prstGeom prst="roundRect">
            <a:avLst>
              <a:gd name="adj" fmla="val 9693"/>
            </a:avLst>
          </a:prstGeom>
          <a:solidFill>
            <a:srgbClr val="1E4123"/>
          </a:solidFill>
          <a:ln w="38100" cap="flat" cmpd="sng" algn="ctr">
            <a:noFill/>
            <a:prstDash val="solid"/>
            <a:miter lim="800000"/>
          </a:ln>
          <a:effectLst/>
        </p:spPr>
        <p:txBody>
          <a:bodyPr lIns="98755" tIns="49378" rIns="98755" bIns="49378" rtlCol="0" anchor="ctr"/>
          <a:lstStyle/>
          <a:p>
            <a:pPr algn="ctr"/>
            <a:r>
              <a:rPr lang="en-US" altLang="zh-CN" sz="1600">
                <a:solidFill>
                  <a:schemeClr val="bg1"/>
                </a:solidFill>
              </a:rPr>
              <a:t>Key issues</a:t>
            </a:r>
          </a:p>
        </p:txBody>
      </p:sp>
      <p:sp>
        <p:nvSpPr>
          <p:cNvPr id="15" name="矩形 11">
            <a:extLst>
              <a:ext uri="{FF2B5EF4-FFF2-40B4-BE49-F238E27FC236}">
                <a16:creationId xmlns:a16="http://schemas.microsoft.com/office/drawing/2014/main" id="{328ED791-3F17-8D6D-923B-4BE67F637A05}"/>
              </a:ext>
            </a:extLst>
          </p:cNvPr>
          <p:cNvSpPr/>
          <p:nvPr/>
        </p:nvSpPr>
        <p:spPr>
          <a:xfrm>
            <a:off x="3618568" y="3485154"/>
            <a:ext cx="7580414" cy="99477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lvl="0">
              <a:defRPr/>
            </a:pPr>
            <a:r>
              <a:rPr lang="en-US" altLang="zh-CN" sz="1400" kern="0">
                <a:solidFill>
                  <a:prstClr val="black">
                    <a:lumMod val="75000"/>
                    <a:lumOff val="25000"/>
                  </a:prstClr>
                </a:solidFill>
                <a:latin typeface="+mj-ea"/>
                <a:ea typeface="OPPOSans M"/>
              </a:rPr>
              <a:t>***</a:t>
            </a:r>
            <a:endParaRPr lang="zh-CN" altLang="en-US" sz="1400" kern="0">
              <a:solidFill>
                <a:prstClr val="black">
                  <a:lumMod val="75000"/>
                  <a:lumOff val="25000"/>
                </a:prstClr>
              </a:solidFill>
              <a:latin typeface="+mj-ea"/>
              <a:ea typeface="OPPOSans M"/>
            </a:endParaRPr>
          </a:p>
        </p:txBody>
      </p:sp>
      <p:sp>
        <p:nvSpPr>
          <p:cNvPr id="17" name="矩形: 圆角 35">
            <a:extLst>
              <a:ext uri="{FF2B5EF4-FFF2-40B4-BE49-F238E27FC236}">
                <a16:creationId xmlns:a16="http://schemas.microsoft.com/office/drawing/2014/main" id="{3E8F549D-CE23-3EA5-CE54-984DC07CEDA5}"/>
              </a:ext>
            </a:extLst>
          </p:cNvPr>
          <p:cNvSpPr/>
          <p:nvPr>
            <p:custDataLst>
              <p:tags r:id="rId2"/>
            </p:custDataLst>
          </p:nvPr>
        </p:nvSpPr>
        <p:spPr>
          <a:xfrm>
            <a:off x="993018" y="3465579"/>
            <a:ext cx="2246265" cy="998818"/>
          </a:xfrm>
          <a:prstGeom prst="roundRect">
            <a:avLst>
              <a:gd name="adj" fmla="val 11071"/>
            </a:avLst>
          </a:prstGeom>
          <a:solidFill>
            <a:srgbClr val="306534"/>
          </a:solidFill>
          <a:ln w="38100" cap="flat" cmpd="sng" algn="ctr">
            <a:noFill/>
            <a:prstDash val="solid"/>
            <a:miter lim="800000"/>
          </a:ln>
          <a:effectLst/>
        </p:spPr>
        <p:txBody>
          <a:bodyPr lIns="98755" tIns="49378" rIns="98755" bIns="49378" rtlCol="0" anchor="ctr"/>
          <a:lstStyle/>
          <a:p>
            <a:pPr lvl="0" algn="ctr">
              <a:defRPr/>
            </a:pPr>
            <a:r>
              <a:rPr lang="en-US" altLang="zh-CN" sz="1600" kern="0">
                <a:solidFill>
                  <a:prstClr val="white"/>
                </a:solidFill>
                <a:effectLst>
                  <a:outerShdw blurRad="137160" dist="41148" dir="2699997" algn="tl">
                    <a:srgbClr val="000000">
                      <a:alpha val="40000"/>
                    </a:srgbClr>
                  </a:outerShdw>
                </a:effectLst>
                <a:ea typeface="OPPOSans M"/>
              </a:rPr>
              <a:t>Mitigation actions</a:t>
            </a:r>
          </a:p>
        </p:txBody>
      </p:sp>
      <p:sp>
        <p:nvSpPr>
          <p:cNvPr id="13" name="矩形 9">
            <a:extLst>
              <a:ext uri="{FF2B5EF4-FFF2-40B4-BE49-F238E27FC236}">
                <a16:creationId xmlns:a16="http://schemas.microsoft.com/office/drawing/2014/main" id="{0DF94B6A-0F62-2D65-942D-617005CBFE50}"/>
              </a:ext>
            </a:extLst>
          </p:cNvPr>
          <p:cNvSpPr/>
          <p:nvPr/>
        </p:nvSpPr>
        <p:spPr>
          <a:xfrm>
            <a:off x="3618568" y="4714781"/>
            <a:ext cx="7580414" cy="95546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t"/>
          <a:lstStyle/>
          <a:p>
            <a:pPr lvl="0">
              <a:defRPr/>
            </a:pPr>
            <a:r>
              <a:rPr lang="en-US" altLang="zh-CN" sz="1400" kern="0">
                <a:solidFill>
                  <a:prstClr val="black">
                    <a:lumMod val="75000"/>
                    <a:lumOff val="25000"/>
                  </a:prstClr>
                </a:solidFill>
                <a:latin typeface="+mj-ea"/>
                <a:ea typeface="OPPOSans M"/>
              </a:rPr>
              <a:t>***</a:t>
            </a:r>
            <a:endParaRPr lang="zh-CN" altLang="en-US" sz="1400" kern="0">
              <a:solidFill>
                <a:prstClr val="black">
                  <a:lumMod val="75000"/>
                  <a:lumOff val="25000"/>
                </a:prstClr>
              </a:solidFill>
              <a:latin typeface="+mj-ea"/>
              <a:ea typeface="OPPOSans M"/>
            </a:endParaRPr>
          </a:p>
        </p:txBody>
      </p:sp>
      <p:sp>
        <p:nvSpPr>
          <p:cNvPr id="18" name="矩形: 圆角 36">
            <a:extLst>
              <a:ext uri="{FF2B5EF4-FFF2-40B4-BE49-F238E27FC236}">
                <a16:creationId xmlns:a16="http://schemas.microsoft.com/office/drawing/2014/main" id="{F9D380F5-6B9B-0591-C944-58CAFCCEB254}"/>
              </a:ext>
            </a:extLst>
          </p:cNvPr>
          <p:cNvSpPr/>
          <p:nvPr>
            <p:custDataLst>
              <p:tags r:id="rId3"/>
            </p:custDataLst>
          </p:nvPr>
        </p:nvSpPr>
        <p:spPr>
          <a:xfrm>
            <a:off x="993018" y="4674037"/>
            <a:ext cx="2246265" cy="998818"/>
          </a:xfrm>
          <a:prstGeom prst="roundRect">
            <a:avLst>
              <a:gd name="adj" fmla="val 6936"/>
            </a:avLst>
          </a:prstGeom>
          <a:solidFill>
            <a:srgbClr val="1E4123"/>
          </a:solidFill>
          <a:ln w="38100" cap="flat" cmpd="sng" algn="ctr">
            <a:noFill/>
            <a:prstDash val="solid"/>
            <a:miter lim="800000"/>
          </a:ln>
          <a:effectLst/>
        </p:spPr>
        <p:txBody>
          <a:bodyPr lIns="98755" tIns="49378" rIns="98755" bIns="49378" rtlCol="0" anchor="ctr"/>
          <a:lstStyle/>
          <a:p>
            <a:pPr algn="ctr"/>
            <a:r>
              <a:rPr lang="en-US" altLang="zh-CN" sz="1600">
                <a:solidFill>
                  <a:schemeClr val="bg1"/>
                </a:solidFill>
              </a:rPr>
              <a:t>Status update </a:t>
            </a:r>
          </a:p>
        </p:txBody>
      </p:sp>
      <p:sp>
        <p:nvSpPr>
          <p:cNvPr id="3" name="矩形 102">
            <a:extLst>
              <a:ext uri="{FF2B5EF4-FFF2-40B4-BE49-F238E27FC236}">
                <a16:creationId xmlns:a16="http://schemas.microsoft.com/office/drawing/2014/main" id="{C8931848-2275-D674-4FBC-C564DDA38916}"/>
              </a:ext>
            </a:extLst>
          </p:cNvPr>
          <p:cNvSpPr/>
          <p:nvPr/>
        </p:nvSpPr>
        <p:spPr>
          <a:xfrm>
            <a:off x="1229286" y="1360185"/>
            <a:ext cx="4543361" cy="67714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 name="矩形: 圆角 103">
            <a:extLst>
              <a:ext uri="{FF2B5EF4-FFF2-40B4-BE49-F238E27FC236}">
                <a16:creationId xmlns:a16="http://schemas.microsoft.com/office/drawing/2014/main" id="{1CB8C90B-A1E4-4DA9-2B27-FAFA99BCD3FC}"/>
              </a:ext>
            </a:extLst>
          </p:cNvPr>
          <p:cNvSpPr/>
          <p:nvPr/>
        </p:nvSpPr>
        <p:spPr>
          <a:xfrm>
            <a:off x="1286929"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chemeClr val="bg1"/>
                </a:solidFill>
              </a:rPr>
              <a:t>Project/study</a:t>
            </a:r>
            <a:endParaRPr lang="zh-CN" altLang="en-US" sz="1600">
              <a:solidFill>
                <a:schemeClr val="bg1"/>
              </a:solidFill>
            </a:endParaRPr>
          </a:p>
        </p:txBody>
      </p:sp>
      <p:sp>
        <p:nvSpPr>
          <p:cNvPr id="11" name="文本框 109">
            <a:extLst>
              <a:ext uri="{FF2B5EF4-FFF2-40B4-BE49-F238E27FC236}">
                <a16:creationId xmlns:a16="http://schemas.microsoft.com/office/drawing/2014/main" id="{D722E934-DAC3-D47D-42D8-3A49C6A19A7E}"/>
              </a:ext>
            </a:extLst>
          </p:cNvPr>
          <p:cNvSpPr txBox="1"/>
          <p:nvPr/>
        </p:nvSpPr>
        <p:spPr>
          <a:xfrm>
            <a:off x="1343205" y="1697342"/>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altLang="zh-CN" sz="1200" i="1">
                <a:solidFill>
                  <a:sysClr val="windowText" lastClr="000000">
                    <a:lumMod val="75000"/>
                    <a:lumOff val="25000"/>
                  </a:sysClr>
                </a:solidFill>
              </a:rPr>
              <a:t>e.g. BI123456,</a:t>
            </a:r>
            <a:r>
              <a:rPr lang="zh-CN" altLang="en-US" sz="1200" i="1">
                <a:solidFill>
                  <a:sysClr val="windowText" lastClr="000000">
                    <a:lumMod val="75000"/>
                    <a:lumOff val="25000"/>
                  </a:sysClr>
                </a:solidFill>
              </a:rPr>
              <a:t> </a:t>
            </a:r>
            <a:r>
              <a:rPr lang="en-US" altLang="zh-CN" sz="1200" i="1" err="1">
                <a:solidFill>
                  <a:sysClr val="windowText" lastClr="000000">
                    <a:lumMod val="75000"/>
                    <a:lumOff val="25000"/>
                  </a:sysClr>
                </a:solidFill>
              </a:rPr>
              <a:t>MoA</a:t>
            </a:r>
            <a:r>
              <a:rPr lang="en-US" altLang="zh-CN" sz="1200" i="1">
                <a:solidFill>
                  <a:sysClr val="windowText" lastClr="000000">
                    <a:lumMod val="75000"/>
                    <a:lumOff val="25000"/>
                  </a:sysClr>
                </a:solidFill>
              </a:rPr>
              <a:t> in Obesity</a:t>
            </a:r>
            <a:r>
              <a:rPr kumimoji="0" lang="en-US" altLang="zh-CN" sz="1200" b="0" i="1" u="none" strike="noStrike" kern="1200" cap="none" spc="0" normalizeH="0" baseline="0" noProof="0">
                <a:ln>
                  <a:noFill/>
                </a:ln>
                <a:solidFill>
                  <a:sysClr val="windowText" lastClr="000000">
                    <a:lumMod val="75000"/>
                    <a:lumOff val="25000"/>
                  </a:sysClr>
                </a:solidFill>
                <a:effectLst/>
                <a:uLnTx/>
                <a:uFillTx/>
                <a:cs typeface="+mn-cs"/>
              </a:rPr>
              <a:t>/XXXX-1234</a:t>
            </a:r>
            <a:r>
              <a:rPr lang="en-US" altLang="zh-CN" sz="1200" i="1">
                <a:solidFill>
                  <a:sysClr val="windowText" lastClr="000000">
                    <a:lumMod val="75000"/>
                    <a:lumOff val="25000"/>
                  </a:sysClr>
                </a:solidFill>
              </a:rPr>
              <a:t>,</a:t>
            </a:r>
            <a:r>
              <a:rPr lang="zh-CN" altLang="en-US" sz="1200" i="1">
                <a:solidFill>
                  <a:sysClr val="windowText" lastClr="000000">
                    <a:lumMod val="75000"/>
                    <a:lumOff val="25000"/>
                  </a:sysClr>
                </a:solidFill>
              </a:rPr>
              <a:t> </a:t>
            </a:r>
            <a:r>
              <a:rPr lang="en-US" altLang="zh-CN" sz="1200" i="1">
                <a:solidFill>
                  <a:sysClr val="windowText" lastClr="000000">
                    <a:lumMod val="75000"/>
                    <a:lumOff val="25000"/>
                  </a:sysClr>
                </a:solidFill>
              </a:rPr>
              <a:t>PhII</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ea typeface="OPPOSans R"/>
              <a:cs typeface="+mn-cs"/>
            </a:endParaRPr>
          </a:p>
        </p:txBody>
      </p:sp>
      <p:sp>
        <p:nvSpPr>
          <p:cNvPr id="14" name="矩形 102">
            <a:extLst>
              <a:ext uri="{FF2B5EF4-FFF2-40B4-BE49-F238E27FC236}">
                <a16:creationId xmlns:a16="http://schemas.microsoft.com/office/drawing/2014/main" id="{BAD27706-B911-D753-D4C0-8CD8587AF68F}"/>
              </a:ext>
            </a:extLst>
          </p:cNvPr>
          <p:cNvSpPr/>
          <p:nvPr/>
        </p:nvSpPr>
        <p:spPr>
          <a:xfrm>
            <a:off x="6419353" y="1360185"/>
            <a:ext cx="4543361" cy="677146"/>
          </a:xfrm>
          <a:prstGeom prst="rect">
            <a:avLst/>
          </a:prstGeom>
          <a:gradFill flip="none" rotWithShape="1">
            <a:gsLst>
              <a:gs pos="0">
                <a:sysClr val="window" lastClr="FFFFFF"/>
              </a:gs>
              <a:gs pos="100000">
                <a:sysClr val="window" lastClr="FFFFFF"/>
              </a:gs>
              <a:gs pos="46000">
                <a:srgbClr val="1E4123">
                  <a:lumMod val="5000"/>
                  <a:lumOff val="95000"/>
                </a:srgbClr>
              </a:gs>
            </a:gsLst>
            <a:path path="circle">
              <a:fillToRect r="100000" b="100000"/>
            </a:path>
            <a:tileRect l="-100000" t="-100000"/>
          </a:gradFill>
          <a:ln w="12700" cap="flat" cmpd="sng" algn="ctr">
            <a:solidFill>
              <a:sysClr val="window" lastClr="FFFFFF">
                <a:lumMod val="75000"/>
              </a:sysClr>
            </a:solidFill>
            <a:prstDash val="dash"/>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9" name="矩形: 圆角 103">
            <a:extLst>
              <a:ext uri="{FF2B5EF4-FFF2-40B4-BE49-F238E27FC236}">
                <a16:creationId xmlns:a16="http://schemas.microsoft.com/office/drawing/2014/main" id="{5F8AA33A-844E-D981-1AB7-8F83F78EBDF1}"/>
              </a:ext>
            </a:extLst>
          </p:cNvPr>
          <p:cNvSpPr/>
          <p:nvPr/>
        </p:nvSpPr>
        <p:spPr>
          <a:xfrm>
            <a:off x="6476996" y="1232301"/>
            <a:ext cx="3365795" cy="377055"/>
          </a:xfrm>
          <a:prstGeom prst="roundRect">
            <a:avLst>
              <a:gd name="adj" fmla="val 13302"/>
            </a:avLst>
          </a:prstGeom>
          <a:gradFill flip="none" rotWithShape="1">
            <a:gsLst>
              <a:gs pos="23000">
                <a:srgbClr val="1E4123"/>
              </a:gs>
              <a:gs pos="100000">
                <a:srgbClr val="1E4123">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1E4123">
                <a:alpha val="40000"/>
              </a:srgbClr>
            </a:outerShdw>
          </a:effectLst>
        </p:spPr>
        <p:txBody>
          <a:bodyPr lIns="98755" tIns="49378" rIns="98755" bIns="4937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chemeClr val="bg1"/>
                </a:solidFill>
              </a:rPr>
              <a:t>Red-light starts from</a:t>
            </a:r>
          </a:p>
        </p:txBody>
      </p:sp>
      <p:sp>
        <p:nvSpPr>
          <p:cNvPr id="20" name="文本框 109">
            <a:extLst>
              <a:ext uri="{FF2B5EF4-FFF2-40B4-BE49-F238E27FC236}">
                <a16:creationId xmlns:a16="http://schemas.microsoft.com/office/drawing/2014/main" id="{BA5F58C7-6F63-125D-EAAA-335706B4BB92}"/>
              </a:ext>
            </a:extLst>
          </p:cNvPr>
          <p:cNvSpPr txBox="1"/>
          <p:nvPr/>
        </p:nvSpPr>
        <p:spPr>
          <a:xfrm>
            <a:off x="6533272" y="1697342"/>
            <a:ext cx="4429442" cy="30900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altLang="zh-CN" sz="1200" i="1">
                <a:solidFill>
                  <a:sysClr val="windowText" lastClr="000000">
                    <a:lumMod val="75000"/>
                    <a:lumOff val="25000"/>
                  </a:sysClr>
                </a:solidFill>
              </a:rPr>
              <a:t>e.g. Aug</a:t>
            </a:r>
            <a:r>
              <a:rPr kumimoji="0" lang="en-US" altLang="zh-CN" sz="1200" b="0" i="1" u="none" strike="noStrike" kern="1200" cap="none" spc="0" normalizeH="0" baseline="0" noProof="0">
                <a:ln>
                  <a:noFill/>
                </a:ln>
                <a:solidFill>
                  <a:sysClr val="windowText" lastClr="000000">
                    <a:lumMod val="75000"/>
                    <a:lumOff val="25000"/>
                  </a:sysClr>
                </a:solidFill>
                <a:effectLst/>
                <a:uLnTx/>
                <a:uFillTx/>
                <a:cs typeface="+mn-cs"/>
              </a:rPr>
              <a:t> 2025</a:t>
            </a:r>
            <a:endParaRPr kumimoji="0" lang="zh-CN" altLang="en-US" sz="1200" b="0" i="0" u="none" strike="noStrike" kern="1200" cap="none" spc="0" normalizeH="0" baseline="0" noProof="0">
              <a:ln>
                <a:noFill/>
              </a:ln>
              <a:solidFill>
                <a:sysClr val="windowText" lastClr="000000">
                  <a:lumMod val="75000"/>
                  <a:lumOff val="25000"/>
                </a:sysClr>
              </a:solidFill>
              <a:effectLst/>
              <a:uLnTx/>
              <a:uFillTx/>
              <a:ea typeface="OPPOSans R"/>
              <a:cs typeface="+mn-cs"/>
            </a:endParaRPr>
          </a:p>
        </p:txBody>
      </p:sp>
      <p:sp>
        <p:nvSpPr>
          <p:cNvPr id="4" name="文本框 3">
            <a:extLst>
              <a:ext uri="{FF2B5EF4-FFF2-40B4-BE49-F238E27FC236}">
                <a16:creationId xmlns:a16="http://schemas.microsoft.com/office/drawing/2014/main" id="{AA1C5484-7EAF-3D28-AED5-7C311A116243}"/>
              </a:ext>
            </a:extLst>
          </p:cNvPr>
          <p:cNvSpPr txBox="1"/>
          <p:nvPr/>
        </p:nvSpPr>
        <p:spPr bwMode="gray">
          <a:xfrm>
            <a:off x="9436608" y="105581"/>
            <a:ext cx="2499650" cy="315920"/>
          </a:xfrm>
          <a:prstGeom prst="rect">
            <a:avLst/>
          </a:prstGeom>
          <a:noFill/>
        </p:spPr>
        <p:txBody>
          <a:bodyPr wrap="square" lIns="0" tIns="0" rIns="0" bIns="0" rtlCol="0">
            <a:spAutoFit/>
          </a:bodyPr>
          <a:lstStyle/>
          <a:p>
            <a:pPr algn="l">
              <a:lnSpc>
                <a:spcPct val="140000"/>
              </a:lnSpc>
            </a:pPr>
            <a:r>
              <a:rPr lang="en-US" altLang="zh-CN" sz="1600">
                <a:highlight>
                  <a:srgbClr val="FFFF00"/>
                </a:highlight>
              </a:rPr>
              <a:t>template</a:t>
            </a:r>
            <a:endParaRPr lang="zh-CN" altLang="en-US" sz="1600">
              <a:highlight>
                <a:srgbClr val="FFFF00"/>
              </a:highlight>
            </a:endParaRPr>
          </a:p>
        </p:txBody>
      </p:sp>
    </p:spTree>
    <p:extLst>
      <p:ext uri="{BB962C8B-B14F-4D97-AF65-F5344CB8AC3E}">
        <p14:creationId xmlns:p14="http://schemas.microsoft.com/office/powerpoint/2010/main" val="2127270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9C811-2A1A-3062-7EFC-82C3ED66AF54}"/>
              </a:ext>
            </a:extLst>
          </p:cNvPr>
          <p:cNvSpPr>
            <a:spLocks noGrp="1"/>
          </p:cNvSpPr>
          <p:nvPr>
            <p:ph type="title"/>
          </p:nvPr>
        </p:nvSpPr>
        <p:spPr/>
        <p:txBody>
          <a:bodyPr/>
          <a:lstStyle/>
          <a:p>
            <a:r>
              <a:rPr lang="en-US" altLang="zh-CN">
                <a:highlight>
                  <a:srgbClr val="FFFF00"/>
                </a:highlight>
              </a:rPr>
              <a:t>Guidance</a:t>
            </a:r>
            <a:r>
              <a:rPr lang="en-US" altLang="zh-CN"/>
              <a:t> on  Portfolio Highlights</a:t>
            </a:r>
            <a:endParaRPr lang="zh-CN" altLang="en-US"/>
          </a:p>
        </p:txBody>
      </p:sp>
      <p:sp>
        <p:nvSpPr>
          <p:cNvPr id="3" name="Content Placeholder 2">
            <a:extLst>
              <a:ext uri="{FF2B5EF4-FFF2-40B4-BE49-F238E27FC236}">
                <a16:creationId xmlns:a16="http://schemas.microsoft.com/office/drawing/2014/main" id="{B8F347BD-83B3-4809-B89F-AA77D81BFB53}"/>
              </a:ext>
            </a:extLst>
          </p:cNvPr>
          <p:cNvSpPr>
            <a:spLocks noGrp="1"/>
          </p:cNvSpPr>
          <p:nvPr>
            <p:ph idx="1"/>
          </p:nvPr>
        </p:nvSpPr>
        <p:spPr>
          <a:xfrm>
            <a:off x="535954" y="3311677"/>
            <a:ext cx="5269581" cy="1527042"/>
          </a:xfrm>
        </p:spPr>
        <p:txBody>
          <a:bodyPr/>
          <a:lstStyle/>
          <a:p>
            <a:pPr marL="0" indent="0">
              <a:lnSpc>
                <a:spcPct val="120000"/>
              </a:lnSpc>
              <a:spcAft>
                <a:spcPts val="1200"/>
              </a:spcAft>
              <a:buNone/>
            </a:pPr>
            <a:r>
              <a:rPr lang="en-US" altLang="zh-CN"/>
              <a:t>Each TA may define the contents of its portfolio highlights according to TA presentation needs. </a:t>
            </a:r>
          </a:p>
          <a:p>
            <a:pPr marL="0" indent="0">
              <a:lnSpc>
                <a:spcPct val="120000"/>
              </a:lnSpc>
              <a:spcAft>
                <a:spcPts val="1200"/>
              </a:spcAft>
              <a:buNone/>
            </a:pPr>
            <a:r>
              <a:rPr lang="en-US" altLang="zh-CN"/>
              <a:t>Please ensure that updates on key projects and key studies(e.g. recruitment curve) within the TA are included.</a:t>
            </a:r>
          </a:p>
        </p:txBody>
      </p:sp>
      <p:sp>
        <p:nvSpPr>
          <p:cNvPr id="5" name="Slide Number Placeholder 4">
            <a:extLst>
              <a:ext uri="{FF2B5EF4-FFF2-40B4-BE49-F238E27FC236}">
                <a16:creationId xmlns:a16="http://schemas.microsoft.com/office/drawing/2014/main" id="{F787B455-7F36-86D7-2C98-33E2BA30A796}"/>
              </a:ext>
            </a:extLst>
          </p:cNvPr>
          <p:cNvSpPr>
            <a:spLocks noGrp="1"/>
          </p:cNvSpPr>
          <p:nvPr>
            <p:ph type="sldNum" sz="quarter" idx="20"/>
          </p:nvPr>
        </p:nvSpPr>
        <p:spPr/>
        <p:txBody>
          <a:bodyPr/>
          <a:lstStyle/>
          <a:p>
            <a:fld id="{DF4E8F9F-5B1F-4F5B-BE49-3245D8C18D9F}" type="slidenum">
              <a:rPr lang="en-US" smtClean="0"/>
              <a:pPr/>
              <a:t>64</a:t>
            </a:fld>
            <a:endParaRPr lang="en-US"/>
          </a:p>
        </p:txBody>
      </p:sp>
      <p:sp>
        <p:nvSpPr>
          <p:cNvPr id="6" name="Rectangle 5" descr="Presentation with Checklist">
            <a:extLst>
              <a:ext uri="{FF2B5EF4-FFF2-40B4-BE49-F238E27FC236}">
                <a16:creationId xmlns:a16="http://schemas.microsoft.com/office/drawing/2014/main" id="{1816FFCF-6BFA-80B8-9C6E-2AF8BBC26277}"/>
              </a:ext>
            </a:extLst>
          </p:cNvPr>
          <p:cNvSpPr/>
          <p:nvPr/>
        </p:nvSpPr>
        <p:spPr>
          <a:xfrm>
            <a:off x="8319651" y="1290456"/>
            <a:ext cx="1397823" cy="1397823"/>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zh-CN" altLang="en-US"/>
          </a:p>
        </p:txBody>
      </p:sp>
      <p:sp>
        <p:nvSpPr>
          <p:cNvPr id="9" name="Rectangle 8" descr="Classroom">
            <a:extLst>
              <a:ext uri="{FF2B5EF4-FFF2-40B4-BE49-F238E27FC236}">
                <a16:creationId xmlns:a16="http://schemas.microsoft.com/office/drawing/2014/main" id="{1FAA4327-379F-2251-A47F-47AF509E53A1}"/>
              </a:ext>
            </a:extLst>
          </p:cNvPr>
          <p:cNvSpPr/>
          <p:nvPr/>
        </p:nvSpPr>
        <p:spPr>
          <a:xfrm>
            <a:off x="2471228" y="1289851"/>
            <a:ext cx="1399032" cy="1399032"/>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zh-CN" altLang="en-US"/>
          </a:p>
        </p:txBody>
      </p:sp>
      <p:sp>
        <p:nvSpPr>
          <p:cNvPr id="13" name="Content Placeholder 2">
            <a:extLst>
              <a:ext uri="{FF2B5EF4-FFF2-40B4-BE49-F238E27FC236}">
                <a16:creationId xmlns:a16="http://schemas.microsoft.com/office/drawing/2014/main" id="{9008D319-5679-3446-7E20-131C4192747C}"/>
              </a:ext>
            </a:extLst>
          </p:cNvPr>
          <p:cNvSpPr txBox="1">
            <a:spLocks/>
          </p:cNvSpPr>
          <p:nvPr/>
        </p:nvSpPr>
        <p:spPr bwMode="gray">
          <a:xfrm>
            <a:off x="6385090" y="3311677"/>
            <a:ext cx="5266944" cy="1451786"/>
          </a:xfrm>
          <a:prstGeom prst="rect">
            <a:avLst/>
          </a:prstGeom>
        </p:spPr>
        <p:txBody>
          <a:bodyPr vert="horz" lIns="0" tIns="0" rIns="0" bIns="0" rtlCol="0">
            <a:noAutofit/>
          </a:bodyPr>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20000"/>
              </a:lnSpc>
              <a:spcAft>
                <a:spcPts val="1200"/>
              </a:spcAft>
              <a:buNone/>
            </a:pPr>
            <a:r>
              <a:rPr lang="en-US" altLang="zh-CN"/>
              <a:t>The templates for the development plan and recruitment curve in slides 8 and 9 can be used as references and adapted as needed to suit the TA’s requirements.</a:t>
            </a:r>
            <a:endParaRPr lang="zh-CN" altLang="en-US"/>
          </a:p>
        </p:txBody>
      </p:sp>
      <p:sp>
        <p:nvSpPr>
          <p:cNvPr id="15" name="文本框 72">
            <a:extLst>
              <a:ext uri="{FF2B5EF4-FFF2-40B4-BE49-F238E27FC236}">
                <a16:creationId xmlns:a16="http://schemas.microsoft.com/office/drawing/2014/main" id="{D457A2C7-3901-BECA-BBE0-B177090BD04F}"/>
              </a:ext>
            </a:extLst>
          </p:cNvPr>
          <p:cNvSpPr txBox="1"/>
          <p:nvPr/>
        </p:nvSpPr>
        <p:spPr>
          <a:xfrm>
            <a:off x="535954" y="2803476"/>
            <a:ext cx="1059570" cy="486460"/>
          </a:xfrm>
          <a:prstGeom prst="roundRect">
            <a:avLst>
              <a:gd name="adj" fmla="val 50000"/>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42900" dist="508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spAutoFit/>
          </a:bodyPr>
          <a:lstStyle>
            <a:defPPr>
              <a:defRPr lang="zh-CN"/>
            </a:defPPr>
            <a:lvl1pPr algn="ctr">
              <a:defRPr sz="1944">
                <a:solidFill>
                  <a:schemeClr val="bg1"/>
                </a:solidFill>
                <a:effectLst>
                  <a:outerShdw blurRad="137160" dist="41148" dir="2699997" algn="tl">
                    <a:srgbClr val="000000">
                      <a:alpha val="40000"/>
                    </a:srgbClr>
                  </a:outerShdw>
                </a:effectLst>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1600">
                <a:effectLst/>
              </a:rPr>
              <a:t>Content</a:t>
            </a:r>
            <a:endParaRPr lang="zh-CN" altLang="en-US" sz="1600">
              <a:effectLst/>
            </a:endParaRPr>
          </a:p>
        </p:txBody>
      </p:sp>
      <p:sp>
        <p:nvSpPr>
          <p:cNvPr id="17" name="文本框 72">
            <a:extLst>
              <a:ext uri="{FF2B5EF4-FFF2-40B4-BE49-F238E27FC236}">
                <a16:creationId xmlns:a16="http://schemas.microsoft.com/office/drawing/2014/main" id="{1BCE4673-64EA-95BD-550F-0C46390E2869}"/>
              </a:ext>
            </a:extLst>
          </p:cNvPr>
          <p:cNvSpPr txBox="1"/>
          <p:nvPr/>
        </p:nvSpPr>
        <p:spPr>
          <a:xfrm>
            <a:off x="6384304" y="2803476"/>
            <a:ext cx="990049" cy="486460"/>
          </a:xfrm>
          <a:prstGeom prst="roundRect">
            <a:avLst>
              <a:gd name="adj" fmla="val 50000"/>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42900" dist="508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spAutoFit/>
          </a:bodyPr>
          <a:lstStyle>
            <a:defPPr>
              <a:defRPr lang="zh-CN"/>
            </a:defPPr>
            <a:lvl1pPr algn="ctr">
              <a:defRPr sz="1944">
                <a:solidFill>
                  <a:schemeClr val="bg1"/>
                </a:solidFill>
                <a:effectLst>
                  <a:outerShdw blurRad="137160" dist="41148" dir="2699997" algn="tl">
                    <a:srgbClr val="000000">
                      <a:alpha val="40000"/>
                    </a:srgbClr>
                  </a:outerShdw>
                </a:effectLst>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1600">
                <a:effectLst/>
              </a:rPr>
              <a:t>Format</a:t>
            </a:r>
            <a:endParaRPr lang="zh-CN" altLang="en-US" sz="1600">
              <a:effectLst/>
            </a:endParaRPr>
          </a:p>
        </p:txBody>
      </p:sp>
    </p:spTree>
    <p:extLst>
      <p:ext uri="{BB962C8B-B14F-4D97-AF65-F5344CB8AC3E}">
        <p14:creationId xmlns:p14="http://schemas.microsoft.com/office/powerpoint/2010/main" val="10203679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p:txBody>
          <a:bodyPr/>
          <a:lstStyle/>
          <a:p>
            <a:r>
              <a:rPr lang="en-US" altLang="zh-CN" sz="2400" b="0" i="1">
                <a:solidFill>
                  <a:schemeClr val="bg1">
                    <a:lumMod val="65000"/>
                  </a:schemeClr>
                </a:solidFill>
                <a:latin typeface="+mn-lt"/>
              </a:rPr>
              <a:t>BI 123456/INN (</a:t>
            </a:r>
            <a:r>
              <a:rPr lang="en-US" altLang="zh-CN" sz="2400" b="0" i="1" err="1">
                <a:solidFill>
                  <a:schemeClr val="bg1">
                    <a:lumMod val="65000"/>
                  </a:schemeClr>
                </a:solidFill>
                <a:latin typeface="+mn-lt"/>
              </a:rPr>
              <a:t>MoA</a:t>
            </a:r>
            <a:r>
              <a:rPr lang="en-US" altLang="zh-CN" sz="2400" b="0" i="1">
                <a:solidFill>
                  <a:schemeClr val="bg1">
                    <a:lumMod val="65000"/>
                  </a:schemeClr>
                </a:solidFill>
                <a:latin typeface="+mn-lt"/>
              </a:rPr>
              <a:t>), indication </a:t>
            </a:r>
            <a:r>
              <a:rPr lang="en-US" altLang="zh-CN">
                <a:latin typeface="+mn-lt"/>
              </a:rPr>
              <a:t>Development Plan </a:t>
            </a:r>
            <a:endParaRPr lang="zh-CN" altLang="en-US">
              <a:latin typeface="+mn-lt"/>
            </a:endParaRPr>
          </a:p>
        </p:txBody>
      </p:sp>
      <p:sp>
        <p:nvSpPr>
          <p:cNvPr id="4" name="Text Placeholder 3">
            <a:extLst>
              <a:ext uri="{FF2B5EF4-FFF2-40B4-BE49-F238E27FC236}">
                <a16:creationId xmlns:a16="http://schemas.microsoft.com/office/drawing/2014/main" id="{EB452D63-D9A7-FF4C-C60D-26D666D4BD4F}"/>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86" name="TextBox 85">
            <a:extLst>
              <a:ext uri="{FF2B5EF4-FFF2-40B4-BE49-F238E27FC236}">
                <a16:creationId xmlns:a16="http://schemas.microsoft.com/office/drawing/2014/main" id="{42C02044-AE22-E754-D9B8-E147A26929AD}"/>
              </a:ext>
            </a:extLst>
          </p:cNvPr>
          <p:cNvSpPr txBox="1"/>
          <p:nvPr/>
        </p:nvSpPr>
        <p:spPr bwMode="gray">
          <a:xfrm>
            <a:off x="2236991" y="6285919"/>
            <a:ext cx="4945205" cy="23692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4330" marR="0" lvl="0" indent="-1714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200">
                <a:solidFill>
                  <a:prstClr val="black"/>
                </a:solidFill>
              </a:rPr>
              <a:t>The template can be adjusted  based on project needs.</a:t>
            </a:r>
            <a:endParaRPr kumimoji="0" lang="en-US" altLang="zh-CN" sz="1200" b="0" i="0" u="none" strike="noStrike" kern="1200" cap="none" spc="0" normalizeH="0" baseline="0" noProof="0">
              <a:ln>
                <a:noFill/>
              </a:ln>
              <a:solidFill>
                <a:prstClr val="black"/>
              </a:solidFill>
              <a:effectLst/>
              <a:uLnTx/>
              <a:uFillTx/>
            </a:endParaRPr>
          </a:p>
        </p:txBody>
      </p:sp>
      <p:sp>
        <p:nvSpPr>
          <p:cNvPr id="3" name="Rectangle: Rounded Corners 2">
            <a:extLst>
              <a:ext uri="{FF2B5EF4-FFF2-40B4-BE49-F238E27FC236}">
                <a16:creationId xmlns:a16="http://schemas.microsoft.com/office/drawing/2014/main" id="{C225E90F-A264-393E-ABE4-F8F7582DDB70}"/>
              </a:ext>
            </a:extLst>
          </p:cNvPr>
          <p:cNvSpPr/>
          <p:nvPr/>
        </p:nvSpPr>
        <p:spPr bwMode="gray">
          <a:xfrm>
            <a:off x="2214168" y="6043832"/>
            <a:ext cx="2503199" cy="259100"/>
          </a:xfrm>
          <a:prstGeom prst="round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Guide for template use</a:t>
            </a:r>
            <a:endParaRPr lang="zh-CN" altLang="en-US" sz="1600">
              <a:solidFill>
                <a:schemeClr val="tx1"/>
              </a:solidFill>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65</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AD216F8E-FF95-87CF-1284-50B601371CE6}"/>
              </a:ext>
            </a:extLst>
          </p:cNvPr>
          <p:cNvSpPr/>
          <p:nvPr>
            <p:custDataLst>
              <p:tags r:id="rId1"/>
            </p:custDataLst>
          </p:nvPr>
        </p:nvSpPr>
        <p:spPr bwMode="auto">
          <a:xfrm>
            <a:off x="4746977" y="4344713"/>
            <a:ext cx="1392000"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2"/>
            </p:custDataLst>
          </p:nvPr>
        </p:nvSpPr>
        <p:spPr bwMode="auto">
          <a:xfrm>
            <a:off x="4747908" y="2278100"/>
            <a:ext cx="139200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extLst>
              <p:ext uri="{D42A27DB-BD31-4B8C-83A1-F6EECF244321}">
                <p14:modId xmlns:p14="http://schemas.microsoft.com/office/powerpoint/2010/main" val="1516044259"/>
              </p:ext>
            </p:extLst>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Ph2/3-</a:t>
            </a:r>
          </a:p>
          <a:p>
            <a:pPr algn="ctr" defTabSz="914377">
              <a:defRPr/>
            </a:pPr>
            <a:r>
              <a:rPr lang="en-US" altLang="zh-CN" sz="1067" b="1" err="1">
                <a:solidFill>
                  <a:srgbClr val="08312A"/>
                </a:solidFill>
                <a:cs typeface="Calibri" panose="020F0502020204030204" pitchFamily="34" charset="0"/>
              </a:rPr>
              <a:t>xxxx-xxxx</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3"/>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4"/>
            </p:custDataLst>
          </p:nvPr>
        </p:nvSpPr>
        <p:spPr bwMode="auto">
          <a:xfrm>
            <a:off x="2094831" y="2273316"/>
            <a:ext cx="265307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Ph2/3, N=***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5"/>
            </p:custDataLst>
          </p:nvPr>
        </p:nvSpPr>
        <p:spPr bwMode="auto">
          <a:xfrm>
            <a:off x="3159379" y="4344717"/>
            <a:ext cx="15876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Ph2/3, N=**</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6"/>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17 Nov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7"/>
            </p:custDataLst>
          </p:nvPr>
        </p:nvSpPr>
        <p:spPr bwMode="auto">
          <a:xfrm>
            <a:off x="1981850" y="4351024"/>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8"/>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Apr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9"/>
            </p:custDataLst>
          </p:nvPr>
        </p:nvSpPr>
        <p:spPr bwMode="auto">
          <a:xfrm rot="16200000">
            <a:off x="1971073" y="458396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0"/>
            </p:custDataLst>
          </p:nvPr>
        </p:nvSpPr>
        <p:spPr>
          <a:xfrm>
            <a:off x="1752395" y="468548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1" name="Rectangle 73">
            <a:extLst>
              <a:ext uri="{FF2B5EF4-FFF2-40B4-BE49-F238E27FC236}">
                <a16:creationId xmlns:a16="http://schemas.microsoft.com/office/drawing/2014/main" id="{96E5E0B1-4C22-09C0-F6AC-5682E15DDEF5}"/>
              </a:ext>
            </a:extLst>
          </p:cNvPr>
          <p:cNvSpPr/>
          <p:nvPr/>
        </p:nvSpPr>
        <p:spPr>
          <a:xfrm>
            <a:off x="4611711" y="463931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1"/>
            </p:custDataLst>
          </p:nvPr>
        </p:nvSpPr>
        <p:spPr>
          <a:xfrm>
            <a:off x="4295073" y="417289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4552797"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2"/>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328423"/>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Ph2/3-</a:t>
            </a:r>
          </a:p>
          <a:p>
            <a:pPr algn="ctr" defTabSz="914377">
              <a:defRPr/>
            </a:pPr>
            <a:r>
              <a:rPr lang="en-US" altLang="zh-CN" sz="1067" b="1" err="1">
                <a:solidFill>
                  <a:srgbClr val="08312A"/>
                </a:solidFill>
                <a:cs typeface="Calibri" panose="020F0502020204030204" pitchFamily="34" charset="0"/>
              </a:rPr>
              <a:t>xxxx-xxxx</a:t>
            </a:r>
            <a:endParaRPr lang="en-US" altLang="zh-CN" sz="1067" b="1">
              <a:solidFill>
                <a:srgbClr val="08312A"/>
              </a:solidFill>
              <a:cs typeface="Calibri" panose="020F0502020204030204" pitchFamily="34" charset="0"/>
            </a:endParaRPr>
          </a:p>
        </p:txBody>
      </p:sp>
      <p:sp>
        <p:nvSpPr>
          <p:cNvPr id="268" name="Rectangle 55">
            <a:extLst>
              <a:ext uri="{FF2B5EF4-FFF2-40B4-BE49-F238E27FC236}">
                <a16:creationId xmlns:a16="http://schemas.microsoft.com/office/drawing/2014/main" id="{75A0DA48-F1F2-A864-01F6-DFDFDEBA525F}"/>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13"/>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1" name="Rectangle 55">
            <a:extLst>
              <a:ext uri="{FF2B5EF4-FFF2-40B4-BE49-F238E27FC236}">
                <a16:creationId xmlns:a16="http://schemas.microsoft.com/office/drawing/2014/main" id="{86CB3DBA-177A-2343-F7BB-5C9798AA3186}"/>
              </a:ext>
            </a:extLst>
          </p:cNvPr>
          <p:cNvSpPr/>
          <p:nvPr/>
        </p:nvSpPr>
        <p:spPr>
          <a:xfrm>
            <a:off x="5523223" y="4639315"/>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OTLSHAPE_T_e17f3958430f4cff8650518c93c7635e_StartDate">
            <a:extLst>
              <a:ext uri="{FF2B5EF4-FFF2-40B4-BE49-F238E27FC236}">
                <a16:creationId xmlns:a16="http://schemas.microsoft.com/office/drawing/2014/main" id="{8E8BF84D-5A92-EC6F-0038-5502EDC41A5D}"/>
              </a:ext>
            </a:extLst>
          </p:cNvPr>
          <p:cNvSpPr txBox="1"/>
          <p:nvPr>
            <p:custDataLst>
              <p:tags r:id="rId14"/>
            </p:custDataLst>
          </p:nvPr>
        </p:nvSpPr>
        <p:spPr>
          <a:xfrm>
            <a:off x="5625614" y="417289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4658521"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ECED2AA1-F320-CC41-B643-41C09545B401}"/>
              </a:ext>
            </a:extLst>
          </p:cNvPr>
          <p:cNvSpPr/>
          <p:nvPr/>
        </p:nvSpPr>
        <p:spPr bwMode="auto">
          <a:xfrm>
            <a:off x="6038400"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79" name="组合 129">
            <a:extLst>
              <a:ext uri="{FF2B5EF4-FFF2-40B4-BE49-F238E27FC236}">
                <a16:creationId xmlns:a16="http://schemas.microsoft.com/office/drawing/2014/main" id="{8ED41E0C-0C0B-0E19-B7CE-F1F56BBF78E9}"/>
              </a:ext>
            </a:extLst>
          </p:cNvPr>
          <p:cNvGrpSpPr/>
          <p:nvPr/>
        </p:nvGrpSpPr>
        <p:grpSpPr>
          <a:xfrm>
            <a:off x="5773426" y="2986695"/>
            <a:ext cx="798617" cy="584968"/>
            <a:chOff x="9434742" y="3109009"/>
            <a:chExt cx="798617" cy="584967"/>
          </a:xfrm>
        </p:grpSpPr>
        <p:sp>
          <p:nvSpPr>
            <p:cNvPr id="280" name="Rectangle 100">
              <a:extLst>
                <a:ext uri="{FF2B5EF4-FFF2-40B4-BE49-F238E27FC236}">
                  <a16:creationId xmlns:a16="http://schemas.microsoft.com/office/drawing/2014/main" id="{CA49D509-18F1-15EE-46C3-3759AB3D9B58}"/>
                </a:ext>
              </a:extLst>
            </p:cNvPr>
            <p:cNvSpPr/>
            <p:nvPr/>
          </p:nvSpPr>
          <p:spPr>
            <a:xfrm>
              <a:off x="9434742" y="3109009"/>
              <a:ext cx="798617"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Apr 2027</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1" name="Star: 4 Points 143">
              <a:extLst>
                <a:ext uri="{FF2B5EF4-FFF2-40B4-BE49-F238E27FC236}">
                  <a16:creationId xmlns:a16="http://schemas.microsoft.com/office/drawing/2014/main" id="{52F81869-8E17-027E-4559-743FCDB08FED}"/>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grpSp>
        <p:nvGrpSpPr>
          <p:cNvPr id="282" name="组合 132">
            <a:extLst>
              <a:ext uri="{FF2B5EF4-FFF2-40B4-BE49-F238E27FC236}">
                <a16:creationId xmlns:a16="http://schemas.microsoft.com/office/drawing/2014/main" id="{EDD1256B-6A86-663E-4E8E-14627CD3ED76}"/>
              </a:ext>
            </a:extLst>
          </p:cNvPr>
          <p:cNvGrpSpPr/>
          <p:nvPr/>
        </p:nvGrpSpPr>
        <p:grpSpPr>
          <a:xfrm>
            <a:off x="5676182" y="5047658"/>
            <a:ext cx="1196756" cy="749179"/>
            <a:chOff x="9281461" y="3053593"/>
            <a:chExt cx="1196757" cy="749179"/>
          </a:xfrm>
        </p:grpSpPr>
        <p:sp>
          <p:nvSpPr>
            <p:cNvPr id="283" name="Rectangle 100">
              <a:extLst>
                <a:ext uri="{FF2B5EF4-FFF2-40B4-BE49-F238E27FC236}">
                  <a16:creationId xmlns:a16="http://schemas.microsoft.com/office/drawing/2014/main" id="{F2B4A209-16BA-4997-79F3-BBB99F6F0D49}"/>
                </a:ext>
              </a:extLst>
            </p:cNvPr>
            <p:cNvSpPr/>
            <p:nvPr/>
          </p:nvSpPr>
          <p:spPr>
            <a:xfrm>
              <a:off x="9281461" y="3053593"/>
              <a:ext cx="1196757" cy="749179"/>
            </a:xfrm>
            <a:prstGeom prst="rect">
              <a:avLst/>
            </a:prstGeom>
          </p:spPr>
          <p:txBody>
            <a:bodyPr wrap="squar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Apr/May 2027</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sub.</a:t>
              </a:r>
            </a:p>
            <a:p>
              <a:pPr algn="ctr" defTabSz="914377">
                <a:defRPr/>
              </a:pPr>
              <a:endParaRPr lang="zh-CN" altLang="en-US" sz="1067" b="1">
                <a:solidFill>
                  <a:srgbClr val="44546A"/>
                </a:solidFill>
                <a:ea typeface="等线" panose="02010600030101010101" pitchFamily="2" charset="-122"/>
                <a:cs typeface="Calibri" panose="020F0502020204030204" pitchFamily="34" charset="0"/>
              </a:endParaRPr>
            </a:p>
          </p:txBody>
        </p:sp>
        <p:sp>
          <p:nvSpPr>
            <p:cNvPr id="284" name="Star: 4 Points 143">
              <a:extLst>
                <a:ext uri="{FF2B5EF4-FFF2-40B4-BE49-F238E27FC236}">
                  <a16:creationId xmlns:a16="http://schemas.microsoft.com/office/drawing/2014/main" id="{02936A0B-95E2-1E36-3C24-C21DE73765C4}"/>
                </a:ext>
              </a:extLst>
            </p:cNvPr>
            <p:cNvSpPr/>
            <p:nvPr/>
          </p:nvSpPr>
          <p:spPr bwMode="auto">
            <a:xfrm>
              <a:off x="9741927" y="3276711"/>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A8545B9F-DCAA-91A5-DA84-03B59F216C07}"/>
              </a:ext>
            </a:extLst>
          </p:cNvPr>
          <p:cNvSpPr/>
          <p:nvPr/>
        </p:nvSpPr>
        <p:spPr>
          <a:xfrm>
            <a:off x="6447345" y="2053666"/>
            <a:ext cx="82426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Aug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6505117" y="2563974"/>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7212562" y="2053666"/>
            <a:ext cx="82426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Dec 2027</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6712611" y="238069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7232254" y="2563974"/>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2" name="Rectangle 100">
            <a:extLst>
              <a:ext uri="{FF2B5EF4-FFF2-40B4-BE49-F238E27FC236}">
                <a16:creationId xmlns:a16="http://schemas.microsoft.com/office/drawing/2014/main" id="{C3B9E7B5-CD20-2827-BE11-17673C41D13A}"/>
              </a:ext>
            </a:extLst>
          </p:cNvPr>
          <p:cNvSpPr/>
          <p:nvPr/>
        </p:nvSpPr>
        <p:spPr>
          <a:xfrm>
            <a:off x="6588156" y="4126731"/>
            <a:ext cx="81785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Sep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7" name="Rectangle 100">
            <a:extLst>
              <a:ext uri="{FF2B5EF4-FFF2-40B4-BE49-F238E27FC236}">
                <a16:creationId xmlns:a16="http://schemas.microsoft.com/office/drawing/2014/main" id="{0438AC28-0BEB-F709-E6E5-9A6B7058A5EE}"/>
              </a:ext>
            </a:extLst>
          </p:cNvPr>
          <p:cNvSpPr/>
          <p:nvPr/>
        </p:nvSpPr>
        <p:spPr>
          <a:xfrm>
            <a:off x="8790069" y="4126731"/>
            <a:ext cx="81785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Sep 2028</a:t>
            </a:r>
          </a:p>
        </p:txBody>
      </p:sp>
      <p:sp>
        <p:nvSpPr>
          <p:cNvPr id="308" name="五角星 55">
            <a:extLst>
              <a:ext uri="{FF2B5EF4-FFF2-40B4-BE49-F238E27FC236}">
                <a16:creationId xmlns:a16="http://schemas.microsoft.com/office/drawing/2014/main" id="{81F4074F-5F28-5E10-8DED-260E05BFE8B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306" name="Rectangle 55">
            <a:extLst>
              <a:ext uri="{FF2B5EF4-FFF2-40B4-BE49-F238E27FC236}">
                <a16:creationId xmlns:a16="http://schemas.microsoft.com/office/drawing/2014/main" id="{6CDD8DCF-8938-FB98-99E0-A72D2275BA89}"/>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B945789E-8D4A-73F5-7A7E-613CACEA0B39}"/>
              </a:ext>
            </a:extLst>
          </p:cNvPr>
          <p:cNvSpPr txBox="1"/>
          <p:nvPr/>
        </p:nvSpPr>
        <p:spPr>
          <a:xfrm>
            <a:off x="8307549" y="2111175"/>
            <a:ext cx="2875771" cy="465518"/>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solidFill>
                  <a:schemeClr val="bg1">
                    <a:lumMod val="65000"/>
                  </a:schemeClr>
                </a:solidFill>
                <a:cs typeface="Calibri" panose="020F0502020204030204" pitchFamily="34" charset="0"/>
              </a:rPr>
              <a:t>Updates on the project and studies for global</a:t>
            </a:r>
          </a:p>
        </p:txBody>
      </p:sp>
      <p:sp>
        <p:nvSpPr>
          <p:cNvPr id="312" name="文本框 160">
            <a:extLst>
              <a:ext uri="{FF2B5EF4-FFF2-40B4-BE49-F238E27FC236}">
                <a16:creationId xmlns:a16="http://schemas.microsoft.com/office/drawing/2014/main" id="{B30F5C3A-64C8-05AC-FCE8-FDB49B2526AD}"/>
              </a:ext>
            </a:extLst>
          </p:cNvPr>
          <p:cNvSpPr txBox="1"/>
          <p:nvPr/>
        </p:nvSpPr>
        <p:spPr>
          <a:xfrm>
            <a:off x="8307548" y="4938447"/>
            <a:ext cx="2875771" cy="465518"/>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solidFill>
                  <a:schemeClr val="bg1">
                    <a:lumMod val="65000"/>
                  </a:schemeClr>
                </a:solidFill>
                <a:cs typeface="Calibri" panose="020F0502020204030204" pitchFamily="34" charset="0"/>
              </a:rPr>
              <a:t>Updates on the project and studies for China</a:t>
            </a: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027776" y="4419855"/>
            <a:ext cx="210312" cy="210312"/>
          </a:xfrm>
          <a:prstGeom prst="rect">
            <a:avLst/>
          </a:prstGeom>
        </p:spPr>
      </p:pic>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578557" y="2347542"/>
            <a:ext cx="210312" cy="210312"/>
          </a:xfrm>
          <a:prstGeom prst="rect">
            <a:avLst/>
          </a:prstGeom>
        </p:spPr>
      </p:pic>
      <p:sp>
        <p:nvSpPr>
          <p:cNvPr id="5" name="文本框 4">
            <a:extLst>
              <a:ext uri="{FF2B5EF4-FFF2-40B4-BE49-F238E27FC236}">
                <a16:creationId xmlns:a16="http://schemas.microsoft.com/office/drawing/2014/main" id="{0E0A65DA-3209-940B-918D-0900DB023EC7}"/>
              </a:ext>
            </a:extLst>
          </p:cNvPr>
          <p:cNvSpPr txBox="1"/>
          <p:nvPr/>
        </p:nvSpPr>
        <p:spPr bwMode="gray">
          <a:xfrm>
            <a:off x="9436608" y="105581"/>
            <a:ext cx="2499650" cy="315920"/>
          </a:xfrm>
          <a:prstGeom prst="rect">
            <a:avLst/>
          </a:prstGeom>
          <a:noFill/>
        </p:spPr>
        <p:txBody>
          <a:bodyPr wrap="square" lIns="0" tIns="0" rIns="0" bIns="0" rtlCol="0">
            <a:spAutoFit/>
          </a:bodyPr>
          <a:lstStyle/>
          <a:p>
            <a:pPr algn="l">
              <a:lnSpc>
                <a:spcPct val="140000"/>
              </a:lnSpc>
            </a:pPr>
            <a:r>
              <a:rPr lang="en-US" altLang="zh-CN" sz="1600">
                <a:highlight>
                  <a:srgbClr val="FFFF00"/>
                </a:highlight>
              </a:rPr>
              <a:t>template</a:t>
            </a:r>
            <a:endParaRPr lang="zh-CN" altLang="en-US" sz="1600">
              <a:highlight>
                <a:srgbClr val="FFFF00"/>
              </a:highlight>
            </a:endParaRPr>
          </a:p>
        </p:txBody>
      </p:sp>
    </p:spTree>
    <p:extLst>
      <p:ext uri="{BB962C8B-B14F-4D97-AF65-F5344CB8AC3E}">
        <p14:creationId xmlns:p14="http://schemas.microsoft.com/office/powerpoint/2010/main" val="11007393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7976-3801-38BB-CB50-8A4C000EA181}"/>
              </a:ext>
            </a:extLst>
          </p:cNvPr>
          <p:cNvSpPr>
            <a:spLocks noGrp="1"/>
          </p:cNvSpPr>
          <p:nvPr>
            <p:ph type="title"/>
          </p:nvPr>
        </p:nvSpPr>
        <p:spPr/>
        <p:txBody>
          <a:bodyPr/>
          <a:lstStyle/>
          <a:p>
            <a:r>
              <a:rPr lang="en-US" altLang="zh-CN" i="1" err="1">
                <a:solidFill>
                  <a:schemeClr val="bg1">
                    <a:lumMod val="50000"/>
                  </a:schemeClr>
                </a:solidFill>
              </a:rPr>
              <a:t>xxxx-xxxx</a:t>
            </a:r>
            <a:r>
              <a:rPr lang="en-US" altLang="zh-CN" i="1">
                <a:solidFill>
                  <a:schemeClr val="bg1">
                    <a:lumMod val="50000"/>
                  </a:schemeClr>
                </a:solidFill>
              </a:rPr>
              <a:t> BI 123456/INN indication Global/China </a:t>
            </a:r>
            <a:r>
              <a:rPr lang="en-US" altLang="zh-CN"/>
              <a:t>Recruitment</a:t>
            </a:r>
            <a:endParaRPr lang="zh-CN" altLang="en-US"/>
          </a:p>
        </p:txBody>
      </p:sp>
      <p:sp>
        <p:nvSpPr>
          <p:cNvPr id="4" name="Text Placeholder 3">
            <a:extLst>
              <a:ext uri="{FF2B5EF4-FFF2-40B4-BE49-F238E27FC236}">
                <a16:creationId xmlns:a16="http://schemas.microsoft.com/office/drawing/2014/main" id="{C8DC8C30-F391-F437-C6E5-03A43C64370D}"/>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26A3ACC1-8969-C35E-B87F-B6ACEA270C5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7" name="图表 6">
            <a:extLst>
              <a:ext uri="{FF2B5EF4-FFF2-40B4-BE49-F238E27FC236}">
                <a16:creationId xmlns:a16="http://schemas.microsoft.com/office/drawing/2014/main" id="{59E3AA0C-EADA-CF26-BCDE-010219173A6C}"/>
              </a:ext>
            </a:extLst>
          </p:cNvPr>
          <p:cNvGraphicFramePr>
            <a:graphicFrameLocks/>
          </p:cNvGraphicFramePr>
          <p:nvPr>
            <p:extLst>
              <p:ext uri="{D42A27DB-BD31-4B8C-83A1-F6EECF244321}">
                <p14:modId xmlns:p14="http://schemas.microsoft.com/office/powerpoint/2010/main" val="2652546482"/>
              </p:ext>
            </p:extLst>
          </p:nvPr>
        </p:nvGraphicFramePr>
        <p:xfrm>
          <a:off x="1529920" y="980388"/>
          <a:ext cx="9132159" cy="4968876"/>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5">
            <a:extLst>
              <a:ext uri="{FF2B5EF4-FFF2-40B4-BE49-F238E27FC236}">
                <a16:creationId xmlns:a16="http://schemas.microsoft.com/office/drawing/2014/main" id="{BA70E4D3-4180-6E3A-D16F-B61AF30BF95B}"/>
              </a:ext>
            </a:extLst>
          </p:cNvPr>
          <p:cNvSpPr/>
          <p:nvPr/>
        </p:nvSpPr>
        <p:spPr>
          <a:xfrm>
            <a:off x="2202576" y="1340768"/>
            <a:ext cx="2376264" cy="1008111"/>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a:t>
            </a:r>
            <a:r>
              <a:rPr kumimoji="0" lang="en-US" sz="1000" b="0" i="1" u="none" strike="noStrike" kern="1200" cap="none" spc="0" normalizeH="0" baseline="0" noProof="0">
                <a:ln>
                  <a:noFill/>
                </a:ln>
                <a:solidFill>
                  <a:schemeClr val="bg1">
                    <a:lumMod val="65000"/>
                  </a:schemeClr>
                </a:solidFill>
                <a:effectLst/>
                <a:uLnTx/>
                <a:uFillTx/>
                <a:latin typeface="Boehringer Forward Text"/>
                <a:ea typeface="+mn-ea"/>
                <a:cs typeface="+mn-cs"/>
              </a:rPr>
              <a:t>2024.1.2</a:t>
            </a: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Screened : </a:t>
            </a:r>
            <a:r>
              <a:rPr kumimoji="0" lang="en-US" sz="1000" b="0" i="1" u="none" strike="noStrike" kern="1200" cap="none" spc="0" normalizeH="0" baseline="0" noProof="0">
                <a:ln>
                  <a:noFill/>
                </a:ln>
                <a:solidFill>
                  <a:schemeClr val="bg1">
                    <a:lumMod val="65000"/>
                  </a:schemeClr>
                </a:solidFill>
                <a:effectLst/>
                <a:uLnTx/>
                <a:uFillTx/>
                <a:latin typeface="Boehringer Forward Text"/>
                <a:ea typeface="+mn-ea"/>
                <a:cs typeface="+mn-cs"/>
              </a:rPr>
              <a:t>xxx</a:t>
            </a: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Randomized:  </a:t>
            </a:r>
            <a:r>
              <a:rPr kumimoji="0" lang="en-US" sz="1000" b="0" i="0" u="none" strike="noStrike" kern="1200" cap="none" spc="0" normalizeH="0" baseline="0" noProof="0">
                <a:ln>
                  <a:noFill/>
                </a:ln>
                <a:solidFill>
                  <a:schemeClr val="bg1">
                    <a:lumMod val="65000"/>
                  </a:schemeClr>
                </a:solidFill>
                <a:effectLst/>
                <a:uLnTx/>
                <a:uFillTx/>
                <a:latin typeface="Boehringer Forward Text"/>
                <a:ea typeface="+mn-ea"/>
                <a:cs typeface="+mn-cs"/>
              </a:rPr>
              <a:t>xxx</a:t>
            </a: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Total Screen failure: </a:t>
            </a:r>
            <a:r>
              <a:rPr kumimoji="0" lang="en-US" altLang="zh-CN" sz="1000" b="0" i="0" u="none" strike="noStrike" kern="1200" cap="none" spc="0" normalizeH="0" baseline="0" noProof="0">
                <a:ln>
                  <a:noFill/>
                </a:ln>
                <a:solidFill>
                  <a:schemeClr val="bg1">
                    <a:lumMod val="65000"/>
                  </a:schemeClr>
                </a:solidFill>
                <a:effectLst/>
                <a:uLnTx/>
                <a:uFillTx/>
                <a:latin typeface="Boehringer Forward Text"/>
                <a:ea typeface="+mn-ea"/>
                <a:cs typeface="+mn-cs"/>
              </a:rPr>
              <a:t>xxx</a:t>
            </a:r>
          </a:p>
          <a:p>
            <a:pPr marL="0" marR="0" lvl="0" indent="0" algn="l" defTabSz="490450" rtl="0" eaLnBrk="1" fontAlgn="auto" latinLnBrk="0" hangingPunct="1">
              <a:lnSpc>
                <a:spcPct val="100000"/>
              </a:lnSpc>
              <a:spcBef>
                <a:spcPts val="0"/>
              </a:spcBef>
              <a:spcAft>
                <a:spcPts val="0"/>
              </a:spcAft>
              <a:buClrTx/>
              <a:buSzTx/>
              <a:buFontTx/>
              <a:buNone/>
              <a:tabLst/>
              <a:defRPr/>
            </a:pPr>
            <a:r>
              <a:rPr lang="en-US" altLang="zh-CN" sz="1000">
                <a:solidFill>
                  <a:srgbClr val="000000"/>
                </a:solidFill>
                <a:latin typeface="Boehringer Forward Text"/>
              </a:rPr>
              <a:t>In screening : </a:t>
            </a:r>
            <a:r>
              <a:rPr lang="en-US" altLang="zh-CN" sz="1000">
                <a:solidFill>
                  <a:schemeClr val="bg1">
                    <a:lumMod val="65000"/>
                  </a:schemeClr>
                </a:solidFill>
                <a:latin typeface="Boehringer Forward Text"/>
              </a:rPr>
              <a:t>xxx</a:t>
            </a:r>
            <a:endParaRPr kumimoji="0" lang="en-US" altLang="zh-CN" sz="1000" b="0" i="0" u="none" strike="noStrike" kern="1200" cap="none" spc="0" normalizeH="0" baseline="0" noProof="0">
              <a:ln>
                <a:noFill/>
              </a:ln>
              <a:solidFill>
                <a:schemeClr val="bg1">
                  <a:lumMod val="65000"/>
                </a:schemeClr>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Screen failure rate =</a:t>
            </a:r>
            <a:r>
              <a:rPr kumimoji="0" lang="en-US" altLang="zh-CN" sz="1000" b="0" i="0" u="none" strike="noStrike" kern="1200" cap="none" spc="0" normalizeH="0" baseline="0" noProof="0">
                <a:ln>
                  <a:noFill/>
                </a:ln>
                <a:solidFill>
                  <a:schemeClr val="bg1">
                    <a:lumMod val="65000"/>
                  </a:schemeClr>
                </a:solidFill>
                <a:effectLst/>
                <a:uLnTx/>
                <a:uFillTx/>
                <a:latin typeface="Boehringer Forward Text"/>
                <a:ea typeface="+mn-ea"/>
                <a:cs typeface="+mn-cs"/>
              </a:rPr>
              <a:t> </a:t>
            </a:r>
            <a:r>
              <a:rPr lang="en-US" altLang="zh-CN" sz="1000">
                <a:solidFill>
                  <a:schemeClr val="bg1">
                    <a:lumMod val="65000"/>
                  </a:schemeClr>
                </a:solidFill>
                <a:latin typeface="Boehringer Forward Text"/>
              </a:rPr>
              <a:t>xx </a:t>
            </a: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a:t>
            </a:r>
          </a:p>
        </p:txBody>
      </p:sp>
      <p:sp>
        <p:nvSpPr>
          <p:cNvPr id="3" name="文本框 2">
            <a:extLst>
              <a:ext uri="{FF2B5EF4-FFF2-40B4-BE49-F238E27FC236}">
                <a16:creationId xmlns:a16="http://schemas.microsoft.com/office/drawing/2014/main" id="{B990D57A-A452-8C73-3E3B-03270FD830AA}"/>
              </a:ext>
            </a:extLst>
          </p:cNvPr>
          <p:cNvSpPr txBox="1"/>
          <p:nvPr/>
        </p:nvSpPr>
        <p:spPr bwMode="gray">
          <a:xfrm>
            <a:off x="9436608" y="105581"/>
            <a:ext cx="2499650" cy="315920"/>
          </a:xfrm>
          <a:prstGeom prst="rect">
            <a:avLst/>
          </a:prstGeom>
          <a:noFill/>
        </p:spPr>
        <p:txBody>
          <a:bodyPr wrap="square" lIns="0" tIns="0" rIns="0" bIns="0" rtlCol="0">
            <a:spAutoFit/>
          </a:bodyPr>
          <a:lstStyle/>
          <a:p>
            <a:pPr algn="l">
              <a:lnSpc>
                <a:spcPct val="140000"/>
              </a:lnSpc>
            </a:pPr>
            <a:r>
              <a:rPr lang="en-US" altLang="zh-CN" sz="1600">
                <a:highlight>
                  <a:srgbClr val="FFFF00"/>
                </a:highlight>
              </a:rPr>
              <a:t>template</a:t>
            </a:r>
            <a:endParaRPr lang="zh-CN" altLang="en-US" sz="1600">
              <a:highlight>
                <a:srgbClr val="FFFF00"/>
              </a:highlight>
            </a:endParaRPr>
          </a:p>
        </p:txBody>
      </p:sp>
    </p:spTree>
    <p:extLst>
      <p:ext uri="{BB962C8B-B14F-4D97-AF65-F5344CB8AC3E}">
        <p14:creationId xmlns:p14="http://schemas.microsoft.com/office/powerpoint/2010/main" val="19368661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DATE" val="2022-03-22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HPSC"/>
  <p:tag name="OTLPOSITIONONTASK" val="None"/>
  <p:tag name="OTLRELATEDTASKID" val="00000000-0000-0000-0000-000000000000"/>
  <p:tag name="OTLWEEKNUMBERINGFORMAT" val="WNFormat1"/>
  <p:tag name="OTLWEEKNUMBERINGISVISIBLE" val="False"/>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DATE" val="2022-03-22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HPSC"/>
  <p:tag name="OTLPOSITIONONTASK" val="None"/>
  <p:tag name="OTLRELATEDTASKID" val="00000000-0000-0000-0000-000000000000"/>
  <p:tag name="OTLWEEKNUMBERINGFORMAT" val="WNFormat1"/>
  <p:tag name="OTLWEEKNUMBERINGISVISIBLE" val="False"/>
</p:tagLst>
</file>

<file path=ppt/tags/tag80.xml><?xml version="1.0" encoding="utf-8"?>
<p:tagLst xmlns:a="http://schemas.openxmlformats.org/drawingml/2006/main" xmlns:r="http://schemas.openxmlformats.org/officeDocument/2006/relationships" xmlns:p="http://schemas.openxmlformats.org/presentationml/2006/main">
  <p:tag name="OTLDATE" val="2022-03-22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HPSC"/>
  <p:tag name="OTLPOSITIONONTASK" val="None"/>
  <p:tag name="OTLRELATEDTASKID" val="00000000-0000-0000-0000-000000000000"/>
  <p:tag name="OTLWEEKNUMBERINGFORMAT" val="WNFormat1"/>
  <p:tag name="OTLWEEKNUMBERINGISVISIBLE" val="False"/>
</p:tagLst>
</file>

<file path=ppt/tags/tag81.xml><?xml version="1.0" encoding="utf-8"?>
<p:tagLst xmlns:a="http://schemas.openxmlformats.org/drawingml/2006/main" xmlns:r="http://schemas.openxmlformats.org/officeDocument/2006/relationships" xmlns:p="http://schemas.openxmlformats.org/presentationml/2006/main">
  <p:tag name="ADJUSTMENTS" val="3.162912"/>
</p:tagLst>
</file>

<file path=ppt/tags/tag82.xml><?xml version="1.0" encoding="utf-8"?>
<p:tagLst xmlns:a="http://schemas.openxmlformats.org/drawingml/2006/main" xmlns:r="http://schemas.openxmlformats.org/officeDocument/2006/relationships" xmlns:p="http://schemas.openxmlformats.org/presentationml/2006/main">
  <p:tag name="ADJUSTMENTS" val="3.162912"/>
</p:tagLst>
</file>

<file path=ppt/tags/tag83.xml><?xml version="1.0" encoding="utf-8"?>
<p:tagLst xmlns:a="http://schemas.openxmlformats.org/drawingml/2006/main" xmlns:r="http://schemas.openxmlformats.org/officeDocument/2006/relationships" xmlns:p="http://schemas.openxmlformats.org/presentationml/2006/main">
  <p:tag name="ADJUSTMENTS" val="3.162912"/>
</p:tagLst>
</file>

<file path=ppt/tags/tag84.xml><?xml version="1.0" encoding="utf-8"?>
<p:tagLst xmlns:a="http://schemas.openxmlformats.org/drawingml/2006/main" xmlns:r="http://schemas.openxmlformats.org/officeDocument/2006/relationships" xmlns:p="http://schemas.openxmlformats.org/presentationml/2006/main">
  <p:tag name="ADJUSTMENTS" val="3.162912"/>
</p:tagLst>
</file>

<file path=ppt/tags/tag85.xml><?xml version="1.0" encoding="utf-8"?>
<p:tagLst xmlns:a="http://schemas.openxmlformats.org/drawingml/2006/main" xmlns:r="http://schemas.openxmlformats.org/officeDocument/2006/relationships" xmlns:p="http://schemas.openxmlformats.org/presentationml/2006/main">
  <p:tag name="ADJUSTMENTS" val="3.162912"/>
</p:tagLst>
</file>

<file path=ppt/tags/tag86.xml><?xml version="1.0" encoding="utf-8"?>
<p:tagLst xmlns:a="http://schemas.openxmlformats.org/drawingml/2006/main" xmlns:r="http://schemas.openxmlformats.org/officeDocument/2006/relationships" xmlns:p="http://schemas.openxmlformats.org/presentationml/2006/main">
  <p:tag name="ADJUSTMENTS" val="3.162912"/>
</p:tagLst>
</file>

<file path=ppt/tags/tag87.xml><?xml version="1.0" encoding="utf-8"?>
<p:tagLst xmlns:a="http://schemas.openxmlformats.org/drawingml/2006/main" xmlns:r="http://schemas.openxmlformats.org/officeDocument/2006/relationships" xmlns:p="http://schemas.openxmlformats.org/presentationml/2006/main">
  <p:tag name="ADJUSTMENTS" val="3.162912"/>
</p:tagLst>
</file>

<file path=ppt/tags/tag88.xml><?xml version="1.0" encoding="utf-8"?>
<p:tagLst xmlns:a="http://schemas.openxmlformats.org/drawingml/2006/main" xmlns:r="http://schemas.openxmlformats.org/officeDocument/2006/relationships" xmlns:p="http://schemas.openxmlformats.org/presentationml/2006/main">
  <p:tag name="ADJUSTMENTS" val="3.162912"/>
</p:tagLst>
</file>

<file path=ppt/tags/tag89.xml><?xml version="1.0" encoding="utf-8"?>
<p:tagLst xmlns:a="http://schemas.openxmlformats.org/drawingml/2006/main" xmlns:r="http://schemas.openxmlformats.org/officeDocument/2006/relationships" xmlns:p="http://schemas.openxmlformats.org/presentationml/2006/main">
  <p:tag name="ADJUSTMENTS" val="3.162912"/>
</p:tagLst>
</file>

<file path=ppt/tags/tag90.xml><?xml version="1.0" encoding="utf-8"?>
<p:tagLst xmlns:a="http://schemas.openxmlformats.org/drawingml/2006/main" xmlns:r="http://schemas.openxmlformats.org/officeDocument/2006/relationships" xmlns:p="http://schemas.openxmlformats.org/presentationml/2006/main">
  <p:tag name="OTLDATE" val="2022-03-22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HPSC"/>
  <p:tag name="OTLPOSITIONONTASK" val="None"/>
  <p:tag name="OTLRELATEDTASKID" val="00000000-0000-0000-0000-000000000000"/>
  <p:tag name="OTLWEEKNUMBERINGFORMAT" val="WNFormat1"/>
  <p:tag name="OTLWEEKNUMBERINGISVISIBLE" val="False"/>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DATE" val="2022-03-22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HPSC"/>
  <p:tag name="OTLPOSITIONONTASK" val="None"/>
  <p:tag name="OTLRELATEDTASKID" val="00000000-0000-0000-0000-000000000000"/>
  <p:tag name="OTLWEEKNUMBERINGFORMAT" val="WNFormat1"/>
  <p:tag name="OTLWEEKNUMBERINGISVISIBLE" val="False"/>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ADJUSTMENTS" val="3.162912"/>
</p:tagLst>
</file>

<file path=ppt/tags/tag132.xml><?xml version="1.0" encoding="utf-8"?>
<p:tagLst xmlns:a="http://schemas.openxmlformats.org/drawingml/2006/main" xmlns:r="http://schemas.openxmlformats.org/officeDocument/2006/relationships" xmlns:p="http://schemas.openxmlformats.org/presentationml/2006/main">
  <p:tag name="ADJUSTMENTS" val="3.162912"/>
</p:tagLst>
</file>

<file path=ppt/tags/tag133.xml><?xml version="1.0" encoding="utf-8"?>
<p:tagLst xmlns:a="http://schemas.openxmlformats.org/drawingml/2006/main" xmlns:r="http://schemas.openxmlformats.org/officeDocument/2006/relationships" xmlns:p="http://schemas.openxmlformats.org/presentationml/2006/main">
  <p:tag name="ADJUSTMENTS" val="3.162912"/>
</p:tagLst>
</file>

<file path=ppt/tags/tag134.xml><?xml version="1.0" encoding="utf-8"?>
<p:tagLst xmlns:a="http://schemas.openxmlformats.org/drawingml/2006/main" xmlns:r="http://schemas.openxmlformats.org/officeDocument/2006/relationships" xmlns:p="http://schemas.openxmlformats.org/presentationml/2006/main">
  <p:tag name="ADJUSTMENTS" val="3.162912"/>
</p:tagLst>
</file>

<file path=ppt/tags/tag135.xml><?xml version="1.0" encoding="utf-8"?>
<p:tagLst xmlns:a="http://schemas.openxmlformats.org/drawingml/2006/main" xmlns:r="http://schemas.openxmlformats.org/officeDocument/2006/relationships" xmlns:p="http://schemas.openxmlformats.org/presentationml/2006/main">
  <p:tag name="ADJUSTMENTS" val="3.162912"/>
</p:tagLst>
</file>

<file path=ppt/tags/tag136.xml><?xml version="1.0" encoding="utf-8"?>
<p:tagLst xmlns:a="http://schemas.openxmlformats.org/drawingml/2006/main" xmlns:r="http://schemas.openxmlformats.org/officeDocument/2006/relationships" xmlns:p="http://schemas.openxmlformats.org/presentationml/2006/main">
  <p:tag name="ADJUSTMENTS" val="3.162912"/>
</p:tagLst>
</file>

<file path=ppt/tags/tag137.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IwZjllMmZhNC1hYzA3LTRkMDItOGE4Mi0zNDBkMWUxYzM2ZDEiLCJJbmRleCI6MSwiR3JvdXBJZCI6bnVsbCwiVGl0bGUiOiJmaW5hbCBDVEEgcGFja2FnZSIsIkRhdGVUaW1lIjoiMjAyNi0wMS0wNVQyMzo1OTowMCIsIlBlcmNlbnRhZ2VDb21wbGV0ZSI6bnVsbCwiTm90ZSI6bnVsbCwiU3R5bGUiOnsiJGlkIjoiNiIsIlRpdGxlUG9zaXRpb24iOiJSaWdodCIsIkRhdGVQb3NpdGlvbiI6IkxlZnQiLCJTaGFwZVR5cGUiOjIsIlNoYXBlU2l6ZSI6MSwiU2hhcGVTdHlsZSI6eyIkaWQiOiI3IiwiTWFyZ2luIjp7IiRpZCI6IjgiLCJUb3AiOjAuMCwiTGVmdCI6MC4wLCJSaWdodCI6MC4wLCJCb3R0b20iOjAuMH0sIlBhZGRpbmciOnsiJGlkIjoiOSIsIlRvcCI6MC4wLCJMZWZ0IjowLjAsIlJpZ2h0IjowLjAsIkJvdHRvbSI6MC4wfSwiQmFja2dyb3VuZCI6eyIkaWQiOiIxMCIsIkNvbG9yIjp7IiRpZCI6IjExIiwiQSI6MjU1LCJSIjo4LCJHIjo0OSwiQiI6NDJ9fSwiSXNWaXNpYmxlIjp0cnVlLCJXaWR0aCI6MTMuMCwiSGVpZ2h0IjoxMy4wLCJCb3JkZXJTdHlsZSI6eyIkaWQiOiIxMiIsIkxpbmVDb2xvciI6eyIkaWQiOiIxMyIsIiR0eXBlIjoiTkxSRS5Db21tb24uRG9tLlNvbGlkQ29sb3JCcnVzaCwgTkxSRS5Db21tb24iLCJDb2xvciI6eyIkaWQiOiIxNCIsIkEiOjI1NSwiUiI6MjU1LCJHIjowLCJCIjowfX0sIkxpbmVXZWlnaHQiOjAuMCwiTGluZVR5cGUiOjAsIlBhcmVudFN0eWxlIjpudWxsfSwiUGFyZW50U3R5bGUiOm51bGx9LCJUaXRsZVN0eWxlIjp7IiRpZCI6IjE1IiwiRm9udFNldHRpbmdzIjp7IiRpZCI6IjE2IiwiRm9udFNpemUiOjExLCJGb250TmFtZSI6IkNhbGlicmkiLCJJc0JvbGQiOnRydWUsIklzSXRhbGljIjpmYWxzZSwiSXNVbmRlcmxpbmVkIjpmYWxzZSwiUGFyZW50U3R5bGUiOm51bGx9LCJBdXRvU2l6ZSI6MCwiRm9yZWdyb3VuZCI6eyIkaWQiOiIxNyIsIkNvbG9yIjp7IiRpZCI6IjE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5IiwiVG9wIjowLjAsIkxlZnQiOjAuMCwiUmlnaHQiOjAuMCwiQm90dG9tIjowLjB9LCJQYWRkaW5nIjp7IiRpZCI6IjIwIiwiVG9wIjowLjAsIkxlZnQiOjAuMCwiUmlnaHQiOjAuMCwiQm90dG9tIjowLjB9LCJCYWNrZ3JvdW5kIjp7IiRpZCI6IjIxIiwiQ29sb3IiOnsiJGlkIjoiMjIiLCJBIjowLCJSIjoyNTUsIkciOjI1NSwiQiI6MjU1fX0sIklzVmlzaWJsZSI6dHJ1ZSwiV2lkdGgiOjAuMCwiSGVpZ2h0IjowLjAsIkJvcmRlclN0eWxlIjpudWxsLCJQYXJlbnRTdHlsZSI6bnVsbH0sIkRhdGVTdHlsZSI6eyIkaWQiOiIyMyIsIkZvbnRTZXR0aW5ncyI6eyIkaWQiOiIyNCIsIkZvbnRTaXplIjoxMCwiRm9udE5hbWUiOiJDYWxpYnJpIiwiSXNCb2xkIjpmYWxzZSwiSXNJdGFsaWMiOmZhbHNlLCJJc1VuZGVybGluZWQiOmZhbHNlLCJQYXJlbnRTdHlsZSI6bnVsbH0sIkF1dG9TaXplIjowLCJGb3JlZ3JvdW5kIjp7IiRpZCI6IjI1IiwiQ29sb3IiOnsiJGlkIjoiMj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I1NSwiRyI6MjU1LCJCIjoyNTV9fSwiSXNWaXNpYmxlIjp0cnVlLCJXaWR0aCI6MC4wLCJIZWlnaHQiOjAuMCwiQm9yZGVyU3R5bGUiOm51bGwsIlBhcmVudFN0eWxlIjpudWxsfSwiRGF0ZUZvcm1hdCI6eyIkaWQiOiIzM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zMiIsIkRhdGVQYXJ0SXNWaXNpYmxlIjp0cnVlLCJUaW1lUGFydElzVmlzaWJsZSI6ZmFsc2V9fSwiV2Vla051bWJlcmluZyI6eyIkaWQiOiIz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CIsIl90YXNrcyI6W3siJGlkIjoiMzUiLCJfYXR0YWNoZWRNaWxlc3RvbmVzIjpbXSwiVGFza0RlZmluaXRpb24iOnsiJGlkIjoiMzYiLCJHcm91cE5hbWUiOm51bGwsIlN0YXJ0RGF0ZSI6IjIwMjYtMDQtMDlUMjM6NTk6MDBaIiwiRW5kRGF0ZSI6IjIwMjgtMDYtMDdUMjM6NTk6MDBaIiwiUGVyY2VudGFnZUNvbXBsZXRlIjpudWxsLCJTdHlsZSI6eyIkaWQiOiIzNyIsIlNoYXBlIjoxLCJTaGFwZVRoaWNrbmVzcyI6MCwiRHVyYXRpb25Gb3JtYXQiOjAsIkluY2x1ZGVOb25Xb3JraW5nRGF5c0luRHVyYXRpb24iOmZhbHNlLCJQZXJjZW50YWdlQ29tcGxldGVTdHlsZSI6eyIkaWQiOiIzOCIsIkZvbnRTZXR0aW5ncyI6eyIkaWQiOiIzOSIsIkZvbnRTaXplIjoxMCwiRm9udE5hbWUiOiJDYWxpYnJpIiwiSXNCb2xkIjpmYWxzZSwiSXNJdGFsaWMiOmZhbHNlLCJJc1VuZGVybGluZWQiOmZhbHNlLCJQYXJlbnRTdHlsZSI6bnVsbH0sIkF1dG9TaXplIjowLCJGb3JlZ3JvdW5kIjp7IiRpZCI6IjQwIiwiQ29sb3IiOnsiJGlkIjoi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iIsIlRvcCI6MC4wLCJMZWZ0IjowLjAsIlJpZ2h0IjowLjAsIkJvdHRvbSI6MC4wfSwiUGFkZGluZyI6eyIkaWQiOiI0MyIsIlRvcCI6MC4wLCJMZWZ0IjowLjAsIlJpZ2h0IjowLjAsIkJvdHRvbSI6MC4wfSwiQmFja2dyb3VuZCI6eyIkaWQiOiI0NCIsIkNvbG9yIjp7IiRpZCI6IjQ1IiwiQSI6ODksIlIiOjAsIkciOjAsIkIiOjB9fSwiSXNWaXNpYmxlIjp0cnVlLCJXaWR0aCI6MC4wLCJIZWlnaHQiOjAuMCwiQm9yZGVyU3R5bGUiOnsiJGlkIjoiNDYiLCJMaW5lQ29sb3IiOm51bGwsIkxpbmVXZWlnaHQiOjAuMCwiTGluZVR5cGUiOjAsIlBhcmVudFN0eWxlIjpudWxsfSwiUGFyZW50U3R5bGUiOm51bGx9LCJEdXJhdGlvbl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xIiwiVG9wIjowLjAsIkxlZnQiOjAuMCwiUmlnaHQiOjAuMCwiQm90dG9tIjowLjB9LCJQYWRkaW5nIjp7IiRpZCI6IjUyIiwiVG9wIjowLjAsIkxlZnQiOjAuMCwiUmlnaHQiOjAuMCwiQm90dG9tIjowLjB9LCJCYWNrZ3JvdW5kIjp7IiRpZCI6IjUzIiwiQ29sb3IiOnsiJGlkIjoiNTQiLCJBIjowLCJSIjowLCJHIjowLCJCIjowfX0sIklzVmlzaWJsZSI6dHJ1ZSwiV2lkdGgiOjAuMCwiSGVpZ2h0IjowLjAsIkJvcmRlclN0eWxlIjp7IiRpZCI6IjU1IiwiTGluZUNvbG9yIjpudWxsLCJMaW5lV2VpZ2h0IjowLjAsIkxpbmVUeXBlIjowLCJQYXJlbnRTdHlsZSI6bnVsbH0sIlBhcmVudFN0eWxlIjpudWxsfSwiSG9yaXpvbnRhbENvbm5lY3RvclN0eWxlIjp7IiRpZCI6IjU2IiwiTGluZUNvbG9yIjp7IiRpZCI6IjU3IiwiJHR5cGUiOiJOTFJFLkNvbW1vbi5Eb20uU29saWRDb2xvckJydXNoLCBOTFJFLkNvbW1vbiIsIkNvbG9yIjp7IiRpZCI6IjU4IiwiQSI6MjU1LCJSIjoyMDQsIkciOjIwNCwiQiI6MjA0fX0sIkxpbmVXZWlnaHQiOjEuMCwiTGluZVR5cGUiOjAsIlBhcmVudFN0eWxlIjpudWxsfSwiVmVydGljYWxDb25uZWN0b3JTdHlsZSI6eyIkaWQiOiI1OSIsIkxpbmVDb2xvciI6eyIkaWQiOiI2MCIsIiR0eXBlIjoiTkxSRS5Db21tb24uRG9tLlNvbGlkQ29sb3JCcnVzaCwgTkxSRS5Db21tb24iLCJDb2xvciI6eyIkaWQiOiI2M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NjIiLCJNYXJnaW4iOnsiJGlkIjoiNjMiLCJUb3AiOjAuMCwiTGVmdCI6NC4wLCJSaWdodCI6NC4wLCJCb3R0b20iOjAuMH0sIlBhZGRpbmciOnsiJGlkIjoiNjQiLCJUb3AiOjAuMCwiTGVmdCI6MC4wLCJSaWdodCI6MC4wLCJCb3R0b20iOjAuMH0sIkJhY2tncm91bmQiOnsiJGlkIjoiNjUiLCJDb2xvciI6eyIkaWQiOiI2NiIsIkEiOjI1NSwiUiI6OCwiRyI6NDksIkIiOjQyfX0sIklzVmlzaWJsZSI6dHJ1ZSwiV2lkdGgiOjAuMCwiSGVpZ2h0IjoxMC4wLCJCb3JkZXJTdHlsZSI6eyIkaWQiOiI2NyIsIkxpbmVDb2xvciI6eyIkaWQiOiI2OCIsIiR0eXBlIjoiTkxSRS5Db21tb24uRG9tLlNvbGlkQ29sb3JCcnVzaCwgTkxSRS5Db21tb24iLCJDb2xvciI6eyIkaWQiOiI2OSIsIkEiOjI1NSwiUiI6MjU1LCJHIjowLCJCIjowfX0sIkxpbmVXZWlnaHQiOjAuMCwiTGluZVR5cGUiOjAsIlBhcmVudFN0eWxlIjpudWxsfSwiUGFyZW50U3R5bGUiOm51bGx9LCJUaXRsZVN0eWxlIjp7IiRpZCI6IjcwIiwiRm9udFNldHRpbmdzIjp7IiRpZCI6IjcxIiwiRm9udFNpemUiOjExLCJGb250TmFtZSI6IkNhbGlicmkiLCJJc0JvbGQiOnRydWUsIklzSXRhbGljIjpmYWxzZSwiSXNVbmRlcmxpbmVkIjpmYWxzZSwiUGFyZW50U3R5bGUiOm51bGx9LCJBdXRvU2l6ZSI6MCwiRm9yZWdyb3VuZCI6eyIkaWQiOiI3MiIsIkNvbG9yIjp7IiRpZCI6Ijcz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c0IiwiVG9wIjowLjAsIkxlZnQiOjAuMCwiUmlnaHQiOjAuMCwiQm90dG9tIjowLjB9LCJQYWRkaW5nIjp7IiRpZCI6Ijc1IiwiVG9wIjowLjAsIkxlZnQiOjAuMCwiUmlnaHQiOjAuMCwiQm90dG9tIjowLjB9LCJCYWNrZ3JvdW5kIjp7IiRpZCI6Ijc2IiwiQ29sb3IiOnsiJGlkIjoiNzciLCJBIjowLCJSIjoyNTUsIkciOjI1NSwiQiI6MjU1fX0sIklzVmlzaWJsZSI6dHJ1ZSwiV2lkdGgiOjAuMCwiSGVpZ2h0IjowLjAsIkJvcmRlclN0eWxlIjp7IiRpZCI6Ijc4IiwiTGluZUNvbG9yIjpudWxsLCJMaW5lV2VpZ2h0IjowLjAsIkxpbmVUeXBlIjowLCJQYXJlbnRTdHlsZSI6bnVsbH0sIlBhcmVudFN0eWxlIjpudWxsfSwiRGF0ZVN0eWxlIjp7IiRpZCI6Ijc5IiwiRm9udFNldHRpbmdzIjp7IiRpZCI6IjgwIiwiRm9udFNpemUiOjEwLCJGb250TmFtZSI6IkNhbGlicmkiLCJJc0JvbGQiOmZhbHNlLCJJc0l0YWxpYyI6ZmFsc2UsIklzVW5kZXJsaW5lZCI6ZmFsc2UsIlBhcmVudFN0eWxlIjpudWxsfSwiQXV0b1NpemUiOjAsIkZvcmVncm91bmQiOnsiJGlkIjoiODEiLCJDb2xvciI6eyIkaWQiOiI4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DMiLCJUb3AiOjAuMCwiTGVmdCI6MC4wLCJSaWdodCI6MC4wLCJCb3R0b20iOjAuMH0sIlBhZGRpbmciOnsiJGlkIjoiODQiLCJUb3AiOjAuMCwiTGVmdCI6MC4wLCJSaWdodCI6MC4wLCJCb3R0b20iOjAuMH0sIkJhY2tncm91bmQiOnsiJGlkIjoiODUiLCJDb2xvciI6eyIkaWQiOiI4NiIsIkEiOjAsIlIiOjI1NSwiRyI6MjU1LCJCIjoyNTV9fSwiSXNWaXNpYmxlIjp0cnVlLCJXaWR0aCI6MC4wLCJIZWlnaHQiOjAuMCwiQm9yZGVyU3R5bGUiOnsiJGlkIjoiODciLCJMaW5lQ29sb3IiOm51bGwsIkxpbmVXZWlnaHQiOjAuMCwiTGluZVR5cGUiOjAsIlBhcmVudFN0eWxlIjpudWxsfSwiUGFyZW50U3R5bGUiOm51bGx9LCJEYXRlRm9ybWF0Ijp7IiRpZCI6Ijg4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SIsIkZvcm1hdCI6MCwiSXNWaXNpYmxlIjpmYWxzZSwiTGFzdEtub3duVmlzaWJpbGl0eVN0YXRlIjpmYWxzZX0sIklzVmlzaWJsZSI6dHJ1ZSwiUGFyZW50U3R5bGUiOm51bGx9LCJJbmRleCI6MiwiU21hcnREdXJhdGlvbkFjdGl2YXRlZCI6ZmFsc2UsIkRhdGVGb3JtYXQiOnsiJHJlZiI6Ijg4In0sIldlZWtOdW1iZXJpbmciOnsiJGlkIjoiOTAiLCJGb3JtYXQiOjAsIklzVmlzaWJsZSI6ZmFsc2UsIkxhc3RLbm93blZpc2liaWxpdHlTdGF0ZSI6ZmFsc2V9LCJJZCI6IjIxNDU5MjAzLTM5MzktNDVhZC04ZjI4LTRiM2ZhMWYxMmE4NSIsIkltcG9ydElkIjpudWxsLCJUaXRsZSI6Imdsb2JhbCBGU1MgdG8gTFNTIiwiTm90ZSI6bnVsbCwiSHlwZXJsaW5rIjp7IiRpZCI6IjkxIiwiQWRkcmVzcyI6bnVsbCwiU3ViQWRkcmVzcyI6bnVsbH0sIklzQ2hhbmdlZCI6ZmFsc2UsIklzTmV3IjpmYWxzZX19XSwiX21pbGVzdG9uZXMiOltdLCJJZCI6IjAwMDAwMDAwLTAwMDAtMDAwMC0wMDAwLTAwMDAwMDAwMDAwMCIsIklzU2luZ2xlSXRlbVJvdyI6dHJ1ZX0seyIkaWQiOiI5MiIsIl90YXNrcyI6W10sIl9taWxlc3RvbmVzIjpbeyIkaWQiOiI5MyIsIklkIjoiM2I3YTdiOTEtNzlmZS00N2U5LTgxOGEtNTAxZjdkN2FhNDk3IiwiSW5kZXgiOjMsIkdyb3VwSWQiOm51bGwsIlRpdGxlIjoiZnV0aWxpdHkgYW5hbHlzaXMgREJMIiwiRGF0ZVRpbWUiOiIyMDI3LTAyLTAzVDIzOjU5OjAwIiwiUGVyY2VudGFnZUNvbXBsZXRlIjpudWxsLCJOb3RlIjpudWxsLCJTdHlsZSI6eyIkaWQiOiI5NCIsIlRpdGxlUG9zaXRpb24iOiJMZWZ0IiwiRGF0ZVBvc2l0aW9uIjoiTGVmdCIsIlNoYXBlVHlwZSI6MiwiU2hhcGVTaXplIjoxLCJTaGFwZVN0eWxlIjp7IiRpZCI6Ijk1IiwiTWFyZ2luIjp7IiRyZWYiOiI4In0sIlBhZGRpbmciOnsiJHJlZiI6IjkifSwiQmFja2dyb3VuZCI6eyIkaWQiOiI5NiIsIkNvbG9yIjp7IiRpZCI6Ijk3IiwiQSI6MjU1LCJSIjo4LCJHIjo0OSwiQiI6NDJ9fSwiSXNWaXNpYmxlIjp0cnVlLCJXaWR0aCI6MTMuMCwiSGVpZ2h0IjoxMy4wLCJCb3JkZXJTdHlsZSI6eyIkaWQiOiI5OCIsIkxpbmVDb2xvciI6eyIkaWQiOiI5OSIsIiR0eXBlIjoiTkxSRS5Db21tb24uRG9tLlNvbGlkQ29sb3JCcnVzaCwgTkxSRS5Db21tb24iLCJDb2xvciI6eyIkaWQiOiIxMDAiLCJBIjoyNTUsIlIiOjI1NSwiRyI6MCwiQiI6MH19LCJMaW5lV2VpZ2h0IjowLjAsIkxpbmVUeXBlIjowLCJQYXJlbnRTdHlsZSI6bnVsbH0sIlBhcmVudFN0eWxlIjpudWxsfSwiVGl0bGVTdHlsZSI6eyIkaWQiOiIxMDEiLCJGb250U2V0dGluZ3MiOnsiJGlkIjoiMTAyIiwiRm9udFNpemUiOjExLCJGb250TmFtZSI6IkNhbGlicmkiLCJJc0JvbGQiOnRydWUsIklzSXRhbGljIjpmYWxzZSwiSXNVbmRlcmxpbmVkIjpmYWxzZSwiUGFyZW50U3R5bGUiOm51bGx9LCJBdXRvU2l6ZSI6MCwiRm9yZWdyb3VuZCI6eyIkaWQiOiIxMDMiLCJDb2xvciI6eyIkaWQiOiIxMDQ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GlkIjoiMTA1IiwiQ29sb3IiOnsiJGlkIjoiMTA2IiwiQSI6MCwiUiI6MjU1LCJHIjoyNTUsIkIiOjI1NX19LCJJc1Zpc2libGUiOnRydWUsIldpZHRoIjowLjAsIkhlaWdodCI6MC4wLCJCb3JkZXJTdHlsZSI6bnVsbCwiUGFyZW50U3R5bGUiOm51bGx9LCJEYXRlU3R5bGUiOnsiJGlkIjoiMTA3IiwiRm9udFNldHRpbmdzIjp7IiRpZCI6IjEwOCIsIkZvbnRTaXplIjoxMCwiRm9udE5hbWUiOiJDYWxpYnJpIiwiSXNCb2xkIjpmYWxzZSwiSXNJdGFsaWMiOmZhbHNlLCJJc1VuZGVybGluZWQiOmZhbHNlLCJQYXJlbnRTdHlsZSI6bnVsbH0sIkF1dG9TaXplIjowLCJGb3JlZ3JvdW5kIjp7IiRpZCI6IjEwOSIsIkNvbG9yIjp7IiRpZCI6IjE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GlkIjoiMTExIiwiQ29sb3IiOnsiJGlkIjoiMTEyIiwiQSI6MCwiUiI6MjU1LCJHIjoyNTUsIkIiOjI1NX19LCJJc1Zpc2libGUiOnRydWUsIldpZHRoIjowLjAsIkhlaWdodCI6MC4wLCJCb3JkZXJTdHlsZSI6bnVsbCwiUGFyZW50U3R5bGUiOm51bGx9LCJEYXRlRm9ybWF0Ijp7IiRpZCI6IjExMy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xMTQiLCJEYXRlUGFydElzVmlzaWJsZSI6dHJ1ZSwiVGltZVBhcnRJc1Zpc2libGUiOmZhbHNlfX0sIldlZWtOdW1iZXJpbmciOnsiJGlkIjoiMTE1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xNiIsIl90YXNrcyI6W10sIl9taWxlc3RvbmVzIjpbeyIkaWQiOiIxMTciLCJJZCI6IjhhZDQ2YzFiLTM5NjQtNDY1Ny1hNjhiLTlhMmE5OWE5ZWM0NSIsIkluZGV4Ijo0LCJHcm91cElkIjpudWxsLCJUaXRsZSI6ImludGVyaW0gYW5hbHlzaXMgREJMIiwiRGF0ZVRpbWUiOiIyMDI4LTA3LTA1VDIzOjU5OjAwIiwiUGVyY2VudGFnZUNvbXBsZXRlIjpudWxsLCJOb3RlIjpudWxsLCJTdHlsZSI6eyIkaWQiOiIxMTgiLCJUaXRsZVBvc2l0aW9uIjoiTGVmdCIsIkRhdGVQb3NpdGlvbiI6IkxlZnQiLCJTaGFwZVR5cGUiOjIsIlNoYXBlU2l6ZSI6MSwiU2hhcGVTdHlsZSI6eyIkaWQiOiIxMTkiLCJNYXJnaW4iOnsiJHJlZiI6IjgifSwiUGFkZGluZyI6eyIkcmVmIjoiOSJ9LCJCYWNrZ3JvdW5kIjp7IiRpZCI6IjEyMCIsIkNvbG9yIjp7IiRpZCI6IjEyMSIsIkEiOjI1NSwiUiI6OCwiRyI6NDksIkIiOjQyfX0sIklzVmlzaWJsZSI6dHJ1ZSwiV2lkdGgiOjEzLjAsIkhlaWdodCI6MTMuMCwiQm9yZGVyU3R5bGUiOnsiJGlkIjoiMTIyIiwiTGluZUNvbG9yIjp7IiRpZCI6IjEyMyIsIiR0eXBlIjoiTkxSRS5Db21tb24uRG9tLlNvbGlkQ29sb3JCcnVzaCwgTkxSRS5Db21tb24iLCJDb2xvciI6eyIkaWQiOiIxMjQiLCJBIjoyNTUsIlIiOjI1NSwiRyI6MCwiQiI6MH19LCJMaW5lV2VpZ2h0IjowLjAsIkxpbmVUeXBlIjowLCJQYXJlbnRTdHlsZSI6bnVsbH0sIlBhcmVudFN0eWxlIjpudWxsfSwiVGl0bGVTdHlsZSI6eyIkaWQiOiIxMjUiLCJGb250U2V0dGluZ3MiOnsiJGlkIjoiMTI2IiwiRm9udFNpemUiOjExLCJGb250TmFtZSI6IkNhbGlicmkiLCJJc0JvbGQiOnRydWUsIklzSXRhbGljIjpmYWxzZSwiSXNVbmRlcmxpbmVkIjpmYWxzZSwiUGFyZW50U3R5bGUiOm51bGx9LCJBdXRvU2l6ZSI6MCwiRm9yZWdyb3VuZCI6eyIkaWQiOiIxMjciLCJDb2xvciI6eyIkaWQiOiIxMjg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GlkIjoiMTI5IiwiQ29sb3IiOnsiJGlkIjoiMTMwIiwiQSI6MCwiUiI6MCwiRyI6MCwiQiI6MH19LCJJc1Zpc2libGUiOnRydWUsIldpZHRoIjowLjAsIkhlaWdodCI6MC4wLCJCb3JkZXJTdHlsZSI6bnVsbCwiUGFyZW50U3R5bGUiOm51bGx9LCJEYXRlU3R5bGUiOnsiJGlkIjoiMTMxIiwiRm9udFNldHRpbmdzIjp7IiRpZCI6IjEzMiIsIkZvbnRTaXplIjoxMCwiRm9udE5hbWUiOiJDYWxpYnJpIiwiSXNCb2xkIjpmYWxzZSwiSXNJdGFsaWMiOmZhbHNlLCJJc1VuZGVybGluZWQiOmZhbHNlLCJQYXJlbnRTdHlsZSI6bnVsbH0sIkF1dG9TaXplIjowLCJGb3JlZ3JvdW5kIjp7IiRpZCI6IjEzMyIsIkNvbG9yIjp7IiRpZCI6IjEz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GlkIjoiMTM1IiwiQ29sb3IiOnsiJGlkIjoiMTM2IiwiQSI6MCwiUiI6MCwiRyI6MCwiQiI6MH19LCJJc1Zpc2libGUiOnRydWUsIldpZHRoIjowLjAsIkhlaWdodCI6MC4wLCJCb3JkZXJTdHlsZSI6bnVsbCwiUGFyZW50U3R5bGUiOm51bGx9LCJEYXRlRm9ybWF0Ijp7IiRpZCI6IjEz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M5IiwiX3Rhc2tzIjpbeyIkaWQiOiIxNDAiLCJfYXR0YWNoZWRNaWxlc3RvbmVzIjpbXSwiVGFza0RlZmluaXRpb24iOnsiJGlkIjoiMTQxIiwiR3JvdXBOYW1lIjpudWxsLCJTdGFydERhdGUiOiIyMDI4LTEwLTI0VDIzOjU5OjAwWiIsIkVuZERhdGUiOiIyMDI5LTA2LTI2VDIzOjU5OjAwWiIsIlBlcmNlbnRhZ2VDb21wbGV0ZSI6bnVsbCwiU3R5bGUiOnsiJGlkIjoiMTQyIiwiU2hhcGUiOjEsIlNoYXBlVGhpY2tuZXNzIjowLCJEdXJhdGlvbkZvcm1hdCI6MCwiSW5jbHVkZU5vbldvcmtpbmdEYXlzSW5EdXJhdGlvbiI6ZmFsc2UsIlBlcmNlbnRhZ2VDb21wbGV0ZVN0eWxlIjp7IiRpZCI6IjE0MyIsIkZvbnRTZXR0aW5ncyI6eyIkaWQiOiIxNDQiLCJGb250U2l6ZSI6MTAsIkZvbnROYW1lIjoiQ2FsaWJyaSIsIklzQm9sZCI6ZmFsc2UsIklzSXRhbGljIjpmYWxzZSwiSXNVbmRlcmxpbmVkIjpmYWxzZSwiUGFyZW50U3R5bGUiOm51bGx9LCJBdXRvU2l6ZSI6MCwiRm9yZWdyb3VuZCI6eyIkcmVmIjoiNDAifSwiTWF4V2lkdGgiOjIwMC4wLCJNYXhIZWlnaHQiOiJJbmZpbml0eSIsIlNtYXJ0Rm9yZWdyb3VuZElzQWN0aXZlIjpmYWxzZSwiSG9yaXpvbnRhbEFsaWdubWVudCI6MCwiVmVydGljYWxBbGlnbm1lbnQiOjAsIlNtYXJ0Rm9yZWdyb3VuZCI6bnVsbCwiQmFja2dyb3VuZEZpbGxUeXBlIjowLCJNYXJnaW4iOnsiJGlkIjoiMTQ1IiwiVG9wIjowLjAsIkxlZnQiOjAuMCwiUmlnaHQiOjAuMCwiQm90dG9tIjowLjB9LCJQYWRkaW5nIjp7IiRpZCI6IjE0NiIsIlRvcCI6MC4wLCJMZWZ0IjowLjAsIlJpZ2h0IjowLjAsIkJvdHRvbSI6MC4wfSwiQmFja2dyb3VuZCI6eyIkaWQiOiIxNDciLCJDb2xvciI6eyIkaWQiOiIxNDgiLCJBIjo4OSwiUiI6MCwiRyI6MCwiQiI6MH19LCJJc1Zpc2libGUiOnRydWUsIldpZHRoIjowLjAsIkhlaWdodCI6MC4wLCJCb3JkZXJTdHlsZSI6eyIkaWQiOiIxNDkiLCJMaW5lQ29sb3IiOm51bGwsIkxpbmVXZWlnaHQiOjAuMCwiTGluZVR5cGUiOjAsIlBhcmVudFN0eWxlIjpudWxsfSwiUGFyZW50U3R5bGUiOm51bGx9LCJEdXJhdGlvblN0eWxlIjp7IiRpZCI6IjE1MCIsIkZvbnRTZXR0aW5ncyI6eyIkaWQiOiIxNTEiLCJGb250U2l6ZSI6MTAsIkZvbnROYW1lIjoiQ2FsaWJyaSIsIklzQm9sZCI6ZmFsc2UsIklzSXRhbGljIjpmYWxzZSwiSXNVbmRlcmxpbmVkIjpmYWxzZSwiUGFyZW50U3R5bGUiOm51bGx9LCJBdXRvU2l6ZSI6MCwiRm9yZWdyb3VuZCI6eyIkaWQiOiIxNTIiLCJDb2xvciI6eyIkaWQiOiIxNT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TQiLCJUb3AiOjAuMCwiTGVmdCI6MC4wLCJSaWdodCI6MC4wLCJCb3R0b20iOjAuMH0sIlBhZGRpbmciOnsiJGlkIjoiMTU1IiwiVG9wIjowLjAsIkxlZnQiOjAuMCwiUmlnaHQiOjAuMCwiQm90dG9tIjowLjB9LCJCYWNrZ3JvdW5kIjp7IiRpZCI6IjE1NiIsIkNvbG9yIjp7IiRpZCI6IjE1NyIsIkEiOjAsIlIiOjAsIkciOjAsIkIiOjB9fSwiSXNWaXNpYmxlIjp0cnVlLCJXaWR0aCI6MC4wLCJIZWlnaHQiOjAuMCwiQm9yZGVyU3R5bGUiOnsiJGlkIjoiMTU4IiwiTGluZUNvbG9yIjpudWxsLCJMaW5lV2VpZ2h0IjowLjAsIkxpbmVUeXBlIjowLCJQYXJlbnRTdHlsZSI6bnVsbH0sIlBhcmVudFN0eWxlIjpudWxsfSwiSG9yaXpvbnRhbENvbm5lY3RvclN0eWxlIjp7IiRpZCI6IjE1OSIsIkxpbmVDb2xvciI6eyIkaWQiOiIxNjAiLCIkdHlwZSI6Ik5MUkUuQ29tbW9uLkRvbS5Tb2xpZENvbG9yQnJ1c2gsIE5MUkUuQ29tbW9uIiwiQ29sb3IiOnsiJGlkIjoiMTYxIiwiQSI6MjU1LCJSIjoyMDQsIkciOjIwNCwiQiI6MjA0fX0sIkxpbmVXZWlnaHQiOjEuMCwiTGluZVR5cGUiOjAsIlBhcmVudFN0eWxlIjpudWxsfSwiVmVydGljYWxDb25uZWN0b3JTdHlsZSI6eyIkaWQiOiIxNjIiLCJMaW5lQ29sb3IiOnsiJGlkIjoiMTYzIiwiJHR5cGUiOiJOTFJFLkNvbW1vbi5Eb20uU29saWRDb2xvckJydXNoLCBOTFJFLkNvbW1vbiIsIkNvbG9yIjp7IiRpZCI6IjE2NC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E2NSIsIk1hcmdpbiI6eyIkaWQiOiIxNjYiLCJUb3AiOjAuMCwiTGVmdCI6NC4wLCJSaWdodCI6NC4wLCJCb3R0b20iOjAuMH0sIlBhZGRpbmciOnsiJGlkIjoiMTY3IiwiVG9wIjowLjAsIkxlZnQiOjAuMCwiUmlnaHQiOjAuMCwiQm90dG9tIjowLjB9LCJCYWNrZ3JvdW5kIjp7IiRpZCI6IjE2OCIsIkNvbG9yIjp7IiRpZCI6IjE2OSIsIkEiOjI1NSwiUiI6OCwiRyI6NDksIkIiOjQyfX0sIklzVmlzaWJsZSI6dHJ1ZSwiV2lkdGgiOjAuMCwiSGVpZ2h0Ijox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UaXRsZVN0eWxlIjp7IiRpZCI6IjE3MyIsIkZvbnRTZXR0aW5ncyI6eyIkaWQiOiIxNzQiLCJGb250U2l6ZSI6MTEsIkZvbnROYW1lIjoiQ2FsaWJyaSIsIklzQm9sZCI6dHJ1ZSwiSXNJdGFsaWMiOmZhbHNlLCJJc1VuZGVybGluZWQiOmZhbHNlLCJQYXJlbnRTdHlsZSI6bnVsbH0sIkF1dG9TaXplIjowLCJGb3JlZ3JvdW5kIjp7IiRpZCI6IjE3NSIsIkNvbG9yIjp7IiRpZCI6IjE3Ni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NzciLCJUb3AiOjAuMCwiTGVmdCI6MC4wLCJSaWdodCI6MC4wLCJCb3R0b20iOjAuMH0sIlBhZGRpbmciOnsiJGlkIjoiMTc4IiwiVG9wIjowLjAsIkxlZnQiOjAuMCwiUmlnaHQiOjAuMCwiQm90dG9tIjowLjB9LCJCYWNrZ3JvdW5kIjp7IiRpZCI6IjE3OSIsIkNvbG9yIjp7IiRpZCI6IjE4MCIsIkEiOjAsIlIiOjAsIkciOjAsIkIiOjB9fSwiSXNWaXNpYmxlIjp0cnVlLCJXaWR0aCI6MC4wLCJIZWlnaHQiOjAuMCwiQm9yZGVyU3R5bGUiOnsiJGlkIjoiMTgxIiwiTGluZUNvbG9yIjpudWxsLCJMaW5lV2VpZ2h0IjowLjAsIkxpbmVUeXBlIjowLCJQYXJlbnRTdHlsZSI6bnVsbH0sIlBhcmVudFN0eWxlIjpudWxsfSwiRGF0ZVN0eWxlIjp7IiRpZCI6IjE4MiIsIkZvbnRTZXR0aW5ncyI6eyIkaWQiOiIxODMiLCJGb250U2l6ZSI6MTAsIkZvbnROYW1lIjoiQ2FsaWJyaSIsIklzQm9sZCI6ZmFsc2UsIklzSXRhbGljIjpmYWxzZSwiSXNVbmRlcmxpbmVkIjpmYWxzZSwiUGFyZW50U3R5bGUiOm51bGx9LCJBdXRvU2l6ZSI6MCwiRm9yZWdyb3VuZCI6eyIkaWQiOiIxODQiLCJDb2xvciI6eyIkaWQiOiIxOD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4NiIsIlRvcCI6MC4wLCJMZWZ0IjowLjAsIlJpZ2h0IjowLjAsIkJvdHRvbSI6MC4wfSwiUGFkZGluZyI6eyIkaWQiOiIxODciLCJUb3AiOjAuMCwiTGVmdCI6MC4wLCJSaWdodCI6MC4wLCJCb3R0b20iOjAuMH0sIkJhY2tncm91bmQiOnsiJGlkIjoiMTg4IiwiQ29sb3IiOnsiJGlkIjoiMTg5IiwiQSI6MCwiUiI6MCwiRyI6MCwiQiI6MH19LCJJc1Zpc2libGUiOnRydWUsIldpZHRoIjowLjAsIkhlaWdodCI6MC4wLCJCb3JkZXJTdHlsZSI6eyIkaWQiOiIxOTAiLCJMaW5lQ29sb3IiOm51bGwsIkxpbmVXZWlnaHQiOjAuMCwiTGluZVR5cGUiOjAsIlBhcmVudFN0eWxlIjpudWxsfSwiUGFyZW50U3R5bGUiOm51bGx9LCJEYXRlRm9ybWF0Ijp7IiRpZCI6IjE5MS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yIiwiRm9ybWF0IjowLCJJc1Zpc2libGUiOmZhbHNlLCJMYXN0S25vd25WaXNpYmlsaXR5U3RhdGUiOmZhbHNlfSwiSXNWaXNpYmxlIjp0cnVlLCJQYXJlbnRTdHlsZSI6bnVsbH0sIkluZGV4Ijo1LCJTbWFydER1cmF0aW9uQWN0aXZhdGVkIjpmYWxzZSwiRGF0ZUZvcm1hdCI6eyIkcmVmIjoiMTkxIn0sIldlZWtOdW1iZXJpbmciOnsiJGlkIjoiMTkzIiwiRm9ybWF0IjowLCJJc1Zpc2libGUiOmZhbHNlLCJMYXN0S25vd25WaXNpYmlsaXR5U3RhdGUiOmZhbHNlfSwiSWQiOiI0NmVjYTJiMC0zOTkyLTQxMTQtYmE2OS1jZjNiMjdmZWM3OWEiLCJJbXBvcnRJZCI6bnVsbCwiVGl0bGUiOiJOREEgc3ViLiAtIGFwcC4gZm9yIEFBICIsIk5vdGUiOm51bGwsIkh5cGVybGluayI6eyIkaWQiOiIxOTQiLCJBZGRyZXNzIjpudWxsLCJTdWJBZGRyZXNzIjpudWxsfSwiSXNDaGFuZ2VkIjpmYWxzZSwiSXNOZXciOmZhbHNlfX1dLCJfbWlsZXN0b25lcyI6W10sIklkIjoiMDAwMDAwMDAtMDAwMC0wMDAwLTAwMDAtMDAwMDAwMDAwMDAwIiwiSXNTaW5nbGVJdGVtUm93Ijp0cnVlfV0sIkluZGV4IjowLCJJZCI6IjkzNzM4MjVmLTM2NzYtNGY3YS04NjI4LTMxZDk5ZDJhZDcxMyIsIkhlYWRlclRleHQiOm51bGwsIklzRGVmYXVsdCI6dHJ1ZSwiU3R5bGUiOnsiJGlkIjoiMTk1IiwiSGVhZGVyU3R5bGUiOnsiJGlkIjoiMTk2IiwiVGV4dFN0eWxlIjp7IiRpZCI6IjE5NyIsIkZvbnRTZXR0aW5ncyI6eyIkaWQiOiIxOTgiLCJGb250U2l6ZSI6MTEsIkZvbnROYW1lIjoiQ2FsaWJyaSIsIklzQm9sZCI6ZmFsc2UsIklzSXRhbGljIjpmYWxzZSwiSXNVbmRlcmxpbmVkIjpmYWxzZSwiUGFyZW50U3R5bGUiOm51bGx9LCJBdXRvU2l6ZSI6MiwiRm9yZWdyb3VuZCI6eyIkaWQiOiIxOTkiLCJDb2xvciI6eyIkaWQiOiIyMDAiLCJBIjoyNTUsIlIiOjAsIkciOjAsIkIiOjB9fSwiTWF4V2lkdGgiOjAuMCwiTWF4SGVpZ2h0IjowLjAsIlNtYXJ0Rm9yZWdyb3VuZElzQWN0aXZlIjpmYWxzZSwiSG9yaXpvbnRhbEFsaWdubWVudCI6MCwiVmVydGljYWxBbGlnbm1lbnQiOjAsIlNtYXJ0Rm9yZWdyb3VuZCI6bnVsbCwiQmFja2dyb3VuZEZpbGxUeXBlIjowLCJNYXJnaW4iOnsiJGlkIjoiMjAxIiwiVG9wIjowLjAsIkxlZnQiOjAuMCwiUmlnaHQiOjAuMCwiQm90dG9tIjowLjB9LCJQYWRkaW5nIjp7IiRpZCI6IjIwMiIsIlRvcCI6MC4wLCJMZWZ0IjowLjAsIlJpZ2h0IjowLjAsIkJvdHRvbSI6MC4wfSwiQmFja2dyb3VuZCI6bnVsbCwiSXNWaXNpYmxlIjp0cnVlLCJXaWR0aCI6MC4wLCJIZWlnaHQiOjAuMCwiQm9yZGVyU3R5bGUiOm51bGwsIlBhcmVudFN0eWxlIjpudWxsfSwiUmVjdGFuZ2xlU3R5bGUiOnsiJGlkIjoiMjAzIiwiTWFyZ2luIjp7IiRpZCI6IjIwNCIsIlRvcCI6MC4wLCJMZWZ0IjowLjAsIlJpZ2h0IjowLjAsIkJvdHRvbSI6MC4wfSwiUGFkZGluZyI6eyIkaWQiOiIyMDUiLCJUb3AiOjAuMCwiTGVmdCI6MC4wLCJSaWdodCI6MC4wLCJCb3R0b20iOjAuMH0sIkJhY2tncm91bmQiOnsiJGlkIjoiMjA2IiwiQ29sb3IiOnsiJGlkIjoiMjA3IiwiQSI6NjMsIlIiOjE5NywiRyI6MTk1LCJCIjoyMzh9fSwiSXNWaXNpYmxlIjp0cnVlLCJXaWR0aCI6MC4wLCJIZWlnaHQiOjAuMCwiQm9yZGVyU3R5bGUiOnsiJGlkIjoiMjA4IiwiTGluZUNvbG9yIjp7IiRpZCI6IjIwOSIsIiR0eXBlIjoiTkxSRS5Db21tb24uRG9tLlNvbGlkQ29sb3JCcnVzaCwgTkxSRS5Db21tb24iLCJDb2xvciI6eyIkaWQiOiIyMTAiLCJBIjoyNTUsIlIiOjI1NSwiRyI6MCwiQiI6MH19LCJMaW5lV2VpZ2h0IjowLjAsIkxpbmVUeXBlIjowLCJQYXJlbnRTdHlsZSI6bnVsbH0sIlBhcmVudFN0eWxlIjpudWxsfSwiTWFyZ2luIjp7IiRpZCI6IjIxMSIsIlRvcCI6MC4wLCJMZWZ0IjowLjAsIlJpZ2h0IjowLjAsIkJvdHRvbSI6MC4wfSwiUGFkZGluZyI6eyIkaWQiOiIyMTIiLCJUb3AiOjAuMCwiTGVmdCI6MC4wLCJSaWdodCI6MC4wLCJCb3R0b20iOjAuMH0sIkJhY2tncm91bmQiOm51bGwsIklzVmlzaWJsZSI6dHJ1ZSwiV2lkdGgiOjAuMCwiSGVpZ2h0IjowLjAsIkJvcmRlclN0eWxlIjpudWxsLCJQYXJlbnRTdHlsZSI6bnVsbH0sIkJhY2tncm91bmRTdHlsZSI6eyIkaWQiOiIyMTMiLCJNYXJnaW4iOnsiJGlkIjoiMjE0IiwiVG9wIjowLjAsIkxlZnQiOjAuMCwiUmlnaHQiOjAuMCwiQm90dG9tIjowLjB9LCJQYWRkaW5nIjp7IiRpZCI6IjIxNSIsIlRvcCI6MC4wLCJMZWZ0IjowLjAsIlJpZ2h0IjowLjAsIkJvdHRvbSI6MC4wfSwiQmFja2dyb3VuZCI6eyIkaWQiOiIyMTYiLCJDb2xvciI6eyIkaWQiOiIyMTciLCJBIjo1MSwiUiI6MTk3LCJHIjoxOTUsIkIiOjIzOH19LCJJc1Zpc2libGUiOnRydWUsIldpZHRoIjowLjAsIkhlaWdodCI6MC4wLCJCb3JkZXJTdHlsZSI6eyIkaWQiOiIyMTgiLCJMaW5lQ29sb3IiOnsiJGlkIjoiMjE5IiwiJHR5cGUiOiJOTFJFLkNvbW1vbi5Eb20uU29saWRDb2xvckJydXNoLCBOTFJFLkNvbW1vbiIsIkNvbG9yIjp7IiRpZCI6IjIyMCIsIkEiOjI1NSwiUiI6MjU1LCJHIjowLCJCIjowfX0sIkxpbmVXZWlnaHQiOjAuMCwiTGluZVR5cGUiOjAsIlBhcmVudFN0eWxlIjpudWxsfSwiUGFyZW50U3R5bGUiOm51bGx9LCJNYXJnaW4iOnsiJGlkIjoiMjIxIiwiVG9wIjowLjAsIkxlZnQiOjAuMCwiUmlnaHQiOjAuMCwiQm90dG9tIjowLjB9LCJQYWRkaW5nIjp7IiRpZCI6IjIyMiIsIlRvcCI6MC4wLCJMZWZ0IjowLjAsIlJpZ2h0IjowLjAsIkJvdHRvbSI6MC4wfSwiSXNWaXNpYmxlIjpmYWxzZSwiV2lkdGgiOjAuMCwiSGVpZ2h0IjowLjAsIkJvcmRlclN0eWxlIjpudWxsLCJQYXJlbnRTdHlsZSI6bnVsbH19XSwiSWQiOiI1NDE3YzlhYS0wNDMyLTQ0M2ItYmY2ZC05NjQ4M2Y3Yzc2NDgiLCJJbmRleCI6MCwiSGVhZGVyVGV4dCI6Ikdsb2JhbFxyMTM2Ni0wMDE1XHJQaCBJSUkiLCJTdHlsZSI6eyIkaWQiOiIyMjMiLCJIZWFkZXJTdHlsZSI6eyIkaWQiOiIyMjQiLCJUZXh0SXNWZXJ0aWNhbCI6ZmFsc2UsIlRleHRTdHlsZSI6eyIkaWQiOiIyMjUiLCJGb250U2V0dGluZ3MiOnsiJGlkIjoiMjI2IiwiRm9udFNpemUiOjEyLCJGb250TmFtZSI6IkNhbGlicmkiLCJJc0JvbGQiOmZhbHNlLCJJc0l0YWxpYyI6ZmFsc2UsIklzVW5kZXJsaW5lZCI6ZmFsc2UsIlBhcmVudFN0eWxlIjpudWxsfSwiQXV0b1NpemUiOjIsIkZvcmVncm91bmQiOnsiJGlkIjoiMjI3IiwiQ29sb3IiOnsiJGlkIjoiMjI4IiwiQSI6MjU1LCJSIjoyNTUsIkciOjI1NSwiQiI6MjU1fX0sIk1heFdpZHRoIjo3MS4wLCJNYXhIZWlnaHQiOjAuMCwiU21hcnRGb3JlZ3JvdW5kSXNBY3RpdmUiOmZhbHNlLCJIb3Jpem9udGFsQWxpZ25tZW50IjowLCJWZXJ0aWNhbEFsaWdubWVudCI6MCwiU21hcnRGb3JlZ3JvdW5kIjpudWxsLCJCYWNrZ3JvdW5kRmlsbFR5cGUiOjAsIk1hcmdpbiI6eyIkaWQiOiIyMjkiLCJUb3AiOjAuMCwiTGVmdCI6MC4wLCJSaWdodCI6MC4wLCJCb3R0b20iOjAuMH0sIlBhZGRpbmciOnsiJGlkIjoiMjMwIiwiVG9wIjowLjAsIkxlZnQiOjAuMCwiUmlnaHQiOjAuMCwiQm90dG9tIjowLjB9LCJCYWNrZ3JvdW5kIjpudWxsLCJJc1Zpc2libGUiOnRydWUsIldpZHRoIjowLjAsIkhlaWdodCI6MC4wLCJCb3JkZXJTdHlsZSI6bnVsbCwiUGFyZW50U3R5bGUiOm51bGx9LCJSZWN0YW5nbGVTdHlsZSI6eyIkaWQiOiIyMzEiLCJNYXJnaW4iOnsiJGlkIjoiMjMyIiwiVG9wIjowLjAsIkxlZnQiOjAuMCwiUmlnaHQiOjAuMCwiQm90dG9tIjowLjB9LCJQYWRkaW5nIjp7IiRpZCI6IjIzMyIsIlRvcCI6MC4wLCJMZWZ0IjowLjAsIlJpZ2h0IjowLjAsIkJvdHRvbSI6MC4wfSwiQmFja2dyb3VuZCI6eyIkaWQiOiIyMzQiLCJDb2xvciI6eyIkaWQiOiIyMzUiLCJBIjoyNTUsIlIiOjgsIkciOjQ5LCJCIjo0Mn19LCJJc1Zpc2libGUiOnRydWUsIldpZHRoIjowLjAsIkhlaWdodCI6MC4wLCJCb3JkZXJTdHlsZSI6eyIkaWQiOiIyMzYiLCJMaW5lQ29sb3IiOnsiJGlkIjoiMjM3IiwiJHR5cGUiOiJOTFJFLkNvbW1vbi5Eb20uU29saWRDb2xvckJydXNoLCBOTFJFLkNvbW1vbiIsIkNvbG9yIjp7IiRpZCI6IjIzOCIsIkEiOjI1NSwiUiI6MjU1LCJHIjowLCJCIjowfX0sIkxpbmVXZWlnaHQiOjAuMCwiTGluZVR5cGUiOjAsIlBhcmVudFN0eWxlIjpudWxsfSwiUGFyZW50U3R5bGUiOm51bGx9LCJNYXJnaW4iOnsiJGlkIjoiMjM5IiwiVG9wIjowLjAsIkxlZnQiOjAuMCwiUmlnaHQiOjAuMCwiQm90dG9tIjowLjB9LCJQYWRkaW5nIjp7IiRpZCI6IjI0MCIsIlRvcCI6MC4wLCJMZWZ0IjowLjAsIlJpZ2h0IjowLjAsIkJvdHRvbSI6MC4wfSwiQmFja2dyb3VuZCI6bnVsbCwiSXNWaXNpYmxlIjp0cnVlLCJXaWR0aCI6MC4wLCJIZWlnaHQiOjAuMCwiQm9yZGVyU3R5bGUiOm51bGwsIlBhcmVudFN0eWxlIjpudWxsfSwiQmFja2dyb3VuZFN0eWxlIjp7IiRpZCI6IjI0MSIsIk1hcmdpbiI6eyIkaWQiOiIyNDIiLCJUb3AiOjAuMCwiTGVmdCI6MC4wLCJSaWdodCI6MC4wLCJCb3R0b20iOjAuMH0sIlBhZGRpbmciOnsiJGlkIjoiMjQzIiwiVG9wIjowLjAsIkxlZnQiOjAuMCwiUmlnaHQiOjAuMCwiQm90dG9tIjowLjB9LCJCYWNrZ3JvdW5kIjp7IiRpZCI6IjI0NCIsIkNvbG9yIjp7IiRpZCI6IjI0NSIsIkEiOjUxLCJSIjoxOTcsIkciOjE5NSwiQiI6MjM4fX0sIklzVmlzaWJsZSI6dHJ1ZSwiV2lkdGgiOjAuMCwiSGVpZ2h0IjowLjAsIkJvcmRlclN0eWxlIjp7IiRpZCI6IjI0NiIsIkxpbmVDb2xvciI6eyIkaWQiOiIyNDciLCIkdHlwZSI6Ik5MUkUuQ29tbW9uLkRvbS5Tb2xpZENvbG9yQnJ1c2gsIE5MUkUuQ29tbW9uIiwiQ29sb3IiOnsiJGlkIjoiMjQ4IiwiQSI6MjU1LCJSIjoyNTUsIkciOjAsIkIiOjB9fSwiTGluZVdlaWdodCI6MC4wLCJMaW5lVHlwZSI6MCwiUGFyZW50U3R5bGUiOm51bGx9LCJQYXJlbnRTdHlsZSI6bnVsbH0sIklzQWJvdmVUaW1lYmFuZCI6ZmFsc2UsIk1hcmdpbiI6eyIkaWQiOiIyNDkiLCJUb3AiOjAuMCwiTGVmdCI6MC4wLCJSaWdodCI6MC4wLCJCb3R0b20iOjAuMH0sIlBhZGRpbmciOnsiJGlkIjoiMjUwIiwiVG9wIjowLjAsIkxlZnQiOjAuMCwiUmlnaHQiOjAuMCwiQm90dG9tIjowLjB9LCJJc1Zpc2libGUiOnRydWUsIldpZHRoIjowLjAsIkhlaWdodCI6MC4wLCJCb3JkZXJTdHlsZSI6eyIkaWQiOiIyNTEiLCJMaW5lQ29sb3IiOm51bGwsIkxpbmVXZWlnaHQiOjAuMCwiTGluZVR5cGUiOjAsIlBhcmVudFN0eWxlIjpudWxsfSwiUGFyZW50U3R5bGUiOm51bGx9fSx7IiRpZCI6IjI1MiIsIl9hY3Rpdml0aWVzIjpbeyIkaWQiOiIyNTMiLCJfcm93cyI6W3siJGlkIjoiMjU0IiwiX3Rhc2tzIjpbeyIkaWQiOiIyNTUiLCJfYXR0YWNoZWRNaWxlc3RvbmVzIjpbXSwiVGFza0RlZmluaXRpb24iOnsiJGlkIjoiMjU2IiwiR3JvdXBOYW1lIjpudWxsLCJTdGFydERhdGUiOiIyMDI2LTAyLTA1VDAwOjAwOjAwWiIsIkVuZERhdGUiOiIyMDI2LTA1LTA2VDIzOjU5OjAwWiIsIlBlcmNlbnRhZ2VDb21wbGV0ZSI6bnVsbCwiU3R5bGUiOnsiJGlkIjoiMjU3IiwiU2hhcGUiOjEsIlNoYXBlVGhpY2tuZXNzIjowLCJEdXJhdGlvbkZvcm1hdCI6MCwiSW5jbHVkZU5vbldvcmtpbmdEYXlzSW5EdXJhdGlvbiI6ZmFsc2UsIlBlcmNlbnRhZ2VDb21wbGV0ZVN0eWxlIjp7IiRpZCI6IjI1OCIsIkZvbnRTZXR0aW5ncyI6eyIkaWQiOiIyNTkiLCJGb250U2l6ZSI6MTAsIkZvbnROYW1lIjoiQ2FsaWJyaSIsIklzQm9sZCI6ZmFsc2UsIklzSXRhbGljIjpmYWxzZSwiSXNVbmRlcmxpbmVkIjpmYWxzZSwiUGFyZW50U3R5bGUiOm51bGx9LCJBdXRvU2l6ZSI6MCwiRm9yZWdyb3VuZCI6eyIkcmVmIjoiNDAifSwiTWF4V2lkdGgiOjIwMC4wLCJNYXhIZWlnaHQiOiJJbmZpbml0eSIsIlNtYXJ0Rm9yZWdyb3VuZElzQWN0aXZlIjpmYWxzZSwiSG9yaXpvbnRhbEFsaWdubWVudCI6MCwiVmVydGljYWxBbGlnbm1lbnQiOjAsIlNtYXJ0Rm9yZWdyb3VuZCI6bnVsbCwiQmFja2dyb3VuZEZpbGxUeXBlIjowLCJNYXJnaW4iOnsiJHJlZiI6IjE0NSJ9LCJQYWRkaW5nIjp7IiRyZWYiOiIxNDYifSwiQmFja2dyb3VuZCI6eyIkcmVmIjoiMTQ3In0sIklzVmlzaWJsZSI6dHJ1ZSwiV2lkdGgiOjAuMCwiSGVpZ2h0IjowLjAsIkJvcmRlclN0eWxlIjp7IiRpZCI6IjI2MCIsIkxpbmVDb2xvciI6bnVsbCwiTGluZVdlaWdodCI6MC4wLCJMaW5lVHlwZSI6MCwiUGFyZW50U3R5bGUiOm51bGx9LCJQYXJlbnRTdHlsZSI6bnVsbH0sIkR1cmF0aW9uU3R5bGUiOnsiJGlkIjoiMjYxIiwiRm9udFNldHRpbmdzIjp7IiRpZCI6IjI2MiIsIkZvbnRTaXplIjoxMCwiRm9udE5hbWUiOiJDYWxpYnJpIiwiSXNCb2xkIjpmYWxzZSwiSXNJdGFsaWMiOmZhbHNlLCJJc1VuZGVybGluZWQiOmZhbHNlLCJQYXJlbnRTdHlsZSI6bnVsbH0sIkF1dG9TaXplIjowLCJGb3JlZ3JvdW5kIjp7IiRyZWYiOiIxNTIifSwiTWF4V2lkdGgiOjIwMC4wLCJNYXhIZWlnaHQiOiJJbmZpbml0eSIsIlNtYXJ0Rm9yZWdyb3VuZElzQWN0aXZlIjpmYWxzZSwiSG9yaXpvbnRhbEFsaWdubWVudCI6MCwiVmVydGljYWxBbGlnbm1lbnQiOjAsIlNtYXJ0Rm9yZWdyb3VuZCI6bnVsbCwiQmFja2dyb3VuZEZpbGxUeXBlIjowLCJNYXJnaW4iOnsiJHJlZiI6IjE1NCJ9LCJQYWRkaW5nIjp7IiRyZWYiOiIxNTUifSwiQmFja2dyb3VuZCI6eyIkcmVmIjoiMTU2In0sIklzVmlzaWJsZSI6dHJ1ZSwiV2lkdGgiOjAuMCwiSGVpZ2h0IjowLjAsIkJvcmRlclN0eWxlIjp7IiRpZCI6IjI2MyIsIkxpbmVDb2xvciI6bnVsbCwiTGluZVdlaWdodCI6MC4wLCJMaW5lVHlwZSI6MCwiUGFyZW50U3R5bGUiOm51bGx9LCJQYXJlbnRTdHlsZSI6bnVsbH0sIkhvcml6b250YWxDb25uZWN0b3JTdHlsZSI6eyIkaWQiOiIyNjQiLCJMaW5lQ29sb3IiOnsiJHJlZiI6IjE2MCJ9LCJMaW5lV2VpZ2h0IjoxLjAsIkxpbmVUeXBlIjowLCJQYXJlbnRTdHlsZSI6bnVsbH0sIlZlcnRpY2FsQ29ubmVjdG9yU3R5bGUiOnsiJGlkIjoiMjY1IiwiTGluZUNvbG9yIjp7IiRyZWYiOiIxNjM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0cnVlLCJQZXJjZW50YWdlQ29tcGxldGVTaGFwZU9wYWNpdHkiOjM1LCJTaGFwZVN0eWxlIjp7IiRpZCI6IjI2NiIsIk1hcmdpbiI6eyIkcmVmIjoiMTY2In0sIlBhZGRpbmciOnsiJHJlZiI6IjE2NyJ9LCJCYWNrZ3JvdW5kIjp7IiRpZCI6IjI2NyIsIkNvbG9yIjp7IiRpZCI6IjI2OCIsIkEiOjI1NSwiUiI6MCwiRyI6MjI4LCJCIjoxMjR9fSwiSXNWaXNpYmxlIjp0cnVlLCJXaWR0aCI6MC4wLCJIZWlnaHQiOjEwLjAsIkJvcmRlclN0eWxlIjp7IiRpZCI6IjI2OSIsIkxpbmVDb2xvciI6eyIkaWQiOiIyNzAiLCIkdHlwZSI6Ik5MUkUuQ29tbW9uLkRvbS5Tb2xpZENvbG9yQnJ1c2gsIE5MUkUuQ29tbW9uIiwiQ29sb3IiOnsiJGlkIjoiMjcxIiwiQSI6MjU1LCJSIjoyNTUsIkciOjI1NSwiQiI6MjU1fX0sIkxpbmVXZWlnaHQiOjAuMCwiTGluZVR5cGUiOjAsIlBhcmVudFN0eWxlIjpudWxsfSwiUGFyZW50U3R5bGUiOm51bGx9LCJUaXRsZVN0eWxlIjp7IiRpZCI6IjI3MiIsIkZvbnRTZXR0aW5ncyI6eyIkaWQiOiIyNzMiLCJGb250U2l6ZSI6MTEsIkZvbnROYW1lIjoiQ2FsaWJyaSIsIklzQm9sZCI6dHJ1ZSwiSXNJdGFsaWMiOmZhbHNlLCJJc1VuZGVybGluZWQiOmZhbHNlLCJQYXJlbnRTdHlsZSI6bnVsbH0sIkF1dG9TaXplIjowLCJGb3JlZ3JvdW5kIjp7IiRpZCI6IjI3NCIsIkNvbG9yIjp7IiRpZCI6IjI3N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c3In0sIlBhZGRpbmciOnsiJHJlZiI6IjE3OCJ9LCJCYWNrZ3JvdW5kIjp7IiRpZCI6IjI3NiIsIkNvbG9yIjp7IiRpZCI6IjI3NyIsIkEiOjAsIlIiOjI1NSwiRyI6MjU1LCJCIjoyNTV9fSwiSXNWaXNpYmxlIjp0cnVlLCJXaWR0aCI6MC4wLCJIZWlnaHQiOjAuMCwiQm9yZGVyU3R5bGUiOnsiJGlkIjoiMjc4IiwiTGluZUNvbG9yIjpudWxsLCJMaW5lV2VpZ2h0IjowLjAsIkxpbmVUeXBlIjowLCJQYXJlbnRTdHlsZSI6bnVsbH0sIlBhcmVudFN0eWxlIjpudWxsfSwiRGF0ZVN0eWxlIjp7IiRpZCI6IjI3OSIsIkZvbnRTZXR0aW5ncyI6eyIkaWQiOiIyODAiLCJGb250U2l6ZSI6MTAsIkZvbnROYW1lIjoiQ2FsaWJyaSIsIklzQm9sZCI6ZmFsc2UsIklzSXRhbGljIjpmYWxzZSwiSXNVbmRlcmxpbmVkIjpmYWxzZSwiUGFyZW50U3R5bGUiOm51bGx9LCJBdXRvU2l6ZSI6MCwiRm9yZWdyb3VuZCI6eyIkaWQiOiIyODEiLCJDb2xvciI6eyIkaWQiOiIyOD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xODYifSwiUGFkZGluZyI6eyIkcmVmIjoiMTg3In0sIkJhY2tncm91bmQiOnsiJGlkIjoiMjgzIiwiQ29sb3IiOnsiJGlkIjoiMjg0IiwiQSI6MCwiUiI6MjU1LCJHIjoyNTUsIkIiOjI1NX19LCJJc1Zpc2libGUiOnRydWUsIldpZHRoIjowLjAsIkhlaWdodCI6MC4wLCJCb3JkZXJTdHlsZSI6eyIkaWQiOiIyODUiLCJMaW5lQ29sb3IiOm51bGwsIkxpbmVXZWlnaHQiOjAuMCwiTGluZVR5cGUiOjAsIlBhcmVudFN0eWxlIjpudWxsfSwiUGFyZW50U3R5bGUiOm51bGx9LCJEYXRlRm9ybWF0Ijp7IiRpZCI6IjI4Ni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g3IiwiRm9ybWF0IjowLCJJc1Zpc2libGUiOmZhbHNlLCJMYXN0S25vd25WaXNpYmlsaXR5U3RhdGUiOmZhbHNlfSwiSXNWaXNpYmxlIjp0cnVlLCJQYXJlbnRTdHlsZSI6bnVsbH0sIkluZGV4Ijo3LCJTbWFydER1cmF0aW9uQWN0aXZhdGVkIjpmYWxzZSwiRGF0ZUZvcm1hdCI6eyIkcmVmIjoiMjg2In0sIldlZWtOdW1iZXJpbmciOnsiJGlkIjoiMjg4IiwiRm9ybWF0IjowLCJJc1Zpc2libGUiOmZhbHNlLCJMYXN0S25vd25WaXNpYmlsaXR5U3RhdGUiOmZhbHNlfSwiSWQiOiI3OWZiYjM5OC0wMmM3LTQzYzUtYjZmYS1kYjIyNTE0NmMyM2MiLCJJbXBvcnRJZCI6bnVsbCwiVGl0bGUiOiJDVEEgc3ViIC0gYXBwIiwiTm90ZSI6bnVsbCwiSHlwZXJsaW5rIjp7IiRpZCI6IjI4OSIsIkFkZHJlc3MiOm51bGwsIlN1YkFkZHJlc3MiOm51bGx9LCJJc0NoYW5nZWQiOmZhbHNlLCJJc05ldyI6ZmFsc2V9fV0sIl9taWxlc3RvbmVzIjpbXSwiSWQiOiIwMDAwMDAwMC0wMDAwLTAwMDAtMDAwMC0wMDAwMDAwMDAwMDAiLCJJc1NpbmdsZUl0ZW1Sb3ciOnRydWV9LHsiJGlkIjoiMjkwIiwiX3Rhc2tzIjpbeyIkaWQiOiIyOTEiLCJfYXR0YWNoZWRNaWxlc3RvbmVzIjpbXSwiVGFza0RlZmluaXRpb24iOnsiJGlkIjoiMjkyIiwiR3JvdXBOYW1lIjpudWxsLCJTdGFydERhdGUiOiIyMDI2LTA4LTA1VDIzOjU5OjAwWiIsIkVuZERhdGUiOiIyMDI4LTA2LTA3VDIzOjU5OjAwWiIsIlBlcmNlbnRhZ2VDb21wbGV0ZSI6bnVsbCwiU3R5bGUiOnsiJGlkIjoiMjkzIiwiU2hhcGUiOjEsIlNoYXBlVGhpY2tuZXNzIjowLCJEdXJhdGlvbkZvcm1hdCI6MCwiSW5jbHVkZU5vbldvcmtpbmdEYXlzSW5EdXJhdGlvbiI6ZmFsc2UsIlBlcmNlbnRhZ2VDb21wbGV0ZVN0eWxlIjp7IiRpZCI6IjI5NCIsIkZvbnRTZXR0aW5ncyI6eyIkaWQiOiIyOTUiLCJGb250U2l6ZSI6MTAsIkZvbnROYW1lIjoiQ2FsaWJyaSIsIklzQm9sZCI6ZmFsc2UsIklzSXRhbGljIjpmYWxzZSwiSXNVbmRlcmxpbmVkIjpmYWxzZSwiUGFyZW50U3R5bGUiOm51bGx9LCJBdXRvU2l6ZSI6MCwiRm9yZWdyb3VuZCI6eyIkcmVmIjoiNDAifSwiTWF4V2lkdGgiOjIwMC4wLCJNYXhIZWlnaHQiOiJJbmZpbml0eSIsIlNtYXJ0Rm9yZWdyb3VuZElzQWN0aXZlIjpmYWxzZSwiSG9yaXpvbnRhbEFsaWdubWVudCI6MCwiVmVydGljYWxBbGlnbm1lbnQiOjAsIlNtYXJ0Rm9yZWdyb3VuZCI6bnVsbCwiQmFja2dyb3VuZEZpbGxUeXBlIjowLCJNYXJnaW4iOnsiJHJlZiI6IjE0NSJ9LCJQYWRkaW5nIjp7IiRyZWYiOiIxNDYifSwiQmFja2dyb3VuZCI6eyIkcmVmIjoiMTQ3In0sIklzVmlzaWJsZSI6dHJ1ZSwiV2lkdGgiOjAuMCwiSGVpZ2h0IjowLjAsIkJvcmRlclN0eWxlIjp7IiRpZCI6IjI5NiIsIkxpbmVDb2xvciI6bnVsbCwiTGluZVdlaWdodCI6MC4wLCJMaW5lVHlwZSI6MCwiUGFyZW50U3R5bGUiOm51bGx9LCJQYXJlbnRTdHlsZSI6bnVsbH0sIkR1cmF0aW9uU3R5bGUiOnsiJGlkIjoiMjk3IiwiRm9udFNldHRpbmdzIjp7IiRpZCI6IjI5OCIsIkZvbnRTaXplIjoxMCwiRm9udE5hbWUiOiJDYWxpYnJpIiwiSXNCb2xkIjpmYWxzZSwiSXNJdGFsaWMiOmZhbHNlLCJJc1VuZGVybGluZWQiOmZhbHNlLCJQYXJlbnRTdHlsZSI6bnVsbH0sIkF1dG9TaXplIjowLCJGb3JlZ3JvdW5kIjp7IiRyZWYiOiIxNTIifSwiTWF4V2lkdGgiOjIwMC4wLCJNYXhIZWlnaHQiOiJJbmZpbml0eSIsIlNtYXJ0Rm9yZWdyb3VuZElzQWN0aXZlIjpmYWxzZSwiSG9yaXpvbnRhbEFsaWdubWVudCI6MCwiVmVydGljYWxBbGlnbm1lbnQiOjAsIlNtYXJ0Rm9yZWdyb3VuZCI6bnVsbCwiQmFja2dyb3VuZEZpbGxUeXBlIjowLCJNYXJnaW4iOnsiJHJlZiI6IjE1NCJ9LCJQYWRkaW5nIjp7IiRyZWYiOiIxNTUifSwiQmFja2dyb3VuZCI6eyIkcmVmIjoiMTU2In0sIklzVmlzaWJsZSI6dHJ1ZSwiV2lkdGgiOjAuMCwiSGVpZ2h0IjowLjAsIkJvcmRlclN0eWxlIjp7IiRpZCI6IjI5OSIsIkxpbmVDb2xvciI6bnVsbCwiTGluZVdlaWdodCI6MC4wLCJMaW5lVHlwZSI6MCwiUGFyZW50U3R5bGUiOm51bGx9LCJQYXJlbnRTdHlsZSI6bnVsbH0sIkhvcml6b250YWxDb25uZWN0b3JTdHlsZSI6eyIkaWQiOiIzMDAiLCJMaW5lQ29sb3IiOnsiJHJlZiI6IjE2MCJ9LCJMaW5lV2VpZ2h0IjoxLjAsIkxpbmVUeXBlIjowLCJQYXJlbnRTdHlsZSI6bnVsbH0sIlZlcnRpY2FsQ29ubmVjdG9yU3R5bGUiOnsiJGlkIjoiMzAxIiwiTGluZUNvbG9yIjp7IiRyZWYiOiIxNjM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0cnVlLCJQZXJjZW50YWdlQ29tcGxldGVTaGFwZU9wYWNpdHkiOjM1LCJTaGFwZVN0eWxlIjp7IiRpZCI6IjMwMiIsIk1hcmdpbiI6eyIkcmVmIjoiMTY2In0sIlBhZGRpbmciOnsiJHJlZiI6IjE2NyJ9LCJCYWNrZ3JvdW5kIjp7IiRpZCI6IjMwMyIsIkNvbG9yIjp7IiRpZCI6IjMwNCIsIkEiOjI1NSwiUiI6MCwiRyI6MjI4LCJCIjoxMjR9fSwiSXNWaXNpYmxlIjp0cnVlLCJXaWR0aCI6MC4wLCJIZWlnaHQiOjEwLjAsIkJvcmRlclN0eWxlIjp7IiRpZCI6IjMwNSIsIkxpbmVDb2xvciI6eyIkaWQiOiIzMDYiLCIkdHlwZSI6Ik5MUkUuQ29tbW9uLkRvbS5Tb2xpZENvbG9yQnJ1c2gsIE5MUkUuQ29tbW9uIiwiQ29sb3IiOnsiJGlkIjoiMzA3IiwiQSI6MjU1LCJSIjoyNTUsIkciOjAsIkIiOjB9fSwiTGluZVdlaWdodCI6MC4wLCJMaW5lVHlwZSI6MCwiUGFyZW50U3R5bGUiOm51bGx9LCJQYXJlbnRTdHlsZSI6bnVsbH0sIlRpdGxlU3R5bGUiOnsiJGlkIjoiMzA4IiwiRm9udFNldHRpbmdzIjp7IiRpZCI6IjMwOSIsIkZvbnRTaXplIjoxMSwiRm9udE5hbWUiOiJDYWxpYnJpIiwiSXNCb2xkIjp0cnVlLCJJc0l0YWxpYyI6ZmFsc2UsIklzVW5kZXJsaW5lZCI6ZmFsc2UsIlBhcmVudFN0eWxlIjpudWxsfSwiQXV0b1NpemUiOjAsIkZvcmVncm91bmQiOnsiJGlkIjoiMzEwIiwiQ29sb3IiOnsiJGlkIjoiMzEx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NzcifSwiUGFkZGluZyI6eyIkcmVmIjoiMTc4In0sIkJhY2tncm91bmQiOnsiJGlkIjoiMzEyIiwiQ29sb3IiOnsiJGlkIjoiMzEzIiwiQSI6MCwiUiI6MjU1LCJHIjoyNTUsIkIiOjI1NX19LCJJc1Zpc2libGUiOnRydWUsIldpZHRoIjowLjAsIkhlaWdodCI6MC4wLCJCb3JkZXJTdHlsZSI6eyIkaWQiOiIzMTQiLCJMaW5lQ29sb3IiOm51bGwsIkxpbmVXZWlnaHQiOjAuMCwiTGluZVR5cGUiOjAsIlBhcmVudFN0eWxlIjpudWxsfSwiUGFyZW50U3R5bGUiOm51bGx9LCJEYXRlU3R5bGUiOnsiJGlkIjoiMzE1IiwiRm9udFNldHRpbmdzIjp7IiRpZCI6IjMxNiIsIkZvbnRTaXplIjoxMCwiRm9udE5hbWUiOiJDYWxpYnJpIiwiSXNCb2xkIjpmYWxzZSwiSXNJdGFsaWMiOmZhbHNlLCJJc1VuZGVybGluZWQiOmZhbHNlLCJQYXJlbnRTdHlsZSI6bnVsbH0sIkF1dG9TaXplIjowLCJGb3JlZ3JvdW5kIjp7IiRpZCI6IjMxNyIsIkNvbG9yIjp7IiRpZCI6IjMx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E4NiJ9LCJQYWRkaW5nIjp7IiRyZWYiOiIxODcifSwiQmFja2dyb3VuZCI6eyIkaWQiOiIzMTkiLCJDb2xvciI6eyIkaWQiOiIzMjAiLCJBIjowLCJSIjoyNTUsIkciOjI1NSwiQiI6MjU1fX0sIklzVmlzaWJsZSI6dHJ1ZSwiV2lkdGgiOjAuMCwiSGVpZ2h0IjowLjAsIkJvcmRlclN0eWxlIjp7IiRpZCI6IjMyMSIsIkxpbmVDb2xvciI6bnVsbCwiTGluZVdlaWdodCI6MC4wLCJMaW5lVHlwZSI6MCwiUGFyZW50U3R5bGUiOm51bGx9LCJQYXJlbnRTdHlsZSI6bnVsbH0sIkRhdGVGb3JtYXQiOnsiJGlkIjoiMzIy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MiLCJGb3JtYXQiOjAsIklzVmlzaWJsZSI6ZmFsc2UsIkxhc3RLbm93blZpc2liaWxpdHlTdGF0ZSI6ZmFsc2V9LCJJc1Zpc2libGUiOnRydWUsIlBhcmVudFN0eWxlIjpudWxsfSwiSW5kZXgiOjgsIlNtYXJ0RHVyYXRpb25BY3RpdmF0ZWQiOmZhbHNlLCJEYXRlRm9ybWF0Ijp7IiRyZWYiOiIzMjIifSwiV2Vla051bWJlcmluZyI6eyIkaWQiOiIzMjQiLCJGb3JtYXQiOjAsIklzVmlzaWJsZSI6ZmFsc2UsIkxhc3RLbm93blZpc2liaWxpdHlTdGF0ZSI6ZmFsc2V9LCJJZCI6ImI5MWY0ZTdmLTYxNmItNDNkNS1iZjUzLWEzMWJjMzQzZTAzZiIsIkltcG9ydElkIjpudWxsLCJUaXRsZSI6ImZTSVYgLSBMU1MiLCJOb3RlIjpudWxsLCJIeXBlcmxpbmsiOnsiJGlkIjoiMzI1IiwiQWRkcmVzcyI6bnVsbCwiU3ViQWRkcmVzcyI6bnVsbH0sIklzQ2hhbmdlZCI6ZmFsc2UsIklzTmV3IjpmYWxzZX19XSwiX21pbGVzdG9uZXMiOltdLCJJZCI6IjAwMDAwMDAwLTAwMDAtMDAwMC0wMDAwLTAwMDAwMDAwMDAwMCIsIklzU2luZ2xlSXRlbVJvdyI6dHJ1ZX0seyIkaWQiOiIzMjYiLCJfdGFza3MiOlt7IiRpZCI6IjMyNyIsIl9hdHRhY2hlZE1pbGVzdG9uZXMiOltdLCJUYXNrRGVmaW5pdGlvbiI6eyIkaWQiOiIzMjgiLCJHcm91cE5hbWUiOm51bGwsIlN0YXJ0RGF0ZSI6IjIwMjgtMTEtMjRUMjM6NTk6MDBaIiwiRW5kRGF0ZSI6IjIwMjktMTEtMjRUMjM6NTk6MDBaIiwiUGVyY2VudGFnZUNvbXBsZXRlIjpudWxsLCJTdHlsZSI6eyIkaWQiOiIzMjkiLCJTaGFwZSI6MSwiU2hhcGVUaGlja25lc3MiOjAsIkR1cmF0aW9uRm9ybWF0IjowLCJJbmNsdWRlTm9uV29ya2luZ0RheXNJbkR1cmF0aW9uIjpmYWxzZSwiUGVyY2VudGFnZUNvbXBsZXRlU3R5bGUiOnsiJGlkIjoiMzMwIiwiRm9udFNldHRpbmdzIjp7IiRpZCI6IjMzMSIsIkZvbnRTaXplIjoxMCwiRm9udE5hbWUiOiJDYWxpYnJpIiwiSXNCb2xkIjpmYWxzZSwiSXNJdGFsaWMiOmZhbHNlLCJJc1VuZGVybGluZWQiOmZhbHNlLCJQYXJlbnRTdHlsZSI6bnVsbH0sIkF1dG9TaXplIjowLCJGb3JlZ3JvdW5kIjp7IiRyZWYiOiI0MCJ9LCJNYXhXaWR0aCI6MjAwLjAsIk1heEhlaWdodCI6IkluZmluaXR5IiwiU21hcnRGb3JlZ3JvdW5kSXNBY3RpdmUiOmZhbHNlLCJIb3Jpem9udGFsQWxpZ25tZW50IjowLCJWZXJ0aWNhbEFsaWdubWVudCI6MCwiU21hcnRGb3JlZ3JvdW5kIjpudWxsLCJCYWNrZ3JvdW5kRmlsbFR5cGUiOjAsIk1hcmdpbiI6eyIkcmVmIjoiMTQ1In0sIlBhZGRpbmciOnsiJHJlZiI6IjE0NiJ9LCJCYWNrZ3JvdW5kIjp7IiRyZWYiOiIxNDcifSwiSXNWaXNpYmxlIjp0cnVlLCJXaWR0aCI6MC4wLCJIZWlnaHQiOjAuMCwiQm9yZGVyU3R5bGUiOnsiJGlkIjoiMzMyIiwiTGluZUNvbG9yIjpudWxsLCJMaW5lV2VpZ2h0IjowLjAsIkxpbmVUeXBlIjowLCJQYXJlbnRTdHlsZSI6bnVsbH0sIlBhcmVudFN0eWxlIjpudWxsfSwiRHVyYXRpb25TdHlsZSI6eyIkaWQiOiIzMzMiLCJGb250U2V0dGluZ3MiOnsiJGlkIjoiMzM0IiwiRm9udFNpemUiOjEwLCJGb250TmFtZSI6IkNhbGlicmkiLCJJc0JvbGQiOmZhbHNlLCJJc0l0YWxpYyI6ZmFsc2UsIklzVW5kZXJsaW5lZCI6ZmFsc2UsIlBhcmVudFN0eWxlIjpudWxsfSwiQXV0b1NpemUiOjAsIkZvcmVncm91bmQiOnsiJHJlZiI6IjE1MiJ9LCJNYXhXaWR0aCI6MjAwLjAsIk1heEhlaWdodCI6IkluZmluaXR5IiwiU21hcnRGb3JlZ3JvdW5kSXNBY3RpdmUiOmZhbHNlLCJIb3Jpem9udGFsQWxpZ25tZW50IjowLCJWZXJ0aWNhbEFsaWdubWVudCI6MCwiU21hcnRGb3JlZ3JvdW5kIjpudWxsLCJCYWNrZ3JvdW5kRmlsbFR5cGUiOjAsIk1hcmdpbiI6eyIkcmVmIjoiMTU0In0sIlBhZGRpbmciOnsiJHJlZiI6IjE1NSJ9LCJCYWNrZ3JvdW5kIjp7IiRyZWYiOiIxNTYifSwiSXNWaXNpYmxlIjp0cnVlLCJXaWR0aCI6MC4wLCJIZWlnaHQiOjAuMCwiQm9yZGVyU3R5bGUiOnsiJGlkIjoiMzM1IiwiTGluZUNvbG9yIjpudWxsLCJMaW5lV2VpZ2h0IjowLjAsIkxpbmVUeXBlIjowLCJQYXJlbnRTdHlsZSI6bnVsbH0sIlBhcmVudFN0eWxlIjpudWxsfSwiSG9yaXpvbnRhbENvbm5lY3RvclN0eWxlIjp7IiRpZCI6IjMzNiIsIkxpbmVDb2xvciI6eyIkcmVmIjoiMTYwIn0sIkxpbmVXZWlnaHQiOjEuMCwiTGluZVR5cGUiOjAsIlBhcmVudFN0eWxlIjpudWxsfSwiVmVydGljYWxDb25uZWN0b3JTdHlsZSI6eyIkaWQiOiIzMzciLCJMaW5lQ29sb3IiOnsiJHJlZiI6IjE2My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MzOCIsIk1hcmdpbiI6eyIkcmVmIjoiMTY2In0sIlBhZGRpbmciOnsiJHJlZiI6IjE2NyJ9LCJCYWNrZ3JvdW5kIjp7IiRpZCI6IjMzOSIsIkNvbG9yIjp7IiRpZCI6IjM0MCIsIkEiOjI1NSwiUiI6MCwiRyI6MjI4LCJCIjoxMjR9fSwiSXNWaXNpYmxlIjp0cnVlLCJXaWR0aCI6MC4wLCJIZWlnaHQiOjEwLjAsIkJvcmRlclN0eWxlIjp7IiRpZCI6IjM0MSIsIkxpbmVDb2xvciI6eyIkcmVmIjoiMTcxIn0sIkxpbmVXZWlnaHQiOjAuMCwiTGluZVR5cGUiOjAsIlBhcmVudFN0eWxlIjpudWxsfSwiUGFyZW50U3R5bGUiOm51bGx9LCJUaXRsZVN0eWxlIjp7IiRpZCI6IjM0MiIsIkZvbnRTZXR0aW5ncyI6eyIkaWQiOiIzNDMiLCJGb250U2l6ZSI6MTEsIkZvbnROYW1lIjoiQ2FsaWJyaSIsIklzQm9sZCI6dHJ1ZSwiSXNJdGFsaWMiOmZhbHNlLCJJc1VuZGVybGluZWQiOmZhbHNlLCJQYXJlbnRTdHlsZSI6bnVsbH0sIkF1dG9TaXplIjowLCJGb3JlZ3JvdW5kIjp7IiRyZWYiOiIxNzUifSwiTWF4V2lkdGgiOjcyMC4wLCJNYXhIZWlnaHQiOiJJbmZpbml0eSIsIlNtYXJ0Rm9yZWdyb3VuZElzQWN0aXZlIjpmYWxzZSwiSG9yaXpvbnRhbEFsaWdubWVudCI6MCwiVmVydGljYWxBbGlnbm1lbnQiOjAsIlNtYXJ0Rm9yZWdyb3VuZCI6bnVsbCwiQmFja2dyb3VuZEZpbGxUeXBlIjowLCJNYXJnaW4iOnsiJHJlZiI6IjE3NyJ9LCJQYWRkaW5nIjp7IiRyZWYiOiIxNzgifSwiQmFja2dyb3VuZCI6eyIkcmVmIjoiMTc5In0sIklzVmlzaWJsZSI6dHJ1ZSwiV2lkdGgiOjAuMCwiSGVpZ2h0IjowLjAsIkJvcmRlclN0eWxlIjp7IiRpZCI6IjM0NCIsIkxpbmVDb2xvciI6bnVsbCwiTGluZVdlaWdodCI6MC4wLCJMaW5lVHlwZSI6MCwiUGFyZW50U3R5bGUiOm51bGx9LCJQYXJlbnRTdHlsZSI6bnVsbH0sIkRhdGVTdHlsZSI6eyIkaWQiOiIzNDUiLCJGb250U2V0dGluZ3MiOnsiJGlkIjoiMzQ2IiwiRm9udFNpemUiOjEwLCJGb250TmFtZSI6IkNhbGlicmkiLCJJc0JvbGQiOmZhbHNlLCJJc0l0YWxpYyI6ZmFsc2UsIklzVW5kZXJsaW5lZCI6ZmFsc2UsIlBhcmVudFN0eWxlIjpudWxsfSwiQXV0b1NpemUiOjAsIkZvcmVncm91bmQiOnsiJHJlZiI6IjE4NCJ9LCJNYXhXaWR0aCI6MjAwLjAsIk1heEhlaWdodCI6IkluZmluaXR5IiwiU21hcnRGb3JlZ3JvdW5kSXNBY3RpdmUiOmZhbHNlLCJIb3Jpem9udGFsQWxpZ25tZW50IjoyLCJWZXJ0aWNhbEFsaWdubWVudCI6MCwiU21hcnRGb3JlZ3JvdW5kIjpudWxsLCJCYWNrZ3JvdW5kRmlsbFR5cGUiOjAsIk1hcmdpbiI6eyIkcmVmIjoiMTg2In0sIlBhZGRpbmciOnsiJHJlZiI6IjE4NyJ9LCJCYWNrZ3JvdW5kIjp7IiRyZWYiOiIxODgifSwiSXNWaXNpYmxlIjp0cnVlLCJXaWR0aCI6MC4wLCJIZWlnaHQiOjAuMCwiQm9yZGVyU3R5bGUiOnsiJGlkIjoiMzQ3IiwiTGluZUNvbG9yIjpudWxsLCJMaW5lV2VpZ2h0IjowLjAsIkxpbmVUeXBlIjowLCJQYXJlbnRTdHlsZSI6bnVsbH0sIlBhcmVudFN0eWxlIjpudWxsfSwiRGF0ZUZvcm1hdCI6eyIkaWQiOiIz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Q5IiwiRm9ybWF0IjowLCJJc1Zpc2libGUiOmZhbHNlLCJMYXN0S25vd25WaXNpYmlsaXR5U3RhdGUiOmZhbHNlfSwiSXNWaXNpYmxlIjp0cnVlLCJQYXJlbnRTdHlsZSI6bnVsbH0sIkluZGV4Ijo5LCJTbWFydER1cmF0aW9uQWN0aXZhdGVkIjpmYWxzZSwiRGF0ZUZvcm1hdCI6eyIkcmVmIjoiMzQ4In0sIldlZWtOdW1iZXJpbmciOnsiJGlkIjoiMzUwIiwiRm9ybWF0IjowLCJJc1Zpc2libGUiOmZhbHNlLCJMYXN0S25vd25WaXNpYmlsaXR5U3RhdGUiOmZhbHNlfSwiSWQiOiJiYjU2ZjZiNS04OTQxLTQ0NGItYjVjOS05YWVkNDk3MTI5OTQiLCJJbXBvcnRJZCI6bnVsbCwiVGl0bGUiOiJOREEgc3ViLiAtIGFwcC4gZm9yIENBIChiZXN0KSIsIk5vdGUiOm51bGwsIkh5cGVybGluayI6eyIkaWQiOiIzNTEiLCJBZGRyZXNzIjoiIiwiU3ViQWRkcmVzcyI6IiJ9LCJJc0NoYW5nZWQiOmZhbHNlLCJJc05ldyI6ZmFsc2V9fV0sIl9taWxlc3RvbmVzIjpbXSwiSWQiOiIwMDAwMDAwMC0wMDAwLTAwMDAtMDAwMC0wMDAwMDAwMDAwMDAiLCJJc1NpbmdsZUl0ZW1Sb3ciOnRydWV9XSwiSW5kZXgiOjYsIklkIjoiMzFkOGQ5NWEtZjYwMS00MTRkLWI4MWEtY2U4Y2ZmOTcyMGZiIiwiSGVhZGVyVGV4dCI6bnVsbCwiSXNEZWZhdWx0Ijp0cnVlLCJTdHlsZSI6eyIkaWQiOiIzNTIiLCJIZWFkZXJTdHlsZSI6eyIkaWQiOiIzNTMiLCJUZXh0U3R5bGUiOnsiJGlkIjoiMzU0IiwiRm9udFNldHRpbmdzIjp7IiRpZCI6IjM1NSIsIkZvbnRTaXplIjoxMSwiRm9udE5hbWUiOiJDYWxpYnJpIiwiSXNCb2xkIjpmYWxzZSwiSXNJdGFsaWMiOmZhbHNlLCJJc1VuZGVybGluZWQiOmZhbHNlLCJQYXJlbnRTdHlsZSI6bnVsbH0sIkF1dG9TaXplIjoyLCJGb3JlZ3JvdW5kIjp7IiRpZCI6IjM1NiIsIkNvbG9yIjp7IiRpZCI6IjM1NyIsIkEiOjI1NSwiUiI6MCwiRyI6MCwiQiI6MH19LCJNYXhXaWR0aCI6MC4wLCJNYXhIZWlnaHQiOiJJbmZpbml0eSIsIlNtYXJ0Rm9yZWdyb3VuZElzQWN0aXZlIjpmYWxzZSwiSG9yaXpvbnRhbEFsaWdubWVudCI6MCwiVmVydGljYWxBbGlnbm1lbnQiOjAsIlNtYXJ0Rm9yZWdyb3VuZCI6bnVsbCwiQmFja2dyb3VuZEZpbGxUeXBlIjowLCJNYXJnaW4iOnsiJGlkIjoiMzU4IiwiVG9wIjowLjAsIkxlZnQiOjAuMCwiUmlnaHQiOjAuMCwiQm90dG9tIjowLjB9LCJQYWRkaW5nIjp7IiRpZCI6IjM1OSIsIlRvcCI6MC4wLCJMZWZ0IjowLjAsIlJpZ2h0IjowLjAsIkJvdHRvbSI6MC4wfSwiQmFja2dyb3VuZCI6bnVsbCwiSXNWaXNpYmxlIjp0cnVlLCJXaWR0aCI6MC4wLCJIZWlnaHQiOjAuMCwiQm9yZGVyU3R5bGUiOm51bGwsIlBhcmVudFN0eWxlIjpudWxsfSwiUmVjdGFuZ2xlU3R5bGUiOnsiJGlkIjoiMzYwIiwiTWFyZ2luIjp7IiRpZCI6IjM2MSIsIlRvcCI6MC4wLCJMZWZ0IjowLjAsIlJpZ2h0IjowLjAsIkJvdHRvbSI6MC4wfSwiUGFkZGluZyI6eyIkaWQiOiIzNjIiLCJUb3AiOjAuMCwiTGVmdCI6MC4wLCJSaWdodCI6MC4wLCJCb3R0b20iOjAuMH0sIkJhY2tncm91bmQiOnsiJGlkIjoiMzYzIiwiQ29sb3IiOnsiJGlkIjoiMzY0IiwiQSI6NjMsIlIiOjAsIkciOjIyOCwiQiI6MTI0fX0sIklzVmlzaWJsZSI6dHJ1ZSwiV2lkdGgiOjAuMCwiSGVpZ2h0IjowLjAsIkJvcmRlclN0eWxlIjp7IiRpZCI6IjM2NSIsIkxpbmVDb2xvciI6eyIkaWQiOiIzNjYiLCIkdHlwZSI6Ik5MUkUuQ29tbW9uLkRvbS5Tb2xpZENvbG9yQnJ1c2gsIE5MUkUuQ29tbW9uIiwiQ29sb3IiOnsiJGlkIjoiMzY3IiwiQSI6MjU1LCJSIjoyNTUsIkciOjAsIkIiOjB9fSwiTGluZVdlaWdodCI6MC4wLCJMaW5lVHlwZSI6MCwiUGFyZW50U3R5bGUiOm51bGx9LCJQYXJlbnRTdHlsZSI6bnVsbH0sIk1hcmdpbiI6eyIkaWQiOiIzNjgiLCJUb3AiOjAuMCwiTGVmdCI6MC4wLCJSaWdodCI6MC4wLCJCb3R0b20iOjAuMH0sIlBhZGRpbmciOnsiJGlkIjoiMzY5IiwiVG9wIjowLjAsIkxlZnQiOjAuMCwiUmlnaHQiOjAuMCwiQm90dG9tIjowLjB9LCJCYWNrZ3JvdW5kIjpudWxsLCJJc1Zpc2libGUiOnRydWUsIldpZHRoIjowLjAsIkhlaWdodCI6MC4wLCJCb3JkZXJTdHlsZSI6bnVsbCwiUGFyZW50U3R5bGUiOm51bGx9LCJCYWNrZ3JvdW5kU3R5bGUiOnsiJGlkIjoiMzcwIiwiTWFyZ2luIjp7IiRpZCI6IjM3MSIsIlRvcCI6MC4wLCJMZWZ0IjowLjAsIlJpZ2h0IjowLjAsIkJvdHRvbSI6MC4wfSwiUGFkZGluZyI6eyIkaWQiOiIzNzIiLCJUb3AiOjAuMCwiTGVmdCI6MC4wLCJSaWdodCI6MC4wLCJCb3R0b20iOjAuMH0sIkJhY2tncm91bmQiOnsiJGlkIjoiMzczIiwiQ29sb3IiOnsiJGlkIjoiMzc0IiwiQSI6NTEsIlIiOjE5NywiRyI6MTk1LCJCIjoyMzh9fSwiSXNWaXNpYmxlIjp0cnVlLCJXaWR0aCI6MC4wLCJIZWlnaHQiOjAuMCwiQm9yZGVyU3R5bGUiOnsiJGlkIjoiMzc1IiwiTGluZUNvbG9yIjp7IiRpZCI6IjM3NiIsIiR0eXBlIjoiTkxSRS5Db21tb24uRG9tLlNvbGlkQ29sb3JCcnVzaCwgTkxSRS5Db21tb24iLCJDb2xvciI6eyIkaWQiOiIzNzciLCJBIjoyNTUsIlIiOjI1NSwiRyI6MCwiQiI6MH19LCJMaW5lV2VpZ2h0IjowLjAsIkxpbmVUeXBlIjowLCJQYXJlbnRTdHlsZSI6bnVsbH0sIlBhcmVudFN0eWxlIjpudWxsfSwiTWFyZ2luIjp7IiRpZCI6IjM3OCIsIlRvcCI6MC4wLCJMZWZ0IjowLjAsIlJpZ2h0IjowLjAsIkJvdHRvbSI6MC4wfSwiUGFkZGluZyI6eyIkaWQiOiIzNzkiLCJUb3AiOjAuMCwiTGVmdCI6MC4wLCJSaWdodCI6MC4wLCJCb3R0b20iOjAuMH0sIklzVmlzaWJsZSI6ZmFsc2UsIldpZHRoIjowLjAsIkhlaWdodCI6MC4wLCJCb3JkZXJTdHlsZSI6bnVsbCwiUGFyZW50U3R5bGUiOm51bGx9fV0sIklkIjoiMmRhZTM0NTItZDE2ZC00ZDRjLTgxNjMtZGEzOGFlNTU3ZmYzIiwiSW5kZXgiOjYsIkhlYWRlclRleHQiOiJDaGluYVxyMTM2Ni0wMDE1XHJQaCBJSUkiLCJTdHlsZSI6eyIkaWQiOiIzODAiLCJIZWFkZXJTdHlsZSI6eyIkaWQiOiIzODEiLCJUZXh0SXNWZXJ0aWNhbCI6ZmFsc2UsIlRleHRTdHlsZSI6eyIkaWQiOiIzODIiLCJGb250U2V0dGluZ3MiOnsiJGlkIjoiMzgzIiwiRm9udFNpemUiOjEyLCJGb250TmFtZSI6IkNhbGlicmkiLCJJc0JvbGQiOmZhbHNlLCJJc0l0YWxpYyI6ZmFsc2UsIklzVW5kZXJsaW5lZCI6ZmFsc2UsIlBhcmVudFN0eWxlIjpudWxsfSwiQXV0b1NpemUiOjIsIkZvcmVncm91bmQiOnsiJHJlZiI6IjIyNyJ9LCJNYXhXaWR0aCI6NzEuMCwiTWF4SGVpZ2h0IjowLjAsIlNtYXJ0Rm9yZWdyb3VuZElzQWN0aXZlIjpmYWxzZSwiSG9yaXpvbnRhbEFsaWdubWVudCI6MCwiVmVydGljYWxBbGlnbm1lbnQiOjAsIlNtYXJ0Rm9yZWdyb3VuZCI6bnVsbCwiQmFja2dyb3VuZEZpbGxUeXBlIjowLCJNYXJnaW4iOnsiJHJlZiI6IjIyOSJ9LCJQYWRkaW5nIjp7IiRyZWYiOiIyMzAifSwiQmFja2dyb3VuZCI6bnVsbCwiSXNWaXNpYmxlIjp0cnVlLCJXaWR0aCI6MC4wLCJIZWlnaHQiOjAuMCwiQm9yZGVyU3R5bGUiOm51bGwsIlBhcmVudFN0eWxlIjpudWxsfSwiUmVjdGFuZ2xlU3R5bGUiOnsiJGlkIjoiMzg0IiwiTWFyZ2luIjp7IiRpZCI6IjM4NSIsIlRvcCI6MC4wLCJMZWZ0IjowLjAsIlJpZ2h0IjowLjAsIkJvdHRvbSI6MC4wfSwiUGFkZGluZyI6eyIkaWQiOiIzODYiLCJUb3AiOjAuMCwiTGVmdCI6MC4wLCJSaWdodCI6MC4wLCJCb3R0b20iOjAuMH0sIkJhY2tncm91bmQiOnsiJGlkIjoiMzg3IiwiQ29sb3IiOnsiJGlkIjoiMzg4IiwiQSI6MjU1LCJSIjowLCJHIjoyMjgsIkIiOjEyNH19LCJJc1Zpc2libGUiOnRydWUsIldpZHRoIjowLjAsIkhlaWdodCI6MC4wLCJCb3JkZXJTdHlsZSI6eyIkaWQiOiIzODkiLCJMaW5lQ29sb3IiOnsiJGlkIjoiMzkwIiwiJHR5cGUiOiJOTFJFLkNvbW1vbi5Eb20uU29saWRDb2xvckJydXNoLCBOTFJFLkNvbW1vbiIsIkNvbG9yIjp7IiRpZCI6IjM5MSIsIkEiOjI1NSwiUiI6MjU1LCJHIjowLCJCIjowfX0sIkxpbmVXZWlnaHQiOjAuMCwiTGluZVR5cGUiOjAsIlBhcmVudFN0eWxlIjpudWxsfSwiUGFyZW50U3R5bGUiOm51bGx9LCJNYXJnaW4iOnsiJGlkIjoiMzkyIiwiVG9wIjowLjAsIkxlZnQiOjAuMCwiUmlnaHQiOjAuMCwiQm90dG9tIjowLjB9LCJQYWRkaW5nIjp7IiRpZCI6IjM5MyIsIlRvcCI6MC4wLCJMZWZ0IjowLjAsIlJpZ2h0IjowLjAsIkJvdHRvbSI6MC4wfSwiQmFja2dyb3VuZCI6bnVsbCwiSXNWaXNpYmxlIjp0cnVlLCJXaWR0aCI6MC4wLCJIZWlnaHQiOjAuMCwiQm9yZGVyU3R5bGUiOm51bGwsIlBhcmVudFN0eWxlIjpudWxsfSwiQmFja2dyb3VuZFN0eWxlIjp7IiRpZCI6IjM5NCIsIk1hcmdpbiI6eyIkaWQiOiIzOTUiLCJUb3AiOjAuMCwiTGVmdCI6MC4wLCJSaWdodCI6MC4wLCJCb3R0b20iOjAuMH0sIlBhZGRpbmciOnsiJGlkIjoiMzk2IiwiVG9wIjowLjAsIkxlZnQiOjAuMCwiUmlnaHQiOjAuMCwiQm90dG9tIjowLjB9LCJCYWNrZ3JvdW5kIjp7IiRpZCI6IjM5NyIsIkNvbG9yIjp7IiRpZCI6IjM5OCIsIkEiOjUxLCJSIjoxOTcsIkciOjE5NSwiQiI6MjM4fX0sIklzVmlzaWJsZSI6dHJ1ZSwiV2lkdGgiOjAuMCwiSGVpZ2h0IjowLjAsIkJvcmRlclN0eWxlIjp7IiRpZCI6IjM5OSIsIkxpbmVDb2xvciI6eyIkaWQiOiI0MDAiLCIkdHlwZSI6Ik5MUkUuQ29tbW9uLkRvbS5Tb2xpZENvbG9yQnJ1c2gsIE5MUkUuQ29tbW9uIiwiQ29sb3IiOnsiJGlkIjoiNDAxIiwiQSI6MjU1LCJSIjoyNTUsIkciOjAsIkIiOjB9fSwiTGluZVdlaWdodCI6MC4wLCJMaW5lVHlwZSI6MCwiUGFyZW50U3R5bGUiOm51bGx9LCJQYXJlbnRTdHlsZSI6bnVsbH0sIklzQWJvdmVUaW1lYmFuZCI6ZmFsc2UsIk1hcmdpbiI6eyIkaWQiOiI0MDIiLCJUb3AiOjAuMCwiTGVmdCI6MC4wLCJSaWdodCI6MC4wLCJCb3R0b20iOjAuMH0sIlBhZGRpbmciOnsiJGlkIjoiNDAzIiwiVG9wIjowLjAsIkxlZnQiOjAuMCwiUmlnaHQiOjAuMCwiQm90dG9tIjowLjB9LCJJc1Zpc2libGUiOnRydWUsIldpZHRoIjowLjAsIkhlaWdodCI6MC4wLCJCb3JkZXJTdHlsZSI6eyIkaWQiOiI0MDQiLCJMaW5lQ29sb3IiOm51bGwsIkxpbmVXZWlnaHQiOjAuMCwiTGluZVR5cGUiOjAsIlBhcmVudFN0eWxlIjpudWxsfSwiUGFyZW50U3R5bGUiOm51bGx9fV0sIkN1bHR1cmVJbmZvTmFtZSI6ImVuLVVTIiwiU3R5bGVOYW1lIjpudWxsLCJWZXJzaW9uIjp7IiRpZCI6IjQwNSIsIlZlcnNpb24iOiIzLjcuMyIsIk9yaWdpbmFsQXNzZW1ibHlWZXJzaW9uIjoiNy4wMC4xNi4wMCIsIkVkaXRpb24iOm51bGwsIkxhc3RTYXZlZEVkaXRpb24iOjAsIklzUGx1c0VkaXRpb24iOmZhbHNlLCJJc1Byb0VkaXRpb24iOmZhbHNlfSwiRWZmZWN0IjoxLCJTdHlsZSI6eyIkaWQiOiI0MDYiLCJEZWZhdWx0RGVwZW5kZW5jeVN0eWxlIjp7IiRpZCI6IjQwNyIsIkxpbmVTdHlsZSI6eyIkaWQiOiI0MDgiLCJMaW5lQ29sb3IiOnsiJGlkIjoiNDA5IiwiJHR5cGUiOiJOTFJFLkNvbW1vbi5Eb20uU29saWRDb2xvckJydXNoLCBOTFJFLkNvbW1vbiIsIkNvbG9yIjp7IiRpZCI6IjQxMCIsIkEiOjI1NSwiUiI6MCwiRyI6MCwiQiI6MH19LCJMaW5lV2VpZ2h0IjoxLjAsIkxpbmVUeXBlIjowLCJQYXJlbnRTdHlsZSI6bnVsbH0sIkVuZEFycm93aGVhZExpbmVTdHlsZSI6eyIkaWQiOiI0MTEiLCJLaW5kIjoxLCJXaWR0aCI6MSwiTGVuZ3RoIjowLCJQYXJlbnRTdHlsZSI6bnVsbH0sIkJyaW5nVG9Gcm9udCI6dHJ1ZSwiRWxib3dSYWRpdXMiOjAuMCwiTWFyZ2luIjp7IiRpZCI6IjQxMiIsIlRvcCI6MC4wLCJMZWZ0IjowLjAsIlJpZ2h0IjowLjAsIkJvdHRvbSI6MC4wfSwiUGFkZGluZyI6eyIkaWQiOiI0MTMiLCJUb3AiOjAuMCwiTGVmdCI6MC4wLCJSaWdodCI6MC4wLCJCb3R0b20iOjAuMH0sIkJhY2tncm91bmQiOm51bGwsIklzVmlzaWJsZSI6dHJ1ZSwiV2lkdGgiOjAuMCwiSGVpZ2h0IjowLjAsIkJvcmRlclN0eWxlIjpudWxsLCJQYXJlbnRTdHlsZSI6bnVsbH0sIkNyaXRpY2FsUGF0aFN0eWxlIjp7IiRpZCI6IjQxNCIsIkNyaXRpY2FsUGF0aFN0eWxlT3B0aW9ucyI6MTUsIkxpbmVTdHlsZSI6eyIkaWQiOiI0MTUiLCJMaW5lQ29sb3IiOnsiJGlkIjoiNDE2IiwiJHR5cGUiOiJOTFJFLkNvbW1vbi5Eb20uU29saWRDb2xvckJydXNoLCBOTFJFLkNvbW1vbiIsIkNvbG9yIjp7IiRpZCI6IjQxNyIsIkEiOjI1NSwiUiI6MjIyLCJHIjo1MCwiQiI6NTB9fSwiTGluZVdlaWdodCI6MS4wLCJMaW5lVHlwZSI6MCwiUGFyZW50U3R5bGUiOm51bGx9LCJUaXRsZUZvcmVncm91bmQiOnsiJGlkIjoiNDE4IiwiQ29sb3IiOnsiJGlkIjoiNDE5IiwiQSI6MjU1LCJSIjoxNzYsIkciOjE5LCJCIjoyNX19LCJTaGFwZXNCYWNrZ3JvdW5kIjp7IiRpZCI6IjQyMCIsIkNvbG9yIjp7IiRpZCI6IjQyMSIsIkEiOjI1NSwiUiI6MjUzLCJHIjoyMDMsIkIiOjIwOH19LCJTaGFwZXNCb3JkZXJTdHlsZSI6eyIkaWQiOiI0MjIiLCJMaW5lQ29sb3IiOnsiJGlkIjoiNDIzIiwiJHR5cGUiOiJOTFJFLkNvbW1vbi5Eb20uU29saWRDb2xvckJydXNoLCBOTFJFLkNvbW1vbiIsIkNvbG9yIjp7IiRpZCI6IjQyNCIsIkEiOjI1NSwiUiI6MjIyLCJHIjo1MCwiQiI6NTB9fSwiTGluZVdlaWdodCI6MS41LCJMaW5lVHlwZSI6MCwiUGFyZW50U3R5bGUiOm51bGx9LCJNYXJnaW4iOnsiJGlkIjoiNDI1IiwiVG9wIjowLjAsIkxlZnQiOjAuMCwiUmlnaHQiOjAuMCwiQm90dG9tIjowLjB9LCJQYWRkaW5nIjp7IiRpZCI6IjQyNiIsIlRvcCI6MC4wLCJMZWZ0IjowLjAsIlJpZ2h0IjowLjAsIkJvdHRvbSI6MC4wfSwiQmFja2dyb3VuZCI6bnVsbCwiSXNWaXNpYmxlIjpmYWxzZSwiV2lkdGgiOjAuMCwiSGVpZ2h0IjowLjAsIkJvcmRlclN0eWxlIjpudWxsLCJQYXJlbnRTdHlsZSI6bnVsbH0sIlRpbWViYW5kU3R5bGUiOnsiJGlkIjoiNDI3IiwiU2NhbGVNYXJraW5nIjoxLCJTaGFwZSI6MCwiU2hhcGVTdHlsZSI6eyIkaWQiOiI0MjgiLCJNYXJnaW4iOnsiJGlkIjoiNDI5IiwiVG9wIjowLjAsIkxlZnQiOjEwLjAsIlJpZ2h0IjoxMC4wLCJCb3R0b20iOjAuMH0sIlBhZGRpbmciOnsiJGlkIjoiNDMwIiwiVG9wIjozLjAsIkxlZnQiOjAuMCwiUmlnaHQiOjAuMCwiQm90dG9tIjozLjB9LCJCYWNrZ3JvdW5kIjp7IiRpZCI6IjQzMSIsIkNvbG9yIjp7IiRpZCI6IjQzMiIsIkEiOjI1NSwiUiI6NjgsIkciOjg0LCJCIjoxMDZ9fSwiSXNWaXNpYmxlIjp0cnVlLCJXaWR0aCI6ODU4LjAsIkhlaWdodCI6MjAuMCwiQm9yZGVyU3R5bGUiOnsiJGlkIjoiNDMzIiwiTGluZUNvbG9yIjp7IiRpZCI6IjQzNCIsIiR0eXBlIjoiTkxSRS5Db21tb24uRG9tLlNvbGlkQ29sb3JCcnVzaCwgTkxSRS5Db21tb24iLCJDb2xvciI6eyIkaWQiOiI0MzUiLCJBIjoyNTUsIlIiOjI1NSwiRyI6MCwiQiI6MH19LCJMaW5lV2VpZ2h0IjowLjAsIkxpbmVUeXBlIjowLCJQYXJlbnRTdHlsZSI6bnVsbH0sIlBhcmVudFN0eWxlIjpudWxsfSwiTWlkZGxlVGllclNoYXBlU3R5bGUiOnsiJGlkIjoiNDM2IiwiTWFyZ2luIjp7IiRpZCI6IjQzNyIsIlRvcCI6MC4wLCJMZWZ0IjoxMC4wLCJSaWdodCI6MTAuMCwiQm90dG9tIjowLjB9LCJQYWRkaW5nIjp7IiRpZCI6IjQzOCIsIlRvcCI6My4wLCJMZWZ0IjowLjAsIlJpZ2h0IjowLjAsIkJvdHRvbSI6My4wfSwiQmFja2dyb3VuZCI6eyIkaWQiOiI0MzkiLCJDb2xvciI6eyIkaWQiOiI0NDAiLCJBIjoyNTUsIlIiOjY4LCJHIjo4NCwiQiI6MTA2fX0sIklzVmlzaWJsZSI6dHJ1ZSwiV2lkdGgiOjg1OC4wLCJIZWlnaHQiOjIwLjAsIkJvcmRlclN0eWxlIjp7IiRpZCI6IjQ0MSIsIkxpbmVDb2xvciI6eyIkaWQiOiI0NDIiLCIkdHlwZSI6Ik5MUkUuQ29tbW9uLkRvbS5Tb2xpZENvbG9yQnJ1c2gsIE5MUkUuQ29tbW9uIiwiQ29sb3IiOnsiJGlkIjoiNDQzIiwiQSI6MjU1LCJSIjoyNTUsIkciOjAsIkIiOjB9fSwiTGluZVdlaWdodCI6MC4wLCJMaW5lVHlwZSI6MCwiUGFyZW50U3R5bGUiOm51bGx9LCJQYXJlbnRTdHlsZSI6bnVsbH0sIkJvdHRvbVRpZXJTaGFwZVN0eWxlIjp7IiRpZCI6IjQ0NCIsIk1hcmdpbiI6eyIkaWQiOiI0NDUiLCJUb3AiOjAuMCwiTGVmdCI6MTAuMCwiUmlnaHQiOjEwLjAsIkJvdHRvbSI6MC4wfSwiUGFkZGluZyI6eyIkaWQiOiI0NDYiLCJUb3AiOjMuMCwiTGVmdCI6MC4wLCJSaWdodCI6MC4wLCJCb3R0b20iOjMuMH0sIkJhY2tncm91bmQiOnsiJGlkIjoiNDQ3IiwiQ29sb3IiOnsiJGlkIjoiNDQ4IiwiQSI6MjU1LCJSIjo2OCwiRyI6ODQsIkIiOjEwNn19LCJJc1Zpc2libGUiOnRydWUsIldpZHRoIjo4NTguMCwiSGVpZ2h0IjoyMC4wLCJCb3JkZXJTdHlsZSI6eyIkaWQiOiI0NDkiLCJMaW5lQ29sb3IiOnsiJGlkIjoiNDUwIiwiJHR5cGUiOiJOTFJFLkNvbW1vbi5Eb20uU29saWRDb2xvckJydXNoLCBOTFJFLkNvbW1vbiIsIkNvbG9yIjp7IiRpZCI6IjQ1MSIsIkEiOjI1NSwiUiI6MjU1LCJHIjowLCJCIjowfX0sIkxpbmVXZWlnaHQiOjAuMCwiTGluZVR5cGUiOjAsIlBhcmVudFN0eWxlIjpudWxsfSwiUGFyZW50U3R5bGUiOm51bGx9LCJSaWdodEVuZENhcHNTdHlsZSI6eyIkaWQiOiI0NTIiLCJGb250U2V0dGluZ3MiOnsiJGlkIjoiNDUzIiwiRm9udFNpemUiOjE4LCJGb250TmFtZSI6IkNhbGlicmkiLCJJc0JvbGQiOnRydWUsIklzSXRhbGljIjpmYWxzZSwiSXNVbmRlcmxpbmVkIjpmYWxzZSwiUGFyZW50U3R5bGUiOm51bGx9LCJBdXRvU2l6ZSI6MCwiRm9yZWdyb3VuZCI6eyIkaWQiOiI0NTQiLCJDb2xvciI6eyIkaWQiOiI0NTU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Q1NiIsIlRvcCI6MC4wLCJMZWZ0IjowLjAsIlJpZ2h0IjoyMC4wLCJCb3R0b20iOjAuMH0sIlBhZGRpbmciOnsiJGlkIjoiNDU3IiwiVG9wIjowLjAsIkxlZnQiOjAuMCwiUmlnaHQiOjAuMCwiQm90dG9tIjowLjB9LCJCYWNrZ3JvdW5kIjp7IiRpZCI6IjQ1OCIsIkNvbG9yIjp7IiRpZCI6IjQ1OSIsIkEiOjAsIlIiOjAsIkciOjAsIkIiOjB9fSwiSXNWaXNpYmxlIjp0cnVlLCJXaWR0aCI6MC4wLCJIZWlnaHQiOjAuMCwiQm9yZGVyU3R5bGUiOm51bGwsIlBhcmVudFN0eWxlIjpudWxsfSwiTGVmdEVuZENhcHNTdHlsZSI6eyIkaWQiOiI0NjAiLCJGb250U2V0dGluZ3MiOnsiJGlkIjoiNDYxIiwiRm9udFNpemUiOjE4LCJGb250TmFtZSI6IkNhbGlicmkiLCJJc0JvbGQiOnRydWUsIklzSXRhbGljIjpmYWxzZSwiSXNVbmRlcmxpbmVkIjpmYWxzZSwiUGFyZW50U3R5bGUiOm51bGx9LCJBdXRvU2l6ZSI6MCwiRm9yZWdyb3VuZCI6eyIkaWQiOiI0NjIiLCJDb2xvciI6eyIkaWQiOiI0NjM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Q2NCIsIlRvcCI6MC4wLCJMZWZ0IjozOS41MDY2NjY2NjY2NjY2NjEsIlJpZ2h0IjowLjAsIkJvdHRvbSI6MC4wfSwiUGFkZGluZyI6eyIkaWQiOiI0NjUiLCJUb3AiOjAuMCwiTGVmdCI6MC4wLCJSaWdodCI6MC4wLCJCb3R0b20iOjAuMH0sIkJhY2tncm91bmQiOnsiJGlkIjoiNDY2IiwiQ29sb3IiOnsiJGlkIjoiNDY3IiwiQSI6MCwiUiI6MCwiRyI6MCwiQiI6MH19LCJJc1Zpc2libGUiOmZhbHNlLCJXaWR0aCI6MC4wLCJIZWlnaHQiOjAuMCwiQm9yZGVyU3R5bGUiOm51bGwsIlBhcmVudFN0eWxlIjpudWxsfSwiVG9kYXlUZXh0U3R5bGUiOnsiJGlkIjoiNDY4IiwiRm9udFNldHRpbmdzIjp7IiRpZCI6IjQ2OSIsIkZvbnRTaXplIjoxMiwiRm9udE5hbWUiOiJDYWxpYnJpIiwiSXNCb2xkIjpmYWxzZSwiSXNJdGFsaWMiOmZhbHNlLCJJc1VuZGVybGluZWQiOmZhbHNlLCJQYXJlbnRTdHlsZSI6bnVsbH0sIkF1dG9TaXplIjowLCJGb3JlZ3JvdW5kIjp7IiRpZCI6IjQ3MCIsIkNvbG9yIjp7IiRpZCI6IjQ3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zIiLCJUb3AiOjAuMCwiTGVmdCI6MC4wLCJSaWdodCI6MC4wLCJCb3R0b20iOjAuMH0sIlBhZGRpbmciOnsiJGlkIjoiNDczIiwiVG9wIjowLjAsIkxlZnQiOjAuMCwiUmlnaHQiOjAuMCwiQm90dG9tIjowLjB9LCJCYWNrZ3JvdW5kIjp7IiRpZCI6IjQ3NCIsIkNvbG9yIjp7IiRpZCI6IjQ3NSIsIkEiOjAsIlIiOjAsIkciOjAsIkIiOjB9fSwiSXNWaXNpYmxlIjp0cnVlLCJXaWR0aCI6MC4wLCJIZWlnaHQiOjAuMCwiQm9yZGVyU3R5bGUiOm51bGwsIlBhcmVudFN0eWxlIjpudWxsfSwiVG9kYXlNYXJrZXJTdHlsZSI6eyIkaWQiOiI0NzYiLCJNYXJnaW4iOnsiJGlkIjoiNDc3IiwiVG9wIjowLjAsIkxlZnQiOjAuMCwiUmlnaHQiOjAuMCwiQm90dG9tIjowLjB9LCJQYWRkaW5nIjp7IiRpZCI6IjQ3OCIsIlRvcCI6MC4wLCJMZWZ0IjowLjAsIlJpZ2h0IjowLjAsIkJvdHRvbSI6MC4wfSwiQmFja2dyb3VuZCI6eyIkaWQiOiI0NzkiLCJDb2xvciI6eyIkaWQiOiI0ODAiLCJBIjoyNTUsIlIiOjI1NSwiRyI6MCwiQiI6MH19LCJJc1Zpc2libGUiOnRydWUsIldpZHRoIjowLjAsIkhlaWdodCI6MC4wLCJCb3JkZXJTdHlsZSI6bnVsbCwiUGFyZW50U3R5bGUiOm51bGx9LCJTY2FsZVN0eWxlIjp7IiRpZCI6IjQ4MSIsIlNoYXBlIjozLCJTaG93U2VnbWVudFNlcGFyYXRvcnMiOnRydWUsIlNlZ21lbnRTZXBhcmF0b3JPcGFjaXR5IjozMCwiSGFzQmVlblZpc2libGVCZWZvcmUiOnRydWUsIkZvbnRTZXR0aW5ncyI6eyIkaWQiOiI0ODIiLCJGb250U2l6ZSI6MTIsIkZvbnROYW1lIjoiQ2FsaWJyaSIsIklzQm9sZCI6ZmFsc2UsIklzSXRhbGljIjpmYWxzZSwiSXNVbmRlcmxpbmVkIjpmYWxzZSwiUGFyZW50U3R5bGUiOm51bGx9LCJBdXRvU2l6ZSI6MCwiRm9yZWdyb3VuZCI6eyIkaWQiOiI0ODMiLCJDb2xvciI6eyIkaWQiOiI0ODQ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g1IiwiVG9wIjowLjAsIkxlZnQiOjUuMCwiUmlnaHQiOjAuMCwiQm90dG9tIjowLjB9LCJQYWRkaW5nIjp7IiRpZCI6IjQ4NiIsIlRvcCI6MC4wLCJMZWZ0IjowLjAsIlJpZ2h0IjowLjAsIkJvdHRvbSI6MC4wfSwiQmFja2dyb3VuZCI6eyIkaWQiOiI0ODciLCJDb2xvciI6eyIkaWQiOiI0ODgiLCJBIjowLCJSIjowLCJHIjowLCJCIjowfX0sIklzVmlzaWJsZSI6dHJ1ZSwiV2lkdGgiOjAuMCwiSGVpZ2h0IjowLjAsIkJvcmRlclN0eWxlIjpudWxsLCJQYXJlbnRTdHlsZSI6bnVsbH0sIlNpbmdsZVNjYWxlU2hhcGVTdHlsZSI6eyIkaWQiOiI0ODkiLCJTaGFwZSI6MCwiSGVpZ2h0IjowLjB9LCJNaWRkbGVUaWVyU2NhbGVTdHlsZSI6eyIkaWQiOiI0OTAiLCJTaGFwZSI6MywiU2hvd1NlZ21lbnRTZXBhcmF0b3JzIjp0cnVlLCJTZWdtZW50U2VwYXJhdG9yT3BhY2l0eSI6MzAsIkhhc0JlZW5WaXNpYmxlQmVmb3JlIjpmYWxzZSwiRm9udFNldHRpbmdzIjp7IiRpZCI6IjQ5MSIsIkZvbnRTaXplIjoxMiwiRm9udE5hbWUiOiJDYWxpYnJpIiwiSXNCb2xkIjpmYWxzZSwiSXNJdGFsaWMiOmZhbHNlLCJJc1VuZGVybGluZWQiOmZhbHNlLCJQYXJlbnRTdHlsZSI6bnVsbH0sIkF1dG9TaXplIjowLCJGb3JlZ3JvdW5kIjp7IiRpZCI6IjQ5MiIsIkNvbG9yIjp7IiRpZCI6IjQ5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OTQiLCJUb3AiOjAuMCwiTGVmdCI6NS4wLCJSaWdodCI6MC4wLCJCb3R0b20iOjAuMH0sIlBhZGRpbmciOnsiJGlkIjoiNDk1IiwiVG9wIjowLjAsIkxlZnQiOjAuMCwiUmlnaHQiOjAuMCwiQm90dG9tIjowLjB9LCJCYWNrZ3JvdW5kIjp7IiRpZCI6IjQ5NiIsIkNvbG9yIjp7IiRpZCI6IjQ5NyIsIkEiOjAsIlIiOjAsIkciOjAsIkIiOjB9fSwiSXNWaXNpYmxlIjpmYWxzZSwiV2lkdGgiOjAuMCwiSGVpZ2h0IjowLjAsIkJvcmRlclN0eWxlIjpudWxsLCJQYXJlbnRTdHlsZSI6bnVsbH0sIkJvdHRvbVRpZXJTY2FsZVN0eWxlIjp7IiRpZCI6IjQ5OCIsIlNoYXBlIjozLCJTaG93U2VnbWVudFNlcGFyYXRvcnMiOnRydWUsIlNlZ21lbnRTZXBhcmF0b3JPcGFjaXR5IjozMCwiSGFzQmVlblZpc2libGVCZWZvcmUiOmZhbHNlLCJGb250U2V0dGluZ3MiOnsiJGlkIjoiNDk5IiwiRm9udFNpemUiOjEyLCJGb250TmFtZSI6IkNhbGlicmkiLCJJc0JvbGQiOmZhbHNlLCJJc0l0YWxpYyI6ZmFsc2UsIklzVW5kZXJsaW5lZCI6ZmFsc2UsIlBhcmVudFN0eWxlIjpudWxsfSwiQXV0b1NpemUiOjAsIkZvcmVncm91bmQiOnsiJGlkIjoiNTAwIiwiQ29sb3IiOnsiJGlkIjoiNTAx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UwMiIsIlRvcCI6MC4wLCJMZWZ0Ijo1LjAsIlJpZ2h0IjowLjAsIkJvdHRvbSI6MC4wfSwiUGFkZGluZyI6eyIkaWQiOiI1MDMiLCJUb3AiOjAuMCwiTGVmdCI6MC4wLCJSaWdodCI6MC4wLCJCb3R0b20iOjAuMH0sIkJhY2tncm91bmQiOnsiJGlkIjoiNTA0IiwiQ29sb3IiOnsiJGlkIjoiNTA1IiwiQSI6MCwiUiI6MCwiRyI6MCwiQiI6MH19LCJJc1Zpc2libGUiOmZhbHNlLCJXaWR0aCI6MC4wLCJIZWlnaHQiOjAuMCwiQm9yZGVyU3R5bGUiOm51bGwsIlBhcmVudFN0eWxlIjpudWxsfSwiRWxhcHNlZFRpbWVCYWNrZ3JvdW5kIjp7IiRpZCI6IjUwNiIsIkNvbG9yIjp7IiRpZCI6IjUwNyIsIkEiOjE5MSwiUiI6MjU1LCJHIjowLCJCIjowfX0sIkFwcGVuZFllYXJPblllYXJDaGFuZ2UiOmZhbHNlLCJFbGFwc2VkVGltZUZvcm1hdCI6MiwiVG9kYXlNYXJrZXJQb3NpdGlvbiI6MiwiUXVpY2tQb3NpdGlvbiI6MywiQWJzb2x1dGVQb3NpdGlvbiI6ODEuNjMwNTU0MiwiTWFyZ2luIjp7IiRpZCI6IjUwOCIsIlRvcCI6MC4wLCJMZWZ0IjoxMC4wLCJSaWdodCI6MTAuMCwiQm90dG9tIjowLjB9LCJQYWRkaW5nIjp7IiRpZCI6IjUwOSIsIlRvcCI6MC4wLCJMZWZ0IjowLjAsIlJpZ2h0IjowLjAsIkJvdHRvbSI6MC4wfSwiQmFja2dyb3VuZCI6eyIkaWQiOiI1MTAiLCJDb2xvciI6eyIkaWQiOiI1MTEiLCJBIjoyNTUsIlIiOjQ3LCJHIjo1NCwiQiI6MTUzfX0sIklzVmlzaWJsZSI6dHJ1ZSwiV2lkdGgiOjAuMCwiSGVpZ2h0IjowLjAsIkJvcmRlclN0eWxlIjpudWxsLCJQYXJlbnRTdHlsZSI6bnVsbH0sIkRlZmF1bHRNaWxlc3RvbmVTdHlsZSI6eyIkaWQiOiI1MTIiLCJTaGFwZSI6MiwiQ29ubmVjdG9yTWFyZ2luIjp7IiRpZCI6IjUxMyIsIlRvcCI6MC4wLCJMZWZ0IjoyLjAsIlJpZ2h0IjoyLjAsIkJvdHRvbSI6MC4wfSwiQ29ubmVjdG9yU3R5bGUiOnsiJGlkIjoiNTE0IiwiTGluZUNvbG9yIjp7IiRpZCI6IjUxNSIsIiR0eXBlIjoiTkxSRS5Db21tb24uRG9tLlNvbGlkQ29sb3JCcnVzaCwgTkxSRS5Db21tb24iLCJDb2xvciI6eyIkaWQiOiI1MTYiLCJBIjoxMjcsIlIiOjc5LCJHIjoxMjksIkIiOjE4OX19LCJMaW5lV2VpZ2h0IjoxLjAsIkxpbmVUeXBlIjowLCJQYXJlbnRTdHlsZSI6bnVsbH0sIklzQmVsb3dUaW1lYmFuZCI6ZmFsc2UsIlBvc2l0aW9uT25UYXNrIjowLCJIaWRlRGF0ZSI6ZmFsc2UsIlNoYXBlU2l6ZSI6MSwiU3BhY2luZyI6Mi4wLCJQYWRkaW5nIjp7IiRpZCI6IjUxNyIsIlRvcCI6Ny4wLCJMZWZ0IjozLjAsIlJpZ2h0IjowLjAsIkJvdHRvbSI6Mi4wfSwiU2hhcGVTdHlsZSI6eyIkaWQiOiI1MTgiLCJNYXJnaW4iOnsiJHJlZiI6IjgifSwiUGFkZGluZyI6eyIkcmVmIjoiOSJ9LCJCYWNrZ3JvdW5kIjp7IiRpZCI6IjUxOSIsIkNvbG9yIjp7IiRpZCI6IjUyMCIsIkEiOjI1NSwiUiI6MCwiRyI6MTE0LCJCIjoxODh9fSwiSXNWaXNpYmxlIjp0cnVlLCJXaWR0aCI6MTMuMCwiSGVpZ2h0IjoxMy4wLCJCb3JkZXJTdHlsZSI6eyIkaWQiOiI1MjEiLCJMaW5lQ29sb3IiOnsiJHJlZiI6IjEyMyJ9LCJMaW5lV2VpZ2h0IjowLjAsIkxpbmVUeXBlIjowLCJQYXJlbnRTdHlsZSI6bnVsbH0sIlBhcmVudFN0eWxlIjpudWxsfSwiVGl0bGVTdHlsZSI6eyIkaWQiOiI1MjIiLCJGb250U2V0dGluZ3MiOnsiJGlkIjoiNTIzIiwiRm9udFNpemUiOjExLCJGb250TmFtZSI6IkNhbGlicmkiLCJJc0JvbGQiOnRydWUsIklzSXRhbGljIjpmYWxzZSwiSXNVbmRlcmxpbmVkIjpmYWxzZSwiUGFyZW50U3R5bGUiOm51bGx9LCJBdXRvU2l6ZSI6MCwiRm9yZWdyb3VuZCI6eyIkcmVmIjoiMTI3In0sIk1heFdpZHRoIjoyMDAuMCwiTWF4SGVpZ2h0IjoiSW5maW5pdHkiLCJTbWFydEZvcmVncm91bmRJc0FjdGl2ZSI6ZmFsc2UsIkhvcml6b250YWxBbGlnbm1lbnQiOjAsIlZlcnRpY2FsQWxpZ25tZW50IjowLCJTbWFydEZvcmVncm91bmQiOm51bGwsIkJhY2tncm91bmRGaWxsVHlwZSI6MCwiTWFyZ2luIjp7IiRyZWYiOiIxOSJ9LCJQYWRkaW5nIjp7IiRyZWYiOiIyMCJ9LCJCYWNrZ3JvdW5kIjp7IiRyZWYiOiIxMjkifSwiSXNWaXNpYmxlIjp0cnVlLCJXaWR0aCI6MC4wLCJIZWlnaHQiOjAuMCwiQm9yZGVyU3R5bGUiOm51bGwsIlBhcmVudFN0eWxlIjpudWxsfSwiRGF0ZVN0eWxlIjp7IiRpZCI6IjUyNCIsIkZvbnRTZXR0aW5ncyI6eyIkaWQiOiI1MjUiLCJGb250U2l6ZSI6MTAsIkZvbnROYW1lIjoiQ2FsaWJyaSIsIklzQm9sZCI6ZmFsc2UsIklzSXRhbGljIjpmYWxzZSwiSXNVbmRlcmxpbmVkIjpmYWxzZSwiUGFyZW50U3R5bGUiOm51bGx9LCJBdXRvU2l6ZSI6MCwiRm9yZWdyb3VuZCI6eyIkcmVmIjoiMTMzIn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yZWYiOiIxMzUifSwiSXNWaXNpYmxlIjp0cnVlLCJXaWR0aCI6MC4wLCJIZWlnaHQiOjAuMCwiQm9yZGVyU3R5bGUiOm51bGwsIlBhcmVudFN0eWxlIjpudWxsfSwiRGF0ZUZvcm1hdCI6eyIkcmVmIjoiMTM3In0sIldlZWtOdW1iZXJpbmciOnsiJGlkIjoiNTI2IiwiRm9ybWF0IjowLCJJc1Zpc2libGUiOmZhbHNlLCJMYXN0S25vd25WaXNpYmlsaXR5U3RhdGUiOmZhbHNlfSwiSXNWaXNpYmxlIjp0cnVlLCJQYXJlbnRTdHlsZSI6bnVsbH0sIkRlZmF1bHRUYXNrU3R5bGUiOnsiJGlkIjoiNTI3IiwiU2hhcGUiOjEsIlNoYXBlVGhpY2tuZXNzIjowLCJEdXJhdGlvbkZvcm1hdCI6MCwiSW5jbHVkZU5vbldvcmtpbmdEYXlzSW5EdXJhdGlvbiI6ZmFsc2UsIlBlcmNlbnRhZ2VDb21wbGV0ZVN0eWxlIjp7IiRpZCI6IjUyOCIsIkZvbnRTZXR0aW5ncyI6eyIkaWQiOiI1MjkiLCJGb250U2l6ZSI6MTAsIkZvbnROYW1lIjoiQ2FsaWJyaSIsIklzQm9sZCI6ZmFsc2UsIklzSXRhbGljIjpmYWxzZSwiSXNVbmRlcmxpbmVkIjpmYWxzZSwiUGFyZW50U3R5bGUiOm51bGx9LCJBdXRvU2l6ZSI6MCwiRm9yZWdyb3VuZCI6eyIkcmVmIjoiNDAifSwiTWF4V2lkdGgiOjIwMC4wLCJNYXhIZWlnaHQiOiJJbmZpbml0eSIsIlNtYXJ0Rm9yZWdyb3VuZElzQWN0aXZlIjpmYWxzZSwiSG9yaXpvbnRhbEFsaWdubWVudCI6MCwiVmVydGljYWxBbGlnbm1lbnQiOjAsIlNtYXJ0Rm9yZWdyb3VuZCI6bnVsbCwiQmFja2dyb3VuZEZpbGxUeXBlIjowLCJNYXJnaW4iOnsiJHJlZiI6IjE0NSJ9LCJQYWRkaW5nIjp7IiRyZWYiOiIxNDYifSwiQmFja2dyb3VuZCI6eyIkcmVmIjoiMTQ3In0sIklzVmlzaWJsZSI6dHJ1ZSwiV2lkdGgiOjAuMCwiSGVpZ2h0IjowLjAsIkJvcmRlclN0eWxlIjpudWxsLCJQYXJlbnRTdHlsZSI6bnVsbH0sIkR1cmF0aW9uU3R5bGUiOnsiJGlkIjoiNTMwIiwiRm9udFNldHRpbmdzIjp7IiRpZCI6IjUzMSIsIkZvbnRTaXplIjoxMCwiRm9udE5hbWUiOiJDYWxpYnJpIiwiSXNCb2xkIjpmYWxzZSwiSXNJdGFsaWMiOmZhbHNlLCJJc1VuZGVybGluZWQiOmZhbHNlLCJQYXJlbnRTdHlsZSI6bnVsbH0sIkF1dG9TaXplIjowLCJGb3JlZ3JvdW5kIjp7IiRyZWYiOiIxNTIifSwiTWF4V2lkdGgiOjIwMC4wLCJNYXhIZWlnaHQiOiJJbmZpbml0eSIsIlNtYXJ0Rm9yZWdyb3VuZElzQWN0aXZlIjpmYWxzZSwiSG9yaXpvbnRhbEFsaWdubWVudCI6MCwiVmVydGljYWxBbGlnbm1lbnQiOjAsIlNtYXJ0Rm9yZWdyb3VuZCI6bnVsbCwiQmFja2dyb3VuZEZpbGxUeXBlIjowLCJNYXJnaW4iOnsiJHJlZiI6IjE1NCJ9LCJQYWRkaW5nIjp7IiRyZWYiOiIxNTUifSwiQmFja2dyb3VuZCI6eyIkcmVmIjoiMTU2In0sIklzVmlzaWJsZSI6dHJ1ZSwiV2lkdGgiOjAuMCwiSGVpZ2h0IjowLjAsIkJvcmRlclN0eWxlIjpudWxsLCJQYXJlbnRTdHlsZSI6bnVsbH0sIkhvcml6b250YWxDb25uZWN0b3JTdHlsZSI6eyIkaWQiOiI1MzIiLCJMaW5lQ29sb3IiOnsiJHJlZiI6IjE2MCJ9LCJMaW5lV2VpZ2h0IjoxLjAsIkxpbmVUeXBlIjowLCJQYXJlbnRTdHlsZSI6bnVsbH0sIlZlcnRpY2FsQ29ubmVjdG9yU3R5bGUiOnsiJGlkIjoiNTMzIiwiTGluZUNvbG9yIjp7IiRyZWYiOiIxNjM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1MzQiLCJNYXJnaW4iOnsiJHJlZiI6IjE2NiJ9LCJQYWRkaW5nIjp7IiRyZWYiOiIxNjcifSwiQmFja2dyb3VuZCI6eyIkaWQiOiI1MzUiLCJDb2xvciI6eyIkaWQiOiI1MzYiLCJBIjoyNTUsIlIiOjAsIkciOjExNCwiQiI6MTg4fX0sIklzVmlzaWJsZSI6dHJ1ZSwiV2lkdGgiOjAuMCwiSGVpZ2h0IjoxMC4wLCJCb3JkZXJTdHlsZSI6eyIkaWQiOiI1MzciLCJMaW5lQ29sb3IiOnsiJHJlZiI6IjE3MSJ9LCJMaW5lV2VpZ2h0IjowLjAsIkxpbmVUeXBlIjowLCJQYXJlbnRTdHlsZSI6bnVsbH0sIlBhcmVudFN0eWxlIjpudWxsfSwiVGl0bGVTdHlsZSI6eyIkaWQiOiI1MzgiLCJGb250U2V0dGluZ3MiOnsiJGlkIjoiNTM5IiwiRm9udFNpemUiOjExLCJGb250TmFtZSI6IkNhbGlicmkiLCJJc0JvbGQiOnRydWUsIklzSXRhbGljIjpmYWxzZSwiSXNVbmRlcmxpbmVkIjpmYWxzZSwiUGFyZW50U3R5bGUiOm51bGx9LCJBdXRvU2l6ZSI6MCwiRm9yZWdyb3VuZCI6eyIkcmVmIjoiMTc1In0sIk1heFdpZHRoIjo5NjAuMCwiTWF4SGVpZ2h0IjoiSW5maW5pdHkiLCJTbWFydEZvcmVncm91bmRJc0FjdGl2ZSI6ZmFsc2UsIkhvcml6b250YWxBbGlnbm1lbnQiOjAsIlZlcnRpY2FsQWxpZ25tZW50IjowLCJTbWFydEZvcmVncm91bmQiOm51bGwsIkJhY2tncm91bmRGaWxsVHlwZSI6MCwiTWFyZ2luIjp7IiRyZWYiOiIxNzcifSwiUGFkZGluZyI6eyIkcmVmIjoiMTc4In0sIkJhY2tncm91bmQiOnsiJHJlZiI6IjE3OSJ9LCJJc1Zpc2libGUiOnRydWUsIldpZHRoIjowLjAsIkhlaWdodCI6MC4wLCJCb3JkZXJTdHlsZSI6bnVsbCwiUGFyZW50U3R5bGUiOm51bGx9LCJEYXRlU3R5bGUiOnsiJGlkIjoiNTQwIiwiRm9udFNldHRpbmdzIjp7IiRpZCI6IjU0MSIsIkZvbnRTaXplIjoxMCwiRm9udE5hbWUiOiJDYWxpYnJpIiwiSXNCb2xkIjpmYWxzZSwiSXNJdGFsaWMiOmZhbHNlLCJJc1VuZGVybGluZWQiOmZhbHNlLCJQYXJlbnRTdHlsZSI6bnVsbH0sIkF1dG9TaXplIjowLCJGb3JlZ3JvdW5kIjp7IiRyZWYiOiIxODQifSwiTWF4V2lkdGgiOjIwMC4wLCJNYXhIZWlnaHQiOiJJbmZpbml0eSIsIlNtYXJ0Rm9yZWdyb3VuZElzQWN0aXZlIjpmYWxzZSwiSG9yaXpvbnRhbEFsaWdubWVudCI6MiwiVmVydGljYWxBbGlnbm1lbnQiOjAsIlNtYXJ0Rm9yZWdyb3VuZCI6bnVsbCwiQmFja2dyb3VuZEZpbGxUeXBlIjowLCJNYXJnaW4iOnsiJHJlZiI6IjE4NiJ9LCJQYWRkaW5nIjp7IiRyZWYiOiIxODcifSwiQmFja2dyb3VuZCI6eyIkcmVmIjoiMTg4In0sIklzVmlzaWJsZSI6dHJ1ZSwiV2lkdGgiOjAuMCwiSGVpZ2h0IjowLjAsIkJvcmRlclN0eWxlIjpudWxsLCJQYXJlbnRTdHlsZSI6bnVsbH0sIkRhdGVGb3JtYXQiOnsiJHJlZiI6IjM0OCJ9LCJXZWVrTnVtYmVyaW5nIjp7IiRpZCI6IjU0MiIsIkZvcm1hdCI6MCwiSXNWaXNpYmxlIjpmYWxzZSwiTGFzdEtub3duVmlzaWJpbGl0eVN0YXRlIjpmYWxzZX0sIklzVmlzaWJsZSI6dHJ1ZSwiUGFyZW50U3R5bGUiOm51bGwsIl9leHBsaWNpdGx5U2V0Ijp7IiRpZCI6IjU0M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NTQ0IiwiR3JpZGxpbmVTdHlsZSI6eyIkaWQiOiI1NDUiLCJMaW5lQ29sb3IiOnsiJGlkIjoiNTQ2IiwiJHR5cGUiOiJOTFJFLkNvbW1vbi5Eb20uU29saWRDb2xvckJydXNoLCBOTFJFLkNvbW1vbiIsIkNvbG9yIjp7IiRpZCI6IjU0NyIsIkEiOjM4LCJSIjo5MSwiRyI6MTU1LCJCIjoyMTN9fSwiTGluZVdlaWdodCI6MS4wLCJMaW5lVHlwZSI6MCwiUGFyZW50U3R5bGUiOm51bGx9LCJNYXJnaW4iOnsiJGlkIjoiNTQ4IiwiVG9wIjowLjAsIkxlZnQiOjAuMCwiUmlnaHQiOjAuMCwiQm90dG9tIjowLjB9LCJQYWRkaW5nIjp7IiRpZCI6IjU0OSIsIlRvcCI6MC4wLCJMZWZ0IjowLjAsIlJpZ2h0IjowLjAsIkJvdHRvbSI6MC4wfSwiQmFja2dyb3VuZCI6bnVsbCwiSXNWaXNpYmxlIjp0cnVlLCJXaWR0aCI6MC4wLCJIZWlnaHQiOjAuMCwiQm9yZGVyU3R5bGUiOnsiJGlkIjoiNTUwIiwiTGluZUNvbG9yIjpudWxsLCJMaW5lV2VpZ2h0IjowLjAsIkxpbmVUeXBlIjowLCJQYXJlbnRTdHlsZSI6bnVsbH0sIlBhcmVudFN0eWxlIjpudWxsfSwiQWN0aXZpdHlMaW5lUGFuZWxTdHlsZSI6eyIkaWQiOiI1NTEiLCJBY3Rpdml0eUxpbmVTdHlsZSI6eyIkaWQiOiI1NTIiLCJMaW5lQ29sb3IiOnsiJGlkIjoiNTUzIiwiJHR5cGUiOiJOTFJFLkNvbW1vbi5Eb20uU29saWRDb2xvckJydXNoLCBOTFJFLkNvbW1vbiIsIkNvbG9yIjp7IiRpZCI6IjU1NCIsIkEiOjM4LCJSIjo2OCwiRyI6MTE0LCJCIjoxOTZ9fSwiTGluZVdlaWdodCI6MS4wLCJMaW5lVHlwZSI6MCwiUGFyZW50U3R5bGUiOm51bGx9LCJNYXJnaW4iOnsiJGlkIjoiNTU1IiwiVG9wIjowLjAsIkxlZnQiOjAuMCwiUmlnaHQiOjAuMCwiQm90dG9tIjowLjB9LCJQYWRkaW5nIjp7IiRpZCI6IjU1NiIsIlRvcCI6MC4wLCJMZWZ0IjowLjAsIlJpZ2h0IjowLjAsIkJvdHRvbSI6MC4wfSwiQmFja2dyb3VuZCI6bnVsbCwiSXNWaXNpYmxlIjp0cnVlLCJXaWR0aCI6MC4wLCJIZWlnaHQiOjAuMCwiQm9yZGVyU3R5bGUiOnsiJGlkIjoiNTU3IiwiTGluZUNvbG9yIjpudWxsLCJMaW5lV2VpZ2h0IjowLjAsIkxpbmVUeXBlIjowLCJQYXJlbnRTdHlsZSI6bnVsbH0sIlBhcmVudFN0eWxlIjpudWxsfSwiU2hvd0VsYXBzZWRUaW1lR3JhZGllbnRTdHlsZSI6ZmFsc2UsIlRpbWViYW5kUmVzZXJ2ZWRMZWZ0QXJlYVN0eWxlIjp7IiRpZCI6IjU1OCIsIkFjdGl2aXR5SGVhZGVyV2lkdGgiOjAuMCwiSXNTZXQiOmZhbHNlfSwiRGVmYXVsdFN3aW1sYW5lU3R5bGUiOm51bGx9LCJTY2FsZSI6bnVsbCwiU2NhbGVWMiI6eyIkaWQiOiI1NTkiLCJTdGFydERhdGUiOiIwMDAxLTAxLTAxVDAwOjAwOjAwIiwiRW5kRGF0ZSI6IjIwMzEtMDYtMDlUMjM6NTk6MDAiLCJBdXRvRGF0ZVJhbmdlIjp0cnVlLCJXb3JraW5nRGF5cyI6MzEsIkZpc2NhbFllYXIiOnsiJGlkIjoiNTYwIiwiU3RhcnRNb250aCI6MSwiVXNlU3RhcnRpbmdZZWFyRm9yTnVtYmVyaW5nIjp0cnVlLCJTaG93RmlzY2FsWWVhckxhYmVsIjp0cnVlfSwiVG9kYXlNYXJrZXJUZXh0IjoiVG9kYXkiLCJBdXRvU2NhbGVUeXBlIjpmYWxzZSwiVGltZWJhbmRTY2FsZXMiOnsiJGlkIjoiNTYxIiwiVG9wU2NhbGVMYXllciI6eyIkaWQiOiI1NjIiLCJGb3JtYXQiOiJNTU0iLCJUeXBlIjo0fSwiTWlkZGxlU2NhbGVMYXllciI6eyIkaWQiOiI1NjMiLCJGb3JtYXQiOm51bGwsIlR5cGUiOjB9LCJCb3R0b21TY2FsZUxheWVyIjp7IiRpZCI6IjU2NCIsIkZvcm1hdCI6bnVsbCwiVHlwZSI6MH19fSwiTWlsZXN0b25lcyI6W10sIlRhc2tzIjpbXSwiU3dpbWxhbmVzIjpbXSwiTXNQcm9qZWN0SXRlbXNUcmVlIjp7IiRpZCI6IjU2NSIsIlJvb3QiOnsiSW1wb3J0SWQiOm51bGwsIklzSW1wb3J0ZWQiOmZhbHNlLCJDaGlsZHJlbiI6W119fSwiTWV0YWRhdGEiOnsiJGlkIjoiNTY2IiwiU291cmNlVGVtcGxhdGUiOiJ7XCIkaWRcIjpcIjFcIixcIklkXCI6XCJjYzI2Zjg2My0yN2NlLTQ4MGUtYTU4OS1iM2YxMmYyZDZlYjBcIixcIkN1bHR1cmVJbmZvTmFtZVwiOlwiZW4tVVNcIixcIlZlcnNpb25cIjp7XCIkaWRcIjpcIjJcIixcIlRlbXBsYXRlRG9tVmVyc2lvblwiOlwiMS4zLjFcIn0sXCJFZmZlY3RcIjoxLFwiU3R5bGVcIjp7XCIkaWRcIjpcIjNcIixcIlRpbWViYW5kU3R5bGVcIjp7XCIkaWRcIjpcIjRcIixcIlNjYWxlTWFya2luZ1wiOjEsXCJTaGFwZVwiOjEwLFwiU2hhcGVTdHlsZVwiOntcIiRpZFwiOlwiNVwiLFwiTWFyZ2luXCI6e1wiJGlkXCI6XCI2XCIsXCJUb3BcIjowLjAsXCJMZWZ0XCI6MTAuMCxcIlJpZ2h0XCI6MTAuMCxcIkJvdHRvbVwiOjAuMH0sXCJQYWRkaW5nXCI6e1wiJGlkXCI6XCI3XCIsXCJUb3BcIjozLjAsXCJMZWZ0XCI6MC4wLFwiUmlnaHRcIjowLjAsXCJCb3R0b21cIjozLjB9LFwiQmFja2dyb3VuZFwiOntcIiRpZFwiOlwiOFwiLFwiQ29sb3JcIjp7XCIkaWRcIjpcIjlcIixcIkFcIjoyNTUsXCJSXCI6NjgsXCJHXCI6ODQsXCJCXCI6MTA2fX0sXCJJc1Zpc2libGVcIjp0cnVlLFwiV2lkdGhcIjo4NTguMCxcIkhlaWdodFwiOjIwLjAsXCJCb3JkZXJTdHlsZVwiOntcIiRpZFwiOlwiMTBcIixcIkxpbmVDb2xvclwiOntcIiRpZFwiOlwiMTFcIixcIiR0eXBlXCI6XCJOTFJFLkNvbW1vbi5Eb20uU29saWRDb2xvckJydXNoLCBOTFJFLkNvbW1vblwiLFwiQ29sb3JcIjp7XCIkaWRcIjpcIjEyXCIsXCJBXCI6MjU1LFwiUlwiOjI1NSxcIkdcIjowLFwiQlwiOjB9fSxcIkxpbmVXZWlnaHRcIjowLjAsXCJMaW5lVHlwZVwiOjB9fSxcIk1pZGRsZVRpZXJTaGFwZVN0eWxlXCI6e1wiJGlkXCI6XCIxM1wiLFwiTWFyZ2luXCI6e1wiJGlkXCI6XCIxNFwiLFwiVG9wXCI6MC4wLFwiTGVmdFwiOjEwLjAsXCJSaWdodFwiOjEwLjAsXCJCb3R0b21cIjowLjB9LFwiUGFkZGluZ1wiOntcIiRpZFwiOlwiMTVcIixcIlRvcFwiOjMuMCxcIkxlZnRcIjowLjAsXCJSaWdodFwiOjAuMCxcIkJvdHRvbVwiOjMuMH0sXCJCYWNrZ3JvdW5kXCI6e1wiJGlkXCI6XCIxNlwiLFwiQ29sb3JcIjp7XCIkaWRcIjpcIjE3XCIsXCJBXCI6MjU1LFwiUlwiOjY4LFwiR1wiOjg0LFwiQlwiOjEwNn19LFwiSXNWaXNpYmxlXCI6dHJ1ZSxcIldpZHRoXCI6ODU4LjAsXCJIZWlnaHRcIjoy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zLjAsXCJMZWZ0XCI6MC4wLFwiUmlnaHRcIjowLjAsXCJCb3R0b21cIjozLjB9LFwiQmFja2dyb3VuZFwiOntcIiRpZFwiOlwiMjRcIixcIkNvbG9yXCI6e1wiJGlkXCI6XCIyNVwiLFwiQVwiOjI1NSxcIlJcIjo2OCxcIkdcIjo4NCxcIkJcIjoxMDZ9fSxcIklzVmlzaWJsZVwiOnRydWUsXCJXaWR0aFwiOjg1OC4wLFwiSGVpZ2h0XCI6MjAuMCxcIkJvcmRlclN0eWxlXCI6e1wiJGlkXCI6XCIyNlwiLFwiTGluZUNvbG9yXCI6e1wiJGlkXCI6XCIyN1wiLFwiJHR5cGVcIjpcIk5MUkUuQ29tbW9uLkRvbS5Tb2xpZENvbG9yQnJ1c2gsIE5MUkUuQ29tbW9uXCIsXCJDb2xvclwiOntcIiRpZFwiOlwiMjhcIixcIkFcIjoyNTUsXCJSXCI6MjU1LFwiR1wiOjAsXCJCXCI6MH19LFwiTGluZVdlaWdodFwiOjAuMCxcIkxpbmVUeXBlXCI6MH19LFwiUmlnaHRFbmRDYXBzU3R5bGVcIjp7XCIkaWRcIjpcIjI5XCIsXCJGb250U2V0dGluZ3NcIjp7XCIkaWRcIjpcIjMwXCIsXCJGb250U2l6ZVwiOjE4LFwiRm9udE5hbWVcIjpcIkNhbGlicmlcIixcIklzQm9sZFwiOnRydWUsXCJJc0l0YWxpY1wiOmZhbHNlLFwiSXNVbmRlcmxpbmVkXCI6ZmFsc2V9LFwiQXV0b1NpemVcIjowLFwiRm9yZWdyb3VuZFwiOntcIiRpZFwiOlwiMzFcIixcIkNvbG9yXCI6e1wiJGlkXCI6XCIzMl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wLFwiUlwiOjAsXCJHXCI6MCxcIkJcIjowfX0sXCJJc1Zpc2libGVcIjp0cnVlLFwiV2lkdGhcIjowLjAsXCJIZWlnaHRcIjowLjAsXCJCb3JkZXJTdHlsZVwiOm51bGx9LFwiTGVmdEVuZENhcHNTdHlsZVwiOntcIiRpZFwiOlwiMzdcIixcIkZvbnRTZXR0aW5nc1wiOntcIiRpZFwiOlwiMzhcIixcIkZvbnRTaXplXCI6MTgsXCJGb250TmFtZVwiOlwiQ2FsaWJyaVwiLFwiSXNCb2xkXCI6dHJ1ZSxcIklzSXRhbGljXCI6ZmFsc2UsXCJJc1VuZGVybGluZWRcIjpmYWxzZX0sXCJBdXRvU2l6ZVwiOjAsXCJGb3JlZ3JvdW5kXCI6e1wiJGlkXCI6XCIzOVwiLFwiQ29sb3JcIjp7XCIkaWRcIjpcIjQw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QxXCIsXCJUb3BcIjowLjAsXCJMZWZ0XCI6MjAuMCxcIlJpZ2h0XCI6MC4wLFwiQm90dG9tXCI6MC4wfSxcIlBhZGRpbmdcIjp7XCIkaWRcIjpcIjQyXCIsXCJUb3BcIjowLjAsXCJMZWZ0XCI6MC4wLFwiUmlnaHRcIjowLjAsXCJCb3R0b21cIjowLjB9LFwiQmFja2dyb3VuZFwiOntcIiRpZFwiOlwiNDNcIixcIkNvbG9yXCI6e1wiJHJlZlwiOlwiMzZcIn19LFwiSXNWaXNpYmxlXCI6ZmFsc2UsXCJXaWR0aFwiOjAuMCxcIkhlaWdodFwiOjAuMCxcIkJvcmRlclN0eWxlXCI6bnVsbH0sXCJUb2RheVRleHRTdHlsZVwiOntcIiRpZFwiOlwiNDRcIixcIkZvbnRTZXR0aW5nc1wiOntcIiRpZFwiOlwiNDVcIixcIkZvbnRTaXplXCI6MTIsXCJGb250TmFtZVwiOlwiQ2FsaWJyaVwiLFwiSXNCb2xkXCI6ZmFsc2UsXCJJc0l0YWxpY1wiOmZhbHNlLFwiSXNVbmRlcmxpbmVkXCI6ZmFsc2V9LFwiQXV0b1NpemVcIjowLFwiRm9yZWdyb3VuZFwiOntcIiRpZFwiOlwiNDZcIixcIkNvbG9yXCI6e1wiJGlkXCI6XCI0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FwiLFwiVG9wXCI6MC4wLFwiTGVmdFwiOjAuMCxcIlJpZ2h0XCI6MC4wLFwiQm90dG9tXCI6MC4wfSxcIlBhZGRpbmdcIjp7XCIkaWRcIjpcIjQ5XCIsXCJUb3BcIjowLjAsXCJMZWZ0XCI6MC4wLFwiUmlnaHRcIjowLjAsXCJCb3R0b21cIjowLjB9LFwiQmFja2dyb3VuZFwiOntcIiRpZFwiOlwiNTBcIixcIkNvbG9yXCI6e1wiJHJlZlwiOlwiMzZcIn19LFwiSXNWaXNpYmxlXCI6dHJ1ZSxcIldpZHRoXCI6MC4wLFwiSGVpZ2h0XCI6MC4wLFwiQm9yZGVyU3R5bGVcIjpudWxsfSxcIlRvZGF5TWFya2VyU3R5bGVcIjp7XCIkaWRcIjpcIjUxXCIsXCJNYXJnaW5cIjp7XCIkaWRcIjpcIjUyXCIsXCJUb3BcIjowLjAsXCJMZWZ0XCI6MC4wLFwiUmlnaHRcIjowLjAsXCJCb3R0b21cIjowLjB9LFwiUGFkZGluZ1wiOntcIiRpZFwiOlwiNTNcIixcIlRvcFwiOjAuMCxcIkxlZnRcIjowLjAsXCJSaWdodFwiOjAuMCxcIkJvdHRvbVwiOjAuMH0sXCJCYWNrZ3JvdW5kXCI6e1wiJGlkXCI6XCI1NFwiLFwiQ29sb3JcIjp7XCIkaWRcIjpcIjU1XCIsXCJBXCI6MjU1LFwiUlwiOjI1NSxcIkdcIjowLFwiQlwiOjB9fSxcIklzVmlzaWJsZVwiOnRydWUsXCJXaWR0aFwiOjAuMCxcIkhlaWdodFwiOjAuMCxcIkJvcmRlclN0eWxlXCI6bnVsbH0sXCJTY2FsZVN0eWxlXCI6e1wiJGlkXCI6XCI1NlwiLFwiU2hvd1NlZ21lbnRTZXBhcmF0b3JzXCI6dHJ1ZSxcIlNlZ21lbnRTZXBhcmF0b3JPcGFjaXR5XCI6MzAsXCJTaGFwZVwiOjMsXCJIYXNCZWVuVmlzaWJsZUJlZm9yZVwiOnRydWUsXCJGb250U2V0dGluZ3NcIjp7XCIkaWRcIjpcIjU3XCIsXCJGb250U2l6ZVwiOjEyLFwiRm9udE5hbWVcIjpcIkNhbGlicmlcIixcIklzQm9sZFwiOmZhbHNlLFwiSXNJdGFsaWNcIjpmYWxzZSxcIklzVW5kZXJsaW5lZFwiOmZhbHNlfSxcIkF1dG9TaXplXCI6MCxcIkZvcmVncm91bmRcIjp7XCIkaWRcIjpcIjU4XCIsXCJDb2xvclwiOntcIiRpZFwiOlwiNTl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jBcIixcIlRvcFwiOjAuMCxcIkxlZnRcIjo1LjAsXCJSaWdodFwiOjAuMCxcIkJvdHRvbVwiOjAuMH0sXCJQYWRkaW5nXCI6e1wiJGlkXCI6XCI2MVwiLFwiVG9wXCI6MC4wLFwiTGVmdFwiOjAuMCxcIlJpZ2h0XCI6MC4wLFwiQm90dG9tXCI6MC4wfSxcIkJhY2tncm91bmRcIjp7XCIkaWRcIjpcIjYyXCIsXCJDb2xvclwiOntcIiRyZWZcIjpcIjM2XCJ9fSxcIklzVmlzaWJsZVwiOnRydWUsXCJXaWR0aFwiOjAuMCxcIkhlaWdodFwiOjAuMCxcIkJvcmRlclN0eWxlXCI6bnVsbH0sXCJNaWRkbGVUaWVyU2NhbGVTdHlsZVwiOntcIiRpZFwiOlwiNjNcIixcIlNob3dTZWdtZW50U2VwYXJhdG9yc1wiOnRydWUsXCJTZWdtZW50U2VwYXJhdG9yT3BhY2l0eVwiOjMwLFwiU2hhcGVcIjozLFwiSGFzQmVlblZpc2libGVCZWZvcmVcIjpmYWxzZSxcIkZvbnRTZXR0aW5nc1wiOntcIiRpZFwiOlwiNjRcIixcIkZvbnRTaXplXCI6MTIsXCJGb250TmFtZVwiOlwiQ2FsaWJyaVwiLFwiSXNCb2xkXCI6ZmFsc2UsXCJJc0l0YWxpY1wiOmZhbHNlLFwiSXNVbmRlcmxpbmVkXCI6ZmFsc2V9LFwiQXV0b1NpemVcIjowLFwiRm9yZWdyb3VuZFwiOntcIiRpZFwiOlwiNjVcIixcIkNvbG9yXCI6e1wiJGlkXCI6XCI2Nl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N1wiLFwiVG9wXCI6MC4wLFwiTGVmdFwiOjUuMCxcIlJpZ2h0XCI6MC4wLFwiQm90dG9tXCI6MC4wfSxcIlBhZGRpbmdcIjp7XCIkaWRcIjpcIjY4XCIsXCJUb3BcIjowLjAsXCJMZWZ0XCI6MC4wLFwiUmlnaHRcIjowLjAsXCJCb3R0b21cIjowLjB9LFwiQmFja2dyb3VuZFwiOntcIiRpZFwiOlwiNjlcIixcIkNvbG9yXCI6e1wiJGlkXCI6XCI3MFwiLFwiQVwiOjAsXCJSXCI6MCxcIkdcIjowLFwiQlwiOjB9fSxcIklzVmlzaWJsZVwiOmZhbHNlLFwiV2lkdGhcIjowLjAsXCJIZWlnaHRcIjowLjAsXCJCb3JkZXJTdHlsZVwiOm51bGx9LFwiQm90dG9tVGllclNjYWxlU3R5bGVcIjp7XCIkaWRcIjpcIjcxXCIsXCJTaG93U2VnbWVudFNlcGFyYXRvcnNcIjp0cnVlLFwiU2VnbWVudFNlcGFyYXRvck9wYWNpdHlcIjozMCxcIlNoYXBlXCI6MyxcIkhhc0JlZW5WaXNpYmxlQmVmb3JlXCI6ZmFsc2UsXCJGb250U2V0dGluZ3NcIjp7XCIkaWRcIjpcIjcyXCIsXCJGb250U2l6ZVwiOjEy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wLFwiUlwiOjAsXCJHXCI6MCxcIkJcIjowfX0sXCJJc1Zpc2libGVcIjpmYWxzZSxcIldpZHRoXCI6MC4wLFwiSGVpZ2h0XCI6MC4wLFwiQm9yZGVyU3R5bGVcIjpudWxsfSxcIlNpbmdsZVNjYWxlU2hhcGVTdHlsZVwiOm51bGwsXCJFbGFwc2VkVGltZUJhY2tncm91bmRcIjp7XCIkaWRcIjpcIjc5XCIsXCJDb2xvclwiOntcIiRpZFwiOlwiODBcIixcIkFcIjoxOTEsXCJSXCI6MjU1LFwiR1wiOjAsXCJCXCI6MH19LFwiQXBwZW5kWWVhck9uWWVhckNoYW5nZVwiOmZhbHNlLFwiRWxhcHNlZFRpbWVGb3JtYXRcIjoyLFwiVG9kYXlNYXJrZXJQb3NpdGlvblwiOjMsXCJRdWlja1Bvc2l0aW9uXCI6MixcIkFic29sdXRlUG9zaXRpb25cIjo0MDUuMCxcIk1hcmdpblwiOntcIiRpZFwiOlwiODFcIixcIlRvcFwiOjAuMCxcIkxlZnRcIjoxMC4wLFwiUmlnaHRcIjoxMC4wLFwiQm90dG9tXCI6MC4wfSxcIlBhZGRpbmdcIjp7XCIkaWRcIjpcIjgyXCIsXCJUb3BcIjowLjAsXCJMZWZ0XCI6MC4wLFwiUmlnaHRcIjowLjAsXCJCb3R0b21cIjowLjB9LFwiQmFja2dyb3VuZFwiOntcIiRpZFwiOlwiODNcIixcIkNvbG9yXCI6e1wiJGlkXCI6XCI4NFwiLFwiQVwiOjI1NSxcIlJcIjo0NyxcIkdcIjo1NCxcIkJcIjoxNTN9fSxcIklzVmlzaWJsZVwiOnRydWUsXCJXaWR0aFwiOjAuMCxcIkhlaWdodFwiOjAuMCxcIkJvcmRlclN0eWxlXCI6bnVsbH0sXCJEZWZhdWx0TWlsZXN0b25lU3R5bGVcIjp7XCIkaWRcIjpcIjg1XCIsXCJTaGFwZVwiOjIsXCJDb25uZWN0b3JNYXJnaW5cIjp7XCIkaWRcIjpcIjg2XCIsXCJUb3BcIjowLjAsXCJMZWZ0XCI6Mi4wLFwiUmlnaHRcIjoyLjAsXCJCb3R0b21cIjowLjB9LFwiQ29ubmVjdG9yU3R5bGVcIjp7XCIkaWRcIjpcIjg3XCIsXCJMaW5lQ29sb3JcIjp7XCIkaWRcIjpcIjg4XCIsXCIkdHlwZVwiOlwiTkxSRS5Db21tb24uRG9tLlNvbGlkQ29sb3JCcnVzaCwgTkxSRS5Db21tb25cIixcIkNvbG9yXCI6e1wiJGlkXCI6XCI4OVwiLFwiQVwiOjEyNyxcIlJcIjo3OSxcIkdcIjoxMjksXCJCXCI6MTg5fX0sXCJMaW5lV2VpZ2h0XCI6MS4wLFwiTGluZVR5cGVcIjowfSxcIklzQmVsb3dUaW1lYmFuZFwiOmZhbHNlLFwiSGlkZURhdGVcIjpmYWxzZSxcIlNoYXBlU2l6ZVwiOjEsXCJTcGFjaW5nXCI6Mi4wLFwiUGFkZGluZ1wiOntcIiRpZFwiOlwiOTBcIixcIlRvcFwiOjcuMCxcIkxlZnRcIjozLjAsXCJSaWdodFwiOjAuMCxcIkJvdHRvbVwiOjIuMH0sXCJQb3NpdGlvblwiOm51bGwsXCJQb3NpdGlvbk9uVGFza1wiOjAsXCJTaGFwZVN0eWxlXCI6e1wiJGlkXCI6XCI5MVwiLFwiTWFyZ2luXCI6e1wiJGlkXCI6XCI5MlwiLFwiVG9wXCI6MC4wLFwiTGVmdFwiOjAuMCxcIlJpZ2h0XCI6MC4wLFwiQm90dG9tXCI6MC4wfSxcIlBhZGRpbmdcIjp7XCIkaWRcIjpcIjkzXCIsXCJUb3BcIjowLjAsXCJMZWZ0XCI6MC4wLFwiUmlnaHRcIjowLjAsXCJCb3R0b21cIjowLjB9LFwiQmFja2dyb3VuZFwiOntcIiRpZFwiOlwiOTRcIixcIkNvbG9yXCI6e1wiJGlkXCI6XCI5NVwiLFwiQVwiOjI1NSxcIlJcIjowLFwiR1wiOjExNCxcIkJcIjoxODh9fSxcIklzVmlzaWJsZVwiOnRydWUsXCJXaWR0aFwiOjEzLjAsXCJIZWlnaHRcIjoxMy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VGFza1N0eWxlXCI6e1wiJGlkXCI6XCIxMTRcIixcIlNoYXBlXCI6MSxcIlNoYXBlVGhpY2tuZXNzXCI6MCxcIkR1cmF0aW9uRm9ybWF0XCI6MCxcIlBlcmNlbnRhZ2VDb21wbGV0ZVN0eWxlXCI6e1wiJGlkXCI6XCIxMTVcIixcIkZvbnRTZXR0aW5nc1wiOntcIiRpZFwiOlwiMTE2XCIsXCJGb250U2l6ZVwiOjEwLFwiRm9udE5hbWVcIjpcIkNhbGlicmlcIixcIklzQm9sZFwiOmZhbHNlLFwiSXNJdGFsaWNcIjpmYWxzZSxcIklzVW5kZXJsaW5lZFwiOmZhbHNlfSxcIkF1dG9TaXplXCI6MCxcIkZvcmVncm91bmRcIjp7XCIkaWRcIjpcIjExN1wiLFwiQ29sb3JcIjp7XCIkaWRcIjpcIjExOF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cmVmXCI6XCIzNlwifX0sXCJJc1Zpc2libGVcIjp0cnVlLFwiV2lkdGhcIjowLjAsXCJIZWlnaHRcIjowLjAsXCJCb3JkZXJTdHlsZVwiOm51bGx9LFwiRHVyYXRpb25TdHlsZVwiOntcIiRpZFwiOlwiMTIyXCIsXCJGb250U2V0dGluZ3NcIjp7XCIkaWRcIjpcIjEyM1wiLFwiRm9udFNpemVcIjoxMCxcIkZvbnROYW1lXCI6XCJDYWxpYnJpXCIsXCJJc0JvbGRcIjpmYWxzZSxcIklzSXRhbGljXCI6ZmFsc2UsXCJJc1VuZGVybGluZWRcIjpmYWxzZX0sXCJBdXRvU2l6ZVwiOjAsXCJGb3JlZ3JvdW5kXCI6e1wiJGlkXCI6XCIxMjRcIixcIkNvbG9yXCI6e1wiJGlkXCI6XCIxMjV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jZcIixcIlRvcFwiOjAuMCxcIkxlZnRcIjowLjAsXCJSaWdodFwiOjAuMCxcIkJvdHRvbVwiOjAuMH0sXCJQYWRkaW5nXCI6e1wiJGlkXCI6XCIxMjdcIixcIlRvcFwiOjAuMCxcIkxlZnRcIjowLjAsXCJSaWdodFwiOjAuMCxcIkJvdHRvbVwiOjAuMH0sXCJCYWNrZ3JvdW5kXCI6e1wiJGlkXCI6XCIxMjhcIixcIkNvbG9yXCI6e1wiJHJlZlwiOlwiMzZcIn19LFwiSXNWaXNpYmxlXCI6dHJ1ZSxcIldpZHRoXCI6MC4wLFwiSGVpZ2h0XCI6MC4wLFwiQm9yZGVyU3R5bGVcIjpudWxsfSxcIkhvcml6b250YWxDb25uZWN0b3JTdHlsZVwiOntcIiRpZFwiOlwiMTI5XCIsXCJMaW5lQ29sb3JcIjp7XCIkaWRcIjpcIjEzMFwiLFwiJHR5cGVcIjpcIk5MUkUuQ29tbW9uLkRvbS5Tb2xpZENvbG9yQnJ1c2gsIE5MUkUuQ29tbW9uXCIsXCJDb2xvclwiOntcIiRpZFwiOlwiMTMxXCIsXCJBXCI6MjU1LFwiUlwiOjIwNCxcIkdcIjoyMDQsXCJCXCI6MjA0fX0sXCJMaW5lV2VpZ2h0XCI6MS4wLFwiTGluZVR5cGVcIjowfSxcIlZlcnRpY2FsQ29ubmVjdG9yU3R5bGVcIjp7XCIkaWRcIjpcIjEzMlwiLFwiTGluZUNvbG9yXCI6e1wiJGlkXCI6XCIxMzNcIixcIiR0eXBlXCI6XCJOTFJFLkNvbW1vbi5Eb20uU29saWRDb2xvckJydXNoLCBOTFJFLkNvbW1vblwiLFwiQ29sb3JcIjp7XCIkaWRcIjpcIjEzNFwiLFwiQVwiOjI1NSxcIlJcIjoyMDQsXCJHXCI6MjA0LFwiQlwiOjIwNH19LFwiTGluZVdlaWdodFwiOjAuMCxcIkxpbmVUeXBlXCI6MH0sXCJNYXJnaW5cIjpudWxsLFwiU3RhcnREYXRlUG9zaXRpb25cIjozLFwiRW5kRGF0ZVBvc2l0aW9uXCI6MyxcIlRpdGxlUG9zaXRpb25cIjo0LFwiRHVyYXRpb25Qb3NpdGlvblwiOjYsXCJQZXJjZW50YWdlQ29tcGxldGVkUG9zaXRpb25cIjo2LFwiU3BhY2luZ1wiOjUsXCJJc0JlbG93VGltZWJhbmRcIjpmYWxzZSxcIlBlcmNlbnRhZ2VDb21wbGV0ZVNoYXBlT3BhY2l0eVwiOjM1LFwiR3JvdXBOYW1lXCI6bnVsbCxcIkF0dGFjaGVkTWlsZXN0b25lc1N0eWxlc1wiOm51bGwsXCJTaGFwZVN0eWxlXCI6e1wiJGlkXCI6XCIxMzVcIixcIk1hcmdpblwiOntcIiRpZFwiOlwiMTM2XCIsXCJUb3BcIjowLjAsXCJMZWZ0XCI6NC4wLFwiUmlnaHRcIjo0LjAsXCJCb3R0b21cIjowLjB9LFwiUGFkZGluZ1wiOntcIiRpZFwiOlwiMTM3XCIsXCJUb3BcIjowLjAsXCJMZWZ0XCI6MC4wLFwiUmlnaHRcIjowLjAsXCJCb3R0b21cIjowLjB9LFwiQmFja2dyb3VuZFwiOntcIiRpZFwiOlwiMTM4XCIsXCJDb2xvclwiOntcIiRpZFwiOlwiMTM5XCIsXCJBXCI6MjU1LFwiUlwiOjAsXCJHXCI6MTE0LFwiQlwiOjE4OH19LFwiSXNWaXNpYmxlXCI6dHJ1ZSxcIldpZHRoXCI6MC4wLFwiSGVpZ2h0XCI6MTAuMCxcIkJvcmRlclN0eWxlXCI6e1wiJGlkXCI6XCIxNDBcIixcIkxpbmVDb2xvclwiOntcIiRpZFwiOlwiMTQxXCIsXCIkdHlwZVwiOlwiTkxSRS5Db21tb24uRG9tLlNvbGlkQ29sb3JCcnVzaCwgTkxSRS5Db21tb25cIixcIkNvbG9yXCI6e1wiJGlkXCI6XCIxNDJcIixcIkFcIjoyNTUsXCJSXCI6MjU1LFwiR1wiOjAsXCJCXCI6MH19LFwiTGluZVdlaWdodFwiOjAuMCxcIkxpbmVUeXBlXCI6MH19LFwiVGl0bGVTdHlsZVwiOntcIiRpZFwiOlwiMTQzXCIsXCJGb250U2V0dGluZ3NcIjp7XCIkaWRcIjpcIjE0NFwiLFwiRm9udFNpemVcIjoxMSxcIkZvbnROYW1lXCI6XCJDYWxpYnJpXCIsXCJJc0JvbGRcIjp0cnVlLFwiSXNJdGFsaWNcIjpmYWxzZSxcIklzVW5kZXJsaW5lZFwiOmZhbHNlfSxcIkF1dG9TaXplXCI6MCxcIkZvcmVncm91bmRcIjp7XCIkaWRcIjpcIjE0NVwiLFwiQ29sb3JcIjp7XCIkaWRcIjpcIjE0NlwiLFwiQVwiOjI1NSxcIlJcIjowLFwiR1wiOjAsXCJCXCI6MH19LFwiQmFja2dyb3VuZEZpbGxUeXBlXCI6MCxcIk1heFdpZHRoXCI6OTYwLjAsXCJNYXhIZWlnaHRcIjpcIkluZmluaXR5XCIsXCJTbWFydEZvcmVncm91bmRJc0FjdGl2ZVwiOmZhbHNlLFwiSG9yaXpvbnRhbEFsaWdubWVudFwiOjAsXCJWZXJ0aWNhbEFsaWdubWVudFwiOjAsXCJTbWFydEZvcmVncm91bmRcIjpudWxsLFwiTWFyZ2luXCI6e1wiJGlkXCI6XCIxNDdcIixcIlRvcFwiOjAuMCxcIkxlZnRcIjowLjAsXCJSaWdodFwiOjAuMCxcIkJvdHRvbVwiOjAuMH0sXCJQYWRkaW5nXCI6e1wiJGlkXCI6XCIxNDhcIixcIlRvcFwiOjAuMCxcIkxlZnRcIjowLjAsXCJSaWdodFwiOjAuMCxcIkJvdHRvbVwiOjAuMH0sXCJCYWNrZ3JvdW5kXCI6e1wiJGlkXCI6XCIxNDlcIixcIkNvbG9yXCI6e1wiJHJlZlwiOlwiMzZcIn19LFwiSXNWaXNpYmxlXCI6dHJ1ZSxcIldpZHRoXCI6MC4wLFwiSGVpZ2h0XCI6MC4wLFwiQm9yZGVyU3R5bGVcIjpudWxsfSxcIkRhdGVTdHlsZVwiOntcIiRpZFwiOlwiMTUwXCIsXCJGb250U2V0dGluZ3NcIjp7XCIkaWRcIjpcIjE1MVwiLFwiRm9udFNpemVcIjoxMCxcIkZvbnROYW1lXCI6XCJDYWxpYnJpXCIsXCJJc0JvbGRcIjpmYWxzZSxcIklzSXRhbGljXCI6ZmFsc2UsXCJJc1VuZGVybGluZWRcIjpmYWxzZX0sXCJBdXRvU2l6ZVwiOjAsXCJGb3JlZ3JvdW5kXCI6e1wiJGlkXCI6XCIxNTJcIixcIkNvbG9yXCI6e1wiJGlkXCI6XCIxNTN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1NFwiLFwiVG9wXCI6MC4wLFwiTGVmdFwiOjAuMCxcIlJpZ2h0XCI6MC4wLFwiQm90dG9tXCI6MC4wfSxcIlBhZGRpbmdcIjp7XCIkaWRcIjpcIjE1NVwiLFwiVG9wXCI6MC4wLFwiTGVmdFwiOjAuMCxcIlJpZ2h0XCI6MC4wLFwiQm90dG9tXCI6MC4wfSxcIkJhY2tncm91bmRcIjp7XCIkaWRcIjpcIjE1NlwiLFwiQ29sb3JcIjp7XCIkcmVmXCI6XCIzNlwifX0sXCJJc1Zpc2libGVcIjp0cnVlLFwiV2lkdGhcIjowLjAsXCJIZWlnaHRcIjowLjAsXCJCb3JkZXJTdHlsZVwiOm51bGx9LFwiRGF0ZUZvcm1hdFwiOntcIiRpZFwiOlwiMTU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NThcIixcIkhlYWRlclN0eWxlXCI6e1wiJGlkXCI6XCIxNTlcIixcIlRleHRTdHlsZVwiOntcIiRpZFwiOlwiMTYwXCIsXCJGb250U2V0dGluZ3NcIjp7XCIkaWRcIjpcIjE2MVwiLFwiRm9udFNpemVcIjoxMixcIkZvbnROYW1lXCI6XCJDYWxpYnJpXCIsXCJJc0JvbGRcIjpmYWxzZSxcIklzSXRhbGljXCI6ZmFsc2UsXCJJc1VuZGVybGluZWRcIjpmYWxzZX0sXCJBdXRvU2l6ZVwiOjAsXCJGb3JlZ3JvdW5kXCI6e1wiJGlkXCI6XCIxNjJcIixcIkNvbG9yXCI6e1wiJGlkXCI6XCIxNjN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NjRcIixcIlRvcFwiOjAuMCxcIkxlZnRcIjowLjAsXCJSaWdodFwiOjAuMCxcIkJvdHRvbVwiOjAuMH0sXCJQYWRkaW5nXCI6e1wiJGlkXCI6XCIxNjVcIixcIlRvcFwiOjAuMCxcIkxlZnRcIjowLjAsXCJSaWdodFwiOjAuMCxcIkJvdHRvbVwiOjAuMH0sXCJCYWNrZ3JvdW5kXCI6bnVsbCxcIklzVmlzaWJsZVwiOmZhbHNlLFwiV2lkdGhcIjowLjAsXCJIZWlnaHRcIjowLjAsXCJCb3JkZXJTdHlsZVwiOm51bGx9LFwiUmVjdGFuZ2xl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xMjcsXCJSXCI6OTEsXCJHXCI6MTU1LFwiQlwiOjIxM319LFwiSXNWaXNpYmxlXCI6ZmFsc2UsXCJXaWR0aFwiOjAuMCxcIkhlaWdodFwiOjAuMCxcIkJvcmRlclN0eWxlXCI6e1wiJGlkXCI6XCIxNzFcIixcIkxpbmVDb2xvclwiOntcIiRpZFwiOlwiMTcyXCIsXCIkdHlwZVwiOlwiTkxSRS5Db21tb24uRG9tLlNvbGlkQ29sb3JCcnVzaCwgTkxSRS5Db21tb25cIixcIkNvbG9yXCI6e1wiJGlkXCI6XCIxNzNcIixcIkFcIjoyNTUsXCJSXCI6MjU1LFwiR1wiOjAsXCJCXCI6MH19LFwiTGluZVdlaWdodFwiOjAuMCxcIkxpbmVUeXBlXCI6MH19LFwiVGV4dElzVmVydGljYWxcIjpmYWxzZX0sXCJCYWNrZ3JvdW5kU3R5bGVcIjp7XCIkaWRcIjpcIjE3NFwiLFwiTWFyZ2luXCI6e1wiJGlkXCI6XCIxNzVcIixcIlRvcFwiOjAuMCxcIkxlZnRcIjowLjAsXCJSaWdodFwiOjAuMCxcIkJvdHRvbVwiOjAuMH0sXCJQYWRkaW5nXCI6e1wiJGlkXCI6XCIxNzZcIixcIlRvcFwiOjAuMCxcIkxlZnRcIjowLjAsXCJSaWdodFwiOjAuMCxcIkJvdHRvbVwiOjAuMH0sXCJCYWNrZ3JvdW5kXCI6e1wiJGlkXCI6XCIxNzdcIixcIkNvbG9yXCI6e1wiJGlkXCI6XCIxNzhcIixcIkFcIjozOCxcIlJcIjo5MSxcIkdcIjoxNTUsXCJCXCI6MjEzfX0sXCJJc1Zpc2libGVcIjp0cnVlLFwiV2lkdGhcIjowLjAsXCJIZWlnaHRcIjowLjAsXCJCb3JkZXJTdHlsZVwiOntcIiRpZFwiOlwiMTc5XCIsXCJMaW5lQ29sb3JcIjp7XCIkaWRcIjpcIjE4MFwiLFwiJHR5cGVcIjpcIk5MUkUuQ29tbW9uLkRvbS5Tb2xpZENvbG9yQnJ1c2gsIE5MUkUuQ29tbW9uXCIsXCJDb2xvclwiOntcIiRpZFwiOlwiMTgxXCIsXCJBXCI6MjU1LFwiUlwiOjI1NSxcIkdcIjowLFwiQlwiOjB9fSxcIkxpbmVXZWlnaHRcIjowLjAsXCJMaW5lVHlwZVwiOjB9fSxcIklzQWJvdmVUaW1lYmFuZFwiOmZhbHNlfSxcIkN1c3RvbU1pbGVzdG9uZVN0eWxlTGlzdFwiOltdLFwiQ3VzdG9tVGFza1N0eWxlTGlzdFwiOltdLFwiQ3VzdG9tU3dpbWxhbmVEZWZpbml0aW9uU3R5bGVMaXN0XCI6W10sXCJDdXN0b21Td2ltbGFuZVYyU3R5bGVMaXN0XCI6W10sXCJHcmlkbGluZVBhbmVsU3R5bGVcIjp7XCIkaWRcIjpcIjE4MlwiLFwiR3JpZGxpbmVTdHlsZVwiOntcIiRpZFwiOlwiMTgzXCIsXCJMaW5lQ29sb3JcIjp7XCIkaWRcIjpcIjE4NFwiLFwiJHR5cGVcIjpcIk5MUkUuQ29tbW9uLkRvbS5Tb2xpZENvbG9yQnJ1c2gsIE5MUkUuQ29tbW9uXCIsXCJDb2xvclwiOntcIiRpZFwiOlwiMTg1XCIsXCJBXCI6MzgsXCJSXCI6OTEsXCJHXCI6MTU1LFwiQlwiOjIxM319LFwiTGluZVdlaWdodFwiOjEuMCxcIkxpbmVUeXBlXCI6MH0sXCJJc1Zpc2libGVcIjp0cnVlfSxcIkFjdGl2aXR5TGluZVBhbmVsU3R5bGVcIjp7XCIkaWRcIjpcIjE4NlwiLFwiQWN0aXZpdHlMaW5lU3R5bGVcIjp7XCIkaWRcIjpcIjE4N1wiLFwiTGluZUNvbG9yXCI6e1wiJGlkXCI6XCIxODhcIixcIiR0eXBlXCI6XCJOTFJFLkNvbW1vbi5Eb20uU29saWRDb2xvckJydXNoLCBOTFJFLkNvbW1vblwiLFwiQ29sb3JcIjp7XCIkaWRcIjpcIjE4OVwiLFwiQVwiOjM4LFwiUlwiOjY4LFwiR1wiOjExNCxcIkJcIjoxOTZ9fSxcIkxpbmVXZWlnaHRcIjoxLjAsXCJMaW5lVHlwZVwiOjB9LFwiSXNWaXNpYmxlXCI6dHJ1ZX0sXCJEZWZhdWx0RGVwZW5kZW5jeVN0eWxlXCI6e1wiJGlkXCI6XCIxOTBcIixcIkxpbmVTdHlsZVwiOntcIiRpZFwiOlwiMTkxXCIsXCJMaW5lQ29sb3JcIjp7XCIkaWRcIjpcIjE5MlwiLFwiJHR5cGVcIjpcIk5MUkUuQ29tbW9uLkRvbS5Tb2xpZENvbG9yQnJ1c2gsIE5MUkUuQ29tbW9uXCIsXCJDb2xvclwiOntcIiRpZFwiOlwiMTkzXCIsXCJBXCI6MjU1LFwiUlwiOjAsXCJHXCI6MCxcIkJcIjowfX0sXCJMaW5lV2VpZ2h0XCI6MS4wLFwiTGluZVR5cGVcIjowfSxcIkVuZEFycm93aGVhZExpbmVTdHlsZVwiOntcIiRpZFwiOlwiMTk0XCIsXCJLaW5kXCI6MSxcIldpZHRoXCI6MSxcIkxlbmd0aFwiOjAsXCJQYXJlbnRTdHlsZVwiOm51bGx9LFwiQnJpbmdUb0Zyb250XCI6dHJ1ZSxcIklzVmlzaWJsZVwiOnRydWUsXCJSYWRpdXNcIjowLjB9LFwiQ3JpdGljYWxQYXRoU3R5bGVcIjp7XCIkaWRcIjpcIjE5NVwiLFwiQ3JpdGljYWxQYXRoU3R5bGVPcHRpb25zXCI6MTUsXCJMaW5lU3R5bGVcIjp7XCIkaWRcIjpcIjE5NlwiLFwiTGluZUNvbG9yXCI6e1wiJGlkXCI6XCIxOTdcIixcIiR0eXBlXCI6XCJOTFJFLkNvbW1vbi5Eb20uU29saWRDb2xvckJydXNoLCBOTFJFLkNvbW1vblwiLFwiQ29sb3JcIjp7XCIkaWRcIjpcIjE5OFwiLFwiQVwiOjI1NSxcIlJcIjoyMjIsXCJHXCI6NTAsXCJCXCI6NTB9fSxcIkxpbmVXZWlnaHRcIjoxLjAsXCJMaW5lVHlwZVwiOjB9LFwiVGl0bGVGb3JlZ3JvdW5kXCI6e1wiJGlkXCI6XCIxOTlcIixcIkNvbG9yXCI6e1wiJGlkXCI6XCIyMDBcIixcIkFcIjoyNTUsXCJSXCI6MTc2LFwiR1wiOjE5LFwiQlwiOjI1fX0sXCJTaGFwZXNCYWNrZ3JvdW5kXCI6e1wiJGlkXCI6XCIyMDFcIixcIkNvbG9yXCI6e1wiJGlkXCI6XCIyMDJcIixcIkFcIjoyNTUsXCJSXCI6MjUzLFwiR1wiOjIwMyxcIkJcIjoyMDh9fSxcIlNoYXBlc0JvcmRlclN0eWxlXCI6e1wiJGlkXCI6XCIyMDNcIixcIkxpbmVDb2xvclwiOntcIiRpZFwiOlwiMjA0XCIsXCIkdHlwZVwiOlwiTkxSRS5Db21tb24uRG9tLlNvbGlkQ29sb3JCcnVzaCwgTkxSRS5Db21tb25cIixcIkNvbG9yXCI6e1wiJGlkXCI6XCIyMDVcIixcIkFcIjoyNTUsXCJSXCI6MjIyLFwiR1wiOjUwLFwiQlwiOjUwfX0sXCJMaW5lV2VpZ2h0XCI6MS41LFwiTGluZVR5cGVcIjowfSxcIklzVmlzaWJsZVwiOmZhbHNlfX0sXCJTY2FsZVwiOntcIiRpZFwiOlwiMjA2XCIsXCJTdGFydERhdGVcIjpcIjAwMDEtMDEtMDFUMDA6MDA6MDBcIixcIkVuZERhdGVcIjpcIjAwMDEtMDEtMDFUMDA6MDA6MDBcIixcIkZvcm1hdFwiOlwid1wiLFwiVHlwZVwiOjEsXCJBdXRvRGF0ZVJhbmdlXCI6dHJ1ZSxcIldvcmtpbmdEYXlzXCI6MzEsXCJUb2RheU1hcmtlclRleHRcIjpcIlRvZGF5XCIsXCJBdXRvU2NhbGVUeXBlXCI6dHJ1ZX0sXCJTY2FsZVYyXCI6e1wiJGlkXCI6XCIyMDdcIixcIlN0YXJ0RGF0ZVwiOlwiMDAwMS0wMS0wMVQwMDowMDowMFwiLFwiRW5kRGF0ZVwiOlwiMDAwMS0wMS0wMVQwMDowMDowMFwiLFwiQXV0b0RhdGVSYW5nZVwiOnRydWUsXCJXb3JraW5nRGF5c1wiOjMxLFwiVG9kYXlNYXJrZXJUZXh0XCI6XCJUb2RheVwiLFwiQXV0b1NjYWxlVHlwZVwiOnRydWUsXCJUaW1lYmFuZFNjYWxlc1wiOntcIiRpZFwiOlwiMjA4XCIsXCJUb3BTY2FsZUxheWVyXCI6e1wiJGlkXCI6XCIyMDlcIixcIkZvcm1hdFwiOlwid1wiLFwiVHlwZVwiOjF9LFwiTWlkZGxlU2NhbGVMYXllclwiOntcIiRpZFwiOlwiMjEwXCIsXCJGb3JtYXRcIjpudWxsLFwiVHlwZVwiOjB9LFwiQm90dG9tU2NhbGVMYXllclwiOntcIiRpZFwiOlwiMjExXCIsXCJGb3JtYXRcIjpudWxsLFwiVHlwZVwiOjB9fX0sXCJNaWxlc3RvbmVzXCI6W10sXCJUYXNrc1wiOltdLFwiU3dpbWxhbmVzXCI6W10sXCJTd2ltbGFuZXNWMlwiOltdLFwiRGVwZW5kZW5jaWVzXCI6W10sXCJEZXBlbmRlbmN5U2V0dGluZ3NcIjp7XCIkaWRcIjpcIjIxMlwiLFwiRGVwZW5kZW5jeU1vZHVsZUVuYWJsZWRcIjpmYWxzZSxcIlNjaGVkdWxpbmdTZXR0aW5nc1wiOntcIiRpZFwiOlwiMjEzXCIsXCJEZXBlbmRlbmNpZXNTY2hlZHVsaW5nTW9kZVNldHRpbmdcIjoxLFwiRGVwZW5kZW5jaWVzUHJldmlvdXNTY2hlZHVsaW5nTW9kZVwiOjEsXCJPbkJyZWFraW5nRmxleGlibGVTY2hlZHVsaW5nTW9kZVNldHRpbmdcIjowLFwiT25CcmVha2luZ1N0cmljdFNjaGVkdWxpbmdNb2RlU2V0dGluZ1wiOjB9fSxcIlNldHRpbmdzXCI6e1wiJGlkXCI6XCIyMTRcIixcIkltcGFPcHRpb25zXCI6e1wiJGlkXCI6XCIyMTVcIixcIkxlZnRUb1JpZ2h0XCI6ZmFsc2UsXCJQYXlsb2FkT3B0aW9uc1wiOjJ9fSxcIlRpbWVDb25maWd1cmF0aW9uXCI6e1wiJGlkXCI6XCIyMTZcIixcIlVzZVRpbWVcIjpmYWxzZSxcIldvcmtEYXlTdGFydFwiOlwiMDA6MDA6MDBcIixcIldvcmtEYXlFbmRcIjpcIjIzOjU5OjAwXCJ9fSIsIlJlY2VudENvbG9yc0NvbGxlY3Rpb24iOiJbXCIjRkYwODMxMkFcIl0ifSwiU2V0dGluZ3MiOnsiJGlkIjoiNTY3IiwiSW1wYU9wdGlvbnMiOnsiJGlkIjoiNTY4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NTY5IiwiVXNlVGltZSI6ZmFsc2UsIldvcmtEYXlTdGFydCI6IjAwOjAwOjAwIiwiV29ya0RheUVuZCI6IjIzOjU5OjAwIn0sIkxhc3RVc2VkVGVtcGxhdGVJZCI6ImNjMjZmODYzLTI3Y2UtNDgwZS1hNTg5LWIzZjEyZjJkNmViMCIsIkZpcnN0V2Vla09mWWVhciI6MCwiUGxhY2VNaWxlc3RvbmVBdFRoZUJlZ2lubmluZ09mVGhlRGF5IjpmYWxzZSwiRGVwZW5kZW5jeVNjaGVkdWxpbmdTZXR0aW5ncyI6eyIkaWQiOiI1NzA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EZXBlbmRlbmNpZXMiOnsiX2RlcGVuZGVuY2llcyI6W119fQ=="/>
  <p:tag name="__MASTER" val="__part_0"/>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39.5066666666667"/>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QUICKPOSITION" val="Custom"/>
  <p:tag name="OTLTIMEBANDENDDATE" val="2031-06-09T23:59:00.0000000"/>
  <p:tag name="OTLTIMEBANDSCALETYPE" val="Years"/>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8-06-07T23:59:00.0000000Z"/>
  <p:tag name="OTLMARKERSHAPE" val="OTL"/>
  <p:tag name="OTLSHAPETHICKNESSTYPE" val="Thin"/>
  <p:tag name="OTLSPACING" val="5"/>
  <p:tag name="OTLSTARTDATE" val="2026-04-09T23:59:00.0000000Z"/>
  <p:tag name="OTLWEEKNUMBERINGFORMAT" val="WNFormat1"/>
  <p:tag name="OTLWEEKNUMBERINGISVISIBLE" val="False"/>
</p:tagLst>
</file>

<file path=ppt/tags/tag183.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5-06T23:59:00.0000000Z"/>
  <p:tag name="OTLMARKERSHAPE" val="OTL"/>
  <p:tag name="OTLSHAPETHICKNESSTYPE" val="Thin"/>
  <p:tag name="OTLSPACING" val="5"/>
  <p:tag name="OTLSTARTDATE" val="2026-02-05T00:00:00.0000000Z"/>
  <p:tag name="OTLWEEKNUMBERINGFORMAT" val="WNFormat1"/>
  <p:tag name="OTLWEEKNUMBERINGISVISIBLE" val="False"/>
</p:tagLst>
</file>

<file path=ppt/tags/tag184.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8-06-07T23:59:00.0000000Z"/>
  <p:tag name="OTLMARKERSHAPE" val="OTL"/>
  <p:tag name="OTLSHAPETHICKNESSTYPE" val="Thin"/>
  <p:tag name="OTLSPACING" val="5"/>
  <p:tag name="OTLSTARTDATE" val="2026-08-05T23:59:00.0000000Z"/>
  <p:tag name="OTLWEEKNUMBERINGFORMAT" val="WNFormat1"/>
  <p:tag name="OTLWEEKNUMBERINGISVISIBLE" val="False"/>
</p:tagLst>
</file>

<file path=ppt/tags/tag185.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9-06-26T23:59:00.0000000Z"/>
  <p:tag name="OTLMARKERSHAPE" val="OTL"/>
  <p:tag name="OTLSHAPETHICKNESSTYPE" val="Thin"/>
  <p:tag name="OTLSPACING" val="5"/>
  <p:tag name="OTLSTARTDATE" val="2028-10-24T23:59:00.0000000Z"/>
  <p:tag name="OTLWEEKNUMBERINGFORMAT" val="WNFormat1"/>
  <p:tag name="OTLWEEKNUMBERINGISVISIBLE" val="False"/>
</p:tagLst>
</file>

<file path=ppt/tags/tag186.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9-11-24T23:59:00.0000000Z"/>
  <p:tag name="OTLMARKERSHAPE" val="OTL"/>
  <p:tag name="OTLSHAPETHICKNESSTYPE" val="Thin"/>
  <p:tag name="OTLSPACING" val="5"/>
  <p:tag name="OTLSTARTDATE" val="2028-11-24T23:59:00.0000000Z"/>
  <p:tag name="OTLWEEKNUMBERINGFORMAT" val="WNFormat1"/>
  <p:tag name="OTLWEEKNUMBERINGISVISIBLE" val="False"/>
</p:tagLst>
</file>

<file path=ppt/tags/tag187.xml><?xml version="1.0" encoding="utf-8"?>
<p:tagLst xmlns:a="http://schemas.openxmlformats.org/drawingml/2006/main" xmlns:r="http://schemas.openxmlformats.org/officeDocument/2006/relationships" xmlns:p="http://schemas.openxmlformats.org/presentationml/2006/main">
  <p:tag name="OTLDATE" val="2026-01-05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final CTA package"/>
  <p:tag name="OTLPOSITIONONTASK" val="None"/>
  <p:tag name="OTLRELATEDTASKID" val="00000000-0000-0000-0000-000000000000"/>
  <p:tag name="OTLWEEKNUMBERINGFORMAT" val="WNFormat1"/>
  <p:tag name="OTLWEEKNUMBERINGISVISIBLE" val="False"/>
</p:tagLst>
</file>

<file path=ppt/tags/tag188.xml><?xml version="1.0" encoding="utf-8"?>
<p:tagLst xmlns:a="http://schemas.openxmlformats.org/drawingml/2006/main" xmlns:r="http://schemas.openxmlformats.org/officeDocument/2006/relationships" xmlns:p="http://schemas.openxmlformats.org/presentationml/2006/main">
  <p:tag name="OTLDATE" val="2027-02-03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futility analysis DBL"/>
  <p:tag name="OTLPOSITIONONTASK" val="None"/>
  <p:tag name="OTLRELATEDTASKID" val="00000000-0000-0000-0000-000000000000"/>
  <p:tag name="OTLWEEKNUMBERINGFORMAT" val="WNFormat1"/>
  <p:tag name="OTLWEEKNUMBERINGISVISIBLE" val="False"/>
</p:tagLst>
</file>

<file path=ppt/tags/tag189.xml><?xml version="1.0" encoding="utf-8"?>
<p:tagLst xmlns:a="http://schemas.openxmlformats.org/drawingml/2006/main" xmlns:r="http://schemas.openxmlformats.org/officeDocument/2006/relationships" xmlns:p="http://schemas.openxmlformats.org/presentationml/2006/main">
  <p:tag name="OTLDATE" val="2028-07-05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interim analysis DBL"/>
  <p:tag name="OTLPOSITIONONTASK" val="None"/>
  <p:tag name="OTLRELATEDTASKID" val="00000000-0000-0000-0000-000000000000"/>
  <p:tag name="OTLWEEKNUMBERINGFORMAT" val="WNFormat1"/>
  <p:tag name="OTLWEEKNUMBERINGISVISIBLE" val="False"/>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kYWNmMThkNy0zYTEwLTRjMmYtYWE2Zi01ODVhMzI5ZjVmYWEiLCJJbmRleCI6MSwiR3JvdXBJZCI6bnVsbCwiVGl0bGUiOiJmaW5hbCBDVEEgcGFja2FnZSIsIkRhdGVUaW1lIjoiMjAyNS0wOS0zMFQyMzo1OTowMCIsIlBlcmNlbnRhZ2VDb21wbGV0ZSI6bnVsbCwiTm90ZSI6bnVsbCwiU3R5bGUiOnsiJGlkIjoiNiIsIlRpdGxlUG9zaXRpb24iOiJMZWZ0IiwiRGF0ZVBvc2l0aW9uIjoiTGVmdCIsIlNoYXBlVHlwZSI6MiwiU2hhcGVTaXplIjox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gsIkciOjQ5LCJCIjo0Mn19LCJJc1Zpc2libGUiOnRydWUsIldpZHRoIjoxMy4wLCJIZWlnaHQiOjEzLjAsIkJvcmRlclN0eWxlIjp7IiRpZCI6IjEyIiwiTGluZUNvbG9yIjp7IiRpZCI6IjEzIiwiJHR5cGUiOiJOTFJFLkNvbW1vbi5Eb20uU29saWRDb2xvckJydXNoLCBOTFJFLkNvbW1vbiIsIkNvbG9yIjp7IiRpZCI6IjE0IiwiQSI6MjU1LCJSIjoxLCJHIjoxNSwiQiI6MTF9fSwiTGluZVdlaWdodCI6MC4wLCJMaW5lVHlwZSI6MCwiUGFyZW50U3R5bGUiOm51bGx9LCJQYXJlbnRTdHlsZSI6bnVsbH0sIlRpdGxlU3R5bGUiOnsiJGlkIjoiMTUiLCJGb250U2V0dGluZ3MiOnsiJGlkIjoiMTYiLCJGb250U2l6ZSI6MTE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AsIlIiOjI1NSwiRyI6MjU1LCJCIjoyNTV9fSwiSXNWaXNpYmxlIjp0cnVlLCJXaWR0aCI6MC4wLCJIZWlnaHQiOjAuMCwiQm9yZGVyU3R5bGUiOm51bGwsIlBhcmVudFN0eWxlIjpudWxsfSwiRGF0ZVN0eWxlIjp7IiRpZCI6IjIzIiwiRm9udFNldHRpbmdzIjp7IiRpZCI6IjI0IiwiRm9udFNpemUiOjEwLCJGb250TmFtZSI6IkNhbGlicmkiLCJJc0JvbGQiOmZhbHNlLCJJc0l0YWxpYyI6ZmFsc2UsIklzVW5kZXJsaW5lZCI6ZmFsc2UsIlBhcmVudFN0eWxlIjpudWxsfSwiQXV0b1NpemUiOjAsIkZvcmVncm91bmQiOnsiJGlkIjoiMjUiLCJDb2xvciI6eyIkaWQiOiI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I1NSwiRyI6MjU1LCJCIjoyNTV9fSwiSXNWaXNpYmxlIjp0cnVlLCJXaWR0aCI6MC4wLCJIZWlnaHQiOjAuMCwiQm9yZGVyU3R5bGUiOm51bGwsIlBhcmVudFN0eWxlIjpudWxsfSwiRGF0ZUZvcm1hdCI6eyIkaWQiOiIzM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zMiIsIkRhdGVQYXJ0SXNWaXNpYmxlIjp0cnVlLCJUaW1lUGFydElzVmlzaWJsZSI6ZmFsc2V9fSwiV2Vla051bWJlcmluZyI6eyIkaWQiOiIz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CIsIl90YXNrcyI6W3siJGlkIjoiMzUiLCJfYXR0YWNoZWRNaWxlc3RvbmVzIjpbXSwiVGFza0RlZmluaXRpb24iOnsiJGlkIjoiMzYiLCJHcm91cE5hbWUiOm51bGwsIlN0YXJ0RGF0ZSI6IjIwMjUtMTItMDNUMjM6NTk6MDBaIiwiRW5kRGF0ZSI6IjIwMjctMTAtMjdUMjM6NTk6MDBaIiwiUGVyY2VudGFnZUNvbXBsZXRlIjpudWxsLCJTdHlsZSI6eyIkaWQiOiIzNyIsIlNoYXBlIjoxLCJTaGFwZVRoaWNrbmVzcyI6MCwiRHVyYXRpb25Gb3JtYXQiOjAsIkluY2x1ZGVOb25Xb3JraW5nRGF5c0luRHVyYXRpb24iOmZhbHNlLCJQZXJjZW50YWdlQ29tcGxldGVTdHlsZSI6eyIkaWQiOiIzOCIsIkZvbnRTZXR0aW5ncyI6eyIkaWQiOiIzOSIsIkZvbnRTaXplIjoxMCwiRm9udE5hbWUiOiJDYWxpYnJpIiwiSXNCb2xkIjpmYWxzZSwiSXNJdGFsaWMiOmZhbHNlLCJJc1VuZGVybGluZWQiOmZhbHNlLCJQYXJlbnRTdHlsZSI6bnVsbH0sIkF1dG9TaXplIjowLCJGb3JlZ3JvdW5kIjp7IiRpZCI6IjQwIiwiQ29sb3IiOnsiJGlkIjoi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iIsIlRvcCI6MC4wLCJMZWZ0IjowLjAsIlJpZ2h0IjowLjAsIkJvdHRvbSI6MC4wfSwiUGFkZGluZyI6eyIkaWQiOiI0MyIsIlRvcCI6MC4wLCJMZWZ0IjowLjAsIlJpZ2h0IjowLjAsIkJvdHRvbSI6MC4wfSwiQmFja2dyb3VuZCI6eyIkaWQiOiI0NCIsIkNvbG9yIjp7IiRpZCI6IjQ1IiwiQSI6ODksIlIiOjAsIkciOjAsIkIiOjB9fSwiSXNWaXNpYmxlIjp0cnVlLCJXaWR0aCI6MC4wLCJIZWlnaHQiOjAuMCwiQm9yZGVyU3R5bGUiOnsiJGlkIjoiNDYiLCJMaW5lQ29sb3IiOm51bGwsIkxpbmVXZWlnaHQiOjAuMCwiTGluZVR5cGUiOjAsIlBhcmVudFN0eWxlIjpudWxsfSwiUGFyZW50U3R5bGUiOm51bGx9LCJEdXJhdGlvbl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xIiwiVG9wIjowLjAsIkxlZnQiOjAuMCwiUmlnaHQiOjAuMCwiQm90dG9tIjowLjB9LCJQYWRkaW5nIjp7IiRpZCI6IjUyIiwiVG9wIjowLjAsIkxlZnQiOjAuMCwiUmlnaHQiOjAuMCwiQm90dG9tIjowLjB9LCJCYWNrZ3JvdW5kIjp7IiRpZCI6IjUzIiwiQ29sb3IiOnsiJGlkIjoiNTQiLCJBIjowLCJSIjowLCJHIjowLCJCIjowfX0sIklzVmlzaWJsZSI6dHJ1ZSwiV2lkdGgiOjAuMCwiSGVpZ2h0IjowLjAsIkJvcmRlclN0eWxlIjp7IiRpZCI6IjU1IiwiTGluZUNvbG9yIjpudWxsLCJMaW5lV2VpZ2h0IjowLjAsIkxpbmVUeXBlIjowLCJQYXJlbnRTdHlsZSI6bnVsbH0sIlBhcmVudFN0eWxlIjpudWxsfSwiSG9yaXpvbnRhbENvbm5lY3RvclN0eWxlIjp7IiRpZCI6IjU2IiwiTGluZUNvbG9yIjp7IiRpZCI6IjU3IiwiJHR5cGUiOiJOTFJFLkNvbW1vbi5Eb20uU29saWRDb2xvckJydXNoLCBOTFJFLkNvbW1vbiIsIkNvbG9yIjp7IiRpZCI6IjU4IiwiQSI6MjU1LCJSIjoyMDQsIkciOjIwNCwiQiI6MjA0fX0sIkxpbmVXZWlnaHQiOjEuMCwiTGluZVR5cGUiOjAsIlBhcmVudFN0eWxlIjpudWxsfSwiVmVydGljYWxDb25uZWN0b3JTdHlsZSI6eyIkaWQiOiI1OSIsIkxpbmVDb2xvciI6eyIkaWQiOiI2MCIsIiR0eXBlIjoiTkxSRS5Db21tb24uRG9tLlNvbGlkQ29sb3JCcnVzaCwgTkxSRS5Db21tb24iLCJDb2xvciI6eyIkaWQiOiI2M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YyIiwiTWFyZ2luIjp7IiRpZCI6IjYzIiwiVG9wIjowLjAsIkxlZnQiOjQuMCwiUmlnaHQiOjQuMCwiQm90dG9tIjowLjB9LCJQYWRkaW5nIjp7IiRpZCI6IjY0IiwiVG9wIjowLjAsIkxlZnQiOjAuMCwiUmlnaHQiOjAuMCwiQm90dG9tIjowLjB9LCJCYWNrZ3JvdW5kIjp7IiRpZCI6IjY1IiwiQ29sb3IiOnsiJGlkIjoiNjYiLCJBIjoyNTUsIlIiOjgsIkciOjQ5LCJCIjo0Mn19LCJJc1Zpc2libGUiOnRydWUsIldpZHRoIjowLjAsIkhlaWdodCI6MTAuMCwiQm9yZGVyU3R5bGUiOnsiJGlkIjoiNjciLCJMaW5lQ29sb3IiOnsiJGlkIjoiNjgiLCIkdHlwZSI6Ik5MUkUuQ29tbW9uLkRvbS5Tb2xpZENvbG9yQnJ1c2gsIE5MUkUuQ29tbW9uIiwiQ29sb3IiOnsiJGlkIjoiNjkiLCJBIjoyNTUsIlIiOjI1NSwiRyI6MCwiQiI6MH19LCJMaW5lV2VpZ2h0IjowLjAsIkxpbmVUeXBlIjowLCJQYXJlbnRTdHlsZSI6bnVsbH0sIlBhcmVudFN0eWxlIjpudWxsfSwiVGl0bGVTdHlsZSI6eyIkaWQiOiI3MCIsIkZvbnRTZXR0aW5ncyI6eyIkaWQiOiI3MSIsIkZvbnRTaXplIjoxMSwiRm9udE5hbWUiOiJDYWxpYnJpIiwiSXNCb2xkIjp0cnVlLCJJc0l0YWxpYyI6ZmFsc2UsIklzVW5kZXJsaW5lZCI6ZmFsc2UsIlBhcmVudFN0eWxlIjpudWxsfSwiQXV0b1NpemUiOjAsIkZvcmVncm91bmQiOnsiJGlkIjoiNzIiLCJDb2xvciI6eyIkaWQiOiI3My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3NCIsIlRvcCI6MC4wLCJMZWZ0IjowLjAsIlJpZ2h0IjowLjAsIkJvdHRvbSI6MC4wfSwiUGFkZGluZyI6eyIkaWQiOiI3NSIsIlRvcCI6MC4wLCJMZWZ0IjowLjAsIlJpZ2h0IjowLjAsIkJvdHRvbSI6MC4wfSwiQmFja2dyb3VuZCI6eyIkaWQiOiI3NiIsIkNvbG9yIjp7IiRpZCI6Ijc3IiwiQSI6MCwiUiI6MCwiRyI6MCwiQiI6MH19LCJJc1Zpc2libGUiOnRydWUsIldpZHRoIjowLjAsIkhlaWdodCI6MC4wLCJCb3JkZXJTdHlsZSI6eyIkaWQiOiI3OCIsIkxpbmVDb2xvciI6bnVsbCwiTGluZVdlaWdodCI6MC4wLCJMaW5lVHlwZSI6MCwiUGFyZW50U3R5bGUiOm51bGx9LCJQYXJlbnRTdHlsZSI6bnVsbH0sIkRhdGVTdHlsZSI6eyIkaWQiOiI3OSIsIkZvbnRTZXR0aW5ncyI6eyIkaWQiOiI4MCIsIkZvbnRTaXplIjoxMCwiRm9udE5hbWUiOiJDYWxpYnJpIiwiSXNCb2xkIjpmYWxzZSwiSXNJdGFsaWMiOmZhbHNlLCJJc1VuZGVybGluZWQiOmZhbHNlLCJQYXJlbnRTdHlsZSI6bnVsbH0sIkF1dG9TaXplIjowLCJGb3JlZ3JvdW5kIjp7IiRpZCI6IjgxIiwiQ29sb3IiOnsiJGlkIjoiOD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zIiwiVG9wIjowLjAsIkxlZnQiOjAuMCwiUmlnaHQiOjAuMCwiQm90dG9tIjowLjB9LCJQYWRkaW5nIjp7IiRpZCI6Ijg0IiwiVG9wIjowLjAsIkxlZnQiOjAuMCwiUmlnaHQiOjAuMCwiQm90dG9tIjowLjB9LCJCYWNrZ3JvdW5kIjp7IiRpZCI6Ijg1IiwiQ29sb3IiOnsiJGlkIjoiODYiLCJBIjowLCJSIjowLCJHIjowLCJCIjowfX0sIklzVmlzaWJsZSI6dHJ1ZSwiV2lkdGgiOjAuMCwiSGVpZ2h0IjowLjAsIkJvcmRlclN0eWxlIjp7IiRpZCI6Ijg3IiwiTGluZUNvbG9yIjpudWxsLCJMaW5lV2VpZ2h0IjowLjAsIkxpbmVUeXBlIjowLCJQYXJlbnRTdHlsZSI6bnVsbH0sIlBhcmVudFN0eWxlIjpudWxsfSwiRGF0ZUZvcm1hdCI6eyIkaWQiOiI4OC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kiLCJGb3JtYXQiOjAsIklzVmlzaWJsZSI6ZmFsc2UsIkxhc3RLbm93blZpc2liaWxpdHlTdGF0ZSI6ZmFsc2V9LCJJc1Zpc2libGUiOnRydWUsIlBhcmVudFN0eWxlIjpudWxsfSwiSW5kZXgiOjIsIlNtYXJ0RHVyYXRpb25BY3RpdmF0ZWQiOmZhbHNlLCJEYXRlRm9ybWF0Ijp7IiRyZWYiOiI4OCJ9LCJXZWVrTnVtYmVyaW5nIjp7IiRpZCI6IjkwIiwiRm9ybWF0IjowLCJJc1Zpc2libGUiOmZhbHNlLCJMYXN0S25vd25WaXNpYmlsaXR5U3RhdGUiOmZhbHNlfSwiSWQiOiJmM2U4YzZjOS1mYmM4LTRiMjAtOTlmOC0yOGZlMDlkYTNjZDYiLCJJbXBvcnRJZCI6bnVsbCwiVGl0bGUiOiJnbG9iYWwgRlNTIC0gTFNTIiwiTm90ZSI6bnVsbCwiSHlwZXJsaW5rIjp7IiRpZCI6IjkxIiwiQWRkcmVzcyI6bnVsbCwiU3ViQWRkcmVzcyI6bnVsbH0sIklzQ2hhbmdlZCI6ZmFsc2UsIklzTmV3IjpmYWxzZX19XSwiX21pbGVzdG9uZXMiOltdLCJJZCI6IjAwMDAwMDAwLTAwMDAtMDAwMC0wMDAwLTAwMDAwMDAwMDAwMCIsIklzU2luZ2xlSXRlbVJvdyI6dHJ1ZX0seyIkaWQiOiI5MiIsIl90YXNrcyI6W10sIl9taWxlc3RvbmVzIjpbeyIkaWQiOiI5MyIsIklkIjoiZWM2OGIyOWEtNTlkZi00MTg3LWFiYzMtMjIwZDgxN2JjOWE3IiwiSW5kZXgiOjMsIkdyb3VwSWQiOm51bGwsIlRpdGxlIjoiaW50ZXJpbWEgYW5hbHlzaXMiLCJEYXRlVGltZSI6IjIwMjktMDUtMTBUMjM6NTk6MDAiLCJQZXJjZW50YWdlQ29tcGxldGUiOm51bGwsIk5vdGUiOm51bGwsIlN0eWxlIjp7IiRpZCI6Ijk0IiwiVGl0bGVQb3NpdGlvbiI6IkxlZnQiLCJEYXRlUG9zaXRpb24iOiJMZWZ0IiwiU2hhcGVUeXBlIjoyLCJTaGFwZVNpemUiOjEsIlNoYXBlU3R5bGUiOnsiJGlkIjoiOTUiLCJNYXJnaW4iOnsiJHJlZiI6IjgifSwiUGFkZGluZyI6eyIkcmVmIjoiOSJ9LCJCYWNrZ3JvdW5kIjp7IiRpZCI6Ijk2IiwiQ29sb3IiOnsiJGlkIjoiOTciLCJBIjoyNTUsIlIiOjgsIkciOjQ5LCJCIjo0Mn19LCJJc1Zpc2libGUiOnRydWUsIldpZHRoIjoxMy4wLCJIZWlnaHQiOjEzLjAsIkJvcmRlclN0eWxlIjp7IiRpZCI6Ijk4IiwiTGluZUNvbG9yIjp7IiRpZCI6Ijk5IiwiJHR5cGUiOiJOTFJFLkNvbW1vbi5Eb20uU29saWRDb2xvckJydXNoLCBOTFJFLkNvbW1vbiIsIkNvbG9yIjp7IiRpZCI6IjEwMCIsIkEiOjI1NSwiUiI6MjU1LCJHIjowLCJCIjowfX0sIkxpbmVXZWlnaHQiOjAuMCwiTGluZVR5cGUiOjAsIlBhcmVudFN0eWxlIjpudWxsfSwiUGFyZW50U3R5bGUiOm51bGx9LCJUaXRsZVN0eWxlIjp7IiRpZCI6IjEwMSIsIkZvbnRTZXR0aW5ncyI6eyIkaWQiOiIxMDIiLCJGb250U2l6ZSI6MTEsIkZvbnROYW1lIjoiQ2FsaWJyaSIsIklzQm9sZCI6dHJ1ZSwiSXNJdGFsaWMiOmZhbHNlLCJJc1VuZGVybGluZWQiOmZhbHNlLCJQYXJlbnRTdHlsZSI6bnVsbH0sIkF1dG9TaXplIjowLCJGb3JlZ3JvdW5kIjp7IiRpZCI6IjEwMyIsIkNvbG9yIjp7IiRpZCI6IjEwNCIsIkEiOjI1NSwiUiI6MCwiRyI6MCwiQiI6MH1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aWQiOiIxMDUiLCJDb2xvciI6eyIkaWQiOiIxMDYiLCJBIjowLCJSIjowLCJHIjowLCJCIjowfX0sIklzVmlzaWJsZSI6dHJ1ZSwiV2lkdGgiOjAuMCwiSGVpZ2h0IjowLjAsIkJvcmRlclN0eWxlIjpudWxsLCJQYXJlbnRTdHlsZSI6bnVsbH0sIkRhdGVTdHlsZSI6eyIkaWQiOiIxMDciLCJGb250U2V0dGluZ3MiOnsiJGlkIjoiMTA4IiwiRm9udFNpemUiOjEwLCJGb250TmFtZSI6IkNhbGlicmkiLCJJc0JvbGQiOmZhbHNlLCJJc0l0YWxpYyI6ZmFsc2UsIklzVW5kZXJsaW5lZCI6ZmFsc2UsIlBhcmVudFN0eWxlIjpudWxsfSwiQXV0b1NpemUiOjAsIkZvcmVncm91bmQiOnsiJGlkIjoiMTA5IiwiQ29sb3IiOnsiJGlkIjoiMTE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cifSwiUGFkZGluZyI6eyIkcmVmIjoiMjgifSwiQmFja2dyb3VuZCI6eyIkaWQiOiIxMTEiLCJDb2xvciI6eyIkaWQiOiIxMTIiLCJBIjowLCJSIjowLCJHIjowLCJCIjowfX0sIklzVmlzaWJsZSI6dHJ1ZSwiV2lkdGgiOjAuMCwiSGVpZ2h0IjowLjAsIkJvcmRlclN0eWxlIjpudWxsLCJQYXJlbnRTdHlsZSI6bnVsbH0sIkRhdGVGb3JtYXQiOnsiJGlkIjoiMTEzIiwiRm9ybWF0U3RyaW5nIjoiTS9kL3l5IiwiU2VwYXJhdG9yIjoiLyIsIlVzZUludGVybmF0aW9uYWxEYXRlRm9ybWF0IjpmYWxzZSwiRGF0ZUlzVmlzaWJsZSI6dHJ1ZSwiVGltZUlzVmlzaWJsZSI6ZmFsc2UsIkhvdXJEaWdpdHMiOjEsIkFtUG1EZXNpZ25hdG9yIjoyLCJUcmltMDBNaW51dGVzIjpmYWxzZSwiTGFzdEtub3duVmlzaWJpbGl0eVN0YXRlIjp7IiRpZCI6IjExNCIsIkRhdGVQYXJ0SXNWaXNpYmxlIjp0cnVlLCJUaW1lUGFydElzVmlzaWJsZSI6ZmFsc2V9fSwiV2Vla051bWJlcmluZyI6eyIkaWQiOiIxMTU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E2IiwiX3Rhc2tzIjpbXSwiX21pbGVzdG9uZXMiOlt7IiRpZCI6IjExNyIsIklkIjoiM2JlNTQ3MWMtM2VkZS00N2Y4LTkzZDQtMDI5OGE0ZWU3MzNiIiwiSW5kZXgiOjQsIkdyb3VwSWQiOm51bGwsIlRpdGxlIjoia2V5IHJlc3VsdHMiLCJEYXRlVGltZSI6IjIwMzAtMDUtMDFUMjM6NTk6MDAiLCJQZXJjZW50YWdlQ29tcGxldGUiOm51bGwsIk5vdGUiOm51bGwsIlN0eWxlIjp7IiRpZCI6IjExOCIsIlRpdGxlUG9zaXRpb24iOiJMZWZ0IiwiRGF0ZVBvc2l0aW9uIjoiTGVmdCIsIlNoYXBlVHlwZSI6MiwiU2hhcGVTaXplIjoxLCJTaGFwZVN0eWxlIjp7IiRpZCI6IjExOSIsIk1hcmdpbiI6eyIkcmVmIjoiOCJ9LCJQYWRkaW5nIjp7IiRyZWYiOiI5In0sIkJhY2tncm91bmQiOnsiJGlkIjoiMTIwIiwiQ29sb3IiOnsiJGlkIjoiMTIxIiwiQSI6MjU1LCJSIjo4LCJHIjo0OSwiQiI6NDJ9fSwiSXNWaXNpYmxlIjp0cnVlLCJXaWR0aCI6MTMuMCwiSGVpZ2h0IjoxMy4wLCJCb3JkZXJTdHlsZSI6eyIkaWQiOiIxMjIiLCJMaW5lQ29sb3IiOnsiJHJlZiI6Ijk5In0sIkxpbmVXZWlnaHQiOjAuMCwiTGluZVR5cGUiOjAsIlBhcmVudFN0eWxlIjpudWxsfSwiUGFyZW50U3R5bGUiOm51bGx9LCJUaXRsZVN0eWxlIjp7IiRpZCI6IjEyMyIsIkZvbnRTZXR0aW5ncyI6eyIkaWQiOiIxMjQiLCJGb250U2l6ZSI6MTEsIkZvbnROYW1lIjoiQ2FsaWJyaSIsIklzQm9sZCI6dHJ1ZSwiSXNJdGFsaWMiOmZhbHNlLCJJc1VuZGVybGluZWQiOmZhbHNlLCJQYXJlbnRTdHlsZSI6bnVsbH0sIkF1dG9TaXplIjowLCJGb3JlZ3JvdW5kIjp7IiRyZWYiOiIxMDM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EwNSJ9LCJJc1Zpc2libGUiOnRydWUsIldpZHRoIjowLjAsIkhlaWdodCI6MC4wLCJCb3JkZXJTdHlsZSI6bnVsbCwiUGFyZW50U3R5bGUiOm51bGx9LCJEYXRlU3R5bGUiOnsiJGlkIjoiMTI1IiwiRm9udFNldHRpbmdzIjp7IiRpZCI6IjEyNiIsIkZvbnRTaXplIjoxMCwiRm9udE5hbWUiOiJDYWxpYnJpIiwiSXNCb2xkIjpmYWxzZSwiSXNJdGFsaWMiOmZhbHNlLCJJc1VuZGVybGluZWQiOmZhbHNlLCJQYXJlbnRTdHlsZSI6bnVsbH0sIkF1dG9TaXplIjowLCJGb3JlZ3JvdW5kIjp7IiRyZWYiOiIxMDki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HJlZiI6IjExMSJ9LCJJc1Zpc2libGUiOnRydWUsIldpZHRoIjowLjAsIkhlaWdodCI6MC4wLCJCb3JkZXJTdHlsZSI6bnVsbCwiUGFyZW50U3R5bGUiOm51bGx9LCJEYXRlRm9ybWF0Ijp7IiRpZCI6IjEyNy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xMjgiLCJEYXRlUGFydElzVmlzaWJsZSI6dHJ1ZSwiVGltZVBhcnRJc1Zpc2libGUiOmZhbHNlfX0sIldlZWtOdW1iZXJpbmciOnsiJGlkIjoiMTI5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zMCIsIl90YXNrcyI6W3siJGlkIjoiMTMxIiwiX2F0dGFjaGVkTWlsZXN0b25lcyI6W10sIlRhc2tEZWZpbml0aW9uIjp7IiRpZCI6IjEzMiIsIkdyb3VwTmFtZSI6bnVsbCwiU3RhcnREYXRlIjoiMjAzMC0wOC0zMFQyMzo1OTowMFoiLCJFbmREYXRlIjoiMjAzMS0wNS0wMVQyMzo1OTowMFoiLCJQZXJjZW50YWdlQ29tcGxldGUiOm51bGwsIlN0eWxlIjp7IiRpZCI6IjEzMyIsIlNoYXBlIjoxLCJTaGFwZVRoaWNrbmVzcyI6MCwiRHVyYXRpb25Gb3JtYXQiOjAsIkluY2x1ZGVOb25Xb3JraW5nRGF5c0luRHVyYXRpb24iOmZhbHNlLCJQZXJjZW50YWdlQ29tcGxldGVTdHlsZSI6eyIkaWQiOiIxMzQiLCJGb250U2V0dGluZ3MiOnsiJGlkIjoiMTM1IiwiRm9udFNpemUiOjEwLCJGb250TmFtZSI6IkNhbGlicmkiLCJJc0JvbGQiOmZhbHNlLCJJc0l0YWxpYyI6ZmFsc2UsIklzVW5kZXJsaW5lZCI6ZmFsc2UsIlBhcmVudFN0eWxlIjpudWxsfSwiQXV0b1NpemUiOjAsIkZvcmVncm91bmQiOnsiJHJlZiI6IjQwIn0sIk1heFdpZHRoIjoyMDAuMCwiTWF4SGVpZ2h0IjoiSW5maW5pdHkiLCJTbWFydEZvcmVncm91bmRJc0FjdGl2ZSI6ZmFsc2UsIkhvcml6b250YWxBbGlnbm1lbnQiOjAsIlZlcnRpY2FsQWxpZ25tZW50IjowLCJTbWFydEZvcmVncm91bmQiOm51bGwsIkJhY2tncm91bmRGaWxsVHlwZSI6MCwiTWFyZ2luIjp7IiRyZWYiOiI0MiJ9LCJQYWRkaW5nIjp7IiRyZWYiOiI0MyJ9LCJCYWNrZ3JvdW5kIjp7IiRyZWYiOiI0NCJ9LCJJc1Zpc2libGUiOnRydWUsIldpZHRoIjowLjAsIkhlaWdodCI6MC4wLCJCb3JkZXJTdHlsZSI6eyIkaWQiOiIxMzYiLCJMaW5lQ29sb3IiOm51bGwsIkxpbmVXZWlnaHQiOjAuMCwiTGluZVR5cGUiOjAsIlBhcmVudFN0eWxlIjpudWxsfSwiUGFyZW50U3R5bGUiOm51bGx9LCJEdXJhdGlvblN0eWxlIjp7IiRpZCI6IjEzNyIsIkZvbnRTZXR0aW5ncyI6eyIkaWQiOiIxMzgiLCJGb250U2l6ZSI6MTAsIkZvbnROYW1lIjoiQ2FsaWJyaSIsIklzQm9sZCI6ZmFsc2UsIklzSXRhbGljIjpmYWxzZSwiSXNVbmRlcmxpbmVkIjpmYWxzZSwiUGFyZW50U3R5bGUiOm51bGx9LCJBdXRvU2l6ZSI6MCwiRm9yZWdyb3VuZCI6eyIkcmVmIjoiNDkifSwiTWF4V2lkdGgiOjIw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EzOSIsIkxpbmVDb2xvciI6bnVsbCwiTGluZVdlaWdodCI6MC4wLCJMaW5lVHlwZSI6MCwiUGFyZW50U3R5bGUiOm51bGx9LCJQYXJlbnRTdHlsZSI6bnVsbH0sIkhvcml6b250YWxDb25uZWN0b3JTdHlsZSI6eyIkaWQiOiIxNDAiLCJMaW5lQ29sb3IiOnsiJHJlZiI6IjU3In0sIkxpbmVXZWlnaHQiOjEuMCwiTGluZVR5cGUiOjAsIlBhcmVudFN0eWxlIjpudWxsfSwiVmVydGljYWxDb25uZWN0b3JTdHlsZSI6eyIkaWQiOiIxNDEiLCJMaW5lQ29sb3IiOnsiJHJlZiI6IjY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TQyIiwiTWFyZ2luIjp7IiRyZWYiOiI2MyJ9LCJQYWRkaW5nIjp7IiRyZWYiOiI2NCJ9LCJCYWNrZ3JvdW5kIjp7IiRpZCI6IjE0MyIsIkNvbG9yIjp7IiRpZCI6IjE0NCIsIkEiOjI1NSwiUiI6OCwiRyI6NDksIkIiOjQyfX0sIklzVmlzaWJsZSI6dHJ1ZSwiV2lkdGgiOjAuMCwiSGVpZ2h0IjoxMC4wLCJCb3JkZXJTdHlsZSI6eyIkaWQiOiIxNDUiLCJMaW5lQ29sb3IiOnsiJHJlZiI6IjY4In0sIkxpbmVXZWlnaHQiOjAuMCwiTGluZVR5cGUiOjAsIlBhcmVudFN0eWxlIjpudWxsfSwiUGFyZW50U3R5bGUiOm51bGx9LCJUaXRsZVN0eWxlIjp7IiRpZCI6IjE0NiIsIkZvbnRTZXR0aW5ncyI6eyIkaWQiOiIxNDciLCJGb250U2l6ZSI6MTEsIkZvbnROYW1lIjoiQ2FsaWJyaSIsIklzQm9sZCI6dHJ1ZSwiSXNJdGFsaWMiOmZhbHNlLCJJc1VuZGVybGluZWQiOmZhbHNlLCJQYXJlbnRTdHlsZSI6bnVsbH0sIkF1dG9TaXplIjowLCJGb3JlZ3JvdW5kIjp7IiRyZWYiOiI3MiJ9LCJNYXhXaWR0aCI6NzI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cmVmIjoiNzYifSwiSXNWaXNpYmxlIjp0cnVlLCJXaWR0aCI6MC4wLCJIZWlnaHQiOjAuMCwiQm9yZGVyU3R5bGUiOnsiJGlkIjoiMTQ4IiwiTGluZUNvbG9yIjpudWxsLCJMaW5lV2VpZ2h0IjowLjAsIkxpbmVUeXBlIjowLCJQYXJlbnRTdHlsZSI6bnVsbH0sIlBhcmVudFN0eWxlIjpudWxsfSwiRGF0ZVN0eWxlIjp7IiRpZCI6IjE0OSIsIkZvbnRTZXR0aW5ncyI6eyIkaWQiOiIxNTAiLCJGb250U2l6ZSI6MTAsIkZvbnROYW1lIjoiQ2FsaWJyaSIsIklzQm9sZCI6ZmFsc2UsIklzSXRhbGljIjpmYWxzZSwiSXNVbmRlcmxpbmVkIjpmYWxzZSwiUGFyZW50U3R5bGUiOm51bGx9LCJBdXRvU2l6ZSI6MCwiRm9yZWdyb3VuZCI6eyIkcmVmIjoiODEifSwiTWF4V2lkdGgiOjIwMC4wLCJNYXhIZWlnaHQiOiJJbmZpbml0eSIsIlNtYXJ0Rm9yZWdyb3VuZElzQWN0aXZlIjpmYWxzZSwiSG9yaXpvbnRhbEFsaWdubWVudCI6MiwiVmVydGljYWxBbGlnbm1lbnQiOjAsIlNtYXJ0Rm9yZWdyb3VuZCI6bnVsbCwiQmFja2dyb3VuZEZpbGxUeXBlIjowLCJNYXJnaW4iOnsiJHJlZiI6IjgzIn0sIlBhZGRpbmciOnsiJHJlZiI6Ijg0In0sIkJhY2tncm91bmQiOnsiJHJlZiI6Ijg1In0sIklzVmlzaWJsZSI6dHJ1ZSwiV2lkdGgiOjAuMCwiSGVpZ2h0IjowLjAsIkJvcmRlclN0eWxlIjp7IiRpZCI6IjE1MSIsIkxpbmVDb2xvciI6bnVsbCwiTGluZVdlaWdodCI6MC4wLCJMaW5lVHlwZSI6MCwiUGFyZW50U3R5bGUiOm51bGx9LCJQYXJlbnRTdHlsZSI6bnVsbH0sIkRhdGVGb3JtYXQiOnsiJGlkIjoiMTUy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MiLCJGb3JtYXQiOjAsIklzVmlzaWJsZSI6ZmFsc2UsIkxhc3RLbm93blZpc2liaWxpdHlTdGF0ZSI6ZmFsc2V9LCJJc1Zpc2libGUiOnRydWUsIlBhcmVudFN0eWxlIjpudWxsfSwiSW5kZXgiOjUsIlNtYXJ0RHVyYXRpb25BY3RpdmF0ZWQiOmZhbHNlLCJEYXRlRm9ybWF0Ijp7IiRyZWYiOiIxNTIifSwiV2Vla051bWJlcmluZyI6eyIkaWQiOiIxNTQiLCJGb3JtYXQiOjAsIklzVmlzaWJsZSI6ZmFsc2UsIkxhc3RLbm93blZpc2liaWxpdHlTdGF0ZSI6ZmFsc2V9LCJJZCI6IjFkYmFlMmFiLWQ3OTEtNDIxZS04Mjg3LTIyYTUxOTNlOGQ0OCIsIkltcG9ydElkIjpudWxsLCJUaXRsZSI6Ik5EQSBzdWIgLSBhcHAiLCJOb3RlIjpudWxsLCJIeXBlcmxpbmsiOnsiJGlkIjoiMTU1IiwiQWRkcmVzcyI6bnVsbCwiU3ViQWRkcmVzcyI6bnVsbH0sIklzQ2hhbmdlZCI6ZmFsc2UsIklzTmV3IjpmYWxzZX19XSwiX21pbGVzdG9uZXMiOltdLCJJZCI6IjAwMDAwMDAwLTAwMDAtMDAwMC0wMDAwLTAwMDAwMDAwMDAwMCIsIklzU2luZ2xlSXRlbVJvdyI6dHJ1ZX1dLCJJbmRleCI6MCwiSWQiOiJjZDIzMDhkMC0yZDY5LTQ0ZDEtODJiMS1hMzE2OWY0NjA0YzUiLCJIZWFkZXJUZXh0IjpudWxsLCJJc0RlZmF1bHQiOnRydWUsIlN0eWxlIjp7IiRpZCI6IjE1NiIsIkhlYWRlclN0eWxlIjp7IiRpZCI6IjE1NyIsIlRleHRTdHlsZSI6eyIkaWQiOiIxNTgiLCJGb250U2V0dGluZ3MiOnsiJGlkIjoiMTU5IiwiRm9udFNpemUiOjExLCJGb250TmFtZSI6IkNhbGlicmkiLCJJc0JvbGQiOmZhbHNlLCJJc0l0YWxpYyI6ZmFsc2UsIklzVW5kZXJsaW5lZCI6ZmFsc2UsIlBhcmVudFN0eWxlIjpudWxsfSwiQXV0b1NpemUiOjIsIkZvcmVncm91bmQiOnsiJGlkIjoiMTYwIiwiQ29sb3IiOnsiJGlkIjoiMTYx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NjIiLCJUb3AiOjAuMCwiTGVmdCI6MC4wLCJSaWdodCI6MC4wLCJCb3R0b20iOjAuMH0sIlBhZGRpbmciOnsiJGlkIjoiMTYzIiwiVG9wIjowLjAsIkxlZnQiOjAuMCwiUmlnaHQiOjAuMCwiQm90dG9tIjowLjB9LCJCYWNrZ3JvdW5kIjpudWxsLCJJc1Zpc2libGUiOnRydWUsIldpZHRoIjowLjAsIkhlaWdodCI6MC4wLCJCb3JkZXJTdHlsZSI6bnVsbCwiUGFyZW50U3R5bGUiOm51bGx9LCJSZWN0YW5nbGVTdHlsZSI6eyIkaWQiOiIxNjQiLCJNYXJnaW4iOnsiJGlkIjoiMTY1IiwiVG9wIjowLjAsIkxlZnQiOjAuMCwiUmlnaHQiOjAuMCwiQm90dG9tIjowLjB9LCJQYWRkaW5nIjp7IiRpZCI6IjE2NiIsIlRvcCI6MC4wLCJMZWZ0IjowLjAsIlJpZ2h0IjowLjAsIkJvdHRvbSI6MC4wfSwiQmFja2dyb3VuZCI6eyIkaWQiOiIxNjciLCJDb2xvciI6eyIkaWQiOiIxNjgiLCJBIjo2MywiUiI6OCwiRyI6NDksIkIiOjQyfX0sIklzVmlzaWJsZSI6dHJ1ZSwiV2lkdGgiOjAuMCwiSGVpZ2h0IjowLjAsIkJvcmRlclN0eWxlIjp7IiRpZCI6IjE2OSIsIkxpbmVDb2xvciI6eyIkaWQiOiIxNzAiLCIkdHlwZSI6Ik5MUkUuQ29tbW9uLkRvbS5Tb2xpZENvbG9yQnJ1c2gsIE5MUkUuQ29tbW9uIiwiQ29sb3IiOnsiJGlkIjoiMTcxIiwiQSI6MjU1LCJSIjoxLCJHIjoxNSwiQiI6MTF9fSwiTGluZVdlaWdodCI6MC4wLCJMaW5lVHlwZSI6MCwiUGFyZW50U3R5bGUiOm51bGx9LCJQYXJlbnRTdHlsZSI6bnVsbH0sIk1hcmdpbiI6eyIkaWQiOiIxNzIiLCJUb3AiOjAuMCwiTGVmdCI6MC4wLCJSaWdodCI6MC4wLCJCb3R0b20iOjAuMH0sIlBhZGRpbmciOnsiJGlkIjoiMTczIiwiVG9wIjowLjAsIkxlZnQiOjAuMCwiUmlnaHQiOjAuMCwiQm90dG9tIjowLjB9LCJCYWNrZ3JvdW5kIjpudWxsLCJJc1Zpc2libGUiOnRydWUsIldpZHRoIjowLjAsIkhlaWdodCI6MC4wLCJCb3JkZXJTdHlsZSI6bnVsbCwiUGFyZW50U3R5bGUiOm51bGx9LCJCYWNrZ3JvdW5kU3R5bGUiOnsiJGlkIjoiMTc0IiwiTWFyZ2luIjp7IiRpZCI6IjE3NSIsIlRvcCI6MC4wLCJMZWZ0IjowLjAsIlJpZ2h0IjowLjAsIkJvdHRvbSI6MC4wfSwiUGFkZGluZyI6eyIkaWQiOiIxNzYiLCJUb3AiOjAuMCwiTGVmdCI6MC4wLCJSaWdodCI6MC4wLCJCb3R0b20iOjAuMH0sIkJhY2tncm91bmQiOnsiJGlkIjoiMTc3IiwiQ29sb3IiOnsiJGlkIjoiMTc4IiwiQSI6NTEsIlIiOjE5NywiRyI6MTk1LCJCIjoyMzh9fSwiSXNWaXNpYmxlIjp0cnVlLCJXaWR0aCI6MC4wLCJIZWlnaHQiOjAuMCwiQm9yZGVyU3R5bGUiOnsiJGlkIjoiMTc5IiwiTGluZUNvbG9yIjp7IiRpZCI6IjE4MCIsIiR0eXBlIjoiTkxSRS5Db21tb24uRG9tLlNvbGlkQ29sb3JCcnVzaCwgTkxSRS5Db21tb24iLCJDb2xvciI6eyIkaWQiOiIxODEiLCJBIjoyNTUsIlIiOjEsIkciOjE1LCJCIjoxMX19LCJMaW5lV2VpZ2h0IjowLjAsIkxpbmVUeXBlIjowLCJQYXJlbnRTdHlsZSI6bnVsbH0sIlBhcmVudFN0eWxlIjpudWxsfSwiTWFyZ2luIjp7IiRpZCI6IjE4MiIsIlRvcCI6MC4wLCJMZWZ0IjowLjAsIlJpZ2h0IjowLjAsIkJvdHRvbSI6MC4wfSwiUGFkZGluZyI6eyIkaWQiOiIxODMiLCJUb3AiOjAuMCwiTGVmdCI6MC4wLCJSaWdodCI6MC4wLCJCb3R0b20iOjAuMH0sIklzVmlzaWJsZSI6ZmFsc2UsIldpZHRoIjowLjAsIkhlaWdodCI6MC4wLCJCb3JkZXJTdHlsZSI6bnVsbCwiUGFyZW50U3R5bGUiOm51bGx9fV0sIklkIjoiMDA4YjM1N2EtOTU5Zi00ZDkxLTgzZTctYzNkZjQ0MTk3YzI3IiwiSW5kZXgiOjAsIkhlYWRlclRleHQiOiJHbG9iYWxccjE0MzQtMDAxN1xyUGggSUlJIiwiU3R5bGUiOnsiJGlkIjoiMTg0IiwiSGVhZGVyU3R5bGUiOnsiJGlkIjoiMTg1IiwiVGV4dElzVmVydGljYWwiOmZhbHNlLCJUZXh0U3R5bGUiOnsiJGlkIjoiMTg2IiwiRm9udFNldHRpbmdzIjp7IiRpZCI6IjE4NyIsIkZvbnRTaXplIjoxMiwiRm9udE5hbWUiOiJDYWxpYnJpIiwiSXNCb2xkIjpmYWxzZSwiSXNJdGFsaWMiOmZhbHNlLCJJc1VuZGVybGluZWQiOmZhbHNlLCJQYXJlbnRTdHlsZSI6bnVsbH0sIkF1dG9TaXplIjoyLCJGb3JlZ3JvdW5kIjp7IiRpZCI6IjE4OCIsIkNvbG9yIjp7IiRpZCI6IjE4OSIsIkEiOjI1NSwiUiI6MjU1LCJHIjoyNTUsIkIiOjI1NX19LCJNYXhXaWR0aCI6MTQ3LjAsIk1heEhlaWdodCI6MC4wLCJTbWFydEZvcmVncm91bmRJc0FjdGl2ZSI6ZmFsc2UsIkhvcml6b250YWxBbGlnbm1lbnQiOjAsIlZlcnRpY2FsQWxpZ25tZW50IjowLCJTbWFydEZvcmVncm91bmQiOm51bGwsIkJhY2tncm91bmRGaWxsVHlwZSI6MCwiTWFyZ2luIjp7IiRpZCI6IjE5MCIsIlRvcCI6MC4wLCJMZWZ0IjowLjAsIlJpZ2h0IjowLjAsIkJvdHRvbSI6MC4wfSwiUGFkZGluZyI6eyIkaWQiOiIxOTEiLCJUb3AiOjAuMCwiTGVmdCI6MC4wLCJSaWdodCI6MC4wLCJCb3R0b20iOjAuMH0sIkJhY2tncm91bmQiOm51bGwsIklzVmlzaWJsZSI6dHJ1ZSwiV2lkdGgiOjAuMCwiSGVpZ2h0IjowLjAsIkJvcmRlclN0eWxlIjpudWxsLCJQYXJlbnRTdHlsZSI6bnVsbH0sIlJlY3RhbmdsZVN0eWxlIjp7IiRpZCI6IjE5MiIsIk1hcmdpbiI6eyIkaWQiOiIxOTMiLCJUb3AiOjAuMCwiTGVmdCI6MC4wLCJSaWdodCI6MC4wLCJCb3R0b20iOjAuMH0sIlBhZGRpbmciOnsiJGlkIjoiMTk0IiwiVG9wIjowLjAsIkxlZnQiOjAuMCwiUmlnaHQiOjAuMCwiQm90dG9tIjowLjB9LCJCYWNrZ3JvdW5kIjp7IiRpZCI6IjE5NSIsIkNvbG9yIjp7IiRpZCI6IjE5NiIsIkEiOjI1NSwiUiI6MCwiRyI6MjI4LCJCIjoxMjR9fSwiSXNWaXNpYmxlIjp0cnVlLCJXaWR0aCI6MC4wLCJIZWlnaHQiOjAuMCwiQm9yZGVyU3R5bGUiOnsiJGlkIjoiMTk3IiwiTGluZUNvbG9yIjp7IiRpZCI6IjE5OCIsIiR0eXBlIjoiTkxSRS5Db21tb24uRG9tLlNvbGlkQ29sb3JCcnVzaCwgTkxSRS5Db21tb24iLCJDb2xvciI6eyIkaWQiOiIxOTkiLCJBIjoyNTUsIlIiOjI1NSwiRyI6MjU1LCJCIjoyNTV9fSwiTGluZVdlaWdodCI6MC4wLCJMaW5lVHlwZSI6MCwiUGFyZW50U3R5bGUiOm51bGx9LCJQYXJlbnRTdHlsZSI6bnVsbH0sIk1hcmdpbiI6eyIkaWQiOiIyMDAiLCJUb3AiOjAuMCwiTGVmdCI6MC4wLCJSaWdodCI6MC4wLCJCb3R0b20iOjAuMH0sIlBhZGRpbmciOnsiJGlkIjoiMjAxIiwiVG9wIjowLjAsIkxlZnQiOjAuMCwiUmlnaHQiOjAuMCwiQm90dG9tIjowLjB9LCJCYWNrZ3JvdW5kIjpudWxsLCJJc1Zpc2libGUiOnRydWUsIldpZHRoIjowLjAsIkhlaWdodCI6MC4wLCJCb3JkZXJTdHlsZSI6bnVsbCwiUGFyZW50U3R5bGUiOm51bGx9LCJCYWNrZ3JvdW5kU3R5bGUiOnsiJGlkIjoiMjAyIiwiTWFyZ2luIjp7IiRpZCI6IjIwMyIsIlRvcCI6MC4wLCJMZWZ0IjowLjAsIlJpZ2h0IjowLjAsIkJvdHRvbSI6MC4wfSwiUGFkZGluZyI6eyIkaWQiOiIyMDQiLCJUb3AiOjAuMCwiTGVmdCI6MC4wLCJSaWdodCI6MC4wLCJCb3R0b20iOjAuMH0sIkJhY2tncm91bmQiOnsiJGlkIjoiMjA1IiwiQ29sb3IiOnsiJGlkIjoiMjA2IiwiQSI6NTEsIlIiOjE5NywiRyI6MTk1LCJCIjoyMzh9fSwiSXNWaXNpYmxlIjp0cnVlLCJXaWR0aCI6MC4wLCJIZWlnaHQiOjAuMCwiQm9yZGVyU3R5bGUiOnsiJGlkIjoiMjA3IiwiTGluZUNvbG9yIjp7IiRpZCI6IjIwOCIsIiR0eXBlIjoiTkxSRS5Db21tb24uRG9tLlNvbGlkQ29sb3JCcnVzaCwgTkxSRS5Db21tb24iLCJDb2xvciI6eyIkaWQiOiIyMDkiLCJBIjoyNTUsIlIiOjEsIkciOjE1LCJCIjoxMX19LCJMaW5lV2VpZ2h0IjowLjAsIkxpbmVUeXBlIjowLCJQYXJlbnRTdHlsZSI6bnVsbH0sIlBhcmVudFN0eWxlIjpudWxsfSwiSXNBYm92ZVRpbWViYW5kIjpmYWxzZSwiTWFyZ2luIjp7IiRpZCI6IjIxMCIsIlRvcCI6MC4wLCJMZWZ0IjowLjAsIlJpZ2h0IjowLjAsIkJvdHRvbSI6MC4wfSwiUGFkZGluZyI6eyIkaWQiOiIyMTEiLCJUb3AiOjAuMCwiTGVmdCI6MC4wLCJSaWdodCI6MC4wLCJCb3R0b20iOjAuMH0sIklzVmlzaWJsZSI6dHJ1ZSwiV2lkdGgiOjAuMCwiSGVpZ2h0IjowLjAsIkJvcmRlclN0eWxlIjp7IiRpZCI6IjIxMiIsIkxpbmVDb2xvciI6bnVsbCwiTGluZVdlaWdodCI6MC4wLCJMaW5lVHlwZSI6MCwiUGFyZW50U3R5bGUiOm51bGx9LCJQYXJlbnRTdHlsZSI6bnVsbH19LHsiJGlkIjoiMjEzIiwiX2FjdGl2aXRpZXMiOlt7IiRpZCI6IjIxNCIsIl9yb3dzIjpbeyIkaWQiOiIyMTUiLCJfdGFza3MiOlt7IiRpZCI6IjIxNiIsIl9hdHRhY2hlZE1pbGVzdG9uZXMiOltdLCJUYXNrRGVmaW5pdGlvbiI6eyIkaWQiOiIyMTciLCJHcm91cE5hbWUiOm51bGwsIlN0YXJ0RGF0ZSI6IjIwMjUtMTAtMTdUMjM6NTk6MDBaIiwiRW5kRGF0ZSI6IjIwMjYtMDEtMTZUMjM6NTk6MDBaIiwiUGVyY2VudGFnZUNvbXBsZXRlIjpudWxsLCJTdHlsZSI6eyIkaWQiOiIyMTgiLCJTaGFwZSI6MSwiU2hhcGVUaGlja25lc3MiOjAsIkR1cmF0aW9uRm9ybWF0IjowLCJJbmNsdWRlTm9uV29ya2luZ0RheXNJbkR1cmF0aW9uIjpmYWxzZSwiUGVyY2VudGFnZUNvbXBsZXRlU3R5bGUiOnsiJGlkIjoiMjE5IiwiRm9udFNldHRpbmdzIjp7IiRpZCI6IjIyMCIsIkZvbnRTaXplIjoxMCwiRm9udE5hbWUiOiJDYWxpYnJpIiwiSXNCb2xkIjpmYWxzZSwiSXNJdGFsaWMiOmZhbHNlLCJJc1VuZGVybGluZWQiOmZhbHNlLCJQYXJlbnRTdHlsZSI6bnVsbH0sIkF1dG9TaXplIjowLCJGb3JlZ3JvdW5kIjp7IiRyZWYiOiI0MCJ9LCJNYXhXaWR0aCI6MjAwLjAsIk1heEhlaWdodCI6IkluZmluaXR5IiwiU21hcnRGb3JlZ3JvdW5kSXNBY3RpdmUiOmZhbHNlLCJIb3Jpem9udGFsQWxpZ25tZW50IjowLCJWZXJ0aWNhbEFsaWdubWVudCI6MCwiU21hcnRGb3JlZ3JvdW5kIjpudWxsLCJCYWNrZ3JvdW5kRmlsbFR5cGUiOjAsIk1hcmdpbiI6eyIkcmVmIjoiNDIifSwiUGFkZGluZyI6eyIkcmVmIjoiNDMifSwiQmFja2dyb3VuZCI6eyIkcmVmIjoiNDQifSwiSXNWaXNpYmxlIjp0cnVlLCJXaWR0aCI6MC4wLCJIZWlnaHQiOjAuMCwiQm9yZGVyU3R5bGUiOnsiJGlkIjoiMjIxIiwiTGluZUNvbG9yIjpudWxsLCJMaW5lV2VpZ2h0IjowLjAsIkxpbmVUeXBlIjowLCJQYXJlbnRTdHlsZSI6bnVsbH0sIlBhcmVudFN0eWxlIjpudWxsfSwiRHVyYXRpb25TdHlsZSI6eyIkaWQiOiIyMjIiLCJGb250U2V0dGluZ3MiOnsiJGlkIjoiMjIzIiwiRm9udFNpemUiOjEwLCJGb250TmFtZSI6IkNhbGlicmkiLCJJc0JvbGQiOmZhbHNlLCJJc0l0YWxpYyI6ZmFsc2UsIklzVW5kZXJsaW5lZCI6ZmFsc2UsIlBhcmVudFN0eWxlIjpudWxsfSwiQXV0b1NpemUiOjAsIkZvcmVncm91bmQiOnsiJHJlZiI6IjQ5In0sIk1heFdpZHRoIjoyMD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eyIkaWQiOiIyMjQiLCJMaW5lQ29sb3IiOm51bGwsIkxpbmVXZWlnaHQiOjAuMCwiTGluZVR5cGUiOjAsIlBhcmVudFN0eWxlIjpudWxsfSwiUGFyZW50U3R5bGUiOm51bGx9LCJIb3Jpem9udGFsQ29ubmVjdG9yU3R5bGUiOnsiJGlkIjoiMjI1IiwiTGluZUNvbG9yIjp7IiRyZWYiOiI1NyJ9LCJMaW5lV2VpZ2h0IjoxLjAsIkxpbmVUeXBlIjowLCJQYXJlbnRTdHlsZSI6bnVsbH0sIlZlcnRpY2FsQ29ubmVjdG9yU3R5bGUiOnsiJGlkIjoiMjI2IiwiTGluZUNvbG9yIjp7IiRyZWYiOiI2MC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MjI3IiwiTWFyZ2luIjp7IiRyZWYiOiI2MyJ9LCJQYWRkaW5nIjp7IiRyZWYiOiI2NCJ9LCJCYWNrZ3JvdW5kIjp7IiRpZCI6IjIyOCIsIkNvbG9yIjp7IiRpZCI6IjIyOSIsIkEiOjI1NSwiUiI6OCwiRyI6NDksIkIiOjQyfX0sIklzVmlzaWJsZSI6dHJ1ZSwiV2lkdGgiOjAuMCwiSGVpZ2h0IjoxMC4wLCJCb3JkZXJTdHlsZSI6eyIkaWQiOiIyMzAiLCJMaW5lQ29sb3IiOnsiJGlkIjoiMjMxIiwiJHR5cGUiOiJOTFJFLkNvbW1vbi5Eb20uU29saWRDb2xvckJydXNoLCBOTFJFLkNvbW1vbiIsIkNvbG9yIjp7IiRpZCI6IjIzMiIsIkEiOjI1NSwiUiI6MSwiRyI6MTUsIkIiOjExfX0sIkxpbmVXZWlnaHQiOjAuMCwiTGluZVR5cGUiOjAsIlBhcmVudFN0eWxlIjpudWxsfSwiUGFyZW50U3R5bGUiOm51bGx9LCJUaXRsZVN0eWxlIjp7IiRpZCI6IjIzMyIsIkZvbnRTZXR0aW5ncyI6eyIkaWQiOiIyMzQiLCJGb250U2l6ZSI6MTEsIkZvbnROYW1lIjoiQ2FsaWJyaSIsIklzQm9sZCI6dHJ1ZSwiSXNJdGFsaWMiOmZhbHNlLCJJc1VuZGVybGluZWQiOmZhbHNlLCJQYXJlbnRTdHlsZSI6bnVsbH0sIkF1dG9TaXplIjowLCJGb3JlZ3JvdW5kIjp7IiRpZCI6IjIzNSIsIkNvbG9yIjp7IiRpZCI6IjIzNi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aWQiOiIyMzciLCJDb2xvciI6eyIkaWQiOiIyMzgiLCJBIjowLCJSIjoyNTUsIkciOjI1NSwiQiI6MjU1fX0sIklzVmlzaWJsZSI6dHJ1ZSwiV2lkdGgiOjAuMCwiSGVpZ2h0IjowLjAsIkJvcmRlclN0eWxlIjp7IiRpZCI6IjIzOSIsIkxpbmVDb2xvciI6bnVsbCwiTGluZVdlaWdodCI6MC4wLCJMaW5lVHlwZSI6MCwiUGFyZW50U3R5bGUiOm51bGx9LCJQYXJlbnRTdHlsZSI6bnVsbH0sIkRhdGVTdHlsZSI6eyIkaWQiOiIyNDAiLCJGb250U2V0dGluZ3MiOnsiJGlkIjoiMjQxIiwiRm9udFNpemUiOjEwLCJGb250TmFtZSI6IkNhbGlicmkiLCJJc0JvbGQiOmZhbHNlLCJJc0l0YWxpYyI6ZmFsc2UsIklzVW5kZXJsaW5lZCI6ZmFsc2UsIlBhcmVudFN0eWxlIjpudWxsfSwiQXV0b1NpemUiOjAsIkZvcmVncm91bmQiOnsiJGlkIjoiMjQyIiwiQ29sb3IiOnsiJGlkIjoiMjQz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ODMifSwiUGFkZGluZyI6eyIkcmVmIjoiODQifSwiQmFja2dyb3VuZCI6eyIkaWQiOiIyNDQiLCJDb2xvciI6eyIkaWQiOiIyNDUiLCJBIjowLCJSIjoyNTUsIkciOjI1NSwiQiI6MjU1fX0sIklzVmlzaWJsZSI6dHJ1ZSwiV2lkdGgiOjAuMCwiSGVpZ2h0IjowLjAsIkJvcmRlclN0eWxlIjp7IiRpZCI6IjI0NiIsIkxpbmVDb2xvciI6bnVsbCwiTGluZVdlaWdodCI6MC4wLCJMaW5lVHlwZSI6MCwiUGFyZW50U3R5bGUiOm51bGx9LCJQYXJlbnRTdHlsZSI6bnVsbH0sIkRhdGVGb3JtYXQiOnsiJGlkIjoiMjQ3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DgiLCJGb3JtYXQiOjAsIklzVmlzaWJsZSI6ZmFsc2UsIkxhc3RLbm93blZpc2liaWxpdHlTdGF0ZSI6ZmFsc2V9LCJJc1Zpc2libGUiOnRydWUsIlBhcmVudFN0eWxlIjpudWxsfSwiSW5kZXgiOjcsIlNtYXJ0RHVyYXRpb25BY3RpdmF0ZWQiOmZhbHNlLCJEYXRlRm9ybWF0Ijp7IiRyZWYiOiIyNDcifSwiV2Vla051bWJlcmluZyI6eyIkaWQiOiIyNDkiLCJGb3JtYXQiOjAsIklzVmlzaWJsZSI6ZmFsc2UsIkxhc3RLbm93blZpc2liaWxpdHlTdGF0ZSI6ZmFsc2V9LCJJZCI6IjVlODllZjYyLWQ2YjItNDMwOS04NDE4LTI4N2E5ZjUzMTJiNCIsIkltcG9ydElkIjpudWxsLCJUaXRsZSI6IkNUQSBzdWItYXBwIiwiTm90ZSI6bnVsbCwiSHlwZXJsaW5rIjp7IiRpZCI6IjI1MCIsIkFkZHJlc3MiOm51bGwsIlN1YkFkZHJlc3MiOm51bGx9LCJJc0NoYW5nZWQiOmZhbHNlLCJJc05ldyI6ZmFsc2V9fV0sIl9taWxlc3RvbmVzIjpbXSwiSWQiOiIwMDAwMDAwMC0wMDAwLTAwMDAtMDAwMC0wMDAwMDAwMDAwMDAiLCJJc1NpbmdsZUl0ZW1Sb3ciOnRydWV9LHsiJGlkIjoiMjUxIiwiX3Rhc2tzIjpbeyIkaWQiOiIyNTIiLCJfYXR0YWNoZWRNaWxlc3RvbmVzIjpbXSwiVGFza0RlZmluaXRpb24iOnsiJGlkIjoiMjUzIiwiR3JvdXBOYW1lIjpudWxsLCJTdGFydERhdGUiOiIyMDI2LTA0LTE2VDIzOjU5OjAwWiIsIkVuZERhdGUiOiIyMDI3LTEwLTI3VDIzOjU5OjAwWiIsIlBlcmNlbnRhZ2VDb21wbGV0ZSI6bnVsbCwiU3R5bGUiOnsiJGlkIjoiMjU0IiwiU2hhcGUiOjEsIlNoYXBlVGhpY2tuZXNzIjowLCJEdXJhdGlvbkZvcm1hdCI6MCwiSW5jbHVkZU5vbldvcmtpbmdEYXlzSW5EdXJhdGlvbiI6ZmFsc2UsIlBlcmNlbnRhZ2VDb21wbGV0ZVN0eWxlIjp7IiRpZCI6IjI1NSIsIkZvbnRTZXR0aW5ncyI6eyIkaWQiOiIyNTYiLCJGb250U2l6ZSI6MTAsIkZvbnROYW1lIjoiQ2FsaWJyaSIsIklzQm9sZCI6ZmFsc2UsIklzSXRhbGljIjpmYWxzZSwiSXNVbmRlcmxpbmVkIjpmYWxzZSwiUGFyZW50U3R5bGUiOm51bGx9LCJBdXRvU2l6ZSI6MCwiRm9yZWdyb3VuZCI6eyIkcmVmIjoiNDAifSwiTWF4V2lkdGgiOjIwMC4wLCJNYXhIZWlnaHQiOiJJbmZpbml0eSIsIlNtYXJ0Rm9yZWdyb3VuZElzQWN0aXZlIjpmYWxzZSwiSG9yaXpvbnRhbEFsaWdubWVudCI6MCwiVmVydGljYWxBbGlnbm1lbnQiOjAsIlNtYXJ0Rm9yZWdyb3VuZCI6bnVsbCwiQmFja2dyb3VuZEZpbGxUeXBlIjowLCJNYXJnaW4iOnsiJHJlZiI6IjQyIn0sIlBhZGRpbmciOnsiJHJlZiI6IjQzIn0sIkJhY2tncm91bmQiOnsiJHJlZiI6IjQ0In0sIklzVmlzaWJsZSI6dHJ1ZSwiV2lkdGgiOjAuMCwiSGVpZ2h0IjowLjAsIkJvcmRlclN0eWxlIjp7IiRpZCI6IjI1NyIsIkxpbmVDb2xvciI6bnVsbCwiTGluZVdlaWdodCI6MC4wLCJMaW5lVHlwZSI6MCwiUGFyZW50U3R5bGUiOm51bGx9LCJQYXJlbnRTdHlsZSI6bnVsbH0sIkR1cmF0aW9uU3R5bGUiOnsiJGlkIjoiMjU4IiwiRm9udFNldHRpbmdzIjp7IiRpZCI6IjI1OSIsIkZvbnRTaXplIjoxMCwiRm9udE5hbWUiOiJDYWxpYnJpIiwiSXNCb2xkIjpmYWxzZSwiSXNJdGFsaWMiOmZhbHNlLCJJc1VuZGVybGluZWQiOmZhbHNlLCJQYXJlbnRTdHlsZSI6bnVsbH0sIkF1dG9TaXplIjowLCJGb3JlZ3JvdW5kIjp7IiRyZWYiOiI0OSJ9LCJNYXhXaWR0aCI6MjA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MjYwIiwiTGluZUNvbG9yIjpudWxsLCJMaW5lV2VpZ2h0IjowLjAsIkxpbmVUeXBlIjowLCJQYXJlbnRTdHlsZSI6bnVsbH0sIlBhcmVudFN0eWxlIjpudWxsfSwiSG9yaXpvbnRhbENvbm5lY3RvclN0eWxlIjp7IiRpZCI6IjI2MSIsIkxpbmVDb2xvciI6eyIkcmVmIjoiNTcifSwiTGluZVdlaWdodCI6MS4wLCJMaW5lVHlwZSI6MCwiUGFyZW50U3R5bGUiOm51bGx9LCJWZXJ0aWNhbENvbm5lY3RvclN0eWxlIjp7IiRpZCI6IjI2MiIsIkxpbmVDb2xvciI6eyIkcmVmIjoiNjA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yNjMiLCJNYXJnaW4iOnsiJHJlZiI6IjYzIn0sIlBhZGRpbmciOnsiJHJlZiI6IjY0In0sIkJhY2tncm91bmQiOnsiJGlkIjoiMjY0IiwiQ29sb3IiOnsiJGlkIjoiMjY1IiwiQSI6MjU1LCJSIjo4LCJHIjo0OSwiQiI6NDJ9fSwiSXNWaXNpYmxlIjp0cnVlLCJXaWR0aCI6MC4wLCJIZWlnaHQiOjEwLjAsIkJvcmRlclN0eWxlIjp7IiRpZCI6IjI2NiIsIkxpbmVDb2xvciI6eyIkcmVmIjoiNjgifSwiTGluZVdlaWdodCI6MC4wLCJMaW5lVHlwZSI6MCwiUGFyZW50U3R5bGUiOm51bGx9LCJQYXJlbnRTdHlsZSI6bnVsbH0sIlRpdGxlU3R5bGUiOnsiJGlkIjoiMjY3IiwiRm9udFNldHRpbmdzIjp7IiRpZCI6IjI2OCIsIkZvbnRTaXplIjoxMSwiRm9udE5hbWUiOiJDYWxpYnJpIiwiSXNCb2xkIjp0cnVlLCJJc0l0YWxpYyI6ZmFsc2UsIklzVW5kZXJsaW5lZCI6ZmFsc2UsIlBhcmVudFN0eWxlIjpudWxsfSwiQXV0b1NpemUiOjAsIkZvcmVncm91bmQiOnsiJHJlZiI6IjcyIn0sIk1heFdpZHRoIjo3Mj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yZWYiOiI3NiJ9LCJJc1Zpc2libGUiOnRydWUsIldpZHRoIjowLjAsIkhlaWdodCI6MC4wLCJCb3JkZXJTdHlsZSI6eyIkaWQiOiIyNjkiLCJMaW5lQ29sb3IiOm51bGwsIkxpbmVXZWlnaHQiOjAuMCwiTGluZVR5cGUiOjAsIlBhcmVudFN0eWxlIjpudWxsfSwiUGFyZW50U3R5bGUiOm51bGx9LCJEYXRlU3R5bGUiOnsiJGlkIjoiMjcwIiwiRm9udFNldHRpbmdzIjp7IiRpZCI6IjI3MSIsIkZvbnRTaXplIjoxMCwiRm9udE5hbWUiOiJDYWxpYnJpIiwiSXNCb2xkIjpmYWxzZSwiSXNJdGFsaWMiOmZhbHNlLCJJc1VuZGVybGluZWQiOmZhbHNlLCJQYXJlbnRTdHlsZSI6bnVsbH0sIkF1dG9TaXplIjowLCJGb3JlZ3JvdW5kIjp7IiRyZWYiOiI4MSJ9LCJNYXhXaWR0aCI6MjAwLjAsIk1heEhlaWdodCI6IkluZmluaXR5IiwiU21hcnRGb3JlZ3JvdW5kSXNBY3RpdmUiOmZhbHNlLCJIb3Jpem9udGFsQWxpZ25tZW50IjoyLCJWZXJ0aWNhbEFsaWdubWVudCI6MCwiU21hcnRGb3JlZ3JvdW5kIjpudWxsLCJCYWNrZ3JvdW5kRmlsbFR5cGUiOjAsIk1hcmdpbiI6eyIkcmVmIjoiODMifSwiUGFkZGluZyI6eyIkcmVmIjoiODQifSwiQmFja2dyb3VuZCI6eyIkcmVmIjoiODUifSwiSXNWaXNpYmxlIjp0cnVlLCJXaWR0aCI6MC4wLCJIZWlnaHQiOjAuMCwiQm9yZGVyU3R5bGUiOnsiJGlkIjoiMjcyIiwiTGluZUNvbG9yIjpudWxsLCJMaW5lV2VpZ2h0IjowLjAsIkxpbmVUeXBlIjowLCJQYXJlbnRTdHlsZSI6bnVsbH0sIlBhcmVudFN0eWxlIjpudWxsfSwiRGF0ZUZvcm1hdCI6eyIkaWQiOiIyNzM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NCIsIkZvcm1hdCI6MCwiSXNWaXNpYmxlIjpmYWxzZSwiTGFzdEtub3duVmlzaWJpbGl0eVN0YXRlIjpmYWxzZX0sIklzVmlzaWJsZSI6dHJ1ZSwiUGFyZW50U3R5bGUiOm51bGx9LCJJbmRleCI6OCwiU21hcnREdXJhdGlvbkFjdGl2YXRlZCI6ZmFsc2UsIkRhdGVGb3JtYXQiOnsiJHJlZiI6IjI3MyJ9LCJXZWVrTnVtYmVyaW5nIjp7IiRpZCI6IjI3NSIsIkZvcm1hdCI6MCwiSXNWaXNpYmxlIjpmYWxzZSwiTGFzdEtub3duVmlzaWJpbGl0eVN0YXRlIjpmYWxzZX0sIklkIjoiMTliMWFiYjAtN2RiNC00MzNmLTlmODgtNTAyZTI1YjJlZmI2IiwiSW1wb3J0SWQiOm51bGwsIlRpdGxlIjoiZlNJViAtIExTUyIsIk5vdGUiOm51bGwsIkh5cGVybGluayI6eyIkaWQiOiIyNzYiLCJBZGRyZXNzIjpudWxsLCJTdWJBZGRyZXNzIjpudWxsfSwiSXNDaGFuZ2VkIjpmYWxzZSwiSXNOZXciOmZhbHNlfX1dLCJfbWlsZXN0b25lcyI6W10sIklkIjoiMDAwMDAwMDAtMDAwMC0wMDAwLTAwMDAtMDAwMDAwMDAwMDAwIiwiSXNTaW5nbGVJdGVtUm93Ijp0cnVlfSx7IiRpZCI6IjI3NyIsIl90YXNrcyI6W3siJGlkIjoiMjc4IiwiX2F0dGFjaGVkTWlsZXN0b25lcyI6W10sIlRhc2tEZWZpbml0aW9uIjp7IiRpZCI6IjI3OSIsIkdyb3VwTmFtZSI6bnVsbCwiU3RhcnREYXRlIjoiMjAyNy0wMS0wMVQwMDowMDowMFoiLCJFbmREYXRlIjoiMjAyNy0xMi0zMVQyMzo1OTowMFoiLCJQZXJjZW50YWdlQ29tcGxldGUiOm51bGwsIlN0eWxlIjp7IiRpZCI6IjI4MCIsIlNoYXBlIjoxLCJTaGFwZVRoaWNrbmVzcyI6MCwiRHVyYXRpb25Gb3JtYXQiOjAsIkluY2x1ZGVOb25Xb3JraW5nRGF5c0luRHVyYXRpb24iOmZhbHNlLCJQZXJjZW50YWdlQ29tcGxldGVTdHlsZSI6eyIkaWQiOiIyODEiLCJGb250U2V0dGluZ3MiOnsiJGlkIjoiMjgyIiwiRm9udFNpemUiOjEwLCJGb250TmFtZSI6IkNhbGlicmkiLCJJc0JvbGQiOmZhbHNlLCJJc0l0YWxpYyI6ZmFsc2UsIklzVW5kZXJsaW5lZCI6ZmFsc2UsIlBhcmVudFN0eWxlIjpudWxsfSwiQXV0b1NpemUiOjAsIkZvcmVncm91bmQiOnsiJHJlZiI6IjQwIn0sIk1heFdpZHRoIjoyMDAuMCwiTWF4SGVpZ2h0IjoiSW5maW5pdHkiLCJTbWFydEZvcmVncm91bmRJc0FjdGl2ZSI6ZmFsc2UsIkhvcml6b250YWxBbGlnbm1lbnQiOjAsIlZlcnRpY2FsQWxpZ25tZW50IjowLCJTbWFydEZvcmVncm91bmQiOm51bGwsIkJhY2tncm91bmRGaWxsVHlwZSI6MCwiTWFyZ2luIjp7IiRyZWYiOiI0MiJ9LCJQYWRkaW5nIjp7IiRyZWYiOiI0MyJ9LCJCYWNrZ3JvdW5kIjp7IiRyZWYiOiI0NCJ9LCJJc1Zpc2libGUiOnRydWUsIldpZHRoIjowLjAsIkhlaWdodCI6MC4wLCJCb3JkZXJTdHlsZSI6eyIkaWQiOiIyODMiLCJMaW5lQ29sb3IiOm51bGwsIkxpbmVXZWlnaHQiOjAuMCwiTGluZVR5cGUiOjAsIlBhcmVudFN0eWxlIjpudWxsfSwiUGFyZW50U3R5bGUiOm51bGx9LCJEdXJhdGlvblN0eWxlIjp7IiRpZCI6IjI4NCIsIkZvbnRTZXR0aW5ncyI6eyIkaWQiOiIyODUiLCJGb250U2l6ZSI6MTAsIkZvbnROYW1lIjoiQ2FsaWJyaSIsIklzQm9sZCI6ZmFsc2UsIklzSXRhbGljIjpmYWxzZSwiSXNVbmRlcmxpbmVkIjpmYWxzZSwiUGFyZW50U3R5bGUiOm51bGx9LCJBdXRvU2l6ZSI6MCwiRm9yZWdyb3VuZCI6eyIkcmVmIjoiNDkifSwiTWF4V2lkdGgiOjIw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I4NiIsIkxpbmVDb2xvciI6bnVsbCwiTGluZVdlaWdodCI6MC4wLCJMaW5lVHlwZSI6MCwiUGFyZW50U3R5bGUiOm51bGx9LCJQYXJlbnRTdHlsZSI6bnVsbH0sIkhvcml6b250YWxDb25uZWN0b3JTdHlsZSI6eyIkaWQiOiIyODciLCJMaW5lQ29sb3IiOnsiJHJlZiI6IjU3In0sIkxpbmVXZWlnaHQiOjEuMCwiTGluZVR5cGUiOjAsIlBhcmVudFN0eWxlIjpudWxsfSwiVmVydGljYWxDb25uZWN0b3JTdHlsZSI6eyIkaWQiOiIyODgiLCJMaW5lQ29sb3IiOnsiJHJlZiI6IjY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jg5IiwiTWFyZ2luIjp7IiRyZWYiOiI2MyJ9LCJQYWRkaW5nIjp7IiRyZWYiOiI2NCJ9LCJCYWNrZ3JvdW5kIjp7IiRpZCI6IjI5MCIsIkNvbG9yIjp7IiRpZCI6IjI5MSIsIkEiOjI1NSwiUiI6MjU1LCJHIjoxOTIsIkIiOjB9fSwiSXNWaXNpYmxlIjp0cnVlLCJXaWR0aCI6MC4wLCJIZWlnaHQiOjEwLjAsIkJvcmRlclN0eWxlIjp7IiRpZCI6IjI5MiIsIkxpbmVDb2xvciI6eyIkaWQiOiIyOTMiLCIkdHlwZSI6Ik5MUkUuQ29tbW9uLkRvbS5Tb2xpZENvbG9yQnJ1c2gsIE5MUkUuQ29tbW9uIiwiQ29sb3IiOnsiJGlkIjoiMjk0IiwiQSI6MjU1LCJSIjoyNTUsIkciOjI1NSwiQiI6MjU1fX0sIkxpbmVXZWlnaHQiOjAuMCwiTGluZVR5cGUiOjAsIlBhcmVudFN0eWxlIjpudWxsfSwiUGFyZW50U3R5bGUiOm51bGx9LCJUaXRsZVN0eWxlIjp7IiRpZCI6IjI5NSIsIkZvbnRTZXR0aW5ncyI6eyIkaWQiOiIyOTYiLCJGb250U2l6ZSI6MTEsIkZvbnROYW1lIjoiQ2FsaWJyaSIsIklzQm9sZCI6dHJ1ZSwiSXNJdGFsaWMiOmZhbHNlLCJJc1VuZGVybGluZWQiOmZhbHNlLCJQYXJlbnRTdHlsZSI6bnVsbH0sIkF1dG9TaXplIjowLCJGb3JlZ3JvdW5kIjp7IiRyZWYiOiI3MiJ9LCJNYXhXaWR0aCI6NzI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cmVmIjoiNzYifSwiSXNWaXNpYmxlIjp0cnVlLCJXaWR0aCI6MC4wLCJIZWlnaHQiOjAuMCwiQm9yZGVyU3R5bGUiOnsiJGlkIjoiMjk3IiwiTGluZUNvbG9yIjpudWxsLCJMaW5lV2VpZ2h0IjowLjAsIkxpbmVUeXBlIjowLCJQYXJlbnRTdHlsZSI6bnVsbH0sIlBhcmVudFN0eWxlIjpudWxsfSwiRGF0ZVN0eWxlIjp7IiRpZCI6IjI5OCIsIkZvbnRTZXR0aW5ncyI6eyIkaWQiOiIyOTkiLCJGb250U2l6ZSI6MTAsIkZvbnROYW1lIjoiQ2FsaWJyaSIsIklzQm9sZCI6ZmFsc2UsIklzSXRhbGljIjpmYWxzZSwiSXNVbmRlcmxpbmVkIjpmYWxzZSwiUGFyZW50U3R5bGUiOm51bGx9LCJBdXRvU2l6ZSI6MCwiRm9yZWdyb3VuZCI6eyIkcmVmIjoiODEifSwiTWF4V2lkdGgiOjIwMC4wLCJNYXhIZWlnaHQiOiJJbmZpbml0eSIsIlNtYXJ0Rm9yZWdyb3VuZElzQWN0aXZlIjpmYWxzZSwiSG9yaXpvbnRhbEFsaWdubWVudCI6MiwiVmVydGljYWxBbGlnbm1lbnQiOjAsIlNtYXJ0Rm9yZWdyb3VuZCI6bnVsbCwiQmFja2dyb3VuZEZpbGxUeXBlIjowLCJNYXJnaW4iOnsiJHJlZiI6IjgzIn0sIlBhZGRpbmciOnsiJHJlZiI6Ijg0In0sIkJhY2tncm91bmQiOnsiJHJlZiI6Ijg1In0sIklzVmlzaWJsZSI6dHJ1ZSwiV2lkdGgiOjAuMCwiSGVpZ2h0IjowLjAsIkJvcmRlclN0eWxlIjp7IiRpZCI6IjMwMCIsIkxpbmVDb2xvciI6bnVsbCwiTGluZVdlaWdodCI6MC4wLCJMaW5lVHlwZSI6MCwiUGFyZW50U3R5bGUiOm51bGx9LCJQYXJlbnRTdHlsZSI6bnVsbH0sIkRhdGVGb3JtYXQiOnsiJGlkIjoiMzA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wMiIsIkZvcm1hdCI6MCwiSXNWaXNpYmxlIjpmYWxzZSwiTGFzdEtub3duVmlzaWJpbGl0eVN0YXRlIjpmYWxzZX0sIklzVmlzaWJsZSI6dHJ1ZSwiUGFyZW50U3R5bGUiOm51bGx9LCJJbmRleCI6OSwiU21hcnREdXJhdGlvbkFjdGl2YXRlZCI6ZmFsc2UsIkRhdGVGb3JtYXQiOnsiJHJlZiI6IjMwMSJ9LCJXZWVrTnVtYmVyaW5nIjp7IiRpZCI6IjMwMyIsIkZvcm1hdCI6MCwiSXNWaXNpYmxlIjpmYWxzZSwiTGFzdEtub3duVmlzaWJpbGl0eVN0YXRlIjpmYWxzZX0sIklkIjoiYmI1MjllY2ItYzIyZS00MmEzLWI2MWYtOGVlNmQ4OGJhNDY4IiwiSW1wb3J0SWQiOm51bGwsIlRpdGxlIjoiQ2hpbmEgUEsgc3R1ZHkgKDE0MzQtMDAyNSkiLCJOb3RlIjpudWxsLCJIeXBlcmxpbmsiOnsiJGlkIjoiMzA0IiwiQWRkcmVzcyI6IiIsIlN1YkFkZHJlc3MiOiIifSwiSXNDaGFuZ2VkIjpmYWxzZSwiSXNOZXciOmZhbHNlfX1dLCJfbWlsZXN0b25lcyI6W10sIklkIjoiMDAwMDAwMDAtMDAwMC0wMDAwLTAwMDAtMDAwMDAwMDAwMDAwIiwiSXNTaW5nbGVJdGVtUm93Ijp0cnVlfSx7IiRpZCI6IjMwNSIsIl90YXNrcyI6W3siJGlkIjoiMzA2IiwiX2F0dGFjaGVkTWlsZXN0b25lcyI6W10sIlRhc2tEZWZpbml0aW9uIjp7IiRpZCI6IjMwNyIsIkdyb3VwTmFtZSI6bnVsbCwiU3RhcnREYXRlIjoiMjAzMC0wOS0zMFQwMDowMDowMFoiLCJFbmREYXRlIjoiMjAzMS0wOS0zMFQyMzo1OTowMFoiLCJQZXJjZW50YWdlQ29tcGxldGUiOm51bGwsIlN0eWxlIjp7IiRpZCI6IjMwOCIsIlNoYXBlIjoxLCJTaGFwZVRoaWNrbmVzcyI6MCwiRHVyYXRpb25Gb3JtYXQiOjAsIkluY2x1ZGVOb25Xb3JraW5nRGF5c0luRHVyYXRpb24iOmZhbHNlLCJQZXJjZW50YWdlQ29tcGxldGVTdHlsZSI6eyIkaWQiOiIzMDkiLCJGb250U2V0dGluZ3MiOnsiJGlkIjoiMzEwIiwiRm9udFNpemUiOjEwLCJGb250TmFtZSI6IkNhbGlicmkiLCJJc0JvbGQiOmZhbHNlLCJJc0l0YWxpYyI6ZmFsc2UsIklzVW5kZXJsaW5lZCI6ZmFsc2UsIlBhcmVudFN0eWxlIjpudWxsfSwiQXV0b1NpemUiOjAsIkZvcmVncm91bmQiOnsiJHJlZiI6IjQwIn0sIk1heFdpZHRoIjoyMDAuMCwiTWF4SGVpZ2h0IjoiSW5maW5pdHkiLCJTbWFydEZvcmVncm91bmRJc0FjdGl2ZSI6ZmFsc2UsIkhvcml6b250YWxBbGlnbm1lbnQiOjAsIlZlcnRpY2FsQWxpZ25tZW50IjowLCJTbWFydEZvcmVncm91bmQiOm51bGwsIkJhY2tncm91bmRGaWxsVHlwZSI6MCwiTWFyZ2luIjp7IiRyZWYiOiI0MiJ9LCJQYWRkaW5nIjp7IiRyZWYiOiI0MyJ9LCJCYWNrZ3JvdW5kIjp7IiRyZWYiOiI0NCJ9LCJJc1Zpc2libGUiOnRydWUsIldpZHRoIjowLjAsIkhlaWdodCI6MC4wLCJCb3JkZXJTdHlsZSI6eyIkaWQiOiIzMTEiLCJMaW5lQ29sb3IiOm51bGwsIkxpbmVXZWlnaHQiOjAuMCwiTGluZVR5cGUiOjAsIlBhcmVudFN0eWxlIjpudWxsfSwiUGFyZW50U3R5bGUiOm51bGx9LCJEdXJhdGlvblN0eWxlIjp7IiRpZCI6IjMxMiIsIkZvbnRTZXR0aW5ncyI6eyIkaWQiOiIzMTMiLCJGb250U2l6ZSI6MTAsIkZvbnROYW1lIjoiQ2FsaWJyaSIsIklzQm9sZCI6ZmFsc2UsIklzSXRhbGljIjpmYWxzZSwiSXNVbmRlcmxpbmVkIjpmYWxzZSwiUGFyZW50U3R5bGUiOm51bGx9LCJBdXRvU2l6ZSI6MCwiRm9yZWdyb3VuZCI6eyIkcmVmIjoiNDkifSwiTWF4V2lkdGgiOjIw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MxNCIsIkxpbmVDb2xvciI6bnVsbCwiTGluZVdlaWdodCI6MC4wLCJMaW5lVHlwZSI6MCwiUGFyZW50U3R5bGUiOm51bGx9LCJQYXJlbnRTdHlsZSI6bnVsbH0sIkhvcml6b250YWxDb25uZWN0b3JTdHlsZSI6eyIkaWQiOiIzMTUiLCJMaW5lQ29sb3IiOnsiJHJlZiI6IjU3In0sIkxpbmVXZWlnaHQiOjEuMCwiTGluZVR5cGUiOjAsIlBhcmVudFN0eWxlIjpudWxsfSwiVmVydGljYWxDb25uZWN0b3JTdHlsZSI6eyIkaWQiOiIzMTYiLCJMaW5lQ29sb3IiOnsiJHJlZiI6IjY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zE3IiwiTWFyZ2luIjp7IiRyZWYiOiI2MyJ9LCJQYWRkaW5nIjp7IiRyZWYiOiI2NCJ9LCJCYWNrZ3JvdW5kIjp7IiRpZCI6IjMxOCIsIkNvbG9yIjp7IiRpZCI6IjMxOSIsIkEiOjI1NSwiUiI6OCwiRyI6NDksIkIiOjQyfX0sIklzVmlzaWJsZSI6dHJ1ZSwiV2lkdGgiOjAuMCwiSGVpZ2h0IjoxMC4wLCJCb3JkZXJTdHlsZSI6eyIkaWQiOiIzMjAiLCJMaW5lQ29sb3IiOnsiJHJlZiI6IjY4In0sIkxpbmVXZWlnaHQiOjAuMCwiTGluZVR5cGUiOjAsIlBhcmVudFN0eWxlIjpudWxsfSwiUGFyZW50U3R5bGUiOm51bGx9LCJUaXRsZVN0eWxlIjp7IiRpZCI6IjMyMSIsIkZvbnRTZXR0aW5ncyI6eyIkaWQiOiIzMjIiLCJGb250U2l6ZSI6MTEsIkZvbnROYW1lIjoiQ2FsaWJyaSIsIklzQm9sZCI6dHJ1ZSwiSXNJdGFsaWMiOmZhbHNlLCJJc1VuZGVybGluZWQiOmZhbHNlLCJQYXJlbnRTdHlsZSI6bnVsbH0sIkF1dG9TaXplIjowLCJGb3JlZ3JvdW5kIjp7IiRyZWYiOiI3MiJ9LCJNYXhXaWR0aCI6NzI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cmVmIjoiNzYifSwiSXNWaXNpYmxlIjp0cnVlLCJXaWR0aCI6MC4wLCJIZWlnaHQiOjAuMCwiQm9yZGVyU3R5bGUiOnsiJGlkIjoiMzIzIiwiTGluZUNvbG9yIjpudWxsLCJMaW5lV2VpZ2h0IjowLjAsIkxpbmVUeXBlIjowLCJQYXJlbnRTdHlsZSI6bnVsbH0sIlBhcmVudFN0eWxlIjpudWxsfSwiRGF0ZVN0eWxlIjp7IiRpZCI6IjMyNCIsIkZvbnRTZXR0aW5ncyI6eyIkaWQiOiIzMjUiLCJGb250U2l6ZSI6MTAsIkZvbnROYW1lIjoiQ2FsaWJyaSIsIklzQm9sZCI6ZmFsc2UsIklzSXRhbGljIjpmYWxzZSwiSXNVbmRlcmxpbmVkIjpmYWxzZSwiUGFyZW50U3R5bGUiOm51bGx9LCJBdXRvU2l6ZSI6MCwiRm9yZWdyb3VuZCI6eyIkcmVmIjoiODEifSwiTWF4V2lkdGgiOjIwMC4wLCJNYXhIZWlnaHQiOiJJbmZpbml0eSIsIlNtYXJ0Rm9yZWdyb3VuZElzQWN0aXZlIjpmYWxzZSwiSG9yaXpvbnRhbEFsaWdubWVudCI6MiwiVmVydGljYWxBbGlnbm1lbnQiOjAsIlNtYXJ0Rm9yZWdyb3VuZCI6bnVsbCwiQmFja2dyb3VuZEZpbGxUeXBlIjowLCJNYXJnaW4iOnsiJHJlZiI6IjgzIn0sIlBhZGRpbmciOnsiJHJlZiI6Ijg0In0sIkJhY2tncm91bmQiOnsiJHJlZiI6Ijg1In0sIklzVmlzaWJsZSI6dHJ1ZSwiV2lkdGgiOjAuMCwiSGVpZ2h0IjowLjAsIkJvcmRlclN0eWxlIjp7IiRpZCI6IjMyNiIsIkxpbmVDb2xvciI6bnVsbCwiTGluZVdlaWdodCI6MC4wLCJMaW5lVHlwZSI6MCwiUGFyZW50U3R5bGUiOm51bGx9LCJQYXJlbnRTdHlsZSI6bnVsbH0sIkRhdGVGb3JtYXQiOnsiJGlkIjoiMzI3IiwiRm9ybWF0U3RyaW5nIjoiTS9kL3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OCIsIkZvcm1hdCI6MCwiSXNWaXNpYmxlIjpmYWxzZSwiTGFzdEtub3duVmlzaWJpbGl0eVN0YXRlIjpmYWxzZX0sIklzVmlzaWJsZSI6dHJ1ZSwiUGFyZW50U3R5bGUiOm51bGx9LCJJbmRleCI6MTAsIlNtYXJ0RHVyYXRpb25BY3RpdmF0ZWQiOmZhbHNlLCJEYXRlRm9ybWF0Ijp7IiRyZWYiOiIzMjcifSwiV2Vla051bWJlcmluZyI6eyIkaWQiOiIzMjkiLCJGb3JtYXQiOjAsIklzVmlzaWJsZSI6ZmFsc2UsIkxhc3RLbm93blZpc2liaWxpdHlTdGF0ZSI6ZmFsc2V9LCJJZCI6ImI5YjRhZjhiLWVlZGEtNGMwOS05Y2E5LWU4NTUxMjA2NjYxNiIsIkltcG9ydElkIjpudWxsLCJUaXRsZSI6Ik5EQSBzdWItIGFwcCIsIk5vdGUiOm51bGwsIkh5cGVybGluayI6eyIkaWQiOiIzMzAiLCJBZGRyZXNzIjpudWxsLCJTdWJBZGRyZXNzIjpudWxsfSwiSXNDaGFuZ2VkIjpmYWxzZSwiSXNOZXciOmZhbHNlfX1dLCJfbWlsZXN0b25lcyI6W10sIklkIjoiMDAwMDAwMDAtMDAwMC0wMDAwLTAwMDAtMDAwMDAwMDAwMDAwIiwiSXNTaW5nbGVJdGVtUm93Ijp0cnVlfV0sIkluZGV4Ijo2LCJJZCI6ImJkODEyYjVhLWJhMGQtNGVjZS05MzFjLWIwMTk0ODQ0NjZiOCIsIkhlYWRlclRleHQiOm51bGwsIklzRGVmYXVsdCI6dHJ1ZSwiU3R5bGUiOnsiJGlkIjoiMzMxIiwiSGVhZGVyU3R5bGUiOnsiJGlkIjoiMzMyIiwiVGV4dFN0eWxlIjp7IiRpZCI6IjMzMyIsIkZvbnRTZXR0aW5ncyI6eyIkaWQiOiIzMzQiLCJGb250U2l6ZSI6MTEsIkZvbnROYW1lIjoiQ2FsaWJyaSIsIklzQm9sZCI6ZmFsc2UsIklzSXRhbGljIjpmYWxzZSwiSXNVbmRlcmxpbmVkIjpmYWxzZSwiUGFyZW50U3R5bGUiOm51bGx9LCJBdXRvU2l6ZSI6MiwiRm9yZWdyb3VuZCI6eyIkaWQiOiIzMzUiLCJDb2xvciI6eyIkaWQiOiIzMzY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zMzciLCJUb3AiOjAuMCwiTGVmdCI6MC4wLCJSaWdodCI6MC4wLCJCb3R0b20iOjAuMH0sIlBhZGRpbmciOnsiJGlkIjoiMzM4IiwiVG9wIjowLjAsIkxlZnQiOjAuMCwiUmlnaHQiOjAuMCwiQm90dG9tIjowLjB9LCJCYWNrZ3JvdW5kIjpudWxsLCJJc1Zpc2libGUiOnRydWUsIldpZHRoIjowLjAsIkhlaWdodCI6MC4wLCJCb3JkZXJTdHlsZSI6bnVsbCwiUGFyZW50U3R5bGUiOm51bGx9LCJSZWN0YW5nbGVTdHlsZSI6eyIkaWQiOiIzMzkiLCJNYXJnaW4iOnsiJGlkIjoiMzQwIiwiVG9wIjowLjAsIkxlZnQiOjAuMCwiUmlnaHQiOjAuMCwiQm90dG9tIjowLjB9LCJQYWRkaW5nIjp7IiRpZCI6IjM0MSIsIlRvcCI6MC4wLCJMZWZ0IjowLjAsIlJpZ2h0IjowLjAsIkJvdHRvbSI6MC4wfSwiQmFja2dyb3VuZCI6eyIkaWQiOiIzNDIiLCJDb2xvciI6eyIkaWQiOiIzNDMiLCJBIjo2MywiUiI6MTk3LCJHIjoxOTUsIkIiOjIzOH19LCJJc1Zpc2libGUiOnRydWUsIldpZHRoIjowLjAsIkhlaWdodCI6MC4wLCJCb3JkZXJTdHlsZSI6eyIkaWQiOiIzNDQiLCJMaW5lQ29sb3IiOnsiJGlkIjoiMzQ1IiwiJHR5cGUiOiJOTFJFLkNvbW1vbi5Eb20uU29saWRDb2xvckJydXNoLCBOTFJFLkNvbW1vbiIsIkNvbG9yIjp7IiRpZCI6IjM0NiIsIkEiOjI1NSwiUiI6MjU1LCJHIjowLCJCIjowfX0sIkxpbmVXZWlnaHQiOjAuMCwiTGluZVR5cGUiOjAsIlBhcmVudFN0eWxlIjpudWxsfSwiUGFyZW50U3R5bGUiOm51bGx9LCJNYXJnaW4iOnsiJGlkIjoiMzQ3IiwiVG9wIjowLjAsIkxlZnQiOjAuMCwiUmlnaHQiOjAuMCwiQm90dG9tIjowLjB9LCJQYWRkaW5nIjp7IiRpZCI6IjM0OCIsIlRvcCI6MC4wLCJMZWZ0IjowLjAsIlJpZ2h0IjowLjAsIkJvdHRvbSI6MC4wfSwiQmFja2dyb3VuZCI6bnVsbCwiSXNWaXNpYmxlIjp0cnVlLCJXaWR0aCI6MC4wLCJIZWlnaHQiOjAuMCwiQm9yZGVyU3R5bGUiOm51bGwsIlBhcmVudFN0eWxlIjpudWxsfSwiQmFja2dyb3VuZFN0eWxlIjp7IiRpZCI6IjM0OSIsIk1hcmdpbiI6eyIkaWQiOiIzNTAiLCJUb3AiOjAuMCwiTGVmdCI6MC4wLCJSaWdodCI6MC4wLCJCb3R0b20iOjAuMH0sIlBhZGRpbmciOnsiJGlkIjoiMzUxIiwiVG9wIjowLjAsIkxlZnQiOjAuMCwiUmlnaHQiOjAuMCwiQm90dG9tIjowLjB9LCJCYWNrZ3JvdW5kIjp7IiRpZCI6IjM1MiIsIkNvbG9yIjp7IiRpZCI6IjM1MyIsIkEiOjUxLCJSIjoxOTcsIkciOjE5NSwiQiI6MjM4fX0sIklzVmlzaWJsZSI6dHJ1ZSwiV2lkdGgiOjAuMCwiSGVpZ2h0IjowLjAsIkJvcmRlclN0eWxlIjp7IiRpZCI6IjM1NCIsIkxpbmVDb2xvciI6eyIkaWQiOiIzNTUiLCIkdHlwZSI6Ik5MUkUuQ29tbW9uLkRvbS5Tb2xpZENvbG9yQnJ1c2gsIE5MUkUuQ29tbW9uIiwiQ29sb3IiOnsiJGlkIjoiMzU2IiwiQSI6MjU1LCJSIjoyNTUsIkciOjAsIkIiOjB9fSwiTGluZVdlaWdodCI6MC4wLCJMaW5lVHlwZSI6MCwiUGFyZW50U3R5bGUiOm51bGx9LCJQYXJlbnRTdHlsZSI6bnVsbH0sIk1hcmdpbiI6eyIkaWQiOiIzNTciLCJUb3AiOjAuMCwiTGVmdCI6MC4wLCJSaWdodCI6MC4wLCJCb3R0b20iOjAuMH0sIlBhZGRpbmciOnsiJGlkIjoiMzU4IiwiVG9wIjowLjAsIkxlZnQiOjAuMCwiUmlnaHQiOjAuMCwiQm90dG9tIjowLjB9LCJJc1Zpc2libGUiOmZhbHNlLCJXaWR0aCI6MC4wLCJIZWlnaHQiOjAuMCwiQm9yZGVyU3R5bGUiOm51bGwsIlBhcmVudFN0eWxlIjpudWxsfX1dLCJJZCI6ImFlMDM5Nzc0LWY1ZDktNDEzNC04NzY3LWVmZDE5MzhjOTY4ZCIsIkluZGV4Ijo2LCJIZWFkZXJUZXh0IjoiQ2hpbmFccjE0MzQtMDAxN1xyUGggSUlJIiwiU3R5bGUiOnsiJGlkIjoiMzU5IiwiSGVhZGVyU3R5bGUiOnsiJGlkIjoiMzYwIiwiVGV4dElzVmVydGljYWwiOmZhbHNlLCJUZXh0U3R5bGUiOnsiJGlkIjoiMzYxIiwiRm9udFNldHRpbmdzIjp7IiRpZCI6IjM2MiIsIkZvbnRTaXplIjoxMiwiRm9udE5hbWUiOiJDYWxpYnJpIiwiSXNCb2xkIjpmYWxzZSwiSXNJdGFsaWMiOmZhbHNlLCJJc1VuZGVybGluZWQiOmZhbHNlLCJQYXJlbnRTdHlsZSI6bnVsbH0sIkF1dG9TaXplIjoyLCJGb3JlZ3JvdW5kIjp7IiRyZWYiOiIxODgifSwiTWF4V2lkdGgiOjE0Ny4wLCJNYXhIZWlnaHQiOjAuMCwiU21hcnRGb3JlZ3JvdW5kSXNBY3RpdmUiOmZhbHNlLCJIb3Jpem9udGFsQWxpZ25tZW50IjowLCJWZXJ0aWNhbEFsaWdubWVudCI6MCwiU21hcnRGb3JlZ3JvdW5kIjpudWxsLCJCYWNrZ3JvdW5kRmlsbFR5cGUiOjAsIk1hcmdpbiI6eyIkcmVmIjoiMTkwIn0sIlBhZGRpbmciOnsiJHJlZiI6IjE5MSJ9LCJCYWNrZ3JvdW5kIjpudWxsLCJJc1Zpc2libGUiOnRydWUsIldpZHRoIjowLjAsIkhlaWdodCI6MC4wLCJCb3JkZXJTdHlsZSI6bnVsbCwiUGFyZW50U3R5bGUiOm51bGx9LCJSZWN0YW5nbGVTdHlsZSI6eyIkaWQiOiIzNjMiLCJNYXJnaW4iOnsiJGlkIjoiMzY0IiwiVG9wIjowLjAsIkxlZnQiOjAuMCwiUmlnaHQiOjAuMCwiQm90dG9tIjowLjB9LCJQYWRkaW5nIjp7IiRpZCI6IjM2NSIsIlRvcCI6MC4wLCJMZWZ0IjowLjAsIlJpZ2h0IjowLjAsIkJvdHRvbSI6MC4wfSwiQmFja2dyb3VuZCI6eyIkaWQiOiIzNjYiLCJDb2xvciI6eyIkaWQiOiIzNjciLCJBIjoyNTUsIlIiOjE5NywiRyI6MTk1LCJCIjoyMzh9fSwiSXNWaXNpYmxlIjp0cnVlLCJXaWR0aCI6MC4wLCJIZWlnaHQiOjAuMCwiQm9yZGVyU3R5bGUiOnsiJGlkIjoiMzY4IiwiTGluZUNvbG9yIjp7IiRpZCI6IjM2OSIsIiR0eXBlIjoiTkxSRS5Db21tb24uRG9tLlNvbGlkQ29sb3JCcnVzaCwgTkxSRS5Db21tb24iLCJDb2xvciI6eyIkaWQiOiIzNzAiLCJBIjoyNTUsIlIiOjI1NSwiRyI6MCwiQiI6MH19LCJMaW5lV2VpZ2h0IjowLjAsIkxpbmVUeXBlIjowLCJQYXJlbnRTdHlsZSI6bnVsbH0sIlBhcmVudFN0eWxlIjpudWxsfSwiTWFyZ2luIjp7IiRpZCI6IjM3MSIsIlRvcCI6MC4wLCJMZWZ0IjowLjAsIlJpZ2h0IjowLjAsIkJvdHRvbSI6MC4wfSwiUGFkZGluZyI6eyIkaWQiOiIzNzIiLCJUb3AiOjAuMCwiTGVmdCI6MC4wLCJSaWdodCI6MC4wLCJCb3R0b20iOjAuMH0sIkJhY2tncm91bmQiOm51bGwsIklzVmlzaWJsZSI6dHJ1ZSwiV2lkdGgiOjAuMCwiSGVpZ2h0IjowLjAsIkJvcmRlclN0eWxlIjpudWxsLCJQYXJlbnRTdHlsZSI6bnVsbH0sIkJhY2tncm91bmRTdHlsZSI6eyIkaWQiOiIzNzMiLCJNYXJnaW4iOnsiJGlkIjoiMzc0IiwiVG9wIjowLjAsIkxlZnQiOjAuMCwiUmlnaHQiOjAuMCwiQm90dG9tIjowLjB9LCJQYWRkaW5nIjp7IiRpZCI6IjM3NSIsIlRvcCI6MC4wLCJMZWZ0IjowLjAsIlJpZ2h0IjowLjAsIkJvdHRvbSI6MC4wfSwiQmFja2dyb3VuZCI6eyIkaWQiOiIzNzYiLCJDb2xvciI6eyIkaWQiOiIzNzciLCJBIjo1MSwiUiI6MTk3LCJHIjoxOTUsIkIiOjIzOH19LCJJc1Zpc2libGUiOnRydWUsIldpZHRoIjowLjAsIkhlaWdodCI6MC4wLCJCb3JkZXJTdHlsZSI6eyIkaWQiOiIzNzgiLCJMaW5lQ29sb3IiOnsiJGlkIjoiMzc5IiwiJHR5cGUiOiJOTFJFLkNvbW1vbi5Eb20uU29saWRDb2xvckJydXNoLCBOTFJFLkNvbW1vbiIsIkNvbG9yIjp7IiRpZCI6IjM4MCIsIkEiOjI1NSwiUiI6MjU1LCJHIjowLCJCIjowfX0sIkxpbmVXZWlnaHQiOjAuMCwiTGluZVR5cGUiOjAsIlBhcmVudFN0eWxlIjpudWxsfSwiUGFyZW50U3R5bGUiOm51bGx9LCJJc0Fib3ZlVGltZWJhbmQiOmZhbHNlLCJNYXJnaW4iOnsiJGlkIjoiMzgxIiwiVG9wIjowLjAsIkxlZnQiOjAuMCwiUmlnaHQiOjAuMCwiQm90dG9tIjowLjB9LCJQYWRkaW5nIjp7IiRpZCI6IjM4MiIsIlRvcCI6MC4wLCJMZWZ0IjowLjAsIlJpZ2h0IjowLjAsIkJvdHRvbSI6MC4wfSwiSXNWaXNpYmxlIjp0cnVlLCJXaWR0aCI6MC4wLCJIZWlnaHQiOjAuMCwiQm9yZGVyU3R5bGUiOnsiJGlkIjoiMzgzIiwiTGluZUNvbG9yIjpudWxsLCJMaW5lV2VpZ2h0IjowLjAsIkxpbmVUeXBlIjowLCJQYXJlbnRTdHlsZSI6bnVsbH0sIlBhcmVudFN0eWxlIjpudWxsfX1dLCJDdWx0dXJlSW5mb05hbWUiOiJlbi1VUyIsIlN0eWxlTmFtZSI6bnVsbCwiVmVyc2lvbiI6eyIkaWQiOiIzODQiLCJWZXJzaW9uIjoiMy43LjMiLCJPcmlnaW5hbEFzc2VtYmx5VmVyc2lvbiI6IjcuMDAuMTYuMDAiLCJFZGl0aW9uIjpudWxsLCJMYXN0U2F2ZWRFZGl0aW9uIjowLCJJc1BsdXNFZGl0aW9uIjpmYWxzZSwiSXNQcm9FZGl0aW9uIjpmYWxzZX0sIkVmZmVjdCI6MSwiU3R5bGUiOnsiJGlkIjoiMzg1IiwiRGVmYXVsdERlcGVuZGVuY3lTdHlsZSI6eyIkaWQiOiIzODYiLCJMaW5lU3R5bGUiOnsiJGlkIjoiMzg3IiwiTGluZUNvbG9yIjp7IiRpZCI6IjM4OCIsIiR0eXBlIjoiTkxSRS5Db21tb24uRG9tLlNvbGlkQ29sb3JCcnVzaCwgTkxSRS5Db21tb24iLCJDb2xvciI6eyIkaWQiOiIzODkiLCJBIjoyNTUsIlIiOjAsIkciOjAsIkIiOjB9fSwiTGluZVdlaWdodCI6MS4wLCJMaW5lVHlwZSI6MCwiUGFyZW50U3R5bGUiOm51bGx9LCJFbmRBcnJvd2hlYWRMaW5lU3R5bGUiOnsiJGlkIjoiMzkwIiwiS2luZCI6MSwiV2lkdGgiOjEsIkxlbmd0aCI6MCwiUGFyZW50U3R5bGUiOm51bGx9LCJCcmluZ1RvRnJvbnQiOnRydWUsIkVsYm93UmFkaXVzIjowLjAsIk1hcmdpbiI6eyIkaWQiOiIzOTEiLCJUb3AiOjAuMCwiTGVmdCI6MC4wLCJSaWdodCI6MC4wLCJCb3R0b20iOjAuMH0sIlBhZGRpbmciOnsiJGlkIjoiMzkyIiwiVG9wIjowLjAsIkxlZnQiOjAuMCwiUmlnaHQiOjAuMCwiQm90dG9tIjowLjB9LCJCYWNrZ3JvdW5kIjpudWxsLCJJc1Zpc2libGUiOnRydWUsIldpZHRoIjowLjAsIkhlaWdodCI6MC4wLCJCb3JkZXJTdHlsZSI6bnVsbCwiUGFyZW50U3R5bGUiOm51bGx9LCJDcml0aWNhbFBhdGhTdHlsZSI6eyIkaWQiOiIzOTMiLCJDcml0aWNhbFBhdGhTdHlsZU9wdGlvbnMiOjE1LCJMaW5lU3R5bGUiOnsiJGlkIjoiMzk0IiwiTGluZUNvbG9yIjp7IiRpZCI6IjM5NSIsIiR0eXBlIjoiTkxSRS5Db21tb24uRG9tLlNvbGlkQ29sb3JCcnVzaCwgTkxSRS5Db21tb24iLCJDb2xvciI6eyIkaWQiOiIzOTYiLCJBIjoyNTUsIlIiOjIyMiwiRyI6NTAsIkIiOjUwfX0sIkxpbmVXZWlnaHQiOjEuMCwiTGluZVR5cGUiOjAsIlBhcmVudFN0eWxlIjpudWxsfSwiVGl0bGVGb3JlZ3JvdW5kIjp7IiRpZCI6IjM5NyIsIkNvbG9yIjp7IiRpZCI6IjM5OCIsIkEiOjI1NSwiUiI6MTc2LCJHIjoxOSwiQiI6MjV9fSwiU2hhcGVzQmFja2dyb3VuZCI6eyIkaWQiOiIzOTkiLCJDb2xvciI6eyIkaWQiOiI0MDAiLCJBIjoyNTUsIlIiOjI1MywiRyI6MjAzLCJCIjoyMDh9fSwiU2hhcGVzQm9yZGVyU3R5bGUiOnsiJGlkIjoiNDAxIiwiTGluZUNvbG9yIjp7IiRpZCI6IjQwMiIsIiR0eXBlIjoiTkxSRS5Db21tb24uRG9tLlNvbGlkQ29sb3JCcnVzaCwgTkxSRS5Db21tb24iLCJDb2xvciI6eyIkaWQiOiI0MDMiLCJBIjoyNTUsIlIiOjIyMiwiRyI6NTAsIkIiOjUwfX0sIkxpbmVXZWlnaHQiOjEuNSwiTGluZVR5cGUiOjAsIlBhcmVudFN0eWxlIjpudWxsfSwiTWFyZ2luIjp7IiRpZCI6IjQwNCIsIlRvcCI6MC4wLCJMZWZ0IjowLjAsIlJpZ2h0IjowLjAsIkJvdHRvbSI6MC4wfSwiUGFkZGluZyI6eyIkaWQiOiI0MDUiLCJUb3AiOjAuMCwiTGVmdCI6MC4wLCJSaWdodCI6MC4wLCJCb3R0b20iOjAuMH0sIkJhY2tncm91bmQiOm51bGwsIklzVmlzaWJsZSI6ZmFsc2UsIldpZHRoIjowLjAsIkhlaWdodCI6MC4wLCJCb3JkZXJTdHlsZSI6bnVsbCwiUGFyZW50U3R5bGUiOm51bGx9LCJUaW1lYmFuZFN0eWxlIjp7IiRpZCI6IjQwNiIsIlNjYWxlTWFya2luZyI6MSwiU2hhcGUiOjAsIlNoYXBlU3R5bGUiOnsiJGlkIjoiNDA3IiwiTWFyZ2luIjp7IiRpZCI6IjQwOCIsIlRvcCI6MC4wLCJMZWZ0IjoxMC4wLCJSaWdodCI6MTAuMCwiQm90dG9tIjowLjB9LCJQYWRkaW5nIjp7IiRpZCI6IjQwOSIsIlRvcCI6My4wLCJMZWZ0IjowLjAsIlJpZ2h0IjowLjAsIkJvdHRvbSI6My4wfSwiQmFja2dyb3VuZCI6eyIkaWQiOiI0MTAiLCJDb2xvciI6eyIkaWQiOiI0MTEiLCJBIjoyNTUsIlIiOjY4LCJHIjo4NCwiQiI6MTA2fX0sIklzVmlzaWJsZSI6dHJ1ZSwiV2lkdGgiOjg1OC4wLCJIZWlnaHQiOjIwLjAsIkJvcmRlclN0eWxlIjp7IiRpZCI6IjQxMiIsIkxpbmVDb2xvciI6eyIkaWQiOiI0MTMiLCIkdHlwZSI6Ik5MUkUuQ29tbW9uLkRvbS5Tb2xpZENvbG9yQnJ1c2gsIE5MUkUuQ29tbW9uIiwiQ29sb3IiOnsiJGlkIjoiNDE0IiwiQSI6MjU1LCJSIjoyNTUsIkciOjAsIkIiOjB9fSwiTGluZVdlaWdodCI6MC4wLCJMaW5lVHlwZSI6MCwiUGFyZW50U3R5bGUiOm51bGx9LCJQYXJlbnRTdHlsZSI6bnVsbH0sIk1pZGRsZVRpZXJTaGFwZVN0eWxlIjp7IiRpZCI6IjQxNSIsIk1hcmdpbiI6eyIkaWQiOiI0MTYiLCJUb3AiOjAuMCwiTGVmdCI6MTAuMCwiUmlnaHQiOjEwLjAsIkJvdHRvbSI6MC4wfSwiUGFkZGluZyI6eyIkaWQiOiI0MTciLCJUb3AiOjMuMCwiTGVmdCI6MC4wLCJSaWdodCI6MC4wLCJCb3R0b20iOjMuMH0sIkJhY2tncm91bmQiOnsiJGlkIjoiNDE4IiwiQ29sb3IiOnsiJGlkIjoiNDE5IiwiQSI6MjU1LCJSIjo2OCwiRyI6ODQsIkIiOjEwNn19LCJJc1Zpc2libGUiOnRydWUsIldpZHRoIjo4NTguMCwiSGVpZ2h0IjoyMC4wLCJCb3JkZXJTdHlsZSI6eyIkaWQiOiI0MjAiLCJMaW5lQ29sb3IiOnsiJGlkIjoiNDIxIiwiJHR5cGUiOiJOTFJFLkNvbW1vbi5Eb20uU29saWRDb2xvckJydXNoLCBOTFJFLkNvbW1vbiIsIkNvbG9yIjp7IiRpZCI6IjQyMiIsIkEiOjI1NSwiUiI6MjU1LCJHIjowLCJCIjowfX0sIkxpbmVXZWlnaHQiOjAuMCwiTGluZVR5cGUiOjAsIlBhcmVudFN0eWxlIjpudWxsfSwiUGFyZW50U3R5bGUiOm51bGx9LCJCb3R0b21UaWVyU2hhcGVTdHlsZSI6eyIkaWQiOiI0MjMiLCJNYXJnaW4iOnsiJGlkIjoiNDI0IiwiVG9wIjowLjAsIkxlZnQiOjEwLjAsIlJpZ2h0IjoxMC4wLCJCb3R0b20iOjAuMH0sIlBhZGRpbmciOnsiJGlkIjoiNDI1IiwiVG9wIjozLjAsIkxlZnQiOjAuMCwiUmlnaHQiOjAuMCwiQm90dG9tIjozLjB9LCJCYWNrZ3JvdW5kIjp7IiRpZCI6IjQyNiIsIkNvbG9yIjp7IiRpZCI6IjQyNyIsIkEiOjI1NSwiUiI6NjgsIkciOjg0LCJCIjoxMDZ9fSwiSXNWaXNpYmxlIjp0cnVlLCJXaWR0aCI6ODU4LjAsIkhlaWdodCI6MjAuMCwiQm9yZGVyU3R5bGUiOnsiJGlkIjoiNDI4IiwiTGluZUNvbG9yIjp7IiRpZCI6IjQyOSIsIiR0eXBlIjoiTkxSRS5Db21tb24uRG9tLlNvbGlkQ29sb3JCcnVzaCwgTkxSRS5Db21tb24iLCJDb2xvciI6eyIkaWQiOiI0MzAiLCJBIjoyNTUsIlIiOjI1NSwiRyI6MCwiQiI6MH19LCJMaW5lV2VpZ2h0IjowLjAsIkxpbmVUeXBlIjowLCJQYXJlbnRTdHlsZSI6bnVsbH0sIlBhcmVudFN0eWxlIjpudWxsfSwiUmlnaHRFbmRDYXBzU3R5bGUiOnsiJGlkIjoiNDMxIiwiRm9udFNldHRpbmdzIjp7IiRpZCI6IjQzMiIsIkZvbnRTaXplIjoxOCwiRm9udE5hbWUiOiJDYWxpYnJpIiwiSXNCb2xkIjp0cnVlLCJJc0l0YWxpYyI6ZmFsc2UsIklzVW5kZXJsaW5lZCI6ZmFsc2UsIlBhcmVudFN0eWxlIjpudWxsfSwiQXV0b1NpemUiOjAsIkZvcmVncm91bmQiOnsiJGlkIjoiNDMzIiwiQ29sb3IiOnsiJGlkIjoiNDM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0MzUiLCJUb3AiOjAuMCwiTGVmdCI6MC4wLCJSaWdodCI6MjAuMCwiQm90dG9tIjowLjB9LCJQYWRkaW5nIjp7IiRpZCI6IjQzNiIsIlRvcCI6MC4wLCJMZWZ0IjowLjAsIlJpZ2h0IjowLjAsIkJvdHRvbSI6MC4wfSwiQmFja2dyb3VuZCI6eyIkaWQiOiI0MzciLCJDb2xvciI6eyIkaWQiOiI0MzgiLCJBIjowLCJSIjowLCJHIjowLCJCIjowfX0sIklzVmlzaWJsZSI6ZmFsc2UsIldpZHRoIjowLjAsIkhlaWdodCI6MC4wLCJCb3JkZXJTdHlsZSI6bnVsbCwiUGFyZW50U3R5bGUiOm51bGx9LCJMZWZ0RW5kQ2Fwc1N0eWxlIjp7IiRpZCI6IjQzOSIsIkZvbnRTZXR0aW5ncyI6eyIkaWQiOiI0NDAiLCJGb250U2l6ZSI6MTgsIkZvbnROYW1lIjoiQ2FsaWJyaSIsIklzQm9sZCI6dHJ1ZSwiSXNJdGFsaWMiOmZhbHNlLCJJc1VuZGVybGluZWQiOmZhbHNlLCJQYXJlbnRTdHlsZSI6bnVsbH0sIkF1dG9TaXplIjowLCJGb3JlZ3JvdW5kIjp7IiRpZCI6IjQ0MSIsIkNvbG9yIjp7IiRpZCI6IjQ0M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DQzIiwiVG9wIjowLjAsIkxlZnQiOjExNS41MDY2NjY2NjY2NjY2NiwiUmlnaHQiOjAuMCwiQm90dG9tIjowLjB9LCJQYWRkaW5nIjp7IiRpZCI6IjQ0NCIsIlRvcCI6MC4wLCJMZWZ0IjowLjAsIlJpZ2h0IjowLjAsIkJvdHRvbSI6MC4wfSwiQmFja2dyb3VuZCI6eyIkaWQiOiI0NDUiLCJDb2xvciI6eyIkaWQiOiI0NDYiLCJBIjowLCJSIjowLCJHIjowLCJCIjowfX0sIklzVmlzaWJsZSI6ZmFsc2UsIldpZHRoIjowLjAsIkhlaWdodCI6MC4wLCJCb3JkZXJTdHlsZSI6bnVsbCwiUGFyZW50U3R5bGUiOm51bGx9LCJUb2RheVRleHRTdHlsZSI6eyIkaWQiOiI0NDciLCJGb250U2V0dGluZ3MiOnsiJGlkIjoiNDQ4IiwiRm9udFNpemUiOjEyLCJGb250TmFtZSI6IkNhbGlicmkiLCJJc0JvbGQiOmZhbHNlLCJJc0l0YWxpYyI6ZmFsc2UsIklzVW5kZXJsaW5lZCI6ZmFsc2UsIlBhcmVudFN0eWxlIjpudWxsfSwiQXV0b1NpemUiOjAsIkZvcmVncm91bmQiOnsiJGlkIjoiNDQ5IiwiQ29sb3IiOnsiJGlkIjoiNDU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1MSIsIlRvcCI6MC4wLCJMZWZ0IjowLjAsIlJpZ2h0IjowLjAsIkJvdHRvbSI6MC4wfSwiUGFkZGluZyI6eyIkaWQiOiI0NTIiLCJUb3AiOjAuMCwiTGVmdCI6MC4wLCJSaWdodCI6MC4wLCJCb3R0b20iOjAuMH0sIkJhY2tncm91bmQiOnsiJGlkIjoiNDUzIiwiQ29sb3IiOnsiJGlkIjoiNDU0IiwiQSI6MCwiUiI6MCwiRyI6MCwiQiI6MH19LCJJc1Zpc2libGUiOnRydWUsIldpZHRoIjowLjAsIkhlaWdodCI6MC4wLCJCb3JkZXJTdHlsZSI6bnVsbCwiUGFyZW50U3R5bGUiOm51bGx9LCJUb2RheU1hcmtlclN0eWxlIjp7IiRpZCI6IjQ1NSIsIk1hcmdpbiI6eyIkaWQiOiI0NTYiLCJUb3AiOjAuMCwiTGVmdCI6MC4wLCJSaWdodCI6MC4wLCJCb3R0b20iOjAuMH0sIlBhZGRpbmciOnsiJGlkIjoiNDU3IiwiVG9wIjowLjAsIkxlZnQiOjAuMCwiUmlnaHQiOjAuMCwiQm90dG9tIjowLjB9LCJCYWNrZ3JvdW5kIjp7IiRpZCI6IjQ1OCIsIkNvbG9yIjp7IiRpZCI6IjQ1OSIsIkEiOjI1NSwiUiI6MjU1LCJHIjowLCJCIjowfX0sIklzVmlzaWJsZSI6dHJ1ZSwiV2lkdGgiOjAuMCwiSGVpZ2h0IjowLjAsIkJvcmRlclN0eWxlIjpudWxsLCJQYXJlbnRTdHlsZSI6bnVsbH0sIlNjYWxlU3R5bGUiOnsiJGlkIjoiNDYwIiwiU2hhcGUiOjMsIlNob3dTZWdtZW50U2VwYXJhdG9ycyI6dHJ1ZSwiU2VnbWVudFNlcGFyYXRvck9wYWNpdHkiOjMwLCJIYXNCZWVuVmlzaWJsZUJlZm9yZSI6dHJ1ZSwiRm9udFNldHRpbmdzIjp7IiRpZCI6IjQ2MSIsIkZvbnRTaXplIjoxMiwiRm9udE5hbWUiOiJDYWxpYnJpIiwiSXNCb2xkIjpmYWxzZSwiSXNJdGFsaWMiOmZhbHNlLCJJc1VuZGVybGluZWQiOmZhbHNlLCJQYXJlbnRTdHlsZSI6bnVsbH0sIkF1dG9TaXplIjowLCJGb3JlZ3JvdW5kIjp7IiRpZCI6IjQ2MiIsIkNvbG9yIjp7IiRpZCI6IjQ2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jQiLCJUb3AiOjAuMCwiTGVmdCI6NS4wLCJSaWdodCI6MC4wLCJCb3R0b20iOjAuMH0sIlBhZGRpbmciOnsiJGlkIjoiNDY1IiwiVG9wIjowLjAsIkxlZnQiOjAuMCwiUmlnaHQiOjAuMCwiQm90dG9tIjowLjB9LCJCYWNrZ3JvdW5kIjp7IiRpZCI6IjQ2NiIsIkNvbG9yIjp7IiRpZCI6IjQ2NyIsIkEiOjAsIlIiOjAsIkciOjAsIkIiOjB9fSwiSXNWaXNpYmxlIjp0cnVlLCJXaWR0aCI6MC4wLCJIZWlnaHQiOjAuMCwiQm9yZGVyU3R5bGUiOm51bGwsIlBhcmVudFN0eWxlIjpudWxsfSwiU2luZ2xlU2NhbGVTaGFwZVN0eWxlIjp7IiRpZCI6IjQ2OCIsIlNoYXBlIjowLCJIZWlnaHQiOjAuMH0sIk1pZGRsZVRpZXJTY2FsZVN0eWxlIjp7IiRpZCI6IjQ2OSIsIlNoYXBlIjozLCJTaG93U2VnbWVudFNlcGFyYXRvcnMiOnRydWUsIlNlZ21lbnRTZXBhcmF0b3JPcGFjaXR5IjozMCwiSGFzQmVlblZpc2libGVCZWZvcmUiOmZhbHNlLCJGb250U2V0dGluZ3MiOnsiJGlkIjoiNDcwIiwiRm9udFNpemUiOjEyLCJGb250TmFtZSI6IkNhbGlicmkiLCJJc0JvbGQiOmZhbHNlLCJJc0l0YWxpYyI6ZmFsc2UsIklzVW5kZXJsaW5lZCI6ZmFsc2UsIlBhcmVudFN0eWxlIjpudWxsfSwiQXV0b1NpemUiOjAsIkZvcmVncm91bmQiOnsiJGlkIjoiNDcxIiwiQ29sb3IiOnsiJGlkIjoiNDcy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3MyIsIlRvcCI6MC4wLCJMZWZ0Ijo1LjAsIlJpZ2h0IjowLjAsIkJvdHRvbSI6MC4wfSwiUGFkZGluZyI6eyIkaWQiOiI0NzQiLCJUb3AiOjAuMCwiTGVmdCI6MC4wLCJSaWdodCI6MC4wLCJCb3R0b20iOjAuMH0sIkJhY2tncm91bmQiOnsiJGlkIjoiNDc1IiwiQ29sb3IiOnsiJGlkIjoiNDc2IiwiQSI6MCwiUiI6MCwiRyI6MCwiQiI6MH19LCJJc1Zpc2libGUiOmZhbHNlLCJXaWR0aCI6MC4wLCJIZWlnaHQiOjAuMCwiQm9yZGVyU3R5bGUiOm51bGwsIlBhcmVudFN0eWxlIjpudWxsfSwiQm90dG9tVGllclNjYWxlU3R5bGUiOnsiJGlkIjoiNDc3IiwiU2hhcGUiOjMsIlNob3dTZWdtZW50U2VwYXJhdG9ycyI6dHJ1ZSwiU2VnbWVudFNlcGFyYXRvck9wYWNpdHkiOjMwLCJIYXNCZWVuVmlzaWJsZUJlZm9yZSI6ZmFsc2UsIkZvbnRTZXR0aW5ncyI6eyIkaWQiOiI0NzgiLCJGb250U2l6ZSI6MTIsIkZvbnROYW1lIjoiQ2FsaWJyaSIsIklzQm9sZCI6ZmFsc2UsIklzSXRhbGljIjpmYWxzZSwiSXNVbmRlcmxpbmVkIjpmYWxzZSwiUGFyZW50U3R5bGUiOm51bGx9LCJBdXRvU2l6ZSI6MCwiRm9yZWdyb3VuZCI6eyIkaWQiOiI0NzkiLCJDb2xvciI6eyIkaWQiOiI0ODA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gxIiwiVG9wIjowLjAsIkxlZnQiOjUuMCwiUmlnaHQiOjAuMCwiQm90dG9tIjowLjB9LCJQYWRkaW5nIjp7IiRpZCI6IjQ4MiIsIlRvcCI6MC4wLCJMZWZ0IjowLjAsIlJpZ2h0IjowLjAsIkJvdHRvbSI6MC4wfSwiQmFja2dyb3VuZCI6eyIkaWQiOiI0ODMiLCJDb2xvciI6eyIkaWQiOiI0ODQiLCJBIjowLCJSIjowLCJHIjowLCJCIjowfX0sIklzVmlzaWJsZSI6ZmFsc2UsIldpZHRoIjowLjAsIkhlaWdodCI6MC4wLCJCb3JkZXJTdHlsZSI6bnVsbCwiUGFyZW50U3R5bGUiOm51bGx9LCJFbGFwc2VkVGltZUJhY2tncm91bmQiOnsiJGlkIjoiNDg1IiwiQ29sb3IiOnsiJGlkIjoiNDg2IiwiQSI6MTkxLCJSIjoyNTUsIkciOjAsIkIiOjB9fSwiQXBwZW5kWWVhck9uWWVhckNoYW5nZSI6ZmFsc2UsIkVsYXBzZWRUaW1lRm9ybWF0IjoyLCJUb2RheU1hcmtlclBvc2l0aW9uIjoyLCJRdWlja1Bvc2l0aW9uIjozLCJBYnNvbHV0ZVBvc2l0aW9uIjo4MS43NzgyNywiTWFyZ2luIjp7IiRpZCI6IjQ4NyIsIlRvcCI6MC4wLCJMZWZ0IjoxMC4wLCJSaWdodCI6MTAuMCwiQm90dG9tIjowLjB9LCJQYWRkaW5nIjp7IiRpZCI6IjQ4OCIsIlRvcCI6MC4wLCJMZWZ0IjowLjAsIlJpZ2h0IjowLjAsIkJvdHRvbSI6MC4wfSwiQmFja2dyb3VuZCI6eyIkaWQiOiI0ODkiLCJDb2xvciI6eyIkaWQiOiI0OTAiLCJBIjoyNTUsIlIiOjQ3LCJHIjo1NCwiQiI6MTUzfX0sIklzVmlzaWJsZSI6dHJ1ZSwiV2lkdGgiOjAuMCwiSGVpZ2h0IjowLjAsIkJvcmRlclN0eWxlIjpudWxsLCJQYXJlbnRTdHlsZSI6bnVsbH0sIkRlZmF1bHRNaWxlc3RvbmVTdHlsZSI6eyIkaWQiOiI0OTEiLCJTaGFwZSI6MiwiQ29ubmVjdG9yTWFyZ2luIjp7IiRpZCI6IjQ5MiIsIlRvcCI6MC4wLCJMZWZ0IjoyLjAsIlJpZ2h0IjoyLjAsIkJvdHRvbSI6MC4wfSwiQ29ubmVjdG9yU3R5bGUiOnsiJGlkIjoiNDkzIiwiTGluZUNvbG9yIjp7IiRpZCI6IjQ5NCIsIiR0eXBlIjoiTkxSRS5Db21tb24uRG9tLlNvbGlkQ29sb3JCcnVzaCwgTkxSRS5Db21tb24iLCJDb2xvciI6eyIkaWQiOiI0OTUiLCJBIjoxMjcsIlIiOjc5LCJHIjoxMjksIkIiOjE4OX19LCJMaW5lV2VpZ2h0IjoxLjAsIkxpbmVUeXBlIjowLCJQYXJlbnRTdHlsZSI6bnVsbH0sIklzQmVsb3dUaW1lYmFuZCI6ZmFsc2UsIlBvc2l0aW9uT25UYXNrIjowLCJIaWRlRGF0ZSI6ZmFsc2UsIlNoYXBlU2l6ZSI6MSwiU3BhY2luZyI6Mi4wLCJQYWRkaW5nIjp7IiRpZCI6IjQ5NiIsIlRvcCI6Ny4wLCJMZWZ0IjozLjAsIlJpZ2h0IjowLjAsIkJvdHRvbSI6Mi4wfSwiU2hhcGVTdHlsZSI6eyIkaWQiOiI0OTciLCJNYXJnaW4iOnsiJHJlZiI6IjgifSwiUGFkZGluZyI6eyIkcmVmIjoiOSJ9LCJCYWNrZ3JvdW5kIjp7IiRpZCI6IjQ5OCIsIkNvbG9yIjp7IiRpZCI6IjQ5OSIsIkEiOjI1NSwiUiI6MCwiRyI6MTE0LCJCIjoxODh9fSwiSXNWaXNpYmxlIjp0cnVlLCJXaWR0aCI6MTMuMCwiSGVpZ2h0IjoxMy4wLCJCb3JkZXJTdHlsZSI6eyIkaWQiOiI1MDAiLCJMaW5lQ29sb3IiOnsiJHJlZiI6Ijk5In0sIkxpbmVXZWlnaHQiOjAuMCwiTGluZVR5cGUiOjAsIlBhcmVudFN0eWxlIjpudWxsfSwiUGFyZW50U3R5bGUiOm51bGx9LCJUaXRsZVN0eWxlIjp7IiRpZCI6IjUwMSIsIkZvbnRTZXR0aW5ncyI6eyIkaWQiOiI1MDIiLCJGb250U2l6ZSI6MTEsIkZvbnROYW1lIjoiQ2FsaWJyaSIsIklzQm9sZCI6dHJ1ZSwiSXNJdGFsaWMiOmZhbHNlLCJJc1VuZGVybGluZWQiOmZhbHNlLCJQYXJlbnRTdHlsZSI6bnVsbH0sIkF1dG9TaXplIjowLCJGb3JlZ3JvdW5kIjp7IiRyZWYiOiIxMDMifSwiTWF4V2lkdGgiOjIwMC4wLCJNYXhIZWlnaHQiOiJJbmZpbml0eSIsIlNtYXJ0Rm9yZWdyb3VuZElzQWN0aXZlIjpmYWxzZSwiSG9yaXpvbnRhbEFsaWdubWVudCI6MCwiVmVydGljYWxBbGlnbm1lbnQiOjAsIlNtYXJ0Rm9yZWdyb3VuZCI6bnVsbCwiQmFja2dyb3VuZEZpbGxUeXBlIjowLCJNYXJnaW4iOnsiJHJlZiI6IjE5In0sIlBhZGRpbmciOnsiJHJlZiI6IjIwIn0sIkJhY2tncm91bmQiOnsiJHJlZiI6IjEwNSJ9LCJJc1Zpc2libGUiOnRydWUsIldpZHRoIjowLjAsIkhlaWdodCI6MC4wLCJCb3JkZXJTdHlsZSI6bnVsbCwiUGFyZW50U3R5bGUiOm51bGx9LCJEYXRlU3R5bGUiOnsiJGlkIjoiNTAzIiwiRm9udFNldHRpbmdzIjp7IiRpZCI6IjUwNCIsIkZvbnRTaXplIjoxMCwiRm9udE5hbWUiOiJDYWxpYnJpIiwiSXNCb2xkIjpmYWxzZSwiSXNJdGFsaWMiOmZhbHNlLCJJc1VuZGVybGluZWQiOmZhbHNlLCJQYXJlbnRTdHlsZSI6bnVsbH0sIkF1dG9TaXplIjowLCJGb3JlZ3JvdW5kIjp7IiRyZWYiOiIxMDki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HJlZiI6IjExMSJ9LCJJc1Zpc2libGUiOnRydWUsIldpZHRoIjowLjAsIkhlaWdodCI6MC4wLCJCb3JkZXJTdHlsZSI6bnVsbCwiUGFyZW50U3R5bGUiOm51bGx9LCJEYXRlRm9ybWF0Ijp7IiRpZCI6IjUw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DYiLCJGb3JtYXQiOjAsIklzVmlzaWJsZSI6ZmFsc2UsIkxhc3RLbm93blZpc2liaWxpdHlTdGF0ZSI6ZmFsc2V9LCJJc1Zpc2libGUiOnRydWUsIlBhcmVudFN0eWxlIjpudWxsfSwiRGVmYXVsdFRhc2tTdHlsZSI6eyIkaWQiOiI1MDciLCJTaGFwZSI6MSwiU2hhcGVUaGlja25lc3MiOjAsIkR1cmF0aW9uRm9ybWF0IjowLCJJbmNsdWRlTm9uV29ya2luZ0RheXNJbkR1cmF0aW9uIjpmYWxzZSwiUGVyY2VudGFnZUNvbXBsZXRlU3R5bGUiOnsiJGlkIjoiNTA4IiwiRm9udFNldHRpbmdzIjp7IiRpZCI6IjUwOSIsIkZvbnRTaXplIjoxMCwiRm9udE5hbWUiOiJDYWxpYnJpIiwiSXNCb2xkIjpmYWxzZSwiSXNJdGFsaWMiOmZhbHNlLCJJc1VuZGVybGluZWQiOmZhbHNlLCJQYXJlbnRTdHlsZSI6bnVsbH0sIkF1dG9TaXplIjowLCJGb3JlZ3JvdW5kIjp7IiRyZWYiOiI0MCJ9LCJNYXhXaWR0aCI6MjAwLjAsIk1heEhlaWdodCI6IkluZmluaXR5IiwiU21hcnRGb3JlZ3JvdW5kSXNBY3RpdmUiOmZhbHNlLCJIb3Jpem9udGFsQWxpZ25tZW50IjowLCJWZXJ0aWNhbEFsaWdubWVudCI6MCwiU21hcnRGb3JlZ3JvdW5kIjpudWxsLCJCYWNrZ3JvdW5kRmlsbFR5cGUiOjAsIk1hcmdpbiI6eyIkcmVmIjoiNDIifSwiUGFkZGluZyI6eyIkcmVmIjoiNDMifSwiQmFja2dyb3VuZCI6eyIkcmVmIjoiNDQifSwiSXNWaXNpYmxlIjp0cnVlLCJXaWR0aCI6MC4wLCJIZWlnaHQiOjAuMCwiQm9yZGVyU3R5bGUiOm51bGwsIlBhcmVudFN0eWxlIjpudWxsfSwiRHVyYXRpb25TdHlsZSI6eyIkaWQiOiI1MTAiLCJGb250U2V0dGluZ3MiOnsiJGlkIjoiNTExIiwiRm9udFNpemUiOjEwLCJGb250TmFtZSI6IkNhbGlicmkiLCJJc0JvbGQiOmZhbHNlLCJJc0l0YWxpYyI6ZmFsc2UsIklzVW5kZXJsaW5lZCI6ZmFsc2UsIlBhcmVudFN0eWxlIjpudWxsfSwiQXV0b1NpemUiOjAsIkZvcmVncm91bmQiOnsiJHJlZiI6IjQ5In0sIk1heFdpZHRoIjoyMD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bnVsbCwiUGFyZW50U3R5bGUiOm51bGx9LCJIb3Jpem9udGFsQ29ubmVjdG9yU3R5bGUiOnsiJGlkIjoiNTEyIiwiTGluZUNvbG9yIjp7IiRyZWYiOiI1NyJ9LCJMaW5lV2VpZ2h0IjoxLjAsIkxpbmVUeXBlIjowLCJQYXJlbnRTdHlsZSI6bnVsbH0sIlZlcnRpY2FsQ29ubmVjdG9yU3R5bGUiOnsiJGlkIjoiNTEzIiwiTGluZUNvbG9yIjp7IiRyZWYiOiI2MC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UxNCIsIk1hcmdpbiI6eyIkcmVmIjoiNjMifSwiUGFkZGluZyI6eyIkcmVmIjoiNjQifSwiQmFja2dyb3VuZCI6eyIkaWQiOiI1MTUiLCJDb2xvciI6eyIkaWQiOiI1MTYiLCJBIjoyNTUsIlIiOjAsIkciOjExNCwiQiI6MTg4fX0sIklzVmlzaWJsZSI6dHJ1ZSwiV2lkdGgiOjAuMCwiSGVpZ2h0IjoxMC4wLCJCb3JkZXJTdHlsZSI6eyIkaWQiOiI1MTciLCJMaW5lQ29sb3IiOnsiJHJlZiI6IjY4In0sIkxpbmVXZWlnaHQiOjAuMCwiTGluZVR5cGUiOjAsIlBhcmVudFN0eWxlIjpudWxsfSwiUGFyZW50U3R5bGUiOm51bGx9LCJUaXRsZVN0eWxlIjp7IiRpZCI6IjUxOCIsIkZvbnRTZXR0aW5ncyI6eyIkaWQiOiI1MTkiLCJGb250U2l6ZSI6MTEsIkZvbnROYW1lIjoiQ2FsaWJyaSIsIklzQm9sZCI6dHJ1ZSwiSXNJdGFsaWMiOmZhbHNlLCJJc1VuZGVybGluZWQiOmZhbHNlLCJQYXJlbnRTdHlsZSI6bnVsbH0sIkF1dG9TaXplIjowLCJGb3JlZ3JvdW5kIjp7IiRyZWYiOiI3MiJ9LCJNYXhXaWR0aCI6OTY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cmVmIjoiNzYifSwiSXNWaXNpYmxlIjp0cnVlLCJXaWR0aCI6MC4wLCJIZWlnaHQiOjAuMCwiQm9yZGVyU3R5bGUiOm51bGwsIlBhcmVudFN0eWxlIjpudWxsfSwiRGF0ZVN0eWxlIjp7IiRpZCI6IjUyMCIsIkZvbnRTZXR0aW5ncyI6eyIkaWQiOiI1MjEiLCJGb250U2l6ZSI6MTAsIkZvbnROYW1lIjoiQ2FsaWJyaSIsIklzQm9sZCI6ZmFsc2UsIklzSXRhbGljIjpmYWxzZSwiSXNVbmRlcmxpbmVkIjpmYWxzZSwiUGFyZW50U3R5bGUiOm51bGx9LCJBdXRvU2l6ZSI6MCwiRm9yZWdyb3VuZCI6eyIkcmVmIjoiODEifSwiTWF4V2lkdGgiOjIwMC4wLCJNYXhIZWlnaHQiOiJJbmZpbml0eSIsIlNtYXJ0Rm9yZWdyb3VuZElzQWN0aXZlIjpmYWxzZSwiSG9yaXpvbnRhbEFsaWdubWVudCI6MiwiVmVydGljYWxBbGlnbm1lbnQiOjAsIlNtYXJ0Rm9yZWdyb3VuZCI6bnVsbCwiQmFja2dyb3VuZEZpbGxUeXBlIjowLCJNYXJnaW4iOnsiJHJlZiI6IjgzIn0sIlBhZGRpbmciOnsiJHJlZiI6Ijg0In0sIkJhY2tncm91bmQiOnsiJHJlZiI6Ijg1In0sIklzVmlzaWJsZSI6dHJ1ZSwiV2lkdGgiOjAuMCwiSGVpZ2h0IjowLjAsIkJvcmRlclN0eWxlIjpudWxsLCJQYXJlbnRTdHlsZSI6bnVsbH0sIkRhdGVGb3JtYXQiOnsiJHJlZiI6IjMwMSJ9LCJXZWVrTnVtYmVyaW5nIjp7IiRpZCI6IjUyMiIsIkZvcm1hdCI6MCwiSXNWaXNpYmxlIjpmYWxzZSwiTGFzdEtub3duVmlzaWJpbGl0eVN0YXRlIjpmYWxzZX0sIklzVmlzaWJsZSI6dHJ1ZSwiUGFyZW50U3R5bGUiOm51bGwsIl9leHBsaWNpdGx5U2V0Ijp7IiRpZCI6IjUyM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NTI0IiwiR3JpZGxpbmVTdHlsZSI6eyIkaWQiOiI1MjUiLCJMaW5lQ29sb3IiOnsiJGlkIjoiNTI2IiwiJHR5cGUiOiJOTFJFLkNvbW1vbi5Eb20uU29saWRDb2xvckJydXNoLCBOTFJFLkNvbW1vbiIsIkNvbG9yIjp7IiRpZCI6IjUyNyIsIkEiOjM4LCJSIjoyNDUsIkciOjEzOCwiQiI6MTA0fX0sIkxpbmVXZWlnaHQiOjEuMCwiTGluZVR5cGUiOjAsIlBhcmVudFN0eWxlIjpudWxsfSwiTWFyZ2luIjp7IiRpZCI6IjUyOCIsIlRvcCI6MC4wLCJMZWZ0IjowLjAsIlJpZ2h0IjowLjAsIkJvdHRvbSI6MC4wfSwiUGFkZGluZyI6eyIkaWQiOiI1MjkiLCJUb3AiOjAuMCwiTGVmdCI6MC4wLCJSaWdodCI6MC4wLCJCb3R0b20iOjAuMH0sIkJhY2tncm91bmQiOm51bGwsIklzVmlzaWJsZSI6dHJ1ZSwiV2lkdGgiOjAuMCwiSGVpZ2h0IjowLjAsIkJvcmRlclN0eWxlIjp7IiRpZCI6IjUzMCIsIkxpbmVDb2xvciI6bnVsbCwiTGluZVdlaWdodCI6MC4wLCJMaW5lVHlwZSI6MCwiUGFyZW50U3R5bGUiOm51bGx9LCJQYXJlbnRTdHlsZSI6bnVsbH0sIkFjdGl2aXR5TGluZVBhbmVsU3R5bGUiOnsiJGlkIjoiNTMxIiwiQWN0aXZpdHlMaW5lU3R5bGUiOnsiJGlkIjoiNTMyIiwiTGluZUNvbG9yIjp7IiRpZCI6IjUzMyIsIiR0eXBlIjoiTkxSRS5Db21tb24uRG9tLlNvbGlkQ29sb3JCcnVzaCwgTkxSRS5Db21tb24iLCJDb2xvciI6eyIkaWQiOiI1MzQiLCJBIjozOCwiUiI6NjgsIkciOjExNCwiQiI6MTk2fX0sIkxpbmVXZWlnaHQiOjEuMCwiTGluZVR5cGUiOjAsIlBhcmVudFN0eWxlIjpudWxsfSwiTWFyZ2luIjp7IiRpZCI6IjUzNSIsIlRvcCI6MC4wLCJMZWZ0IjowLjAsIlJpZ2h0IjowLjAsIkJvdHRvbSI6MC4wfSwiUGFkZGluZyI6eyIkaWQiOiI1MzYiLCJUb3AiOjAuMCwiTGVmdCI6MC4wLCJSaWdodCI6MC4wLCJCb3R0b20iOjAuMH0sIkJhY2tncm91bmQiOm51bGwsIklzVmlzaWJsZSI6dHJ1ZSwiV2lkdGgiOjAuMCwiSGVpZ2h0IjowLjAsIkJvcmRlclN0eWxlIjp7IiRpZCI6IjUzNyIsIkxpbmVDb2xvciI6bnVsbCwiTGluZVdlaWdodCI6MC4wLCJMaW5lVHlwZSI6MCwiUGFyZW50U3R5bGUiOm51bGx9LCJQYXJlbnRTdHlsZSI6bnVsbH0sIlNob3dFbGFwc2VkVGltZUdyYWRpZW50U3R5bGUiOmZhbHNlLCJUaW1lYmFuZFJlc2VydmVkTGVmdEFyZWFTdHlsZSI6eyIkaWQiOiI1MzgiLCJBY3Rpdml0eUhlYWRlcldpZHRoIjo3Ni4wLCJJc1NldCI6ZmFsc2V9LCJEZWZhdWx0U3dpbWxhbmVTdHlsZSI6bnVsbH0sIlNjYWxlIjpudWxsLCJTY2FsZVYyIjp7IiRpZCI6IjUzOSIsIlN0YXJ0RGF0ZSI6IjAwMDEtMDEtMDFUMDA6MDA6MDAiLCJFbmREYXRlIjoiMjAzMS0wOS0zMFQyMzo1OTowMCIsIkF1dG9EYXRlUmFuZ2UiOnRydWUsIldvcmtpbmdEYXlzIjozMSwiRmlzY2FsWWVhciI6eyIkaWQiOiI1NDAiLCJTdGFydE1vbnRoIjoxLCJVc2VTdGFydGluZ1llYXJGb3JOdW1iZXJpbmciOnRydWUsIlNob3dGaXNjYWxZZWFyTGFiZWwiOnRydWV9LCJUb2RheU1hcmtlclRleHQiOiJUb2RheSIsIkF1dG9TY2FsZVR5cGUiOmZhbHNlLCJUaW1lYmFuZFNjYWxlcyI6eyIkaWQiOiI1NDEiLCJUb3BTY2FsZUxheWVyIjp7IiRpZCI6IjU0MiIsIkZvcm1hdCI6Ik1NTSIsIlR5cGUiOjR9LCJNaWRkbGVTY2FsZUxheWVyIjp7IiRpZCI6IjU0MyIsIkZvcm1hdCI6bnVsbCwiVHlwZSI6MH0sIkJvdHRvbVNjYWxlTGF5ZXIiOnsiJGlkIjoiNTQ0IiwiRm9ybWF0IjpudWxsLCJUeXBlIjowfX19LCJNaWxlc3RvbmVzIjpbXSwiVGFza3MiOltdLCJTd2ltbGFuZXMiOltdLCJNc1Byb2plY3RJdGVtc1RyZWUiOnsiJGlkIjoiNTQ1IiwiUm9vdCI6eyJJbXBvcnRJZCI6bnVsbCwiSXNJbXBvcnRlZCI6ZmFsc2UsIkNoaWxkcmVuIjpbXX19LCJNZXRhZGF0YSI6eyIkaWQiOiI1NDYiLCJSZWNlbnRDb2xvcnNDb2xsZWN0aW9uIjoiW10iLCJTb3VyY2VUZW1wbGF0ZSI6IntcIiRpZFwiOlwiMVwiLFwiSWRcIjpcImNjMjZmODYzLTI3Y2UtNDgwZS1hNTg5LWIzZjEyZjJkNmViMFwiLFwiQ3VsdHVyZUluZm9OYW1lXCI6XCJlbi1VU1wiLFwiVmVyc2lvblwiOntcIiRpZFwiOlwiMlwiLFwiVGVtcGxhdGVEb21WZXJzaW9uXCI6XCIxLjMuMVwifSxcIkVmZmVjdFwiOjE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yLjAsXCJQYWRkaW5nXCI6e1wiJGlkXCI6XCI5MFwiLFwiVG9wXCI6Ny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UYXNrU3R5bGVcIjp7XCIkaWRcIjpcIjExNFwiLFwiU2hhcGVcIjoxLFwiU2hhcGVUaGlja25lc3NcIjowLFwiRHVyYXRpb25Gb3JtYXRcIjowLFwiUGVyY2VudGFnZUNvbXBsZXRlU3R5bGVcIjp7XCIkaWRcIjpcIjExNVwiLFwiRm9udFNldHRpbmdzXCI6e1wiJGlkXCI6XCIxMTZcIixcIkZvbnRTaXplXCI6MTAsXCJGb250TmFtZVwiOlwiQ2FsaWJyaVwiLFwiSXNCb2xkXCI6ZmFsc2UsXCJJc0l0YWxpY1wiOmZhbHNlLFwiSXNVbmRlcmxpbmVkXCI6ZmFsc2V9LFwiQXV0b1NpemVcIjowLFwiRm9yZWdyb3VuZFwiOntcIiRpZFwiOlwiMTE3XCIsXCJDb2xvclwiOntcIiRpZFwiOlwiMTE4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yZWZcIjpcIjM2XCJ9fSxcIklzVmlzaWJsZVwiOnRydWUsXCJXaWR0aFwiOjAuMCxcIkhlaWdodFwiOjAuMCxcIkJvcmRlclN0eWxlXCI6bnVsbH0sXCJEdXJhdGlvblN0eWxlXCI6e1wiJGlkXCI6XCIxMjJcIixcIkZvbnRTZXR0aW5nc1wiOntcIiRpZFwiOlwiMTIzXCIsXCJGb250U2l6ZVwiOjEwLFwiRm9udE5hbWVcIjpcIkNhbGlicmlcIixcIklzQm9sZFwiOmZhbHNlLFwiSXNJdGFsaWNcIjpmYWxzZSxcIklzVW5kZXJsaW5lZFwiOmZhbHNlfSxcIkF1dG9TaXplXCI6MCxcIkZvcmVncm91bmRcIjp7XCIkaWRcIjpcIjEyNFwiLFwiQ29sb3JcIjp7XCIkaWRcIjpcIjEy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yNlwiLFwiVG9wXCI6MC4wLFwiTGVmdFwiOjAuMCxcIlJpZ2h0XCI6MC4wLFwiQm90dG9tXCI6MC4wfSxcIlBhZGRpbmdcIjp7XCIkaWRcIjpcIjEyN1wiLFwiVG9wXCI6MC4wLFwiTGVmdFwiOjAuMCxcIlJpZ2h0XCI6MC4wLFwiQm90dG9tXCI6MC4wfSxcIkJhY2tncm91bmRcIjp7XCIkaWRcIjpcIjEyOFwiLFwiQ29sb3JcIjp7XCIkcmVmXCI6XCIzNlwifX0sXCJJc1Zpc2libGVcIjp0cnVlLFwiV2lkdGhcIjowLjAsXCJIZWlnaHRcIjowLjAsXCJCb3JkZXJTdHlsZVwiOm51bGx9LFwiSG9yaXpvbnRhbENvbm5lY3RvclN0eWxlXCI6e1wiJGlkXCI6XCIxMjlcIixcIkxpbmVDb2xvclwiOntcIiRpZFwiOlwiMTMwXCIsXCIkdHlwZVwiOlwiTkxSRS5Db21tb24uRG9tLlNvbGlkQ29sb3JCcnVzaCwgTkxSRS5Db21tb25cIixcIkNvbG9yXCI6e1wiJGlkXCI6XCIxMzFcIixcIkFcIjoyNTUsXCJSXCI6MjA0LFwiR1wiOjIwNCxcIkJcIjoyMDR9fSxcIkxpbmVXZWlnaHRcIjoxLjAsXCJMaW5lVHlwZVwiOjB9LFwiVmVydGljYWxDb25uZWN0b3JTdHlsZVwiOntcIiRpZFwiOlwiMTMyXCIsXCJMaW5lQ29sb3JcIjp7XCIkaWRcIjpcIjEzM1wiLFwiJHR5cGVcIjpcIk5MUkUuQ29tbW9uLkRvbS5Tb2xpZENvbG9yQnJ1c2gsIE5MUkUuQ29tbW9uXCIsXCJDb2xvclwiOntcIiRpZFwiOlwiMTM0XCIsXCJBXCI6MjU1LFwiUlwiOjIwNCxcIkdcIjoyMDQsXCJCXCI6MjA0fX0sXCJMaW5lV2VpZ2h0XCI6MC4wLFwiTGluZVR5cGVcIjowfSxcIk1hcmdpblwiOm51bGwsXCJTdGFydERhdGVQb3NpdGlvblwiOjMsXCJFbmREYXRlUG9zaXRpb25cIjozLFwiVGl0bGVQb3NpdGlvblwiOjQsXCJEdXJhdGlvblBvc2l0aW9uXCI6NixcIlBlcmNlbnRhZ2VDb21wbGV0ZWRQb3NpdGlvblwiOjYsXCJTcGFjaW5nXCI6NSxcIklzQmVsb3dUaW1lYmFuZFwiOmZhbHNlLFwiUGVyY2VudGFnZUNvbXBsZXRlU2hhcGVPcGFjaXR5XCI6MzUsXCJHcm91cE5hbWVcIjpudWxsLFwiQXR0YWNoZWRNaWxlc3RvbmVzU3R5bGVzXCI6bnVsbCxcIlNoYXBlU3R5bGVcIjp7XCIkaWRcIjpcIjEzNVwiLFwiTWFyZ2luXCI6e1wiJGlkXCI6XCIxMzZcIixcIlRvcFwiOjAuMCxcIkxlZnRcIjo0LjAsXCJSaWdodFwiOjQuMCxcIkJvdHRvbVwiOjAuMH0sXCJQYWRkaW5nXCI6e1wiJGlkXCI6XCIxMzdcIixcIlRvcFwiOjAuMCxcIkxlZnRcIjowLjAsXCJSaWdodFwiOjAuMCxcIkJvdHRvbVwiOjAuMH0sXCJCYWNrZ3JvdW5kXCI6e1wiJGlkXCI6XCIxMzhcIixcIkNvbG9yXCI6e1wiJGlkXCI6XCIxMzlcIixcIkFcIjoyNTUsXCJSXCI6MCxcIkdcIjoxMTQsXCJCXCI6MTg4fX0sXCJJc1Zpc2libGVcIjp0cnVlLFwiV2lkdGhcIjowLjAsXCJIZWlnaHRcIjoxMC4wLFwiQm9yZGVyU3R5bGVcIjp7XCIkaWRcIjpcIjE0MFwiLFwiTGluZUNvbG9yXCI6e1wiJGlkXCI6XCIxNDFcIixcIiR0eXBlXCI6XCJOTFJFLkNvbW1vbi5Eb20uU29saWRDb2xvckJydXNoLCBOTFJFLkNvbW1vblwiLFwiQ29sb3JcIjp7XCIkaWRcIjpcIjE0MlwiLFwiQVwiOjI1NSxcIlJcIjoyNTUsXCJHXCI6MCxcIkJcIjowfX0sXCJMaW5lV2VpZ2h0XCI6MC4wLFwiTGluZVR5cGVcIjowfX0sXCJUaXRsZVN0eWxlXCI6e1wiJGlkXCI6XCIxNDNcIixcIkZvbnRTZXR0aW5nc1wiOntcIiRpZFwiOlwiMTQ0XCIsXCJGb250U2l6ZVwiOjExLFwiRm9udE5hbWVcIjpcIkNhbGlicmlcIixcIklzQm9sZFwiOnRydWUsXCJJc0l0YWxpY1wiOmZhbHNlLFwiSXNVbmRlcmxpbmVkXCI6ZmFsc2V9LFwiQXV0b1NpemVcIjowLFwiRm9yZWdyb3VuZFwiOntcIiRpZFwiOlwiMTQ1XCIsXCJDb2xvclwiOntcIiRpZFwiOlwiMTQ2XCIsXCJBXCI6MjU1LFwiUlwiOjAsXCJHXCI6MCxcIkJcIjowfX0sXCJCYWNrZ3JvdW5kRmlsbFR5cGVcIjowLFwiTWF4V2lkdGhcIjo5NjAuMCxcIk1heEhlaWdodFwiOlwiSW5maW5pdHlcIixcIlNtYXJ0Rm9yZWdyb3VuZElzQWN0aXZlXCI6ZmFsc2UsXCJIb3Jpem9udGFsQWxpZ25tZW50XCI6MCxcIlZlcnRpY2FsQWxpZ25tZW50XCI6MCxcIlNtYXJ0Rm9yZWdyb3VuZFwiOm51bGwsXCJNYXJnaW5cIjp7XCIkaWRcIjpcIjE0N1wiLFwiVG9wXCI6MC4wLFwiTGVmdFwiOjAuMCxcIlJpZ2h0XCI6MC4wLFwiQm90dG9tXCI6MC4wfSxcIlBhZGRpbmdcIjp7XCIkaWRcIjpcIjE0OFwiLFwiVG9wXCI6MC4wLFwiTGVmdFwiOjAuMCxcIlJpZ2h0XCI6MC4wLFwiQm90dG9tXCI6MC4wfSxcIkJhY2tncm91bmRcIjp7XCIkaWRcIjpcIjE0OVwiLFwiQ29sb3JcIjp7XCIkcmVmXCI6XCIzNlwifX0sXCJJc1Zpc2libGVcIjp0cnVlLFwiV2lkdGhcIjowLjAsXCJIZWlnaHRcIjowLjAsXCJCb3JkZXJTdHlsZVwiOm51bGx9LFwiRGF0ZVN0eWxlXCI6e1wiJGlkXCI6XCIxNTBcIixcIkZvbnRTZXR0aW5nc1wiOntcIiRpZFwiOlwiMTUxXCIsXCJGb250U2l6ZVwiOjEwLFwiRm9udE5hbWVcIjpcIkNhbGlicmlcIixcIklzQm9sZFwiOmZhbHNlLFwiSXNJdGFsaWNcIjpmYWxzZSxcIklzVW5kZXJsaW5lZFwiOmZhbHNlfSxcIkF1dG9TaXplXCI6MCxcIkZvcmVncm91bmRcIjp7XCIkaWRcIjpcIjE1MlwiLFwiQ29sb3JcIjp7XCIkaWRcIjpcIjE1M1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TU0XCIsXCJUb3BcIjowLjAsXCJMZWZ0XCI6MC4wLFwiUmlnaHRcIjowLjAsXCJCb3R0b21cIjowLjB9LFwiUGFkZGluZ1wiOntcIiRpZFwiOlwiMTU1XCIsXCJUb3BcIjowLjAsXCJMZWZ0XCI6MC4wLFwiUmlnaHRcIjowLjAsXCJCb3R0b21cIjowLjB9LFwiQmFja2dyb3VuZFwiOntcIiRpZFwiOlwiMTU2XCIsXCJDb2xvclwiOntcIiRyZWZcIjpcIjM2XCJ9fSxcIklzVmlzaWJsZVwiOnRydWUsXCJXaWR0aFwiOjAuMCxcIkhlaWdodFwiOjAuMCxcIkJvcmRlclN0eWxlXCI6bnVsbH0sXCJEYXRlRm9ybWF0XCI6e1wiJGlkXCI6XCIx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udWxsLFwiRGVmYXVsdFN3aW1sYW5lU3R5bGVcIjp7XCIkaWRcIjpcIjE1OFwiLFwiSGVhZGVyU3R5bGVcIjp7XCIkaWRcIjpcIjE1OVwiLFwiVGV4dFN0eWxlXCI6e1wiJGlkXCI6XCIxNjBcIixcIkZvbnRTZXR0aW5nc1wiOntcIiRpZFwiOlwiMTYxXCIsXCJGb250U2l6ZVwiOjEyLFwiRm9udE5hbWVcIjpcIkNhbGlicmlcIixcIklzQm9sZFwiOmZhbHNlLFwiSXNJdGFsaWNcIjpmYWxzZSxcIklzVW5kZXJsaW5lZFwiOmZhbHNlfSxcIkF1dG9TaXplXCI6MCxcIkZvcmVncm91bmRcIjp7XCIkaWRcIjpcIjE2MlwiLFwiQ29sb3JcIjp7XCIkaWRcIjpcIjE2M1wiLFwiQVwiOjI1NSxcIlJcIjozMixcIkdcIjo1NixcIkJcIjoxMDB9fSxcIkJhY2tncm91bmRGaWxsVHlwZVwiOjAsXCJNYXhXaWR0aFwiOjAuMCxcIk1heEhlaWdodFwiOjAuMCxcIlNtYXJ0Rm9yZWdyb3VuZElzQWN0aXZlXCI6ZmFsc2UsXCJIb3Jpem9udGFsQWxpZ25tZW50XCI6MCxcIlZlcnRpY2FsQWxpZ25tZW50XCI6MCxcIlNtYXJ0Rm9yZWdyb3VuZFwiOm51bGwsXCJNYXJnaW5cIjp7XCIkaWRcIjpcIjE2NFwiLFwiVG9wXCI6MC4wLFwiTGVmdFwiOjAuMCxcIlJpZ2h0XCI6MC4wLFwiQm90dG9tXCI6MC4wfSxcIlBhZGRpbmdcIjp7XCIkaWRcIjpcIjE2NVwiLFwiVG9wXCI6MC4wLFwiTGVmdFwiOjAuMCxcIlJpZ2h0XCI6MC4wLFwiQm90dG9tXCI6MC4wfSxcIkJhY2tncm91bmRcIjpudWxsLFwiSXNWaXNpYmxlXCI6ZmFsc2UsXCJXaWR0aFwiOjAuMCxcIkhlaWdodFwiOjAuMCxcIkJvcmRlclN0eWxlXCI6bnVsbH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EyNyxcIlJcIjo5MSxcIkdcIjoxNTUsXCJCXCI6MjEzfX0sXCJJc1Zpc2libGVcIjpmYWxzZSxcIldpZHRoXCI6MC4wLFwiSGVpZ2h0XCI6MC4wLFwiQm9yZGVyU3R5bGVcIjp7XCIkaWRcIjpcIjE3MVwiLFwiTGluZUNvbG9yXCI6e1wiJGlkXCI6XCIxNzJcIixcIiR0eXBlXCI6XCJOTFJFLkNvbW1vbi5Eb20uU29saWRDb2xvckJydXNoLCBOTFJFLkNvbW1vblwiLFwiQ29sb3JcIjp7XCIkaWRcIjpcIjE3M1wiLFwiQVwiOjI1NSxcIlJcIjoyNTUsXCJHXCI6MCxcIkJcIjowfX0sXCJMaW5lV2VpZ2h0XCI6MC4wLFwiTGluZVR5cGVcIjowfX0sXCJUZXh0SXNWZXJ0aWNhbFwiOmZhbHNlfSxcIkJhY2tncm91bmRTdHlsZVwiOntcIiRpZFwiOlwiMTc0XCIsXCJNYXJnaW5cIjp7XCIkaWRcIjpcIjE3NVwiLFwiVG9wXCI6MC4wLFwiTGVmdFwiOjAuMCxcIlJpZ2h0XCI6MC4wLFwiQm90dG9tXCI6MC4wfSxcIlBhZGRpbmdcIjp7XCIkaWRcIjpcIjE3NlwiLFwiVG9wXCI6MC4wLFwiTGVmdFwiOjAuMCxcIlJpZ2h0XCI6MC4wLFwiQm90dG9tXCI6MC4wfSxcIkJhY2tncm91bmRcIjp7XCIkaWRcIjpcIjE3N1wiLFwiQ29sb3JcIjp7XCIkaWRcIjpcIjE3OFwiLFwiQVwiOjM4LFwiUlwiOjkxLFwiR1wiOjE1NSxcIkJcIjoyMTN9fSxcIklzVmlzaWJsZVwiOnRydWUsXCJXaWR0aFwiOjAuMCxcIkhlaWdodFwiOjAuMCxcIkJvcmRlclN0eWxlXCI6e1wiJGlkXCI6XCIxNzlcIixcIkxpbmVDb2xvclwiOntcIiRpZFwiOlwiMTgwXCIsXCIkdHlwZVwiOlwiTkxSRS5Db21tb24uRG9tLlNvbGlkQ29sb3JCcnVzaCwgTkxSRS5Db21tb25cIixcIkNvbG9yXCI6e1wiJGlkXCI6XCIxODFcIixcIkFcIjoyNTUsXCJSXCI6MjU1LFwiR1wiOjAsXCJCXCI6MH19LFwiTGluZVdlaWdodFwiOjAuMCxcIkxpbmVUeXBlXCI6MH19LFwiSXNBYm92ZVRpbWViYW5kXCI6ZmFsc2V9LFwiQ3VzdG9tTWlsZXN0b25lU3R5bGVMaXN0XCI6W10sXCJDdXN0b21UYXNrU3R5bGVMaXN0XCI6W10sXCJDdXN0b21Td2ltbGFuZURlZmluaXRpb25TdHlsZUxpc3RcIjpbXSxcIkN1c3RvbVN3aW1sYW5lVjJTdHlsZUxpc3RcIjpbXSxcIkdyaWRsaW5lUGFuZWxTdHlsZVwiOntcIiRpZFwiOlwiMTgyXCIsXCJHcmlkbGluZVN0eWxlXCI6e1wiJGlkXCI6XCIxODNcIixcIkxpbmVDb2xvclwiOntcIiRpZFwiOlwiMTg0XCIsXCIkdHlwZVwiOlwiTkxSRS5Db21tb24uRG9tLlNvbGlkQ29sb3JCcnVzaCwgTkxSRS5Db21tb25cIixcIkNvbG9yXCI6e1wiJGlkXCI6XCIxODVcIixcIkFcIjozOCxcIlJcIjo5MSxcIkdcIjoxNTUsXCJCXCI6MjEzfX0sXCJMaW5lV2VpZ2h0XCI6MS4wLFwiTGluZVR5cGVcIjowfSxcIklzVmlzaWJsZVwiOnRydWV9LFwiQWN0aXZpdHlMaW5lUGFuZWxTdHlsZVwiOntcIiRpZFwiOlwiMTg2XCIsXCJBY3Rpdml0eUxpbmVTdHlsZVwiOntcIiRpZFwiOlwiMTg3XCIsXCJMaW5lQ29sb3JcIjp7XCIkaWRcIjpcIjE4OFwiLFwiJHR5cGVcIjpcIk5MUkUuQ29tbW9uLkRvbS5Tb2xpZENvbG9yQnJ1c2gsIE5MUkUuQ29tbW9uXCIsXCJDb2xvclwiOntcIiRpZFwiOlwiMTg5XCIsXCJBXCI6MzgsXCJSXCI6NjgsXCJHXCI6MTE0LFwiQlwiOjE5Nn19LFwiTGluZVdlaWdodFwiOjEuMCxcIkxpbmVUeXBlXCI6MH0sXCJJc1Zpc2libGVcIjp0cnVlfSxcIkRlZmF1bHREZXBlbmRlbmN5U3R5bGVcIjp7XCIkaWRcIjpcIjE5MFwiLFwiTGluZVN0eWxlXCI6e1wiJGlkXCI6XCIxOTFcIixcIkxpbmVDb2xvclwiOntcIiRpZFwiOlwiMTkyXCIsXCIkdHlwZVwiOlwiTkxSRS5Db21tb24uRG9tLlNvbGlkQ29sb3JCcnVzaCwgTkxSRS5Db21tb25cIixcIkNvbG9yXCI6e1wiJGlkXCI6XCIxOTNcIixcIkFcIjoyNTUsXCJSXCI6MCxcIkdcIjowLFwiQlwiOjB9fSxcIkxpbmVXZWlnaHRcIjoxLjAsXCJMaW5lVHlwZVwiOjB9LFwiRW5kQXJyb3doZWFkTGluZVN0eWxlXCI6e1wiJGlkXCI6XCIxOTRcIixcIktpbmRcIjoxLFwiV2lkdGhcIjoxLFwiTGVuZ3RoXCI6MCxcIlBhcmVudFN0eWxlXCI6bnVsbH0sXCJCcmluZ1RvRnJvbnRcIjp0cnVlLFwiSXNWaXNpYmxlXCI6dHJ1ZSxcIlJhZGl1c1wiOjAuMH0sXCJDcml0aWNhbFBhdGhTdHlsZVwiOntcIiRpZFwiOlwiMTk1XCIsXCJDcml0aWNhbFBhdGhTdHlsZU9wdGlvbnNcIjoxNSxcIkxpbmVTdHlsZVwiOntcIiRpZFwiOlwiMTk2XCIsXCJMaW5lQ29sb3JcIjp7XCIkaWRcIjpcIjE5N1wiLFwiJHR5cGVcIjpcIk5MUkUuQ29tbW9uLkRvbS5Tb2xpZENvbG9yQnJ1c2gsIE5MUkUuQ29tbW9uXCIsXCJDb2xvclwiOntcIiRpZFwiOlwiMTk4XCIsXCJBXCI6MjU1LFwiUlwiOjIyMixcIkdcIjo1MCxcIkJcIjo1MH19LFwiTGluZVdlaWdodFwiOjEuMCxcIkxpbmVUeXBlXCI6MH0sXCJUaXRsZUZvcmVncm91bmRcIjp7XCIkaWRcIjpcIjE5OVwiLFwiQ29sb3JcIjp7XCIkaWRcIjpcIjIwMFwiLFwiQVwiOjI1NSxcIlJcIjoxNzYsXCJHXCI6MTksXCJCXCI6MjV9fSxcIlNoYXBlc0JhY2tncm91bmRcIjp7XCIkaWRcIjpcIjIwMVwiLFwiQ29sb3JcIjp7XCIkaWRcIjpcIjIwMlwiLFwiQVwiOjI1NSxcIlJcIjoyNTMsXCJHXCI6MjAzLFwiQlwiOjIwOH19LFwiU2hhcGVzQm9yZGVyU3R5bGVcIjp7XCIkaWRcIjpcIjIwM1wiLFwiTGluZUNvbG9yXCI6e1wiJGlkXCI6XCIyMDRcIixcIiR0eXBlXCI6XCJOTFJFLkNvbW1vbi5Eb20uU29saWRDb2xvckJydXNoLCBOTFJFLkNvbW1vblwiLFwiQ29sb3JcIjp7XCIkaWRcIjpcIjIwNVwiLFwiQVwiOjI1NSxcIlJcIjoyMjIsXCJHXCI6NTAsXCJCXCI6NTB9fSxcIkxpbmVXZWlnaHRcIjoxLjUsXCJMaW5lVHlwZVwiOjB9LFwiSXNWaXNpYmxlXCI6ZmFsc2V9fSxcIlNjYWxlXCI6e1wiJGlkXCI6XCIyMDZ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IwN1wiLFwiU3RhcnREYXRlXCI6XCIwMDAxLTAxLTAxVDAwOjAwOjAwXCIsXCJFbmREYXRlXCI6XCIwMDAxLTAxLTAxVDAwOjAwOjAwXCIsXCJBdXRvRGF0ZVJhbmdlXCI6dHJ1ZSxcIldvcmtpbmdEYXlzXCI6MzEsXCJUb2RheU1hcmtlclRleHRcIjpcIlRvZGF5XCIsXCJBdXRvU2NhbGVUeXBlXCI6dHJ1ZSxcIlRpbWViYW5kU2NhbGVzXCI6e1wiJGlkXCI6XCIyMDhcIixcIlRvcFNjYWxlTGF5ZXJcIjp7XCIkaWRcIjpcIjIwOVwiLFwiRm9ybWF0XCI6XCJ3XCIsXCJUeXBlXCI6MX0sXCJNaWRkbGVTY2FsZUxheWVyXCI6e1wiJGlkXCI6XCIyMTBcIixcIkZvcm1hdFwiOm51bGwsXCJUeXBlXCI6MH0sXCJCb3R0b21TY2FsZUxheWVyXCI6e1wiJGlkXCI6XCIyMTFcIixcIkZvcm1hdFwiOm51bGwsXCJUeXBlXCI6MH19fSxcIk1pbGVzdG9uZXNcIjpbXSxcIlRhc2tzXCI6W10sXCJTd2ltbGFuZXNcIjpbXSxcIlN3aW1sYW5lc1YyXCI6W10sXCJEZXBlbmRlbmNpZXNcIjpbXSxcIkRlcGVuZGVuY3lTZXR0aW5nc1wiOntcIiRpZFwiOlwiMjEyXCIsXCJEZXBlbmRlbmN5TW9kdWxlRW5hYmxlZFwiOmZhbHNlLFwiU2NoZWR1bGluZ1NldHRpbmdzXCI6e1wiJGlkXCI6XCIyMTNcIixcIkRlcGVuZGVuY2llc1NjaGVkdWxpbmdNb2RlU2V0dGluZ1wiOjEsXCJEZXBlbmRlbmNpZXNQcmV2aW91c1NjaGVkdWxpbmdNb2RlXCI6MSxcIk9uQnJlYWtpbmdGbGV4aWJsZVNjaGVkdWxpbmdNb2RlU2V0dGluZ1wiOjAsXCJPbkJyZWFraW5nU3RyaWN0U2NoZWR1bGluZ01vZGVTZXR0aW5nXCI6MH19LFwiU2V0dGluZ3NcIjp7XCIkaWRcIjpcIjIxNFwiLFwiSW1wYU9wdGlvbnNcIjp7XCIkaWRcIjpcIjIxNVwiLFwiTGVmdFRvUmlnaHRcIjpmYWxzZSxcIlBheWxvYWRPcHRpb25zXCI6Mn19LFwiVGltZUNvbmZpZ3VyYXRpb25cIjp7XCIkaWRcIjpcIjIxNlwiLFwiVXNlVGltZVwiOmZhbHNlLFwiV29ya0RheVN0YXJ0XCI6XCIwMDowMDowMFwiLFwiV29ya0RheUVuZFwiOlwiMjM6NTk6MDBcIn19In0sIlNldHRpbmdzIjp7IiRpZCI6IjU0NyIsIkltcGFPcHRpb25zIjp7IiRpZCI6IjU0O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U0OSIsIlVzZVRpbWUiOmZhbHNlLCJXb3JrRGF5U3RhcnQiOiIwMDowMDowMCIsIldvcmtEYXlFbmQiOiIyMzo1OTowMCJ9LCJMYXN0VXNlZFRlbXBsYXRlSWQiOiJjYzI2Zjg2My0yN2NlLTQ4MGUtYTU4OS1iM2YxMmYyZDZlYjAiLCJGaXJzdFdlZWtPZlllYXIiOjAsIlBsYWNlTWlsZXN0b25lQXRUaGVCZWdpbm5pbmdPZlRoZURheSI6ZmFsc2UsIkRlcGVuZGVuY3lTY2hlZHVsaW5nU2V0dGluZ3MiOnsiJGlkIjoiNTU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TIMEBANDFYSTARTMONTH" val="January"/>
  <p:tag name="OTLTIMEBANDSHOWFYLABEL" val="True"/>
  <p:tag name="OTLTIMEBANDUSESTARTINGOFTHEYEARFORFYNUMBERING" val="Tru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LEFTENDCAPSMARGINLEFT" val="115.506666666667"/>
  <p:tag name="OTLTIMEBANDRESERVEDLEFTAREAWIDTH" val="76"/>
  <p:tag name="OTLTIMEBANDRESERVEDLEFTAREAISSET" val="False"/>
  <p:tag name="OTLTIMEBANDQUICKPOSITION" val="Custom"/>
  <p:tag name="OTLTIMEBANDENDDATE" val="2031-09-30T23:59:00.0000000"/>
  <p:tag name="OTLTIMEBANDSCALETYPE" val="Years"/>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1-16T23:59:00.0000000Z"/>
  <p:tag name="OTLMARKERSHAPE" val="OTL"/>
  <p:tag name="OTLSHAPETHICKNESSTYPE" val="Thin"/>
  <p:tag name="OTLSPACING" val="5"/>
  <p:tag name="OTLSTARTDATE" val="2025-10-17T23:59:00.0000000Z"/>
  <p:tag name="OTLWEEKNUMBERINGFORMAT" val="WNFormat1"/>
  <p:tag name="OTLWEEKNUMBERINGISVISIBLE" val="False"/>
</p:tagLst>
</file>

<file path=ppt/tags/tag262.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10-27T23:59:00.0000000Z"/>
  <p:tag name="OTLMARKERSHAPE" val="OTL"/>
  <p:tag name="OTLSHAPETHICKNESSTYPE" val="Thin"/>
  <p:tag name="OTLSPACING" val="5"/>
  <p:tag name="OTLSTARTDATE" val="2025-12-03T23:59:00.0000000Z"/>
  <p:tag name="OTLWEEKNUMBERINGFORMAT" val="WNFormat1"/>
  <p:tag name="OTLWEEKNUMBERINGISVISIBLE" val="False"/>
</p:tagLst>
</file>

<file path=ppt/tags/tag263.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10-27T23:59:00.0000000Z"/>
  <p:tag name="OTLMARKERSHAPE" val="OTL"/>
  <p:tag name="OTLSHAPETHICKNESSTYPE" val="Thin"/>
  <p:tag name="OTLSPACING" val="5"/>
  <p:tag name="OTLSTARTDATE" val="2026-04-16T23:59:00.0000000Z"/>
  <p:tag name="OTLWEEKNUMBERINGFORMAT" val="WNFormat1"/>
  <p:tag name="OTLWEEKNUMBERINGISVISIBLE" val="False"/>
</p:tagLst>
</file>

<file path=ppt/tags/tag264.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31-05-01T23:59:00.0000000Z"/>
  <p:tag name="OTLMARKERSHAPE" val="OTL"/>
  <p:tag name="OTLSHAPETHICKNESSTYPE" val="Thin"/>
  <p:tag name="OTLSPACING" val="5"/>
  <p:tag name="OTLSTARTDATE" val="2030-08-30T23:59:00.0000000Z"/>
  <p:tag name="OTLWEEKNUMBERINGFORMAT" val="WNFormat1"/>
  <p:tag name="OTLWEEKNUMBERINGISVISIBLE" val="False"/>
</p:tagLst>
</file>

<file path=ppt/tags/tag265.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yy"/>
  <p:tag name="OTLDATEFORMATTIMEISVISIBLE" val="False"/>
  <p:tag name="OTLDATEFORMATTRIM00MINUTES" val="False"/>
  <p:tag name="OTLDATEFORMATUSEUS" val="True"/>
  <p:tag name="OTLDURATIONFORMAT" val="day"/>
  <p:tag name="OTLENDDATE" val="2031-09-30T23:59:00.0000000Z"/>
  <p:tag name="OTLMARKERSHAPE" val="OTL"/>
  <p:tag name="OTLSHAPETHICKNESSTYPE" val="Thin"/>
  <p:tag name="OTLSPACING" val="5"/>
  <p:tag name="OTLSTARTDATE" val="2030-09-30T00:00:00.0000000Z"/>
  <p:tag name="OTLWEEKNUMBERINGFORMAT" val="WNFormat1"/>
  <p:tag name="OTLWEEKNUMBERINGISVISIBLE" val="False"/>
</p:tagLst>
</file>

<file path=ppt/tags/tag266.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12-31T23:59:00.0000000Z"/>
  <p:tag name="OTLMARKERSHAPE" val="OTL"/>
  <p:tag name="OTLSHAPETHICKNESSTYPE" val="Thin"/>
  <p:tag name="OTLSPACING" val="5"/>
  <p:tag name="OTLSTARTDATE" val="2027-01-01T00:00:00.0000000Z"/>
  <p:tag name="OTLWEEKNUMBERINGFORMAT" val="WNFormat1"/>
  <p:tag name="OTLWEEKNUMBERINGISVISIBLE" val="False"/>
</p:tagLst>
</file>

<file path=ppt/tags/tag267.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268.xml><?xml version="1.0" encoding="utf-8"?>
<p:tagLst xmlns:a="http://schemas.openxmlformats.org/drawingml/2006/main" xmlns:r="http://schemas.openxmlformats.org/officeDocument/2006/relationships" xmlns:p="http://schemas.openxmlformats.org/presentationml/2006/main">
  <p:tag name="OTLDATE" val="2025-09-30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final CTA package"/>
  <p:tag name="OTLPOSITIONONTASK" val="None"/>
  <p:tag name="OTLRELATEDTASKID" val="00000000-0000-0000-0000-000000000000"/>
  <p:tag name="OTLWEEKNUMBERINGFORMAT" val="WNFormat1"/>
  <p:tag name="OTLWEEKNUMBERINGISVISIBLE" val="False"/>
</p:tagLst>
</file>

<file path=ppt/tags/tag269.xml><?xml version="1.0" encoding="utf-8"?>
<p:tagLst xmlns:a="http://schemas.openxmlformats.org/drawingml/2006/main" xmlns:r="http://schemas.openxmlformats.org/officeDocument/2006/relationships" xmlns:p="http://schemas.openxmlformats.org/presentationml/2006/main">
  <p:tag name="OTLDATE" val="2030-05-01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key results"/>
  <p:tag name="OTLPOSITIONONTASK" val="None"/>
  <p:tag name="OTLRELATEDTASKID" val="00000000-0000-0000-0000-000000000000"/>
  <p:tag name="OTLWEEKNUMBERINGFORMAT" val="WNFormat1"/>
  <p:tag name="OTLWEEKNUMBERINGISVISIBLE" val="False"/>
</p:tagLst>
</file>

<file path=ppt/tags/tag270.xml><?xml version="1.0" encoding="utf-8"?>
<p:tagLst xmlns:a="http://schemas.openxmlformats.org/drawingml/2006/main" xmlns:r="http://schemas.openxmlformats.org/officeDocument/2006/relationships" xmlns:p="http://schemas.openxmlformats.org/presentationml/2006/main">
  <p:tag name="OTLDATE" val="2029-05-10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interima analysis"/>
  <p:tag name="OTLPOSITIONONTASK" val="None"/>
  <p:tag name="OTLRELATEDTASKID" val="00000000-0000-0000-0000-000000000000"/>
  <p:tag name="OTLWEEKNUMBERINGFORMAT" val="WNFormat1"/>
  <p:tag name="OTLWEEKNUMBERINGISVISIBLE" val="False"/>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mM2U4YzZjOS1mYmM4LTRiMjAtOTlmOC0yOGZlMDlkYTNjZDYiLCJJbmRleCI6MSwiR3JvdXBJZCI6bnVsbCwiVGl0bGUiOiJGaW5hbCBDVEEgcGFja2FnZSIsIkRhdGVUaW1lIjoiMjAyNS0xMS0yOFQyMzo1OTowMCIsIlBlcmNlbnRhZ2VDb21wbGV0ZSI6bnVsbCwiTm90ZSI6bnVsbCwiU3R5bGUiOnsiJGlkIjoiNiIsIlRpdGxlUG9zaXRpb24iOiJMZWZ0IiwiRGF0ZVBvc2l0aW9uIjoiTGVmdCIsIlNoYXBlVHlwZSI6MiwiU2hhcGVTaXplIjox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gsIkciOjQ5LCJCIjo0Mn19LCJJc1Zpc2libGUiOnRydWUsIldpZHRoIjoxMy4wLCJIZWlnaHQiOjEzLjAsIkJvcmRlclN0eWxlIjp7IiRpZCI6IjEyIiwiTGluZUNvbG9yIjp7IiRpZCI6IjEzIiwiJHR5cGUiOiJOTFJFLkNvbW1vbi5Eb20uU29saWRDb2xvckJydXNoLCBOTFJFLkNvbW1vbiIsIkNvbG9yIjp7IiRpZCI6IjE0IiwiQSI6MjU1LCJSIjoyNTUsIkciOjAsIkIiOjB9fSwiTGluZVdlaWdodCI6MC4wLCJMaW5lVHlwZSI6MCwiUGFyZW50U3R5bGUiOm51bGx9LCJQYXJlbnRTdHlsZSI6bnVsbH0sIlRpdGxlU3R5bGUiOnsiJGlkIjoiMTUiLCJGb250U2V0dGluZ3MiOnsiJGlkIjoiMTYiLCJGb250U2l6ZSI6MTE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AsIlIiOjAsIkciOjAsIkIiOjB9fSwiSXNWaXNpYmxlIjp0cnVlLCJXaWR0aCI6MC4wLCJIZWlnaHQiOjAuMCwiQm9yZGVyU3R5bGUiOm51bGwsIlBhcmVudFN0eWxlIjpudWxsfSwiRGF0ZVN0eWxlIjp7IiRpZCI6IjIzIiwiRm9udFNldHRpbmdzIjp7IiRpZCI6IjI0IiwiRm9udFNpemUiOjEwLCJGb250TmFtZSI6IkNhbGlicmkiLCJJc0JvbGQiOmZhbHNlLCJJc0l0YWxpYyI6ZmFsc2UsIklzVW5kZXJsaW5lZCI6ZmFsc2UsIlBhcmVudFN0eWxlIjpudWxsfSwiQXV0b1NpemUiOjAsIkZvcmVncm91bmQiOnsiJGlkIjoiMjUiLCJDb2xvciI6eyIkaWQiOiI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AsIkciOjAsIkIiOjB9fSwiSXNWaXNpYmxlIjp0cnVlLCJXaWR0aCI6MC4wLCJIZWlnaHQiOjAuMCwiQm9yZGVyU3R5bGUiOm51bGwsIlBhcmVudFN0eWxlIjpudWxsfSwiRGF0ZUZvcm1hdCI6eyIkaWQiOiIzM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zMiIsIkRhdGVQYXJ0SXNWaXNpYmxlIjp0cnVlLCJUaW1lUGFydElzVmlzaWJsZSI6ZmFsc2V9fSwiV2Vla051bWJlcmluZyI6eyIkaWQiOiIz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CIsIl90YXNrcyI6W3siJGlkIjoiMzUiLCJfYXR0YWNoZWRNaWxlc3RvbmVzIjpbXSwiVGFza0RlZmluaXRpb24iOnsiJGlkIjoiMzYiLCJHcm91cE5hbWUiOm51bGwsIlN0YXJ0RGF0ZSI6IjIwMjYtMDItMDRUMjM6NTk6MDBaIiwiRW5kRGF0ZSI6IjIwMjctMDctMjJUMjM6NTk6MDBaIiwiUGVyY2VudGFnZUNvbXBsZXRlIjpudWxsLCJTdHlsZSI6eyIkaWQiOiIzNyIsIlNoYXBlIjoxLCJTaGFwZVRoaWNrbmVzcyI6MCwiRHVyYXRpb25Gb3JtYXQiOjAsIkluY2x1ZGVOb25Xb3JraW5nRGF5c0luRHVyYXRpb24iOmZhbHNlLCJQZXJjZW50YWdlQ29tcGxldGVTdHlsZSI6eyIkaWQiOiIzOCIsIkZvbnRTZXR0aW5ncyI6eyIkaWQiOiIzOSIsIkZvbnRTaXplIjoxMCwiRm9udE5hbWUiOiJDYWxpYnJpIiwiSXNCb2xkIjpmYWxzZSwiSXNJdGFsaWMiOmZhbHNlLCJJc1VuZGVybGluZWQiOmZhbHNlLCJQYXJlbnRTdHlsZSI6bnVsbH0sIkF1dG9TaXplIjowLCJGb3JlZ3JvdW5kIjp7IiRpZCI6IjQwIiwiQ29sb3IiOnsiJGlkIjoi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iIsIlRvcCI6MC4wLCJMZWZ0IjowLjAsIlJpZ2h0IjowLjAsIkJvdHRvbSI6MC4wfSwiUGFkZGluZyI6eyIkaWQiOiI0MyIsIlRvcCI6MC4wLCJMZWZ0IjowLjAsIlJpZ2h0IjowLjAsIkJvdHRvbSI6MC4wfSwiQmFja2dyb3VuZCI6eyIkaWQiOiI0NCIsIkNvbG9yIjp7IiRpZCI6IjQ1IiwiQSI6ODksIlIiOjAsIkciOjAsIkIiOjB9fSwiSXNWaXNpYmxlIjp0cnVlLCJXaWR0aCI6MC4wLCJIZWlnaHQiOjAuMCwiQm9yZGVyU3R5bGUiOnsiJGlkIjoiNDYiLCJMaW5lQ29sb3IiOm51bGwsIkxpbmVXZWlnaHQiOjAuMCwiTGluZVR5cGUiOjAsIlBhcmVudFN0eWxlIjpudWxsfSwiUGFyZW50U3R5bGUiOm51bGx9LCJEdXJhdGlvbl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xIiwiVG9wIjowLjAsIkxlZnQiOjAuMCwiUmlnaHQiOjAuMCwiQm90dG9tIjowLjB9LCJQYWRkaW5nIjp7IiRpZCI6IjUyIiwiVG9wIjowLjAsIkxlZnQiOjAuMCwiUmlnaHQiOjAuMCwiQm90dG9tIjowLjB9LCJCYWNrZ3JvdW5kIjp7IiRpZCI6IjUzIiwiQ29sb3IiOnsiJGlkIjoiNTQiLCJBIjowLCJSIjowLCJHIjowLCJCIjowfX0sIklzVmlzaWJsZSI6dHJ1ZSwiV2lkdGgiOjAuMCwiSGVpZ2h0IjowLjAsIkJvcmRlclN0eWxlIjp7IiRpZCI6IjU1IiwiTGluZUNvbG9yIjpudWxsLCJMaW5lV2VpZ2h0IjowLjAsIkxpbmVUeXBlIjowLCJQYXJlbnRTdHlsZSI6bnVsbH0sIlBhcmVudFN0eWxlIjpudWxsfSwiSG9yaXpvbnRhbENvbm5lY3RvclN0eWxlIjp7IiRpZCI6IjU2IiwiTGluZUNvbG9yIjp7IiRpZCI6IjU3IiwiJHR5cGUiOiJOTFJFLkNvbW1vbi5Eb20uU29saWRDb2xvckJydXNoLCBOTFJFLkNvbW1vbiIsIkNvbG9yIjp7IiRpZCI6IjU4IiwiQSI6MjU1LCJSIjoyMDQsIkciOjIwNCwiQiI6MjA0fX0sIkxpbmVXZWlnaHQiOjEuMCwiTGluZVR5cGUiOjAsIlBhcmVudFN0eWxlIjpudWxsfSwiVmVydGljYWxDb25uZWN0b3JTdHlsZSI6eyIkaWQiOiI1OSIsIkxpbmVDb2xvciI6eyIkaWQiOiI2MCIsIiR0eXBlIjoiTkxSRS5Db21tb24uRG9tLlNvbGlkQ29sb3JCcnVzaCwgTkxSRS5Db21tb24iLCJDb2xvciI6eyIkaWQiOiI2M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YyIiwiTWFyZ2luIjp7IiRpZCI6IjYzIiwiVG9wIjowLjAsIkxlZnQiOjQuMCwiUmlnaHQiOjQuMCwiQm90dG9tIjowLjB9LCJQYWRkaW5nIjp7IiRpZCI6IjY0IiwiVG9wIjowLjAsIkxlZnQiOjAuMCwiUmlnaHQiOjAuMCwiQm90dG9tIjowLjB9LCJCYWNrZ3JvdW5kIjp7IiRpZCI6IjY1IiwiQ29sb3IiOnsiJGlkIjoiNjYiLCJBIjoyNTUsIlIiOjgsIkciOjQ5LCJCIjo0Mn19LCJJc1Zpc2libGUiOnRydWUsIldpZHRoIjowLjAsIkhlaWdodCI6MTAuMCwiQm9yZGVyU3R5bGUiOnsiJGlkIjoiNjciLCJMaW5lQ29sb3IiOnsiJGlkIjoiNjgiLCIkdHlwZSI6Ik5MUkUuQ29tbW9uLkRvbS5Tb2xpZENvbG9yQnJ1c2gsIE5MUkUuQ29tbW9uIiwiQ29sb3IiOnsiJGlkIjoiNjkiLCJBIjoyNTUsIlIiOjI1NSwiRyI6MCwiQiI6MH19LCJMaW5lV2VpZ2h0IjowLjAsIkxpbmVUeXBlIjowLCJQYXJlbnRTdHlsZSI6bnVsbH0sIlBhcmVudFN0eWxlIjpudWxsfSwiVGl0bGVTdHlsZSI6eyIkaWQiOiI3MCIsIkZvbnRTZXR0aW5ncyI6eyIkaWQiOiI3MSIsIkZvbnRTaXplIjoxMSwiRm9udE5hbWUiOiJDYWxpYnJpIiwiSXNCb2xkIjp0cnVlLCJJc0l0YWxpYyI6ZmFsc2UsIklzVW5kZXJsaW5lZCI6ZmFsc2UsIlBhcmVudFN0eWxlIjpudWxsfSwiQXV0b1NpemUiOjAsIkZvcmVncm91bmQiOnsiJGlkIjoiNzIiLCJDb2xvciI6eyIkaWQiOiI3My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3NCIsIlRvcCI6MC4wLCJMZWZ0IjowLjAsIlJpZ2h0IjowLjAsIkJvdHRvbSI6MC4wfSwiUGFkZGluZyI6eyIkaWQiOiI3NSIsIlRvcCI6MC4wLCJMZWZ0IjowLjAsIlJpZ2h0IjowLjAsIkJvdHRvbSI6MC4wfSwiQmFja2dyb3VuZCI6eyIkaWQiOiI3NiIsIkNvbG9yIjp7IiRpZCI6Ijc3IiwiQSI6MCwiUiI6MCwiRyI6MCwiQiI6MH19LCJJc1Zpc2libGUiOnRydWUsIldpZHRoIjowLjAsIkhlaWdodCI6MC4wLCJCb3JkZXJTdHlsZSI6eyIkaWQiOiI3OCIsIkxpbmVDb2xvciI6bnVsbCwiTGluZVdlaWdodCI6MC4wLCJMaW5lVHlwZSI6MCwiUGFyZW50U3R5bGUiOm51bGx9LCJQYXJlbnRTdHlsZSI6bnVsbH0sIkRhdGVTdHlsZSI6eyIkaWQiOiI3OSIsIkZvbnRTZXR0aW5ncyI6eyIkaWQiOiI4MCIsIkZvbnRTaXplIjoxMCwiRm9udE5hbWUiOiJDYWxpYnJpIiwiSXNCb2xkIjpmYWxzZSwiSXNJdGFsaWMiOmZhbHNlLCJJc1VuZGVybGluZWQiOmZhbHNlLCJQYXJlbnRTdHlsZSI6bnVsbH0sIkF1dG9TaXplIjowLCJGb3JlZ3JvdW5kIjp7IiRpZCI6IjgxIiwiQ29sb3IiOnsiJGlkIjoiOD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zIiwiVG9wIjowLjAsIkxlZnQiOjAuMCwiUmlnaHQiOjAuMCwiQm90dG9tIjowLjB9LCJQYWRkaW5nIjp7IiRpZCI6Ijg0IiwiVG9wIjowLjAsIkxlZnQiOjAuMCwiUmlnaHQiOjAuMCwiQm90dG9tIjowLjB9LCJCYWNrZ3JvdW5kIjp7IiRpZCI6Ijg1IiwiQ29sb3IiOnsiJGlkIjoiODYiLCJBIjowLCJSIjowLCJHIjowLCJCIjowfX0sIklzVmlzaWJsZSI6dHJ1ZSwiV2lkdGgiOjAuMCwiSGVpZ2h0IjowLjAsIkJvcmRlclN0eWxlIjp7IiRpZCI6Ijg3IiwiTGluZUNvbG9yIjpudWxsLCJMaW5lV2VpZ2h0IjowLjAsIkxpbmVUeXBlIjowLCJQYXJlbnRTdHlsZSI6bnVsbH0sIlBhcmVudFN0eWxlIjpudWxsfSwiRGF0ZUZvcm1hdCI6eyIkaWQiOiI4OC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kiLCJGb3JtYXQiOjAsIklzVmlzaWJsZSI6ZmFsc2UsIkxhc3RLbm93blZpc2liaWxpdHlTdGF0ZSI6ZmFsc2V9LCJJc1Zpc2libGUiOnRydWUsIlBhcmVudFN0eWxlIjpudWxsfSwiSW5kZXgiOjIsIlNtYXJ0RHVyYXRpb25BY3RpdmF0ZWQiOmZhbHNlLCJEYXRlRm9ybWF0Ijp7IiRyZWYiOiI4OCJ9LCJXZWVrTnVtYmVyaW5nIjp7IiRpZCI6IjkwIiwiRm9ybWF0IjowLCJJc1Zpc2libGUiOmZhbHNlLCJMYXN0S25vd25WaXNpYmlsaXR5U3RhdGUiOmZhbHNlfSwiSWQiOiIxZGJhZTJhYi1kNzkxLTQyMWUtODI4Ny0yMmE1MTkzZThkNDgiLCJJbXBvcnRJZCI6bnVsbCwiVGl0bGUiOiJGU1MgLSBMU1MiLCJOb3RlIjpudWxsLCJIeXBlcmxpbmsiOnsiJGlkIjoiOTEiLCJBZGRyZXNzIjpudWxsLCJTdWJBZGRyZXNzIjpudWxsfSwiSXNDaGFuZ2VkIjpmYWxzZSwiSXNOZXciOmZhbHNlfX1dLCJfbWlsZXN0b25lcyI6W10sIklkIjoiMDAwMDAwMDAtMDAwMC0wMDAwLTAwMDAtMDAwMDAwMDAwMDAwIiwiSXNTaW5nbGVJdGVtUm93Ijp0cnVlfSx7IiRpZCI6IjkyIiwiX3Rhc2tzIjpbXSwiX21pbGVzdG9uZXMiOlt7IiRpZCI6IjkzIiwiSWQiOiI1Nzk4OWQ5Zi1hODE0LTQ2MmEtYTc4Yi1lZjE1YmJmNTg1ZTIiLCJJbmRleCI6MywiR3JvdXBJZCI6bnVsbCwiVGl0bGUiOiJrZXkgcmVzdWx0cyIsIkRhdGVUaW1lIjoiMjAyOC0wNC0xNlQyMzo1OTowMCIsIlBlcmNlbnRhZ2VDb21wbGV0ZSI6bnVsbCwiTm90ZSI6bnVsbCwiU3R5bGUiOnsiJGlkIjoiOTQiLCJUaXRsZVBvc2l0aW9uIjoiTGVmdCIsIkRhdGVQb3NpdGlvbiI6IkxlZnQiLCJTaGFwZVR5cGUiOjIsIlNoYXBlU2l6ZSI6MSwiU2hhcGVTdHlsZSI6eyIkaWQiOiI5NSIsIk1hcmdpbiI6eyIkcmVmIjoiOCJ9LCJQYWRkaW5nIjp7IiRyZWYiOiI5In0sIkJhY2tncm91bmQiOnsiJGlkIjoiOTYiLCJDb2xvciI6eyIkaWQiOiI5NyIsIkEiOjI1NSwiUiI6OCwiRyI6NDksIkIiOjQyfX0sIklzVmlzaWJsZSI6dHJ1ZSwiV2lkdGgiOjEzLjAsIkhlaWdodCI6MTMuMCwiQm9yZGVyU3R5bGUiOnsiJGlkIjoiOTgiLCJMaW5lQ29sb3IiOnsiJHJlZiI6IjEzIn0sIkxpbmVXZWlnaHQiOjAuMCwiTGluZVR5cGUiOjAsIlBhcmVudFN0eWxlIjpudWxsfSwiUGFyZW50U3R5bGUiOm51bGx9LCJUaXRsZVN0eWxlIjp7IiRpZCI6Ijk5IiwiRm9udFNldHRpbmdzIjp7IiRpZCI6IjEwMC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MTAxIiwiRm9udFNldHRpbmdzIjp7IiRpZCI6IjEwMi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yLCJWZXJ0aWNhbEFsaWdubWVudCI6MCwiU21hcnRGb3JlZ3JvdW5kIjpudWxsLCJCYWNrZ3JvdW5kRmlsbFR5cGUiOjAsIk1hcmdpbiI6eyIkcmVmIjoiMjcifSwiUGFkZGluZyI6eyIkcmVmIjoiMjgifSwiQmFja2dyb3VuZCI6eyIkcmVmIjoiMjkifSwiSXNWaXNpYmxlIjp0cnVlLCJXaWR0aCI6MC4wLCJIZWlnaHQiOjAuMCwiQm9yZGVyU3R5bGUiOm51bGwsIlBhcmVudFN0eWxlIjpudWxsfSwiRGF0ZUZvcm1hdCI6eyIkaWQiOiIxMDM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MTA0IiwiRGF0ZVBhcnRJc1Zpc2libGUiOnRydWUsIlRpbWVQYXJ0SXNWaXNpYmxlIjpmYWxzZX19LCJXZWVrTnVtYmVyaW5nIjp7IiRpZCI6IjEwNS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MCwiSWQiOiJjZDIzMDhkMC0yZDY5LTQ0ZDEtODJiMS1hMzE2OWY0NjA0YzUiLCJIZWFkZXJUZXh0IjpudWxsLCJJc0RlZmF1bHQiOnRydWUsIlN0eWxlIjp7IiRpZCI6IjEwNiIsIkhlYWRlclN0eWxlIjp7IiRpZCI6IjEwNyIsIlRleHRTdHlsZSI6eyIkaWQiOiIxMDgiLCJGb250U2V0dGluZ3MiOnsiJGlkIjoiMTA5IiwiRm9udFNpemUiOjExLCJGb250TmFtZSI6IkNhbGlicmkiLCJJc0JvbGQiOmZhbHNlLCJJc0l0YWxpYyI6ZmFsc2UsIklzVW5kZXJsaW5lZCI6ZmFsc2UsIlBhcmVudFN0eWxlIjpudWxsfSwiQXV0b1NpemUiOjIsIkZvcmVncm91bmQiOnsiJGlkIjoiMTEwIiwiQ29sb3IiOnsiJGlkIjoiMTEx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MTIiLCJUb3AiOjAuMCwiTGVmdCI6MC4wLCJSaWdodCI6MC4wLCJCb3R0b20iOjAuMH0sIlBhZGRpbmciOnsiJGlkIjoiMTEzIiwiVG9wIjowLjAsIkxlZnQiOjAuMCwiUmlnaHQiOjAuMCwiQm90dG9tIjowLjB9LCJCYWNrZ3JvdW5kIjpudWxsLCJJc1Zpc2libGUiOnRydWUsIldpZHRoIjowLjAsIkhlaWdodCI6MC4wLCJCb3JkZXJTdHlsZSI6bnVsbCwiUGFyZW50U3R5bGUiOm51bGx9LCJSZWN0YW5nbGVTdHlsZSI6eyIkaWQiOiIxMTQiLCJNYXJnaW4iOnsiJGlkIjoiMTE1IiwiVG9wIjowLjAsIkxlZnQiOjAuMCwiUmlnaHQiOjAuMCwiQm90dG9tIjowLjB9LCJQYWRkaW5nIjp7IiRpZCI6IjExNiIsIlRvcCI6MC4wLCJMZWZ0IjowLjAsIlJpZ2h0IjowLjAsIkJvdHRvbSI6MC4wfSwiQmFja2dyb3VuZCI6eyIkaWQiOiIxMTciLCJDb2xvciI6eyIkaWQiOiIxMTgiLCJBIjo2MywiUiI6OCwiRyI6NDksIkIiOjQyfX0sIklzVmlzaWJsZSI6dHJ1ZSwiV2lkdGgiOjAuMCwiSGVpZ2h0IjowLjAsIkJvcmRlclN0eWxlIjp7IiRpZCI6IjExOSIsIkxpbmVDb2xvciI6eyIkaWQiOiIxMjAiLCIkdHlwZSI6Ik5MUkUuQ29tbW9uLkRvbS5Tb2xpZENvbG9yQnJ1c2gsIE5MUkUuQ29tbW9uIiwiQ29sb3IiOnsiJGlkIjoiMTIxIiwiQSI6MjU1LCJSIjoxLCJHIjoxNSwiQiI6MTF9fSwiTGluZVdlaWdodCI6MC4wLCJMaW5lVHlwZSI6MCwiUGFyZW50U3R5bGUiOm51bGx9LCJQYXJlbnRTdHlsZSI6bnVsbH0sIk1hcmdpbiI6eyIkaWQiOiIxMjIiLCJUb3AiOjAuMCwiTGVmdCI6MC4wLCJSaWdodCI6MC4wLCJCb3R0b20iOjAuMH0sIlBhZGRpbmciOnsiJGlkIjoiMTIzIiwiVG9wIjowLjAsIkxlZnQiOjAuMCwiUmlnaHQiOjAuMCwiQm90dG9tIjowLjB9LCJCYWNrZ3JvdW5kIjpudWxsLCJJc1Zpc2libGUiOnRydWUsIldpZHRoIjowLjAsIkhlaWdodCI6MC4wLCJCb3JkZXJTdHlsZSI6bnVsbCwiUGFyZW50U3R5bGUiOm51bGx9LCJCYWNrZ3JvdW5kU3R5bGUiOnsiJGlkIjoiMTI0IiwiTWFyZ2luIjp7IiRpZCI6IjEyNSIsIlRvcCI6MC4wLCJMZWZ0IjowLjAsIlJpZ2h0IjowLjAsIkJvdHRvbSI6MC4wfSwiUGFkZGluZyI6eyIkaWQiOiIxMjYiLCJUb3AiOjAuMCwiTGVmdCI6MC4wLCJSaWdodCI6MC4wLCJCb3R0b20iOjAuMH0sIkJhY2tncm91bmQiOnsiJGlkIjoiMTI3IiwiQ29sb3IiOnsiJGlkIjoiMTI4IiwiQSI6NTEsIlIiOjE5NywiRyI6MTk1LCJCIjoyMzh9fSwiSXNWaXNpYmxlIjp0cnVlLCJXaWR0aCI6MC4wLCJIZWlnaHQiOjAuMCwiQm9yZGVyU3R5bGUiOnsiJGlkIjoiMTI5IiwiTGluZUNvbG9yIjp7IiRpZCI6IjEzMCIsIiR0eXBlIjoiTkxSRS5Db21tb24uRG9tLlNvbGlkQ29sb3JCcnVzaCwgTkxSRS5Db21tb24iLCJDb2xvciI6eyIkaWQiOiIxMzEiLCJBIjoyNTUsIlIiOjEsIkciOjE1LCJCIjoxMX19LCJMaW5lV2VpZ2h0IjowLjAsIkxpbmVUeXBlIjowLCJQYXJlbnRTdHlsZSI6bnVsbH0sIlBhcmVudFN0eWxlIjpudWxsfSwiTWFyZ2luIjp7IiRpZCI6IjEzMiIsIlRvcCI6MC4wLCJMZWZ0IjowLjAsIlJpZ2h0IjowLjAsIkJvdHRvbSI6MC4wfSwiUGFkZGluZyI6eyIkaWQiOiIxMzMiLCJUb3AiOjAuMCwiTGVmdCI6MC4wLCJSaWdodCI6MC4wLCJCb3R0b20iOjAuMH0sIklzVmlzaWJsZSI6ZmFsc2UsIldpZHRoIjowLjAsIkhlaWdodCI6MC4wLCJCb3JkZXJTdHlsZSI6bnVsbCwiUGFyZW50U3R5bGUiOm51bGx9fV0sIklkIjoiMDA4YjM1N2EtOTU5Zi00ZDkxLTgzZTctYzNkZjQ0MTk3YzI3IiwiSW5kZXgiOjAsIkhlYWRlclRleHQiOiJHbG9iYWxccjE0MzQtMDAyN1xyUGggSUkiLCJTdHlsZSI6eyIkaWQiOiIxMzQiLCJIZWFkZXJTdHlsZSI6eyIkaWQiOiIxMzUiLCJUZXh0SXNWZXJ0aWNhbCI6ZmFsc2UsIlRleHRTdHlsZSI6eyIkaWQiOiIxMzYiLCJGb250U2V0dGluZ3MiOnsiJGlkIjoiMTM3IiwiRm9udFNpemUiOjEyLCJGb250TmFtZSI6IkNhbGlicmkiLCJJc0JvbGQiOmZhbHNlLCJJc0l0YWxpYyI6ZmFsc2UsIklzVW5kZXJsaW5lZCI6ZmFsc2UsIlBhcmVudFN0eWxlIjpudWxsfSwiQXV0b1NpemUiOjIsIkZvcmVncm91bmQiOnsiJGlkIjoiMTM4IiwiQ29sb3IiOnsiJGlkIjoiMTM5IiwiQSI6MjU1LCJSIjoyNTUsIkciOjI1NSwiQiI6MjU1fX0sIk1heFdpZHRoIjoxNDcuMCwiTWF4SGVpZ2h0IjowLjAsIlNtYXJ0Rm9yZWdyb3VuZElzQWN0aXZlIjpmYWxzZSwiSG9yaXpvbnRhbEFsaWdubWVudCI6MCwiVmVydGljYWxBbGlnbm1lbnQiOjAsIlNtYXJ0Rm9yZWdyb3VuZCI6bnVsbCwiQmFja2dyb3VuZEZpbGxUeXBlIjowLCJNYXJnaW4iOnsiJGlkIjoiMTQwIiwiVG9wIjowLjAsIkxlZnQiOjAuMCwiUmlnaHQiOjAuMCwiQm90dG9tIjowLjB9LCJQYWRkaW5nIjp7IiRpZCI6IjE0MSIsIlRvcCI6MC4wLCJMZWZ0IjowLjAsIlJpZ2h0IjowLjAsIkJvdHRvbSI6MC4wfSwiQmFja2dyb3VuZCI6bnVsbCwiSXNWaXNpYmxlIjp0cnVlLCJXaWR0aCI6MC4wLCJIZWlnaHQiOjAuMCwiQm9yZGVyU3R5bGUiOm51bGwsIlBhcmVudFN0eWxlIjpudWxsfSwiUmVjdGFuZ2xlU3R5bGUiOnsiJGlkIjoiMTQyIiwiTWFyZ2luIjp7IiRpZCI6IjE0MyIsIlRvcCI6MC4wLCJMZWZ0IjowLjAsIlJpZ2h0IjowLjAsIkJvdHRvbSI6MC4wfSwiUGFkZGluZyI6eyIkaWQiOiIxNDQiLCJUb3AiOjAuMCwiTGVmdCI6MC4wLCJSaWdodCI6MC4wLCJCb3R0b20iOjAuMH0sIkJhY2tncm91bmQiOnsiJGlkIjoiMTQ1IiwiQ29sb3IiOnsiJGlkIjoiMTQ2IiwiQSI6MjU1LCJSIjowLCJHIjoyMjgsIkIiOjEyNH19LCJJc1Zpc2libGUiOnRydWUsIldpZHRoIjowLjAsIkhlaWdodCI6MC4wLCJCb3JkZXJTdHlsZSI6eyIkaWQiOiIxNDciLCJMaW5lQ29sb3IiOnsiJGlkIjoiMTQ4IiwiJHR5cGUiOiJOTFJFLkNvbW1vbi5Eb20uU29saWRDb2xvckJydXNoLCBOTFJFLkNvbW1vbiIsIkNvbG9yIjp7IiRpZCI6IjE0OSIsIkEiOjI1NSwiUiI6MjU1LCJHIjoyNTUsIkIiOjI1NX19LCJMaW5lV2VpZ2h0IjowLjAsIkxpbmVUeXBlIjowLCJQYXJlbnRTdHlsZSI6bnVsbH0sIlBhcmVudFN0eWxlIjpudWxsfSwiTWFyZ2luIjp7IiRpZCI6IjE1MCIsIlRvcCI6MC4wLCJMZWZ0IjowLjAsIlJpZ2h0IjowLjAsIkJvdHRvbSI6MC4wfSwiUGFkZGluZyI6eyIkaWQiOiIxNTEiLCJUb3AiOjAuMCwiTGVmdCI6MC4wLCJSaWdodCI6MC4wLCJCb3R0b20iOjAuMH0sIkJhY2tncm91bmQiOm51bGwsIklzVmlzaWJsZSI6dHJ1ZSwiV2lkdGgiOjAuMCwiSGVpZ2h0IjowLjAsIkJvcmRlclN0eWxlIjpudWxsLCJQYXJlbnRTdHlsZSI6bnVsbH0sIkJhY2tncm91bmRTdHlsZSI6eyIkaWQiOiIxNTIiLCJNYXJnaW4iOnsiJGlkIjoiMTUzIiwiVG9wIjowLjAsIkxlZnQiOjAuMCwiUmlnaHQiOjAuMCwiQm90dG9tIjowLjB9LCJQYWRkaW5nIjp7IiRpZCI6IjE1NCIsIlRvcCI6MC4wLCJMZWZ0IjowLjAsIlJpZ2h0IjowLjAsIkJvdHRvbSI6MC4wfSwiQmFja2dyb3VuZCI6eyIkaWQiOiIxNTUiLCJDb2xvciI6eyIkaWQiOiIxNTYiLCJBIjo1MSwiUiI6MTk3LCJHIjoxOTUsIkIiOjIzOH19LCJJc1Zpc2libGUiOnRydWUsIldpZHRoIjowLjAsIkhlaWdodCI6MC4wLCJCb3JkZXJTdHlsZSI6eyIkaWQiOiIxNTciLCJMaW5lQ29sb3IiOnsiJGlkIjoiMTU4IiwiJHR5cGUiOiJOTFJFLkNvbW1vbi5Eb20uU29saWRDb2xvckJydXNoLCBOTFJFLkNvbW1vbiIsIkNvbG9yIjp7IiRpZCI6IjE1OSIsIkEiOjI1NSwiUiI6MSwiRyI6MTUsIkIiOjExfX0sIkxpbmVXZWlnaHQiOjAuMCwiTGluZVR5cGUiOjAsIlBhcmVudFN0eWxlIjpudWxsfSwiUGFyZW50U3R5bGUiOm51bGx9LCJJc0Fib3ZlVGltZWJhbmQiOmZhbHNlLCJNYXJnaW4iOnsiJGlkIjoiMTYwIiwiVG9wIjowLjAsIkxlZnQiOjAuMCwiUmlnaHQiOjAuMCwiQm90dG9tIjowLjB9LCJQYWRkaW5nIjp7IiRpZCI6IjE2MSIsIlRvcCI6MC4wLCJMZWZ0IjowLjAsIlJpZ2h0IjowLjAsIkJvdHRvbSI6MC4wfSwiSXNWaXNpYmxlIjp0cnVlLCJXaWR0aCI6MC4wLCJIZWlnaHQiOjAuMCwiQm9yZGVyU3R5bGUiOnsiJGlkIjoiMTYyIiwiTGluZUNvbG9yIjpudWxsLCJMaW5lV2VpZ2h0IjowLjAsIkxpbmVUeXBlIjowLCJQYXJlbnRTdHlsZSI6bnVsbH0sIlBhcmVudFN0eWxlIjpudWxsfX0seyIkaWQiOiIxNjMiLCJfYWN0aXZpdGllcyI6W3siJGlkIjoiMTY0IiwiX3Jvd3MiOlt7IiRpZCI6IjE2NSIsIl90YXNrcyI6W3siJGlkIjoiMTY2IiwiX2F0dGFjaGVkTWlsZXN0b25lcyI6W10sIlRhc2tEZWZpbml0aW9uIjp7IiRpZCI6IjE2NyIsIkdyb3VwTmFtZSI6bnVsbCwiU3RhcnREYXRlIjoiMjAyNS0wNy0xMVQyMzo1OTowMFoiLCJFbmREYXRlIjoiMjAyNS0xMC0wOVQyMzo1OTowMFoiLCJQZXJjZW50YWdlQ29tcGxldGUiOm51bGwsIlN0eWxlIjp7IiRpZCI6IjE2OCIsIlNoYXBlIjoxLCJTaGFwZVRoaWNrbmVzcyI6MCwiRHVyYXRpb25Gb3JtYXQiOjAsIkluY2x1ZGVOb25Xb3JraW5nRGF5c0luRHVyYXRpb24iOmZhbHNlLCJQZXJjZW50YWdlQ29tcGxldGVTdHlsZSI6eyIkaWQiOiIxNjkiLCJGb250U2V0dGluZ3MiOnsiJGlkIjoiMTcwIiwiRm9udFNpemUiOjEwLCJGb250TmFtZSI6IkNhbGlicmkiLCJJc0JvbGQiOmZhbHNlLCJJc0l0YWxpYyI6ZmFsc2UsIklzVW5kZXJsaW5lZCI6ZmFsc2UsIlBhcmVudFN0eWxlIjpudWxsfSwiQXV0b1NpemUiOjAsIkZvcmVncm91bmQiOnsiJHJlZiI6IjQwIn0sIk1heFdpZHRoIjoyMDAuMCwiTWF4SGVpZ2h0IjoiSW5maW5pdHkiLCJTbWFydEZvcmVncm91bmRJc0FjdGl2ZSI6ZmFsc2UsIkhvcml6b250YWxBbGlnbm1lbnQiOjAsIlZlcnRpY2FsQWxpZ25tZW50IjowLCJTbWFydEZvcmVncm91bmQiOm51bGwsIkJhY2tncm91bmRGaWxsVHlwZSI6MCwiTWFyZ2luIjp7IiRyZWYiOiI0MiJ9LCJQYWRkaW5nIjp7IiRyZWYiOiI0MyJ9LCJCYWNrZ3JvdW5kIjp7IiRyZWYiOiI0NCJ9LCJJc1Zpc2libGUiOnRydWUsIldpZHRoIjowLjAsIkhlaWdodCI6MC4wLCJCb3JkZXJTdHlsZSI6eyIkaWQiOiIxNzEiLCJMaW5lQ29sb3IiOm51bGwsIkxpbmVXZWlnaHQiOjAuMCwiTGluZVR5cGUiOjAsIlBhcmVudFN0eWxlIjpudWxsfSwiUGFyZW50U3R5bGUiOm51bGx9LCJEdXJhdGlvblN0eWxlIjp7IiRpZCI6IjE3MiIsIkZvbnRTZXR0aW5ncyI6eyIkaWQiOiIxNzMiLCJGb250U2l6ZSI6MTAsIkZvbnROYW1lIjoiQ2FsaWJyaSIsIklzQm9sZCI6ZmFsc2UsIklzSXRhbGljIjpmYWxzZSwiSXNVbmRlcmxpbmVkIjpmYWxzZSwiUGFyZW50U3R5bGUiOm51bGx9LCJBdXRvU2l6ZSI6MCwiRm9yZWdyb3VuZCI6eyIkcmVmIjoiNDkifSwiTWF4V2lkdGgiOjIw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E3NCIsIkxpbmVDb2xvciI6bnVsbCwiTGluZVdlaWdodCI6MC4wLCJMaW5lVHlwZSI6MCwiUGFyZW50U3R5bGUiOm51bGx9LCJQYXJlbnRTdHlsZSI6bnVsbH0sIkhvcml6b250YWxDb25uZWN0b3JTdHlsZSI6eyIkaWQiOiIxNzUiLCJMaW5lQ29sb3IiOnsiJHJlZiI6IjU3In0sIkxpbmVXZWlnaHQiOjEuMCwiTGluZVR5cGUiOjAsIlBhcmVudFN0eWxlIjpudWxsfSwiVmVydGljYWxDb25uZWN0b3JTdHlsZSI6eyIkaWQiOiIxNzYiLCJMaW5lQ29sb3IiOnsiJHJlZiI6IjY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dHJ1ZSwiUGVyY2VudGFnZUNvbXBsZXRlU2hhcGVPcGFjaXR5IjozNSwiU2hhcGVTdHlsZSI6eyIkaWQiOiIxNzciLCJNYXJnaW4iOnsiJHJlZiI6IjYzIn0sIlBhZGRpbmciOnsiJHJlZiI6IjY0In0sIkJhY2tncm91bmQiOnsiJGlkIjoiMTc4IiwiQ29sb3IiOnsiJGlkIjoiMTc5IiwiQSI6MjU1LCJSIjo4LCJHIjo0OSwiQiI6NDJ9fSwiSXNWaXNpYmxlIjp0cnVlLCJXaWR0aCI6MC4wLCJIZWlnaHQiOjEwLjAsIkJvcmRlclN0eWxlIjp7IiRpZCI6IjE4MCIsIkxpbmVDb2xvciI6eyIkaWQiOiIxODEiLCIkdHlwZSI6Ik5MUkUuQ29tbW9uLkRvbS5Tb2xpZENvbG9yQnJ1c2gsIE5MUkUuQ29tbW9uIiwiQ29sb3IiOnsiJGlkIjoiMTgyIiwiQSI6MjU1LCJSIjoxLCJHIjoxNSwiQiI6MTF9fSwiTGluZVdlaWdodCI6MC4wLCJMaW5lVHlwZSI6MCwiUGFyZW50U3R5bGUiOm51bGx9LCJQYXJlbnRTdHlsZSI6bnVsbH0sIlRpdGxlU3R5bGUiOnsiJGlkIjoiMTgzIiwiRm9udFNldHRpbmdzIjp7IiRpZCI6IjE4NCIsIkZvbnRTaXplIjoxMSwiRm9udE5hbWUiOiJDYWxpYnJpIiwiSXNCb2xkIjp0cnVlLCJJc0l0YWxpYyI6ZmFsc2UsIklzVW5kZXJsaW5lZCI6ZmFsc2UsIlBhcmVudFN0eWxlIjpudWxsfSwiQXV0b1NpemUiOjAsIkZvcmVncm91bmQiOnsiJGlkIjoiMTg1IiwiQ29sb3IiOnsiJGlkIjoiMTg2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pZCI6IjE4NyIsIkNvbG9yIjp7IiRpZCI6IjE4OCIsIkEiOjAsIlIiOjI1NSwiRyI6MjU1LCJCIjoyNTV9fSwiSXNWaXNpYmxlIjp0cnVlLCJXaWR0aCI6MC4wLCJIZWlnaHQiOjAuMCwiQm9yZGVyU3R5bGUiOnsiJGlkIjoiMTg5IiwiTGluZUNvbG9yIjpudWxsLCJMaW5lV2VpZ2h0IjowLjAsIkxpbmVUeXBlIjowLCJQYXJlbnRTdHlsZSI6bnVsbH0sIlBhcmVudFN0eWxlIjpudWxsfSwiRGF0ZVN0eWxlIjp7IiRpZCI6IjE5MCIsIkZvbnRTZXR0aW5ncyI6eyIkaWQiOiIxOTEiLCJGb250U2l6ZSI6MTAsIkZvbnROYW1lIjoiQ2FsaWJyaSIsIklzQm9sZCI6ZmFsc2UsIklzSXRhbGljIjpmYWxzZSwiSXNVbmRlcmxpbmVkIjpmYWxzZSwiUGFyZW50U3R5bGUiOm51bGx9LCJBdXRvU2l6ZSI6MCwiRm9yZWdyb3VuZCI6eyIkaWQiOiIxOTIiLCJDb2xvciI6eyIkaWQiOiIxOTM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ODMifSwiUGFkZGluZyI6eyIkcmVmIjoiODQifSwiQmFja2dyb3VuZCI6eyIkaWQiOiIxOTQiLCJDb2xvciI6eyIkaWQiOiIxOTUiLCJBIjowLCJSIjoyNTUsIkciOjI1NSwiQiI6MjU1fX0sIklzVmlzaWJsZSI6dHJ1ZSwiV2lkdGgiOjAuMCwiSGVpZ2h0IjowLjAsIkJvcmRlclN0eWxlIjp7IiRpZCI6IjE5NiIsIkxpbmVDb2xvciI6bnVsbCwiTGluZVdlaWdodCI6MC4wLCJMaW5lVHlwZSI6MCwiUGFyZW50U3R5bGUiOm51bGx9LCJQYXJlbnRTdHlsZSI6bnVsbH0sIkRhdGVGb3JtYXQiOnsiJGlkIjoiMTk3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giLCJGb3JtYXQiOjAsIklzVmlzaWJsZSI6ZmFsc2UsIkxhc3RLbm93blZpc2liaWxpdHlTdGF0ZSI6ZmFsc2V9LCJJc1Zpc2libGUiOnRydWUsIlBhcmVudFN0eWxlIjpudWxsfSwiSW5kZXgiOjUsIlNtYXJ0RHVyYXRpb25BY3RpdmF0ZWQiOmZhbHNlLCJEYXRlRm9ybWF0Ijp7IiRyZWYiOiIxOTcifSwiV2Vla051bWJlcmluZyI6eyIkaWQiOiIxOTkiLCJGb3JtYXQiOjAsIklzVmlzaWJsZSI6ZmFsc2UsIkxhc3RLbm93blZpc2liaWxpdHlTdGF0ZSI6ZmFsc2V9LCJJZCI6IjIwNGFjOWQ5LTI5MWYtNDliOS04ZjAyLWRjZTBlZmM3NzdlMyIsIkltcG9ydElkIjpudWxsLCJUaXRsZSI6InByZS1JTkQgc3ViIC0gZmVlZGJhY2siLCJOb3RlIjpudWxsLCJIeXBlcmxpbmsiOnsiJGlkIjoiMjAwIiwiQWRkcmVzcyI6bnVsbCwiU3ViQWRkcmVzcyI6bnVsbH0sIklzQ2hhbmdlZCI6ZmFsc2UsIklzTmV3IjpmYWxzZX19XSwiX21pbGVzdG9uZXMiOltdLCJJZCI6IjAwMDAwMDAwLTAwMDAtMDAwMC0wMDAwLTAwMDAwMDAwMDAwMCIsIklzU2luZ2xlSXRlbVJvdyI6dHJ1ZX0seyIkaWQiOiIyMDEiLCJfdGFza3MiOlt7IiRpZCI6IjIwMiIsIl9hdHRhY2hlZE1pbGVzdG9uZXMiOltdLCJUYXNrRGVmaW5pdGlvbiI6eyIkaWQiOiIyMDMiLCJHcm91cE5hbWUiOm51bGwsIlN0YXJ0RGF0ZSI6IjIwMjUtMTItMTJUMjM6NTk6MDBaIiwiRW5kRGF0ZSI6IjIwMjYtMDMtMTlUMjM6NTk6MDBaIiwiUGVyY2VudGFnZUNvbXBsZXRlIjpudWxsLCJTdHlsZSI6eyIkaWQiOiIyMDQiLCJTaGFwZSI6MSwiU2hhcGVUaGlja25lc3MiOjAsIkR1cmF0aW9uRm9ybWF0IjowLCJJbmNsdWRlTm9uV29ya2luZ0RheXNJbkR1cmF0aW9uIjpmYWxzZSwiUGVyY2VudGFnZUNvbXBsZXRlU3R5bGUiOnsiJGlkIjoiMjA1IiwiRm9udFNldHRpbmdzIjp7IiRpZCI6IjIwNiIsIkZvbnRTaXplIjoxMCwiRm9udE5hbWUiOiJDYWxpYnJpIiwiSXNCb2xkIjpmYWxzZSwiSXNJdGFsaWMiOmZhbHNlLCJJc1VuZGVybGluZWQiOmZhbHNlLCJQYXJlbnRTdHlsZSI6bnVsbH0sIkF1dG9TaXplIjowLCJGb3JlZ3JvdW5kIjp7IiRyZWYiOiI0MCJ9LCJNYXhXaWR0aCI6MjAwLjAsIk1heEhlaWdodCI6IkluZmluaXR5IiwiU21hcnRGb3JlZ3JvdW5kSXNBY3RpdmUiOmZhbHNlLCJIb3Jpem9udGFsQWxpZ25tZW50IjowLCJWZXJ0aWNhbEFsaWdubWVudCI6MCwiU21hcnRGb3JlZ3JvdW5kIjpudWxsLCJCYWNrZ3JvdW5kRmlsbFR5cGUiOjAsIk1hcmdpbiI6eyIkcmVmIjoiNDIifSwiUGFkZGluZyI6eyIkcmVmIjoiNDMifSwiQmFja2dyb3VuZCI6eyIkcmVmIjoiNDQifSwiSXNWaXNpYmxlIjp0cnVlLCJXaWR0aCI6MC4wLCJIZWlnaHQiOjAuMCwiQm9yZGVyU3R5bGUiOnsiJGlkIjoiMjA3IiwiTGluZUNvbG9yIjpudWxsLCJMaW5lV2VpZ2h0IjowLjAsIkxpbmVUeXBlIjowLCJQYXJlbnRTdHlsZSI6bnVsbH0sIlBhcmVudFN0eWxlIjpudWxsfSwiRHVyYXRpb25TdHlsZSI6eyIkaWQiOiIyMDgiLCJGb250U2V0dGluZ3MiOnsiJGlkIjoiMjA5IiwiRm9udFNpemUiOjEwLCJGb250TmFtZSI6IkNhbGlicmkiLCJJc0JvbGQiOmZhbHNlLCJJc0l0YWxpYyI6ZmFsc2UsIklzVW5kZXJsaW5lZCI6ZmFsc2UsIlBhcmVudFN0eWxlIjpudWxsfSwiQXV0b1NpemUiOjAsIkZvcmVncm91bmQiOnsiJHJlZiI6IjQ5In0sIk1heFdpZHRoIjoyMD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eyIkaWQiOiIyMTAiLCJMaW5lQ29sb3IiOm51bGwsIkxpbmVXZWlnaHQiOjAuMCwiTGluZVR5cGUiOjAsIlBhcmVudFN0eWxlIjpudWxsfSwiUGFyZW50U3R5bGUiOm51bGx9LCJIb3Jpem9udGFsQ29ubmVjdG9yU3R5bGUiOnsiJGlkIjoiMjExIiwiTGluZUNvbG9yIjp7IiRyZWYiOiI1NyJ9LCJMaW5lV2VpZ2h0IjoxLjAsIkxpbmVUeXBlIjowLCJQYXJlbnRTdHlsZSI6bnVsbH0sIlZlcnRpY2FsQ29ubmVjdG9yU3R5bGUiOnsiJGlkIjoiMjEyIiwiTGluZUNvbG9yIjp7IiRyZWYiOiI2MC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MjEzIiwiTWFyZ2luIjp7IiRyZWYiOiI2MyJ9LCJQYWRkaW5nIjp7IiRyZWYiOiI2NCJ9LCJCYWNrZ3JvdW5kIjp7IiRpZCI6IjIxNCIsIkNvbG9yIjp7IiRpZCI6IjIxNSIsIkEiOjI1NSwiUiI6OCwiRyI6NDksIkIiOjQyfX0sIklzVmlzaWJsZSI6dHJ1ZSwiV2lkdGgiOjAuMCwiSGVpZ2h0IjoxMC4wLCJCb3JkZXJTdHlsZSI6eyIkaWQiOiIyMTYiLCJMaW5lQ29sb3IiOnsiJGlkIjoiMjE3IiwiJHR5cGUiOiJOTFJFLkNvbW1vbi5Eb20uU29saWRDb2xvckJydXNoLCBOTFJFLkNvbW1vbiIsIkNvbG9yIjp7IiRpZCI6IjIxOCIsIkEiOjI1NSwiUiI6MSwiRyI6MTUsIkIiOjExfX0sIkxpbmVXZWlnaHQiOjAuMCwiTGluZVR5cGUiOjAsIlBhcmVudFN0eWxlIjpudWxsfSwiUGFyZW50U3R5bGUiOm51bGx9LCJUaXRsZVN0eWxlIjp7IiRpZCI6IjIxOSIsIkZvbnRTZXR0aW5ncyI6eyIkaWQiOiIyMjAiLCJGb250U2l6ZSI6MTEsIkZvbnROYW1lIjoiQ2FsaWJyaSIsIklzQm9sZCI6dHJ1ZSwiSXNJdGFsaWMiOmZhbHNlLCJJc1VuZGVybGluZWQiOmZhbHNlLCJQYXJlbnRTdHlsZSI6bnVsbH0sIkF1dG9TaXplIjowLCJGb3JlZ3JvdW5kIjp7IiRpZCI6IjIyMSIsIkNvbG9yIjp7IiRpZCI6IjIyMi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aWQiOiIyMjMiLCJDb2xvciI6eyIkaWQiOiIyMjQiLCJBIjowLCJSIjoyNTUsIkciOjI1NSwiQiI6MjU1fX0sIklzVmlzaWJsZSI6dHJ1ZSwiV2lkdGgiOjAuMCwiSGVpZ2h0IjowLjAsIkJvcmRlclN0eWxlIjp7IiRpZCI6IjIyNSIsIkxpbmVDb2xvciI6bnVsbCwiTGluZVdlaWdodCI6MC4wLCJMaW5lVHlwZSI6MCwiUGFyZW50U3R5bGUiOm51bGx9LCJQYXJlbnRTdHlsZSI6bnVsbH0sIkRhdGVTdHlsZSI6eyIkaWQiOiIyMjYiLCJGb250U2V0dGluZ3MiOnsiJGlkIjoiMjI3IiwiRm9udFNpemUiOjEwLCJGb250TmFtZSI6IkNhbGlicmkiLCJJc0JvbGQiOmZhbHNlLCJJc0l0YWxpYyI6ZmFsc2UsIklzVW5kZXJsaW5lZCI6ZmFsc2UsIlBhcmVudFN0eWxlIjpudWxsfSwiQXV0b1NpemUiOjAsIkZvcmVncm91bmQiOnsiJGlkIjoiMjI4IiwiQ29sb3IiOnsiJGlkIjoiMjI5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gzIn0sIlBhZGRpbmciOnsiJHJlZiI6Ijg0In0sIkJhY2tncm91bmQiOnsiJGlkIjoiMjMwIiwiQ29sb3IiOnsiJGlkIjoiMjMxIiwiQSI6MCwiUiI6MjU1LCJHIjoyNTUsIkIiOjI1NX19LCJJc1Zpc2libGUiOnRydWUsIldpZHRoIjowLjAsIkhlaWdodCI6MC4wLCJCb3JkZXJTdHlsZSI6eyIkaWQiOiIyMzIiLCJMaW5lQ29sb3IiOm51bGwsIkxpbmVXZWlnaHQiOjAuMCwiTGluZVR5cGUiOjAsIlBhcmVudFN0eWxlIjpudWxsfSwiUGFyZW50U3R5bGUiOm51bGx9LCJEYXRlRm9ybWF0Ijp7IiRpZCI6IjIzMy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0IiwiRm9ybWF0IjowLCJJc1Zpc2libGUiOmZhbHNlLCJMYXN0S25vd25WaXNpYmlsaXR5U3RhdGUiOmZhbHNlfSwiSXNWaXNpYmxlIjp0cnVlLCJQYXJlbnRTdHlsZSI6bnVsbH0sIkluZGV4Ijo2LCJTbWFydER1cmF0aW9uQWN0aXZhdGVkIjpmYWxzZSwiRGF0ZUZvcm1hdCI6eyIkcmVmIjoiMjMzIn0sIldlZWtOdW1iZXJpbmciOnsiJGlkIjoiMjM1IiwiRm9ybWF0IjowLCJJc1Zpc2libGUiOmZhbHNlLCJMYXN0S25vd25WaXNpYmlsaXR5U3RhdGUiOmZhbHNlfSwiSWQiOiI1ZTg5ZWY2Mi1kNmIyLTQzMDktODQxOC0yODdhOWY1MzEyYjQiLCJJbXBvcnRJZCI6bnVsbCwiVGl0bGUiOiJDVEEgc3ViLWFwcCIsIk5vdGUiOm51bGwsIkh5cGVybGluayI6eyIkaWQiOiIyMzYiLCJBZGRyZXNzIjpudWxsLCJTdWJBZGRyZXNzIjpudWxsfSwiSXNDaGFuZ2VkIjpmYWxzZSwiSXNOZXciOmZhbHNlfX1dLCJfbWlsZXN0b25lcyI6W10sIklkIjoiMDAwMDAwMDAtMDAwMC0wMDAwLTAwMDAtMDAwMDAwMDAwMDAwIiwiSXNTaW5nbGVJdGVtUm93Ijp0cnVlfSx7IiRpZCI6IjIzNyIsIl90YXNrcyI6W3siJGlkIjoiMjM4IiwiX2F0dGFjaGVkTWlsZXN0b25lcyI6W10sIlRhc2tEZWZpbml0aW9uIjp7IiRpZCI6IjIzOSIsIkdyb3VwTmFtZSI6bnVsbCwiU3RhcnREYXRlIjoiMjAyNi0wNi0xMlQyMzo1OTowMFoiLCJFbmREYXRlIjoiMjAyNy0wNy0yMlQyMzo1OTowMFoiLCJQZXJjZW50YWdlQ29tcGxldGUiOm51bGwsIlN0eWxlIjp7IiRpZCI6IjI0MCIsIlNoYXBlIjoxLCJTaGFwZVRoaWNrbmVzcyI6MCwiRHVyYXRpb25Gb3JtYXQiOjAsIkluY2x1ZGVOb25Xb3JraW5nRGF5c0luRHVyYXRpb24iOmZhbHNlLCJQZXJjZW50YWdlQ29tcGxldGVTdHlsZSI6eyIkaWQiOiIyNDEiLCJGb250U2V0dGluZ3MiOnsiJGlkIjoiMjQyIiwiRm9udFNpemUiOjEwLCJGb250TmFtZSI6IkNhbGlicmkiLCJJc0JvbGQiOmZhbHNlLCJJc0l0YWxpYyI6ZmFsc2UsIklzVW5kZXJsaW5lZCI6ZmFsc2UsIlBhcmVudFN0eWxlIjpudWxsfSwiQXV0b1NpemUiOjAsIkZvcmVncm91bmQiOnsiJHJlZiI6IjQwIn0sIk1heFdpZHRoIjoyMDAuMCwiTWF4SGVpZ2h0IjoiSW5maW5pdHkiLCJTbWFydEZvcmVncm91bmRJc0FjdGl2ZSI6ZmFsc2UsIkhvcml6b250YWxBbGlnbm1lbnQiOjAsIlZlcnRpY2FsQWxpZ25tZW50IjowLCJTbWFydEZvcmVncm91bmQiOm51bGwsIkJhY2tncm91bmRGaWxsVHlwZSI6MCwiTWFyZ2luIjp7IiRyZWYiOiI0MiJ9LCJQYWRkaW5nIjp7IiRyZWYiOiI0MyJ9LCJCYWNrZ3JvdW5kIjp7IiRyZWYiOiI0NCJ9LCJJc1Zpc2libGUiOnRydWUsIldpZHRoIjowLjAsIkhlaWdodCI6MC4wLCJCb3JkZXJTdHlsZSI6eyIkaWQiOiIyNDMiLCJMaW5lQ29sb3IiOm51bGwsIkxpbmVXZWlnaHQiOjAuMCwiTGluZVR5cGUiOjAsIlBhcmVudFN0eWxlIjpudWxsfSwiUGFyZW50U3R5bGUiOm51bGx9LCJEdXJhdGlvblN0eWxlIjp7IiRpZCI6IjI0NCIsIkZvbnRTZXR0aW5ncyI6eyIkaWQiOiIyNDUiLCJGb250U2l6ZSI6MTAsIkZvbnROYW1lIjoiQ2FsaWJyaSIsIklzQm9sZCI6ZmFsc2UsIklzSXRhbGljIjpmYWxzZSwiSXNVbmRlcmxpbmVkIjpmYWxzZSwiUGFyZW50U3R5bGUiOm51bGx9LCJBdXRvU2l6ZSI6MCwiRm9yZWdyb3VuZCI6eyIkcmVmIjoiNDkifSwiTWF4V2lkdGgiOjIw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I0NiIsIkxpbmVDb2xvciI6bnVsbCwiTGluZVdlaWdodCI6MC4wLCJMaW5lVHlwZSI6MCwiUGFyZW50U3R5bGUiOm51bGx9LCJQYXJlbnRTdHlsZSI6bnVsbH0sIkhvcml6b250YWxDb25uZWN0b3JTdHlsZSI6eyIkaWQiOiIyNDciLCJMaW5lQ29sb3IiOnsiJHJlZiI6IjU3In0sIkxpbmVXZWlnaHQiOjEuMCwiTGluZVR5cGUiOjAsIlBhcmVudFN0eWxlIjpudWxsfSwiVmVydGljYWxDb25uZWN0b3JTdHlsZSI6eyIkaWQiOiIyNDgiLCJMaW5lQ29sb3IiOnsiJHJlZiI6IjY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jQ5IiwiTWFyZ2luIjp7IiRyZWYiOiI2MyJ9LCJQYWRkaW5nIjp7IiRyZWYiOiI2NCJ9LCJCYWNrZ3JvdW5kIjp7IiRpZCI6IjI1MCIsIkNvbG9yIjp7IiRpZCI6IjI1MSIsIkEiOjI1NSwiUiI6OCwiRyI6NDksIkIiOjQyfX0sIklzVmlzaWJsZSI6dHJ1ZSwiV2lkdGgiOjAuMCwiSGVpZ2h0IjoxMC4wLCJCb3JkZXJTdHlsZSI6eyIkaWQiOiIyNTIiLCJMaW5lQ29sb3IiOnsiJHJlZiI6IjY4In0sIkxpbmVXZWlnaHQiOjAuMCwiTGluZVR5cGUiOjAsIlBhcmVudFN0eWxlIjpudWxsfSwiUGFyZW50U3R5bGUiOm51bGx9LCJUaXRsZVN0eWxlIjp7IiRpZCI6IjI1MyIsIkZvbnRTZXR0aW5ncyI6eyIkaWQiOiIyNTQiLCJGb250U2l6ZSI6MTEsIkZvbnROYW1lIjoiQ2FsaWJyaSIsIklzQm9sZCI6dHJ1ZSwiSXNJdGFsaWMiOmZhbHNlLCJJc1VuZGVybGluZWQiOmZhbHNlLCJQYXJlbnRTdHlsZSI6bnVsbH0sIkF1dG9TaXplIjowLCJGb3JlZ3JvdW5kIjp7IiRyZWYiOiI3MiJ9LCJNYXhXaWR0aCI6NzIwLjAsIk1heEhlaWdodCI6IkluZmluaXR5IiwiU21hcnRGb3JlZ3JvdW5kSXNBY3RpdmUiOmZhbHNlLCJIb3Jpem9udGFsQWxpZ25tZW50IjowLCJWZXJ0aWNhbEFsaWdubWVudCI6MCwiU21hcnRGb3JlZ3JvdW5kIjpudWxsLCJCYWNrZ3JvdW5kRmlsbFR5cGUiOjAsIk1hcmdpbiI6eyIkcmVmIjoiNzQifSwiUGFkZGluZyI6eyIkcmVmIjoiNzUifSwiQmFja2dyb3VuZCI6eyIkcmVmIjoiNzYifSwiSXNWaXNpYmxlIjp0cnVlLCJXaWR0aCI6MC4wLCJIZWlnaHQiOjAuMCwiQm9yZGVyU3R5bGUiOnsiJGlkIjoiMjU1IiwiTGluZUNvbG9yIjpudWxsLCJMaW5lV2VpZ2h0IjowLjAsIkxpbmVUeXBlIjowLCJQYXJlbnRTdHlsZSI6bnVsbH0sIlBhcmVudFN0eWxlIjpudWxsfSwiRGF0ZVN0eWxlIjp7IiRpZCI6IjI1NiIsIkZvbnRTZXR0aW5ncyI6eyIkaWQiOiIyNTciLCJGb250U2l6ZSI6MTAsIkZvbnROYW1lIjoiQ2FsaWJyaSIsIklzQm9sZCI6ZmFsc2UsIklzSXRhbGljIjpmYWxzZSwiSXNVbmRlcmxpbmVkIjpmYWxzZSwiUGFyZW50U3R5bGUiOm51bGx9LCJBdXRvU2l6ZSI6MCwiRm9yZWdyb3VuZCI6eyIkcmVmIjoiODEifSwiTWF4V2lkdGgiOjIwMC4wLCJNYXhIZWlnaHQiOiJJbmZpbml0eSIsIlNtYXJ0Rm9yZWdyb3VuZElzQWN0aXZlIjpmYWxzZSwiSG9yaXpvbnRhbEFsaWdubWVudCI6MiwiVmVydGljYWxBbGlnbm1lbnQiOjAsIlNtYXJ0Rm9yZWdyb3VuZCI6bnVsbCwiQmFja2dyb3VuZEZpbGxUeXBlIjowLCJNYXJnaW4iOnsiJHJlZiI6IjgzIn0sIlBhZGRpbmciOnsiJHJlZiI6Ijg0In0sIkJhY2tncm91bmQiOnsiJHJlZiI6Ijg1In0sIklzVmlzaWJsZSI6dHJ1ZSwiV2lkdGgiOjAuMCwiSGVpZ2h0IjowLjAsIkJvcmRlclN0eWxlIjp7IiRpZCI6IjI1OCIsIkxpbmVDb2xvciI6bnVsbCwiTGluZVdlaWdodCI6MC4wLCJMaW5lVHlwZSI6MCwiUGFyZW50U3R5bGUiOm51bGx9LCJQYXJlbnRTdHlsZSI6bnVsbH0sIkRhdGVGb3JtYXQiOnsiJGlkIjoiMjU5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AiLCJGb3JtYXQiOjAsIklzVmlzaWJsZSI6ZmFsc2UsIkxhc3RLbm93blZpc2liaWxpdHlTdGF0ZSI6ZmFsc2V9LCJJc1Zpc2libGUiOnRydWUsIlBhcmVudFN0eWxlIjpudWxsfSwiSW5kZXgiOjcsIlNtYXJ0RHVyYXRpb25BY3RpdmF0ZWQiOmZhbHNlLCJEYXRlRm9ybWF0Ijp7IiRyZWYiOiIyNTkifSwiV2Vla051bWJlcmluZyI6eyIkaWQiOiIyNjEiLCJGb3JtYXQiOjAsIklzVmlzaWJsZSI6ZmFsc2UsIkxhc3RLbm93blZpc2liaWxpdHlTdGF0ZSI6ZmFsc2V9LCJJZCI6IjE5YjFhYmIwLTdkYjQtNDMzZi05Zjg4LTUwMmUyNWIyZWZiNiIsIkltcG9ydElkIjpudWxsLCJUaXRsZSI6ImZTSVYgLSBMU1MiLCJOb3RlIjpudWxsLCJIeXBlcmxpbmsiOnsiJGlkIjoiMjYyIiwiQWRkcmVzcyI6bnVsbCwiU3ViQWRkcmVzcyI6bnVsbH0sIklzQ2hhbmdlZCI6ZmFsc2UsIklzTmV3IjpmYWxzZX19XSwiX21pbGVzdG9uZXMiOltdLCJJZCI6IjAwMDAwMDAwLTAwMDAtMDAwMC0wMDAwLTAwMDAwMDAwMDAwMCIsIklzU2luZ2xlSXRlbVJvdyI6dHJ1ZX1dLCJJbmRleCI6NCwiSWQiOiJiZDgxMmI1YS1iYTBkLTRlY2UtOTMxYy1iMDE5NDg0NDY2YjgiLCJIZWFkZXJUZXh0IjpudWxsLCJJc0RlZmF1bHQiOnRydWUsIlN0eWxlIjp7IiRpZCI6IjI2MyIsIkhlYWRlclN0eWxlIjp7IiRpZCI6IjI2NCIsIlRleHRTdHlsZSI6eyIkaWQiOiIyNjUiLCJGb250U2V0dGluZ3MiOnsiJGlkIjoiMjY2IiwiRm9udFNpemUiOjExLCJGb250TmFtZSI6IkNhbGlicmkiLCJJc0JvbGQiOmZhbHNlLCJJc0l0YWxpYyI6ZmFsc2UsIklzVW5kZXJsaW5lZCI6ZmFsc2UsIlBhcmVudFN0eWxlIjpudWxsfSwiQXV0b1NpemUiOjIsIkZvcmVncm91bmQiOnsiJGlkIjoiMjY3IiwiQ29sb3IiOnsiJGlkIjoiMjY4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bnVsbCwiSXNWaXNpYmxlIjp0cnVlLCJXaWR0aCI6MC4wLCJIZWlnaHQiOjAuMCwiQm9yZGVyU3R5bGUiOm51bGwsIlBhcmVudFN0eWxlIjpudWxsfSwiUmVjdGFuZ2xlU3R5bGUiOnsiJGlkIjoiMjcxIiwiTWFyZ2luIjp7IiRpZCI6IjI3MiIsIlRvcCI6MC4wLCJMZWZ0IjowLjAsIlJpZ2h0IjowLjAsIkJvdHRvbSI6MC4wfSwiUGFkZGluZyI6eyIkaWQiOiIyNzMiLCJUb3AiOjAuMCwiTGVmdCI6MC4wLCJSaWdodCI6MC4wLCJCb3R0b20iOjAuMH0sIkJhY2tncm91bmQiOnsiJGlkIjoiMjc0IiwiQ29sb3IiOnsiJGlkIjoiMjc1IiwiQSI6NjMsIlIiOjE5NywiRyI6MTk1LCJCIjoyMzh9fSwiSXNWaXNpYmxlIjp0cnVlLCJXaWR0aCI6MC4wLCJIZWlnaHQiOjAuMCwiQm9yZGVyU3R5bGUiOnsiJGlkIjoiMjc2IiwiTGluZUNvbG9yIjp7IiRpZCI6IjI3NyIsIiR0eXBlIjoiTkxSRS5Db21tb24uRG9tLlNvbGlkQ29sb3JCcnVzaCwgTkxSRS5Db21tb24iLCJDb2xvciI6eyIkaWQiOiIyNzgiLCJBIjoyNTUsIlIiOjI1NSwiRyI6MCwiQiI6MH19LCJMaW5lV2VpZ2h0IjowLjAsIkxpbmVUeXBlIjowLCJQYXJlbnRTdHlsZSI6bnVsbH0sIlBhcmVudFN0eWxlIjpudWxsfSwiTWFyZ2luIjp7IiRpZCI6IjI3OSIsIlRvcCI6MC4wLCJMZWZ0IjowLjAsIlJpZ2h0IjowLjAsIkJvdHRvbSI6MC4wfSwiUGFkZGluZyI6eyIkaWQiOiIyODAiLCJUb3AiOjAuMCwiTGVmdCI6MC4wLCJSaWdodCI6MC4wLCJCb3R0b20iOjAuMH0sIkJhY2tncm91bmQiOm51bGwsIklzVmlzaWJsZSI6dHJ1ZSwiV2lkdGgiOjAuMCwiSGVpZ2h0IjowLjAsIkJvcmRlclN0eWxlIjpudWxsLCJQYXJlbnRTdHlsZSI6bnVsbH0sIkJhY2tncm91bmRTdHlsZSI6eyIkaWQiOiIyODEiLCJNYXJnaW4iOnsiJGlkIjoiMjgyIiwiVG9wIjowLjAsIkxlZnQiOjAuMCwiUmlnaHQiOjAuMCwiQm90dG9tIjowLjB9LCJQYWRkaW5nIjp7IiRpZCI6IjI4MyIsIlRvcCI6MC4wLCJMZWZ0IjowLjAsIlJpZ2h0IjowLjAsIkJvdHRvbSI6MC4wfSwiQmFja2dyb3VuZCI6eyIkaWQiOiIyODQiLCJDb2xvciI6eyIkaWQiOiIyODUiLCJBIjo1MSwiUiI6MTk3LCJHIjoxOTUsIkIiOjIzOH19LCJJc1Zpc2libGUiOnRydWUsIldpZHRoIjowLjAsIkhlaWdodCI6MC4wLCJCb3JkZXJTdHlsZSI6eyIkaWQiOiIyODYiLCJMaW5lQ29sb3IiOnsiJGlkIjoiMjg3IiwiJHR5cGUiOiJOTFJFLkNvbW1vbi5Eb20uU29saWRDb2xvckJydXNoLCBOTFJFLkNvbW1vbiIsIkNvbG9yIjp7IiRpZCI6IjI4OCIsIkEiOjI1NSwiUiI6MjU1LCJHIjowLCJCIjowfX0sIkxpbmVXZWlnaHQiOjAuMCwiTGluZVR5cGUiOjAsIlBhcmVudFN0eWxlIjpudWxsfSwiUGFyZW50U3R5bGUiOm51bGx9LCJNYXJnaW4iOnsiJGlkIjoiMjg5IiwiVG9wIjowLjAsIkxlZnQiOjAuMCwiUmlnaHQiOjAuMCwiQm90dG9tIjowLjB9LCJQYWRkaW5nIjp7IiRpZCI6IjI5MCIsIlRvcCI6MC4wLCJMZWZ0IjowLjAsIlJpZ2h0IjowLjAsIkJvdHRvbSI6MC4wfSwiSXNWaXNpYmxlIjpmYWxzZSwiV2lkdGgiOjAuMCwiSGVpZ2h0IjowLjAsIkJvcmRlclN0eWxlIjpudWxsLCJQYXJlbnRTdHlsZSI6bnVsbH19XSwiSWQiOiJhZTAzOTc3NC1mNWQ5LTQxMzQtODc2Ny1lZmQxOTM4Yzk2OGQiLCJJbmRleCI6NCwiSGVhZGVyVGV4dCI6IkNoaW5hXHIxNDM0LTAwMjdcclBoIElJIiwiU3R5bGUiOnsiJGlkIjoiMjkxIiwiSGVhZGVyU3R5bGUiOnsiJGlkIjoiMjkyIiwiVGV4dElzVmVydGljYWwiOmZhbHNlLCJUZXh0U3R5bGUiOnsiJGlkIjoiMjkzIiwiRm9udFNldHRpbmdzIjp7IiRpZCI6IjI5NCIsIkZvbnRTaXplIjoxMiwiRm9udE5hbWUiOiJDYWxpYnJpIiwiSXNCb2xkIjpmYWxzZSwiSXNJdGFsaWMiOmZhbHNlLCJJc1VuZGVybGluZWQiOmZhbHNlLCJQYXJlbnRTdHlsZSI6bnVsbH0sIkF1dG9TaXplIjoyLCJGb3JlZ3JvdW5kIjp7IiRyZWYiOiIxMzgifSwiTWF4V2lkdGgiOjE0Ny4wLCJNYXhIZWlnaHQiOjAuMCwiU21hcnRGb3JlZ3JvdW5kSXNBY3RpdmUiOmZhbHNlLCJIb3Jpem9udGFsQWxpZ25tZW50IjowLCJWZXJ0aWNhbEFsaWdubWVudCI6MCwiU21hcnRGb3JlZ3JvdW5kIjpudWxsLCJCYWNrZ3JvdW5kRmlsbFR5cGUiOjAsIk1hcmdpbiI6eyIkcmVmIjoiMTQwIn0sIlBhZGRpbmciOnsiJHJlZiI6IjE0MSJ9LCJCYWNrZ3JvdW5kIjpudWxsLCJJc1Zpc2libGUiOnRydWUsIldpZHRoIjowLjAsIkhlaWdodCI6MC4wLCJCb3JkZXJTdHlsZSI6bnVsbCwiUGFyZW50U3R5bGUiOm51bGx9LCJSZWN0YW5nbGVTdHlsZSI6eyIkaWQiOiIyOTUiLCJNYXJnaW4iOnsiJGlkIjoiMjk2IiwiVG9wIjowLjAsIkxlZnQiOjAuMCwiUmlnaHQiOjAuMCwiQm90dG9tIjowLjB9LCJQYWRkaW5nIjp7IiRpZCI6IjI5NyIsIlRvcCI6MC4wLCJMZWZ0IjowLjAsIlJpZ2h0IjowLjAsIkJvdHRvbSI6MC4wfSwiQmFja2dyb3VuZCI6eyIkaWQiOiIyOTgiLCJDb2xvciI6eyIkaWQiOiIyOTkiLCJBIjoyNTUsIlIiOjE5NywiRyI6MTk1LCJCIjoyMzh9fSwiSXNWaXNpYmxlIjp0cnVlLCJXaWR0aCI6MC4wLCJIZWlnaHQiOjAuMCwiQm9yZGVyU3R5bGUiOnsiJGlkIjoiMzAwIiwiTGluZUNvbG9yIjp7IiRpZCI6IjMwMSIsIiR0eXBlIjoiTkxSRS5Db21tb24uRG9tLlNvbGlkQ29sb3JCcnVzaCwgTkxSRS5Db21tb24iLCJDb2xvciI6eyIkaWQiOiIzMDIiLCJBIjoyNTUsIlIiOjI1NSwiRyI6MCwiQiI6MH19LCJMaW5lV2VpZ2h0IjowLjAsIkxpbmVUeXBlIjowLCJQYXJlbnRTdHlsZSI6bnVsbH0sIlBhcmVudFN0eWxlIjpudWxsfSwiTWFyZ2luIjp7IiRpZCI6IjMwMyIsIlRvcCI6MC4wLCJMZWZ0IjowLjAsIlJpZ2h0IjowLjAsIkJvdHRvbSI6MC4wfSwiUGFkZGluZyI6eyIkaWQiOiIzMDQiLCJUb3AiOjAuMCwiTGVmdCI6MC4wLCJSaWdodCI6MC4wLCJCb3R0b20iOjAuMH0sIkJhY2tncm91bmQiOm51bGwsIklzVmlzaWJsZSI6dHJ1ZSwiV2lkdGgiOjAuMCwiSGVpZ2h0IjowLjAsIkJvcmRlclN0eWxlIjpudWxsLCJQYXJlbnRTdHlsZSI6bnVsbH0sIkJhY2tncm91bmRTdHlsZSI6eyIkaWQiOiIzMDUiLCJNYXJnaW4iOnsiJGlkIjoiMzA2IiwiVG9wIjowLjAsIkxlZnQiOjAuMCwiUmlnaHQiOjAuMCwiQm90dG9tIjowLjB9LCJQYWRkaW5nIjp7IiRpZCI6IjMwNyIsIlRvcCI6MC4wLCJMZWZ0IjowLjAsIlJpZ2h0IjowLjAsIkJvdHRvbSI6MC4wfSwiQmFja2dyb3VuZCI6eyIkaWQiOiIzMDgiLCJDb2xvciI6eyIkaWQiOiIzMDkiLCJBIjo1MSwiUiI6MTk3LCJHIjoxOTUsIkIiOjIzOH19LCJJc1Zpc2libGUiOnRydWUsIldpZHRoIjowLjAsIkhlaWdodCI6MC4wLCJCb3JkZXJTdHlsZSI6eyIkaWQiOiIzMTAiLCJMaW5lQ29sb3IiOnsiJGlkIjoiMzExIiwiJHR5cGUiOiJOTFJFLkNvbW1vbi5Eb20uU29saWRDb2xvckJydXNoLCBOTFJFLkNvbW1vbiIsIkNvbG9yIjp7IiRpZCI6IjMxMiIsIkEiOjI1NSwiUiI6MjU1LCJHIjowLCJCIjowfX0sIkxpbmVXZWlnaHQiOjAuMCwiTGluZVR5cGUiOjAsIlBhcmVudFN0eWxlIjpudWxsfSwiUGFyZW50U3R5bGUiOm51bGx9LCJJc0Fib3ZlVGltZWJhbmQiOmZhbHNlLCJNYXJnaW4iOnsiJGlkIjoiMzEzIiwiVG9wIjowLjAsIkxlZnQiOjAuMCwiUmlnaHQiOjAuMCwiQm90dG9tIjowLjB9LCJQYWRkaW5nIjp7IiRpZCI6IjMxNCIsIlRvcCI6MC4wLCJMZWZ0IjowLjAsIlJpZ2h0IjowLjAsIkJvdHRvbSI6MC4wfSwiSXNWaXNpYmxlIjp0cnVlLCJXaWR0aCI6MC4wLCJIZWlnaHQiOjAuMCwiQm9yZGVyU3R5bGUiOnsiJGlkIjoiMzE1IiwiTGluZUNvbG9yIjpudWxsLCJMaW5lV2VpZ2h0IjowLjAsIkxpbmVUeXBlIjowLCJQYXJlbnRTdHlsZSI6bnVsbH0sIlBhcmVudFN0eWxlIjpudWxsfX1dLCJDdWx0dXJlSW5mb05hbWUiOiJlbi1VUyIsIlN0eWxlTmFtZSI6bnVsbCwiVmVyc2lvbiI6eyIkaWQiOiIzMTYiLCJWZXJzaW9uIjoiMy43LjMiLCJPcmlnaW5hbEFzc2VtYmx5VmVyc2lvbiI6IjcuMDAuMTYuMDAiLCJFZGl0aW9uIjpudWxsLCJMYXN0U2F2ZWRFZGl0aW9uIjowLCJJc1BsdXNFZGl0aW9uIjpmYWxzZSwiSXNQcm9FZGl0aW9uIjpmYWxzZX0sIkVmZmVjdCI6MSwiU3R5bGUiOnsiJGlkIjoiMzE3IiwiRGVmYXVsdERlcGVuZGVuY3lTdHlsZSI6eyIkaWQiOiIzMTgiLCJMaW5lU3R5bGUiOnsiJGlkIjoiMzE5IiwiTGluZUNvbG9yIjp7IiRpZCI6IjMyMCIsIiR0eXBlIjoiTkxSRS5Db21tb24uRG9tLlNvbGlkQ29sb3JCcnVzaCwgTkxSRS5Db21tb24iLCJDb2xvciI6eyIkaWQiOiIzMjEiLCJBIjoyNTUsIlIiOjAsIkciOjAsIkIiOjB9fSwiTGluZVdlaWdodCI6MS4wLCJMaW5lVHlwZSI6MCwiUGFyZW50U3R5bGUiOm51bGx9LCJFbmRBcnJvd2hlYWRMaW5lU3R5bGUiOnsiJGlkIjoiMzIyIiwiS2luZCI6MSwiV2lkdGgiOjEsIkxlbmd0aCI6MCwiUGFyZW50U3R5bGUiOm51bGx9LCJCcmluZ1RvRnJvbnQiOnRydWUsIkVsYm93UmFkaXVzIjowLjAsIk1hcmdpbiI6eyIkaWQiOiIzMjMiLCJUb3AiOjAuMCwiTGVmdCI6MC4wLCJSaWdodCI6MC4wLCJCb3R0b20iOjAuMH0sIlBhZGRpbmciOnsiJGlkIjoiMzI0IiwiVG9wIjowLjAsIkxlZnQiOjAuMCwiUmlnaHQiOjAuMCwiQm90dG9tIjowLjB9LCJCYWNrZ3JvdW5kIjpudWxsLCJJc1Zpc2libGUiOnRydWUsIldpZHRoIjowLjAsIkhlaWdodCI6MC4wLCJCb3JkZXJTdHlsZSI6bnVsbCwiUGFyZW50U3R5bGUiOm51bGx9LCJDcml0aWNhbFBhdGhTdHlsZSI6eyIkaWQiOiIzMjUiLCJDcml0aWNhbFBhdGhTdHlsZU9wdGlvbnMiOjE1LCJMaW5lU3R5bGUiOnsiJGlkIjoiMzI2IiwiTGluZUNvbG9yIjp7IiRpZCI6IjMyNyIsIiR0eXBlIjoiTkxSRS5Db21tb24uRG9tLlNvbGlkQ29sb3JCcnVzaCwgTkxSRS5Db21tb24iLCJDb2xvciI6eyIkaWQiOiIzMjgiLCJBIjoyNTUsIlIiOjIyMiwiRyI6NTAsIkIiOjUwfX0sIkxpbmVXZWlnaHQiOjEuMCwiTGluZVR5cGUiOjAsIlBhcmVudFN0eWxlIjpudWxsfSwiVGl0bGVGb3JlZ3JvdW5kIjp7IiRpZCI6IjMyOSIsIkNvbG9yIjp7IiRpZCI6IjMzMCIsIkEiOjI1NSwiUiI6MTc2LCJHIjoxOSwiQiI6MjV9fSwiU2hhcGVzQmFja2dyb3VuZCI6eyIkaWQiOiIzMzEiLCJDb2xvciI6eyIkaWQiOiIzMzIiLCJBIjoyNTUsIlIiOjI1MywiRyI6MjAzLCJCIjoyMDh9fSwiU2hhcGVzQm9yZGVyU3R5bGUiOnsiJGlkIjoiMzMzIiwiTGluZUNvbG9yIjp7IiRpZCI6IjMzNCIsIiR0eXBlIjoiTkxSRS5Db21tb24uRG9tLlNvbGlkQ29sb3JCcnVzaCwgTkxSRS5Db21tb24iLCJDb2xvciI6eyIkaWQiOiIzMzUiLCJBIjoyNTUsIlIiOjIyMiwiRyI6NTAsIkIiOjUwfX0sIkxpbmVXZWlnaHQiOjEuNSwiTGluZVR5cGUiOjAsIlBhcmVudFN0eWxlIjpudWxsfSwiTWFyZ2luIjp7IiRpZCI6IjMzNiIsIlRvcCI6MC4wLCJMZWZ0IjowLjAsIlJpZ2h0IjowLjAsIkJvdHRvbSI6MC4wfSwiUGFkZGluZyI6eyIkaWQiOiIzMzciLCJUb3AiOjAuMCwiTGVmdCI6MC4wLCJSaWdodCI6MC4wLCJCb3R0b20iOjAuMH0sIkJhY2tncm91bmQiOm51bGwsIklzVmlzaWJsZSI6ZmFsc2UsIldpZHRoIjowLjAsIkhlaWdodCI6MC4wLCJCb3JkZXJTdHlsZSI6bnVsbCwiUGFyZW50U3R5bGUiOm51bGx9LCJUaW1lYmFuZFN0eWxlIjp7IiRpZCI6IjMzOCIsIlNjYWxlTWFya2luZyI6MSwiU2hhcGUiOjAsIlNoYXBlU3R5bGUiOnsiJGlkIjoiMzM5IiwiTWFyZ2luIjp7IiRpZCI6IjM0MCIsIlRvcCI6MC4wLCJMZWZ0IjoxMC4wLCJSaWdodCI6MTAuMCwiQm90dG9tIjowLjB9LCJQYWRkaW5nIjp7IiRpZCI6IjM0MSIsIlRvcCI6My4wLCJMZWZ0IjowLjAsIlJpZ2h0IjowLjAsIkJvdHRvbSI6My4wfSwiQmFja2dyb3VuZCI6eyIkaWQiOiIzNDIiLCJDb2xvciI6eyIkaWQiOiIzNDMiLCJBIjoyNTUsIlIiOjY4LCJHIjo4NCwiQiI6MTA2fX0sIklzVmlzaWJsZSI6dHJ1ZSwiV2lkdGgiOjg1OC4wLCJIZWlnaHQiOjIwLjAsIkJvcmRlclN0eWxlIjp7IiRpZCI6IjM0NCIsIkxpbmVDb2xvciI6eyIkaWQiOiIzNDUiLCIkdHlwZSI6Ik5MUkUuQ29tbW9uLkRvbS5Tb2xpZENvbG9yQnJ1c2gsIE5MUkUuQ29tbW9uIiwiQ29sb3IiOnsiJGlkIjoiMzQ2IiwiQSI6MjU1LCJSIjoyNTUsIkciOjAsIkIiOjB9fSwiTGluZVdlaWdodCI6MC4wLCJMaW5lVHlwZSI6MCwiUGFyZW50U3R5bGUiOm51bGx9LCJQYXJlbnRTdHlsZSI6bnVsbH0sIk1pZGRsZVRpZXJTaGFwZVN0eWxlIjp7IiRpZCI6IjM0NyIsIk1hcmdpbiI6eyIkaWQiOiIzNDgiLCJUb3AiOjAuMCwiTGVmdCI6MTAuMCwiUmlnaHQiOjEwLjAsIkJvdHRvbSI6MC4wfSwiUGFkZGluZyI6eyIkaWQiOiIzNDkiLCJUb3AiOjMuMCwiTGVmdCI6MC4wLCJSaWdodCI6MC4wLCJCb3R0b20iOjMuMH0sIkJhY2tncm91bmQiOnsiJGlkIjoiMzUwIiwiQ29sb3IiOnsiJGlkIjoiMzUxIiwiQSI6MjU1LCJSIjo2OCwiRyI6ODQsIkIiOjEwNn19LCJJc1Zpc2libGUiOnRydWUsIldpZHRoIjo4NTguMCwiSGVpZ2h0IjoyMC4wLCJCb3JkZXJTdHlsZSI6eyIkaWQiOiIzNTIiLCJMaW5lQ29sb3IiOnsiJGlkIjoiMzUzIiwiJHR5cGUiOiJOTFJFLkNvbW1vbi5Eb20uU29saWRDb2xvckJydXNoLCBOTFJFLkNvbW1vbiIsIkNvbG9yIjp7IiRpZCI6IjM1NCIsIkEiOjI1NSwiUiI6MjU1LCJHIjowLCJCIjowfX0sIkxpbmVXZWlnaHQiOjAuMCwiTGluZVR5cGUiOjAsIlBhcmVudFN0eWxlIjpudWxsfSwiUGFyZW50U3R5bGUiOm51bGx9LCJCb3R0b21UaWVyU2hhcGVTdHlsZSI6eyIkaWQiOiIzNTUiLCJNYXJnaW4iOnsiJGlkIjoiMzU2IiwiVG9wIjowLjAsIkxlZnQiOjEwLjAsIlJpZ2h0IjoxMC4wLCJCb3R0b20iOjAuMH0sIlBhZGRpbmciOnsiJGlkIjoiMzU3IiwiVG9wIjozLjAsIkxlZnQiOjAuMCwiUmlnaHQiOjAuMCwiQm90dG9tIjozLjB9LCJCYWNrZ3JvdW5kIjp7IiRpZCI6IjM1OCIsIkNvbG9yIjp7IiRpZCI6IjM1OSIsIkEiOjI1NSwiUiI6NjgsIkciOjg0LCJCIjoxMDZ9fSwiSXNWaXNpYmxlIjp0cnVlLCJXaWR0aCI6ODU4LjAsIkhlaWdodCI6MjAuMCwiQm9yZGVyU3R5bGUiOnsiJGlkIjoiMzYwIiwiTGluZUNvbG9yIjp7IiRpZCI6IjM2MSIsIiR0eXBlIjoiTkxSRS5Db21tb24uRG9tLlNvbGlkQ29sb3JCcnVzaCwgTkxSRS5Db21tb24iLCJDb2xvciI6eyIkaWQiOiIzNjIiLCJBIjoyNTUsIlIiOjI1NSwiRyI6MCwiQiI6MH19LCJMaW5lV2VpZ2h0IjowLjAsIkxpbmVUeXBlIjowLCJQYXJlbnRTdHlsZSI6bnVsbH0sIlBhcmVudFN0eWxlIjpudWxsfSwiUmlnaHRFbmRDYXBzU3R5bGUiOnsiJGlkIjoiMzYzIiwiRm9udFNldHRpbmdzIjp7IiRpZCI6IjM2NCIsIkZvbnRTaXplIjoxOCwiRm9udE5hbWUiOiJDYWxpYnJpIiwiSXNCb2xkIjp0cnVlLCJJc0l0YWxpYyI6ZmFsc2UsIklzVW5kZXJsaW5lZCI6ZmFsc2UsIlBhcmVudFN0eWxlIjpudWxsfSwiQXV0b1NpemUiOjAsIkZvcmVncm91bmQiOnsiJGlkIjoiMzY1IiwiQ29sb3IiOnsiJGlkIjoiMzY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NjciLCJUb3AiOjAuMCwiTGVmdCI6MC4wLCJSaWdodCI6MjAuMCwiQm90dG9tIjowLjB9LCJQYWRkaW5nIjp7IiRpZCI6IjM2OCIsIlRvcCI6MC4wLCJMZWZ0IjowLjAsIlJpZ2h0IjowLjAsIkJvdHRvbSI6MC4wfSwiQmFja2dyb3VuZCI6eyIkaWQiOiIzNjkiLCJDb2xvciI6eyIkaWQiOiIzNzAiLCJBIjowLCJSIjowLCJHIjowLCJCIjowfX0sIklzVmlzaWJsZSI6ZmFsc2UsIldpZHRoIjowLjAsIkhlaWdodCI6MC4wLCJCb3JkZXJTdHlsZSI6bnVsbCwiUGFyZW50U3R5bGUiOm51bGx9LCJMZWZ0RW5kQ2Fwc1N0eWxlIjp7IiRpZCI6IjM3MSIsIkZvbnRTZXR0aW5ncyI6eyIkaWQiOiIzNzIiLCJGb250U2l6ZSI6MTgsIkZvbnROYW1lIjoiQ2FsaWJyaSIsIklzQm9sZCI6dHJ1ZSwiSXNJdGFsaWMiOmZhbHNlLCJJc1VuZGVybGluZWQiOmZhbHNlLCJQYXJlbnRTdHlsZSI6bnVsbH0sIkF1dG9TaXplIjowLCJGb3JlZ3JvdW5kIjp7IiRpZCI6IjM3MyIsIkNvbG9yIjp7IiRpZCI6IjM3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zc1IiwiVG9wIjowLjAsIkxlZnQiOjExNS41MDY2NjY2NjY2NjY2NiwiUmlnaHQiOjAuMCwiQm90dG9tIjowLjB9LCJQYWRkaW5nIjp7IiRpZCI6IjM3NiIsIlRvcCI6MC4wLCJMZWZ0IjowLjAsIlJpZ2h0IjowLjAsIkJvdHRvbSI6MC4wfSwiQmFja2dyb3VuZCI6eyIkaWQiOiIzNzciLCJDb2xvciI6eyIkaWQiOiIzNzgiLCJBIjowLCJSIjowLCJHIjowLCJCIjowfX0sIklzVmlzaWJsZSI6ZmFsc2UsIldpZHRoIjowLjAsIkhlaWdodCI6MC4wLCJCb3JkZXJTdHlsZSI6bnVsbCwiUGFyZW50U3R5bGUiOm51bGx9LCJUb2RheVRleHRTdHlsZSI6eyIkaWQiOiIzNzkiLCJGb250U2V0dGluZ3MiOnsiJGlkIjoiMzgwIiwiRm9udFNpemUiOjEyLCJGb250TmFtZSI6IkNhbGlicmkiLCJJc0JvbGQiOmZhbHNlLCJJc0l0YWxpYyI6ZmFsc2UsIklzVW5kZXJsaW5lZCI6ZmFsc2UsIlBhcmVudFN0eWxlIjpudWxsfSwiQXV0b1NpemUiOjAsIkZvcmVncm91bmQiOnsiJGlkIjoiMzgxIiwiQ29sb3IiOnsiJGlkIjoiMzg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4MyIsIlRvcCI6MC4wLCJMZWZ0IjowLjAsIlJpZ2h0IjowLjAsIkJvdHRvbSI6MC4wfSwiUGFkZGluZyI6eyIkaWQiOiIzODQiLCJUb3AiOjAuMCwiTGVmdCI6MC4wLCJSaWdodCI6MC4wLCJCb3R0b20iOjAuMH0sIkJhY2tncm91bmQiOnsiJGlkIjoiMzg1IiwiQ29sb3IiOnsiJGlkIjoiMzg2IiwiQSI6MCwiUiI6MCwiRyI6MCwiQiI6MH19LCJJc1Zpc2libGUiOnRydWUsIldpZHRoIjowLjAsIkhlaWdodCI6MC4wLCJCb3JkZXJTdHlsZSI6bnVsbCwiUGFyZW50U3R5bGUiOm51bGx9LCJUb2RheU1hcmtlclN0eWxlIjp7IiRpZCI6IjM4NyIsIk1hcmdpbiI6eyIkaWQiOiIzODgiLCJUb3AiOjAuMCwiTGVmdCI6MC4wLCJSaWdodCI6MC4wLCJCb3R0b20iOjAuMH0sIlBhZGRpbmciOnsiJGlkIjoiMzg5IiwiVG9wIjowLjAsIkxlZnQiOjAuMCwiUmlnaHQiOjAuMCwiQm90dG9tIjowLjB9LCJCYWNrZ3JvdW5kIjp7IiRpZCI6IjM5MCIsIkNvbG9yIjp7IiRpZCI6IjM5MSIsIkEiOjI1NSwiUiI6MjU1LCJHIjowLCJCIjowfX0sIklzVmlzaWJsZSI6dHJ1ZSwiV2lkdGgiOjAuMCwiSGVpZ2h0IjowLjAsIkJvcmRlclN0eWxlIjpudWxsLCJQYXJlbnRTdHlsZSI6bnVsbH0sIlNjYWxlU3R5bGUiOnsiJGlkIjoiMzkyIiwiU2hhcGUiOjMsIlNob3dTZWdtZW50U2VwYXJhdG9ycyI6dHJ1ZSwiU2VnbWVudFNlcGFyYXRvck9wYWNpdHkiOjMwLCJIYXNCZWVuVmlzaWJsZUJlZm9yZSI6dHJ1ZSwiRm9udFNldHRpbmdzIjp7IiRpZCI6IjM5MyIsIkZvbnRTaXplIjoxMiwiRm9udE5hbWUiOiJDYWxpYnJpIiwiSXNCb2xkIjpmYWxzZSwiSXNJdGFsaWMiOmZhbHNlLCJJc1VuZGVybGluZWQiOmZhbHNlLCJQYXJlbnRTdHlsZSI6bnVsbH0sIkF1dG9TaXplIjowLCJGb3JlZ3JvdW5kIjp7IiRpZCI6IjM5NCIsIkNvbG9yIjp7IiRpZCI6IjM5N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zOTYiLCJUb3AiOjAuMCwiTGVmdCI6NS4wLCJSaWdodCI6MC4wLCJCb3R0b20iOjAuMH0sIlBhZGRpbmciOnsiJGlkIjoiMzk3IiwiVG9wIjowLjAsIkxlZnQiOjAuMCwiUmlnaHQiOjAuMCwiQm90dG9tIjowLjB9LCJCYWNrZ3JvdW5kIjp7IiRpZCI6IjM5OCIsIkNvbG9yIjp7IiRpZCI6IjM5OSIsIkEiOjAsIlIiOjAsIkciOjAsIkIiOjB9fSwiSXNWaXNpYmxlIjp0cnVlLCJXaWR0aCI6MC4wLCJIZWlnaHQiOjAuMCwiQm9yZGVyU3R5bGUiOm51bGwsIlBhcmVudFN0eWxlIjpudWxsfSwiU2luZ2xlU2NhbGVTaGFwZVN0eWxlIjp7IiRpZCI6IjQwMCIsIlNoYXBlIjowLCJIZWlnaHQiOjAuMH0sIk1pZGRsZVRpZXJTY2FsZVN0eWxlIjp7IiRpZCI6IjQwMSIsIlNoYXBlIjozLCJTaG93U2VnbWVudFNlcGFyYXRvcnMiOnRydWUsIlNlZ21lbnRTZXBhcmF0b3JPcGFjaXR5IjozMCwiSGFzQmVlblZpc2libGVCZWZvcmUiOmZhbHNlLCJGb250U2V0dGluZ3MiOnsiJGlkIjoiNDAyIiwiRm9udFNpemUiOjEyLCJGb250TmFtZSI6IkNhbGlicmkiLCJJc0JvbGQiOmZhbHNlLCJJc0l0YWxpYyI6ZmFsc2UsIklzVW5kZXJsaW5lZCI6ZmFsc2UsIlBhcmVudFN0eWxlIjpudWxsfSwiQXV0b1NpemUiOjAsIkZvcmVncm91bmQiOnsiJGlkIjoiNDAzIiwiQ29sb3IiOnsiJGlkIjoiNDA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wNSIsIlRvcCI6MC4wLCJMZWZ0Ijo1LjAsIlJpZ2h0IjowLjAsIkJvdHRvbSI6MC4wfSwiUGFkZGluZyI6eyIkaWQiOiI0MDYiLCJUb3AiOjAuMCwiTGVmdCI6MC4wLCJSaWdodCI6MC4wLCJCb3R0b20iOjAuMH0sIkJhY2tncm91bmQiOnsiJGlkIjoiNDA3IiwiQ29sb3IiOnsiJGlkIjoiNDA4IiwiQSI6MCwiUiI6MCwiRyI6MCwiQiI6MH19LCJJc1Zpc2libGUiOmZhbHNlLCJXaWR0aCI6MC4wLCJIZWlnaHQiOjAuMCwiQm9yZGVyU3R5bGUiOm51bGwsIlBhcmVudFN0eWxlIjpudWxsfSwiQm90dG9tVGllclNjYWxlU3R5bGUiOnsiJGlkIjoiNDA5IiwiU2hhcGUiOjMsIlNob3dTZWdtZW50U2VwYXJhdG9ycyI6dHJ1ZSwiU2VnbWVudFNlcGFyYXRvck9wYWNpdHkiOjMwLCJIYXNCZWVuVmlzaWJsZUJlZm9yZSI6ZmFsc2UsIkZvbnRTZXR0aW5ncyI6eyIkaWQiOiI0MTAiLCJGb250U2l6ZSI6MTIsIkZvbnROYW1lIjoiQ2FsaWJyaSIsIklzQm9sZCI6ZmFsc2UsIklzSXRhbGljIjpmYWxzZSwiSXNVbmRlcmxpbmVkIjpmYWxzZSwiUGFyZW50U3R5bGUiOm51bGx9LCJBdXRvU2l6ZSI6MCwiRm9yZWdyb3VuZCI6eyIkaWQiOiI0MTEiLCJDb2xvciI6eyIkaWQiOiI0MTI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EzIiwiVG9wIjowLjAsIkxlZnQiOjUuMCwiUmlnaHQiOjAuMCwiQm90dG9tIjowLjB9LCJQYWRkaW5nIjp7IiRpZCI6IjQxNCIsIlRvcCI6MC4wLCJMZWZ0IjowLjAsIlJpZ2h0IjowLjAsIkJvdHRvbSI6MC4wfSwiQmFja2dyb3VuZCI6eyIkaWQiOiI0MTUiLCJDb2xvciI6eyIkaWQiOiI0MTYiLCJBIjowLCJSIjowLCJHIjowLCJCIjowfX0sIklzVmlzaWJsZSI6ZmFsc2UsIldpZHRoIjowLjAsIkhlaWdodCI6MC4wLCJCb3JkZXJTdHlsZSI6bnVsbCwiUGFyZW50U3R5bGUiOm51bGx9LCJFbGFwc2VkVGltZUJhY2tncm91bmQiOnsiJGlkIjoiNDE3IiwiQ29sb3IiOnsiJGlkIjoiNDE4IiwiQSI6MTkxLCJSIjoyNTUsIkciOjAsIkIiOjB9fSwiQXBwZW5kWWVhck9uWWVhckNoYW5nZSI6ZmFsc2UsIkVsYXBzZWRUaW1lRm9ybWF0IjoyLCJUb2RheU1hcmtlclBvc2l0aW9uIjoyLCJRdWlja1Bvc2l0aW9uIjozLCJBYnNvbHV0ZVBvc2l0aW9uIjoxMTkuNzI3MDA1LCJNYXJnaW4iOnsiJGlkIjoiNDE5IiwiVG9wIjowLjAsIkxlZnQiOjEwLjAsIlJpZ2h0IjoxMC4wLCJCb3R0b20iOjAuMH0sIlBhZGRpbmciOnsiJGlkIjoiNDIwIiwiVG9wIjowLjAsIkxlZnQiOjAuMCwiUmlnaHQiOjAuMCwiQm90dG9tIjowLjB9LCJCYWNrZ3JvdW5kIjp7IiRpZCI6IjQyMSIsIkNvbG9yIjp7IiRpZCI6IjQyMiIsIkEiOjI1NSwiUiI6NDcsIkciOjU0LCJCIjoxNTN9fSwiSXNWaXNpYmxlIjp0cnVlLCJXaWR0aCI6MC4wLCJIZWlnaHQiOjAuMCwiQm9yZGVyU3R5bGUiOm51bGwsIlBhcmVudFN0eWxlIjpudWxsfSwiRGVmYXVsdE1pbGVzdG9uZVN0eWxlIjp7IiRpZCI6IjQyMyIsIlNoYXBlIjoyLCJDb25uZWN0b3JNYXJnaW4iOnsiJGlkIjoiNDI0IiwiVG9wIjowLjAsIkxlZnQiOjIuMCwiUmlnaHQiOjIuMCwiQm90dG9tIjowLjB9LCJDb25uZWN0b3JTdHlsZSI6eyIkaWQiOiI0MjUiLCJMaW5lQ29sb3IiOnsiJGlkIjoiNDI2IiwiJHR5cGUiOiJOTFJFLkNvbW1vbi5Eb20uU29saWRDb2xvckJydXNoLCBOTFJFLkNvbW1vbiIsIkNvbG9yIjp7IiRpZCI6IjQyNyIsIkEiOjEyNywiUiI6NzksIkciOjEyOSwiQiI6MTg5fX0sIkxpbmVXZWlnaHQiOjEuMCwiTGluZVR5cGUiOjAsIlBhcmVudFN0eWxlIjpudWxsfSwiSXNCZWxvd1RpbWViYW5kIjpmYWxzZSwiUG9zaXRpb25PblRhc2siOjAsIkhpZGVEYXRlIjpmYWxzZSwiU2hhcGVTaXplIjoxLCJTcGFjaW5nIjoyLjAsIlBhZGRpbmciOnsiJGlkIjoiNDI4IiwiVG9wIjo3LjAsIkxlZnQiOjMuMCwiUmlnaHQiOjAuMCwiQm90dG9tIjoyLjB9LCJTaGFwZVN0eWxlIjp7IiRpZCI6IjQyOSIsIk1hcmdpbiI6eyIkcmVmIjoiOCJ9LCJQYWRkaW5nIjp7IiRyZWYiOiI5In0sIkJhY2tncm91bmQiOnsiJGlkIjoiNDMwIiwiQ29sb3IiOnsiJGlkIjoiNDMxIiwiQSI6MjU1LCJSIjowLCJHIjoxMTQsIkIiOjE4OH19LCJJc1Zpc2libGUiOnRydWUsIldpZHRoIjoxMy4wLCJIZWlnaHQiOjEzLjAsIkJvcmRlclN0eWxlIjp7IiRpZCI6IjQzMiIsIkxpbmVDb2xvciI6eyIkcmVmIjoiMTMifSwiTGluZVdlaWdodCI6MC4wLCJMaW5lVHlwZSI6MCwiUGFyZW50U3R5bGUiOm51bGx9LCJQYXJlbnRTdHlsZSI6bnVsbH0sIlRpdGxlU3R5bGUiOnsiJGlkIjoiNDMzIiwiRm9udFNldHRpbmdzIjp7IiRpZCI6IjQzNC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A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NDM1IiwiRm9udFNldHRpbmdzIjp7IiRpZCI6IjQzNi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MjkifSwiSXNWaXNpYmxlIjp0cnVlLCJXaWR0aCI6MC4wLCJIZWlnaHQiOjAuMCwiQm9yZGVyU3R5bGUiOm51bGwsIlBhcmVudFN0eWxlIjpudWxsfSwiRGF0ZUZvcm1hdCI6eyIkaWQiOiI0Mzc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NDM4IiwiRGF0ZVBhcnRJc1Zpc2libGUiOnRydWUsIlRpbWVQYXJ0SXNWaXNpYmxlIjpmYWxzZX19LCJXZWVrTnVtYmVyaW5nIjp7IiRpZCI6IjQzOSIsIkZvcm1hdCI6MCwiSXNWaXNpYmxlIjpmYWxzZSwiTGFzdEtub3duVmlzaWJpbGl0eVN0YXRlIjpmYWxzZX0sIklzVmlzaWJsZSI6dHJ1ZSwiUGFyZW50U3R5bGUiOm51bGx9LCJEZWZhdWx0VGFza1N0eWxlIjp7IiRpZCI6IjQ0MCIsIlNoYXBlIjoxLCJTaGFwZVRoaWNrbmVzcyI6MCwiRHVyYXRpb25Gb3JtYXQiOjAsIkluY2x1ZGVOb25Xb3JraW5nRGF5c0luRHVyYXRpb24iOmZhbHNlLCJQZXJjZW50YWdlQ29tcGxldGVTdHlsZSI6eyIkaWQiOiI0NDEiLCJGb250U2V0dGluZ3MiOnsiJGlkIjoiNDQyIiwiRm9udFNpemUiOjEwLCJGb250TmFtZSI6IkNhbGlicmkiLCJJc0JvbGQiOmZhbHNlLCJJc0l0YWxpYyI6ZmFsc2UsIklzVW5kZXJsaW5lZCI6ZmFsc2UsIlBhcmVudFN0eWxlIjpudWxsfSwiQXV0b1NpemUiOjAsIkZvcmVncm91bmQiOnsiJHJlZiI6IjQwIn0sIk1heFdpZHRoIjoyMDAuMCwiTWF4SGVpZ2h0IjoiSW5maW5pdHkiLCJTbWFydEZvcmVncm91bmRJc0FjdGl2ZSI6ZmFsc2UsIkhvcml6b250YWxBbGlnbm1lbnQiOjAsIlZlcnRpY2FsQWxpZ25tZW50IjowLCJTbWFydEZvcmVncm91bmQiOm51bGwsIkJhY2tncm91bmRGaWxsVHlwZSI6MCwiTWFyZ2luIjp7IiRyZWYiOiI0MiJ9LCJQYWRkaW5nIjp7IiRyZWYiOiI0MyJ9LCJCYWNrZ3JvdW5kIjp7IiRyZWYiOiI0NCJ9LCJJc1Zpc2libGUiOnRydWUsIldpZHRoIjowLjAsIkhlaWdodCI6MC4wLCJCb3JkZXJTdHlsZSI6bnVsbCwiUGFyZW50U3R5bGUiOm51bGx9LCJEdXJhdGlvblN0eWxlIjp7IiRpZCI6IjQ0MyIsIkZvbnRTZXR0aW5ncyI6eyIkaWQiOiI0NDQiLCJGb250U2l6ZSI6MTAsIkZvbnROYW1lIjoiQ2FsaWJyaSIsIklzQm9sZCI6ZmFsc2UsIklzSXRhbGljIjpmYWxzZSwiSXNVbmRlcmxpbmVkIjpmYWxzZSwiUGFyZW50U3R5bGUiOm51bGx9LCJBdXRvU2l6ZSI6MCwiRm9yZWdyb3VuZCI6eyIkcmVmIjoiNDkifSwiTWF4V2lkdGgiOjIw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udWxsLCJQYXJlbnRTdHlsZSI6bnVsbH0sIkhvcml6b250YWxDb25uZWN0b3JTdHlsZSI6eyIkaWQiOiI0NDUiLCJMaW5lQ29sb3IiOnsiJHJlZiI6IjU3In0sIkxpbmVXZWlnaHQiOjEuMCwiTGluZVR5cGUiOjAsIlBhcmVudFN0eWxlIjpudWxsfSwiVmVydGljYWxDb25uZWN0b3JTdHlsZSI6eyIkaWQiOiI0NDYiLCJMaW5lQ29sb3IiOnsiJHJlZiI6IjY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DQ3IiwiTWFyZ2luIjp7IiRyZWYiOiI2MyJ9LCJQYWRkaW5nIjp7IiRyZWYiOiI2NCJ9LCJCYWNrZ3JvdW5kIjp7IiRpZCI6IjQ0OCIsIkNvbG9yIjp7IiRpZCI6IjQ0OSIsIkEiOjI1NSwiUiI6MCwiRyI6MTE0LCJCIjoxODh9fSwiSXNWaXNpYmxlIjp0cnVlLCJXaWR0aCI6MC4wLCJIZWlnaHQiOjEwLjAsIkJvcmRlclN0eWxlIjp7IiRpZCI6IjQ1MCIsIkxpbmVDb2xvciI6eyIkcmVmIjoiNjgifSwiTGluZVdlaWdodCI6MC4wLCJMaW5lVHlwZSI6MCwiUGFyZW50U3R5bGUiOm51bGx9LCJQYXJlbnRTdHlsZSI6bnVsbH0sIlRpdGxlU3R5bGUiOnsiJGlkIjoiNDUxIiwiRm9udFNldHRpbmdzIjp7IiRpZCI6IjQ1MiIsIkZvbnRTaXplIjoxMSwiRm9udE5hbWUiOiJDYWxpYnJpIiwiSXNCb2xkIjp0cnVlLCJJc0l0YWxpYyI6ZmFsc2UsIklzVW5kZXJsaW5lZCI6ZmFsc2UsIlBhcmVudFN0eWxlIjpudWxsfSwiQXV0b1NpemUiOjAsIkZvcmVncm91bmQiOnsiJHJlZiI6IjcyIn0sIk1heFdpZHRoIjo5Nj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yZWYiOiI3NiJ9LCJJc1Zpc2libGUiOnRydWUsIldpZHRoIjowLjAsIkhlaWdodCI6MC4wLCJCb3JkZXJTdHlsZSI6bnVsbCwiUGFyZW50U3R5bGUiOm51bGx9LCJEYXRlU3R5bGUiOnsiJGlkIjoiNDUzIiwiRm9udFNldHRpbmdzIjp7IiRpZCI6IjQ1NCIsIkZvbnRTaXplIjoxMCwiRm9udE5hbWUiOiJDYWxpYnJpIiwiSXNCb2xkIjpmYWxzZSwiSXNJdGFsaWMiOmZhbHNlLCJJc1VuZGVybGluZWQiOmZhbHNlLCJQYXJlbnRTdHlsZSI6bnVsbH0sIkF1dG9TaXplIjowLCJGb3JlZ3JvdW5kIjp7IiRyZWYiOiI4MSJ9LCJNYXhXaWR0aCI6MjAwLjAsIk1heEhlaWdodCI6IkluZmluaXR5IiwiU21hcnRGb3JlZ3JvdW5kSXNBY3RpdmUiOmZhbHNlLCJIb3Jpem9udGFsQWxpZ25tZW50IjoyLCJWZXJ0aWNhbEFsaWdubWVudCI6MCwiU21hcnRGb3JlZ3JvdW5kIjpudWxsLCJCYWNrZ3JvdW5kRmlsbFR5cGUiOjAsIk1hcmdpbiI6eyIkcmVmIjoiODMifSwiUGFkZGluZyI6eyIkcmVmIjoiODQifSwiQmFja2dyb3VuZCI6eyIkcmVmIjoiODUifSwiSXNWaXNpYmxlIjp0cnVlLCJXaWR0aCI6MC4wLCJIZWlnaHQiOjAuMCwiQm9yZGVyU3R5bGUiOm51bGwsIlBhcmVudFN0eWxlIjpudWxsfSwiRGF0ZUZvcm1hdCI6eyIkaWQiOiI0NTU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NiIsIkZvcm1hdCI6MCwiSXNWaXNpYmxlIjpmYWxzZSwiTGFzdEtub3duVmlzaWJpbGl0eVN0YXRlIjpmYWxzZX0sIklzVmlzaWJsZSI6dHJ1ZSwiUGFyZW50U3R5bGUiOm51bGwsIl9leHBsaWNpdGx5U2V0Ijp7IiRpZCI6IjQ1N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NDU4IiwiR3JpZGxpbmVTdHlsZSI6eyIkaWQiOiI0NTkiLCJMaW5lQ29sb3IiOnsiJGlkIjoiNDYwIiwiJHR5cGUiOiJOTFJFLkNvbW1vbi5Eb20uU29saWRDb2xvckJydXNoLCBOTFJFLkNvbW1vbiIsIkNvbG9yIjp7IiRpZCI6IjQ2MSIsIkEiOjM4LCJSIjoyNDUsIkciOjEzOCwiQiI6MTA0fX0sIkxpbmVXZWlnaHQiOjEuMCwiTGluZVR5cGUiOjAsIlBhcmVudFN0eWxlIjpudWxsfSwiTWFyZ2luIjp7IiRpZCI6IjQ2MiIsIlRvcCI6MC4wLCJMZWZ0IjowLjAsIlJpZ2h0IjowLjAsIkJvdHRvbSI6MC4wfSwiUGFkZGluZyI6eyIkaWQiOiI0NjMiLCJUb3AiOjAuMCwiTGVmdCI6MC4wLCJSaWdodCI6MC4wLCJCb3R0b20iOjAuMH0sIkJhY2tncm91bmQiOm51bGwsIklzVmlzaWJsZSI6dHJ1ZSwiV2lkdGgiOjAuMCwiSGVpZ2h0IjowLjAsIkJvcmRlclN0eWxlIjp7IiRpZCI6IjQ2NCIsIkxpbmVDb2xvciI6bnVsbCwiTGluZVdlaWdodCI6MC4wLCJMaW5lVHlwZSI6MCwiUGFyZW50U3R5bGUiOm51bGx9LCJQYXJlbnRTdHlsZSI6bnVsbH0sIkFjdGl2aXR5TGluZVBhbmVsU3R5bGUiOnsiJGlkIjoiNDY1IiwiQWN0aXZpdHlMaW5lU3R5bGUiOnsiJGlkIjoiNDY2IiwiTGluZUNvbG9yIjp7IiRpZCI6IjQ2NyIsIiR0eXBlIjoiTkxSRS5Db21tb24uRG9tLlNvbGlkQ29sb3JCcnVzaCwgTkxSRS5Db21tb24iLCJDb2xvciI6eyIkaWQiOiI0NjgiLCJBIjozOCwiUiI6NjgsIkciOjExNCwiQiI6MTk2fX0sIkxpbmVXZWlnaHQiOjEuMCwiTGluZVR5cGUiOjAsIlBhcmVudFN0eWxlIjpudWxsfSwiTWFyZ2luIjp7IiRpZCI6IjQ2OSIsIlRvcCI6MC4wLCJMZWZ0IjowLjAsIlJpZ2h0IjowLjAsIkJvdHRvbSI6MC4wfSwiUGFkZGluZyI6eyIkaWQiOiI0NzAiLCJUb3AiOjAuMCwiTGVmdCI6MC4wLCJSaWdodCI6MC4wLCJCb3R0b20iOjAuMH0sIkJhY2tncm91bmQiOm51bGwsIklzVmlzaWJsZSI6dHJ1ZSwiV2lkdGgiOjAuMCwiSGVpZ2h0IjowLjAsIkJvcmRlclN0eWxlIjp7IiRpZCI6IjQ3MSIsIkxpbmVDb2xvciI6bnVsbCwiTGluZVdlaWdodCI6MC4wLCJMaW5lVHlwZSI6MCwiUGFyZW50U3R5bGUiOm51bGx9LCJQYXJlbnRTdHlsZSI6bnVsbH0sIlNob3dFbGFwc2VkVGltZUdyYWRpZW50U3R5bGUiOmZhbHNlLCJUaW1lYmFuZFJlc2VydmVkTGVmdEFyZWFTdHlsZSI6eyIkaWQiOiI0NzIiLCJBY3Rpdml0eUhlYWRlcldpZHRoIjo3Ni4wLCJJc1NldCI6ZmFsc2V9LCJEZWZhdWx0U3dpbWxhbmVTdHlsZSI6bnVsbH0sIlNjYWxlIjpudWxsLCJTY2FsZVYyIjp7IiRpZCI6IjQ3MyIsIlN0YXJ0RGF0ZSI6IjAwMDEtMDEtMDFUMDA6MDA6MDAiLCJFbmREYXRlIjoiMjAzMy0wOS0zMFQyMzo1OTowMCIsIkF1dG9EYXRlUmFuZ2UiOnRydWUsIldvcmtpbmdEYXlzIjozMSwiRmlzY2FsWWVhciI6eyIkaWQiOiI0NzQiLCJTdGFydE1vbnRoIjoxLCJVc2VTdGFydGluZ1llYXJGb3JOdW1iZXJpbmciOnRydWUsIlNob3dGaXNjYWxZZWFyTGFiZWwiOnRydWV9LCJUb2RheU1hcmtlclRleHQiOiJUb2RheSIsIkF1dG9TY2FsZVR5cGUiOmZhbHNlLCJUaW1lYmFuZFNjYWxlcyI6eyIkaWQiOiI0NzUiLCJUb3BTY2FsZUxheWVyIjp7IiRpZCI6IjQ3NiIsIkZvcm1hdCI6Ik1NTSIsIlR5cGUiOjR9LCJNaWRkbGVTY2FsZUxheWVyIjp7IiRpZCI6IjQ3NyIsIkZvcm1hdCI6bnVsbCwiVHlwZSI6MH0sIkJvdHRvbVNjYWxlTGF5ZXIiOnsiJGlkIjoiNDc4IiwiRm9ybWF0IjpudWxsLCJUeXBlIjowfX19LCJNaWxlc3RvbmVzIjpbXSwiVGFza3MiOltdLCJTd2ltbGFuZXMiOltdLCJNc1Byb2plY3RJdGVtc1RyZWUiOnsiJGlkIjoiNDc5IiwiUm9vdCI6eyJJbXBvcnRJZCI6bnVsbCwiSXNJbXBvcnRlZCI6ZmFsc2UsIkNoaWxkcmVuIjpbXX19LCJNZXRhZGF0YSI6eyIkaWQiOiI0ODAiLCJSZWNlbnRDb2xvcnNDb2xsZWN0aW9uIjoiW10iLCJTb3VyY2VUZW1wbGF0ZSI6IntcIiRpZFwiOlwiMVwiLFwiSWRcIjpcImNjMjZmODYzLTI3Y2UtNDgwZS1hNTg5LWIzZjEyZjJkNmViMFwiLFwiQ3VsdHVyZUluZm9OYW1lXCI6XCJlbi1VU1wiLFwiVmVyc2lvblwiOntcIiRpZFwiOlwiMlwiLFwiVGVtcGxhdGVEb21WZXJzaW9uXCI6XCIxLjMuMVwifSxcIkVmZmVjdFwiOjE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yLjAsXCJQYWRkaW5nXCI6e1wiJGlkXCI6XCI5MFwiLFwiVG9wXCI6Ny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UYXNrU3R5bGVcIjp7XCIkaWRcIjpcIjExNFwiLFwiU2hhcGVcIjoxLFwiU2hhcGVUaGlja25lc3NcIjowLFwiRHVyYXRpb25Gb3JtYXRcIjowLFwiUGVyY2VudGFnZUNvbXBsZXRlU3R5bGVcIjp7XCIkaWRcIjpcIjExNVwiLFwiRm9udFNldHRpbmdzXCI6e1wiJGlkXCI6XCIxMTZcIixcIkZvbnRTaXplXCI6MTAsXCJGb250TmFtZVwiOlwiQ2FsaWJyaVwiLFwiSXNCb2xkXCI6ZmFsc2UsXCJJc0l0YWxpY1wiOmZhbHNlLFwiSXNVbmRlcmxpbmVkXCI6ZmFsc2V9LFwiQXV0b1NpemVcIjowLFwiRm9yZWdyb3VuZFwiOntcIiRpZFwiOlwiMTE3XCIsXCJDb2xvclwiOntcIiRpZFwiOlwiMTE4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yZWZcIjpcIjM2XCJ9fSxcIklzVmlzaWJsZVwiOnRydWUsXCJXaWR0aFwiOjAuMCxcIkhlaWdodFwiOjAuMCxcIkJvcmRlclN0eWxlXCI6bnVsbH0sXCJEdXJhdGlvblN0eWxlXCI6e1wiJGlkXCI6XCIxMjJcIixcIkZvbnRTZXR0aW5nc1wiOntcIiRpZFwiOlwiMTIzXCIsXCJGb250U2l6ZVwiOjEwLFwiRm9udE5hbWVcIjpcIkNhbGlicmlcIixcIklzQm9sZFwiOmZhbHNlLFwiSXNJdGFsaWNcIjpmYWxzZSxcIklzVW5kZXJsaW5lZFwiOmZhbHNlfSxcIkF1dG9TaXplXCI6MCxcIkZvcmVncm91bmRcIjp7XCIkaWRcIjpcIjEyNFwiLFwiQ29sb3JcIjp7XCIkaWRcIjpcIjEy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yNlwiLFwiVG9wXCI6MC4wLFwiTGVmdFwiOjAuMCxcIlJpZ2h0XCI6MC4wLFwiQm90dG9tXCI6MC4wfSxcIlBhZGRpbmdcIjp7XCIkaWRcIjpcIjEyN1wiLFwiVG9wXCI6MC4wLFwiTGVmdFwiOjAuMCxcIlJpZ2h0XCI6MC4wLFwiQm90dG9tXCI6MC4wfSxcIkJhY2tncm91bmRcIjp7XCIkaWRcIjpcIjEyOFwiLFwiQ29sb3JcIjp7XCIkcmVmXCI6XCIzNlwifX0sXCJJc1Zpc2libGVcIjp0cnVlLFwiV2lkdGhcIjowLjAsXCJIZWlnaHRcIjowLjAsXCJCb3JkZXJTdHlsZVwiOm51bGx9LFwiSG9yaXpvbnRhbENvbm5lY3RvclN0eWxlXCI6e1wiJGlkXCI6XCIxMjlcIixcIkxpbmVDb2xvclwiOntcIiRpZFwiOlwiMTMwXCIsXCIkdHlwZVwiOlwiTkxSRS5Db21tb24uRG9tLlNvbGlkQ29sb3JCcnVzaCwgTkxSRS5Db21tb25cIixcIkNvbG9yXCI6e1wiJGlkXCI6XCIxMzFcIixcIkFcIjoyNTUsXCJSXCI6MjA0LFwiR1wiOjIwNCxcIkJcIjoyMDR9fSxcIkxpbmVXZWlnaHRcIjoxLjAsXCJMaW5lVHlwZVwiOjB9LFwiVmVydGljYWxDb25uZWN0b3JTdHlsZVwiOntcIiRpZFwiOlwiMTMyXCIsXCJMaW5lQ29sb3JcIjp7XCIkaWRcIjpcIjEzM1wiLFwiJHR5cGVcIjpcIk5MUkUuQ29tbW9uLkRvbS5Tb2xpZENvbG9yQnJ1c2gsIE5MUkUuQ29tbW9uXCIsXCJDb2xvclwiOntcIiRpZFwiOlwiMTM0XCIsXCJBXCI6MjU1LFwiUlwiOjIwNCxcIkdcIjoyMDQsXCJCXCI6MjA0fX0sXCJMaW5lV2VpZ2h0XCI6MC4wLFwiTGluZVR5cGVcIjowfSxcIk1hcmdpblwiOm51bGwsXCJTdGFydERhdGVQb3NpdGlvblwiOjMsXCJFbmREYXRlUG9zaXRpb25cIjozLFwiVGl0bGVQb3NpdGlvblwiOjQsXCJEdXJhdGlvblBvc2l0aW9uXCI6NixcIlBlcmNlbnRhZ2VDb21wbGV0ZWRQb3NpdGlvblwiOjYsXCJTcGFjaW5nXCI6NSxcIklzQmVsb3dUaW1lYmFuZFwiOmZhbHNlLFwiUGVyY2VudGFnZUNvbXBsZXRlU2hhcGVPcGFjaXR5XCI6MzUsXCJHcm91cE5hbWVcIjpudWxsLFwiQXR0YWNoZWRNaWxlc3RvbmVzU3R5bGVzXCI6bnVsbCxcIlNoYXBlU3R5bGVcIjp7XCIkaWRcIjpcIjEzNVwiLFwiTWFyZ2luXCI6e1wiJGlkXCI6XCIxMzZcIixcIlRvcFwiOjAuMCxcIkxlZnRcIjo0LjAsXCJSaWdodFwiOjQuMCxcIkJvdHRvbVwiOjAuMH0sXCJQYWRkaW5nXCI6e1wiJGlkXCI6XCIxMzdcIixcIlRvcFwiOjAuMCxcIkxlZnRcIjowLjAsXCJSaWdodFwiOjAuMCxcIkJvdHRvbVwiOjAuMH0sXCJCYWNrZ3JvdW5kXCI6e1wiJGlkXCI6XCIxMzhcIixcIkNvbG9yXCI6e1wiJGlkXCI6XCIxMzlcIixcIkFcIjoyNTUsXCJSXCI6MCxcIkdcIjoxMTQsXCJCXCI6MTg4fX0sXCJJc1Zpc2libGVcIjp0cnVlLFwiV2lkdGhcIjowLjAsXCJIZWlnaHRcIjoxMC4wLFwiQm9yZGVyU3R5bGVcIjp7XCIkaWRcIjpcIjE0MFwiLFwiTGluZUNvbG9yXCI6e1wiJGlkXCI6XCIxNDFcIixcIiR0eXBlXCI6XCJOTFJFLkNvbW1vbi5Eb20uU29saWRDb2xvckJydXNoLCBOTFJFLkNvbW1vblwiLFwiQ29sb3JcIjp7XCIkaWRcIjpcIjE0MlwiLFwiQVwiOjI1NSxcIlJcIjoyNTUsXCJHXCI6MCxcIkJcIjowfX0sXCJMaW5lV2VpZ2h0XCI6MC4wLFwiTGluZVR5cGVcIjowfX0sXCJUaXRsZVN0eWxlXCI6e1wiJGlkXCI6XCIxNDNcIixcIkZvbnRTZXR0aW5nc1wiOntcIiRpZFwiOlwiMTQ0XCIsXCJGb250U2l6ZVwiOjExLFwiRm9udE5hbWVcIjpcIkNhbGlicmlcIixcIklzQm9sZFwiOnRydWUsXCJJc0l0YWxpY1wiOmZhbHNlLFwiSXNVbmRlcmxpbmVkXCI6ZmFsc2V9LFwiQXV0b1NpemVcIjowLFwiRm9yZWdyb3VuZFwiOntcIiRpZFwiOlwiMTQ1XCIsXCJDb2xvclwiOntcIiRpZFwiOlwiMTQ2XCIsXCJBXCI6MjU1LFwiUlwiOjAsXCJHXCI6MCxcIkJcIjowfX0sXCJCYWNrZ3JvdW5kRmlsbFR5cGVcIjowLFwiTWF4V2lkdGhcIjo5NjAuMCxcIk1heEhlaWdodFwiOlwiSW5maW5pdHlcIixcIlNtYXJ0Rm9yZWdyb3VuZElzQWN0aXZlXCI6ZmFsc2UsXCJIb3Jpem9udGFsQWxpZ25tZW50XCI6MCxcIlZlcnRpY2FsQWxpZ25tZW50XCI6MCxcIlNtYXJ0Rm9yZWdyb3VuZFwiOm51bGwsXCJNYXJnaW5cIjp7XCIkaWRcIjpcIjE0N1wiLFwiVG9wXCI6MC4wLFwiTGVmdFwiOjAuMCxcIlJpZ2h0XCI6MC4wLFwiQm90dG9tXCI6MC4wfSxcIlBhZGRpbmdcIjp7XCIkaWRcIjpcIjE0OFwiLFwiVG9wXCI6MC4wLFwiTGVmdFwiOjAuMCxcIlJpZ2h0XCI6MC4wLFwiQm90dG9tXCI6MC4wfSxcIkJhY2tncm91bmRcIjp7XCIkaWRcIjpcIjE0OVwiLFwiQ29sb3JcIjp7XCIkcmVmXCI6XCIzNlwifX0sXCJJc1Zpc2libGVcIjp0cnVlLFwiV2lkdGhcIjowLjAsXCJIZWlnaHRcIjowLjAsXCJCb3JkZXJTdHlsZVwiOm51bGx9LFwiRGF0ZVN0eWxlXCI6e1wiJGlkXCI6XCIxNTBcIixcIkZvbnRTZXR0aW5nc1wiOntcIiRpZFwiOlwiMTUxXCIsXCJGb250U2l6ZVwiOjEwLFwiRm9udE5hbWVcIjpcIkNhbGlicmlcIixcIklzQm9sZFwiOmZhbHNlLFwiSXNJdGFsaWNcIjpmYWxzZSxcIklzVW5kZXJsaW5lZFwiOmZhbHNlfSxcIkF1dG9TaXplXCI6MCxcIkZvcmVncm91bmRcIjp7XCIkaWRcIjpcIjE1MlwiLFwiQ29sb3JcIjp7XCIkaWRcIjpcIjE1M1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TU0XCIsXCJUb3BcIjowLjAsXCJMZWZ0XCI6MC4wLFwiUmlnaHRcIjowLjAsXCJCb3R0b21cIjowLjB9LFwiUGFkZGluZ1wiOntcIiRpZFwiOlwiMTU1XCIsXCJUb3BcIjowLjAsXCJMZWZ0XCI6MC4wLFwiUmlnaHRcIjowLjAsXCJCb3R0b21cIjowLjB9LFwiQmFja2dyb3VuZFwiOntcIiRpZFwiOlwiMTU2XCIsXCJDb2xvclwiOntcIiRyZWZcIjpcIjM2XCJ9fSxcIklzVmlzaWJsZVwiOnRydWUsXCJXaWR0aFwiOjAuMCxcIkhlaWdodFwiOjAuMCxcIkJvcmRlclN0eWxlXCI6bnVsbH0sXCJEYXRlRm9ybWF0XCI6e1wiJGlkXCI6XCIx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udWxsLFwiRGVmYXVsdFN3aW1sYW5lU3R5bGVcIjp7XCIkaWRcIjpcIjE1OFwiLFwiSGVhZGVyU3R5bGVcIjp7XCIkaWRcIjpcIjE1OVwiLFwiVGV4dFN0eWxlXCI6e1wiJGlkXCI6XCIxNjBcIixcIkZvbnRTZXR0aW5nc1wiOntcIiRpZFwiOlwiMTYxXCIsXCJGb250U2l6ZVwiOjEyLFwiRm9udE5hbWVcIjpcIkNhbGlicmlcIixcIklzQm9sZFwiOmZhbHNlLFwiSXNJdGFsaWNcIjpmYWxzZSxcIklzVW5kZXJsaW5lZFwiOmZhbHNlfSxcIkF1dG9TaXplXCI6MCxcIkZvcmVncm91bmRcIjp7XCIkaWRcIjpcIjE2MlwiLFwiQ29sb3JcIjp7XCIkaWRcIjpcIjE2M1wiLFwiQVwiOjI1NSxcIlJcIjozMixcIkdcIjo1NixcIkJcIjoxMDB9fSxcIkJhY2tncm91bmRGaWxsVHlwZVwiOjAsXCJNYXhXaWR0aFwiOjAuMCxcIk1heEhlaWdodFwiOjAuMCxcIlNtYXJ0Rm9yZWdyb3VuZElzQWN0aXZlXCI6ZmFsc2UsXCJIb3Jpem9udGFsQWxpZ25tZW50XCI6MCxcIlZlcnRpY2FsQWxpZ25tZW50XCI6MCxcIlNtYXJ0Rm9yZWdyb3VuZFwiOm51bGwsXCJNYXJnaW5cIjp7XCIkaWRcIjpcIjE2NFwiLFwiVG9wXCI6MC4wLFwiTGVmdFwiOjAuMCxcIlJpZ2h0XCI6MC4wLFwiQm90dG9tXCI6MC4wfSxcIlBhZGRpbmdcIjp7XCIkaWRcIjpcIjE2NVwiLFwiVG9wXCI6MC4wLFwiTGVmdFwiOjAuMCxcIlJpZ2h0XCI6MC4wLFwiQm90dG9tXCI6MC4wfSxcIkJhY2tncm91bmRcIjpudWxsLFwiSXNWaXNpYmxlXCI6ZmFsc2UsXCJXaWR0aFwiOjAuMCxcIkhlaWdodFwiOjAuMCxcIkJvcmRlclN0eWxlXCI6bnVsbH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EyNyxcIlJcIjo5MSxcIkdcIjoxNTUsXCJCXCI6MjEzfX0sXCJJc1Zpc2libGVcIjpmYWxzZSxcIldpZHRoXCI6MC4wLFwiSGVpZ2h0XCI6MC4wLFwiQm9yZGVyU3R5bGVcIjp7XCIkaWRcIjpcIjE3MVwiLFwiTGluZUNvbG9yXCI6e1wiJGlkXCI6XCIxNzJcIixcIiR0eXBlXCI6XCJOTFJFLkNvbW1vbi5Eb20uU29saWRDb2xvckJydXNoLCBOTFJFLkNvbW1vblwiLFwiQ29sb3JcIjp7XCIkaWRcIjpcIjE3M1wiLFwiQVwiOjI1NSxcIlJcIjoyNTUsXCJHXCI6MCxcIkJcIjowfX0sXCJMaW5lV2VpZ2h0XCI6MC4wLFwiTGluZVR5cGVcIjowfX0sXCJUZXh0SXNWZXJ0aWNhbFwiOmZhbHNlfSxcIkJhY2tncm91bmRTdHlsZVwiOntcIiRpZFwiOlwiMTc0XCIsXCJNYXJnaW5cIjp7XCIkaWRcIjpcIjE3NVwiLFwiVG9wXCI6MC4wLFwiTGVmdFwiOjAuMCxcIlJpZ2h0XCI6MC4wLFwiQm90dG9tXCI6MC4wfSxcIlBhZGRpbmdcIjp7XCIkaWRcIjpcIjE3NlwiLFwiVG9wXCI6MC4wLFwiTGVmdFwiOjAuMCxcIlJpZ2h0XCI6MC4wLFwiQm90dG9tXCI6MC4wfSxcIkJhY2tncm91bmRcIjp7XCIkaWRcIjpcIjE3N1wiLFwiQ29sb3JcIjp7XCIkaWRcIjpcIjE3OFwiLFwiQVwiOjM4LFwiUlwiOjkxLFwiR1wiOjE1NSxcIkJcIjoyMTN9fSxcIklzVmlzaWJsZVwiOnRydWUsXCJXaWR0aFwiOjAuMCxcIkhlaWdodFwiOjAuMCxcIkJvcmRlclN0eWxlXCI6e1wiJGlkXCI6XCIxNzlcIixcIkxpbmVDb2xvclwiOntcIiRpZFwiOlwiMTgwXCIsXCIkdHlwZVwiOlwiTkxSRS5Db21tb24uRG9tLlNvbGlkQ29sb3JCcnVzaCwgTkxSRS5Db21tb25cIixcIkNvbG9yXCI6e1wiJGlkXCI6XCIxODFcIixcIkFcIjoyNTUsXCJSXCI6MjU1LFwiR1wiOjAsXCJCXCI6MH19LFwiTGluZVdlaWdodFwiOjAuMCxcIkxpbmVUeXBlXCI6MH19LFwiSXNBYm92ZVRpbWViYW5kXCI6ZmFsc2V9LFwiQ3VzdG9tTWlsZXN0b25lU3R5bGVMaXN0XCI6W10sXCJDdXN0b21UYXNrU3R5bGVMaXN0XCI6W10sXCJDdXN0b21Td2ltbGFuZURlZmluaXRpb25TdHlsZUxpc3RcIjpbXSxcIkN1c3RvbVN3aW1sYW5lVjJTdHlsZUxpc3RcIjpbXSxcIkdyaWRsaW5lUGFuZWxTdHlsZVwiOntcIiRpZFwiOlwiMTgyXCIsXCJHcmlkbGluZVN0eWxlXCI6e1wiJGlkXCI6XCIxODNcIixcIkxpbmVDb2xvclwiOntcIiRpZFwiOlwiMTg0XCIsXCIkdHlwZVwiOlwiTkxSRS5Db21tb24uRG9tLlNvbGlkQ29sb3JCcnVzaCwgTkxSRS5Db21tb25cIixcIkNvbG9yXCI6e1wiJGlkXCI6XCIxODVcIixcIkFcIjozOCxcIlJcIjo5MSxcIkdcIjoxNTUsXCJCXCI6MjEzfX0sXCJMaW5lV2VpZ2h0XCI6MS4wLFwiTGluZVR5cGVcIjowfSxcIklzVmlzaWJsZVwiOnRydWV9LFwiQWN0aXZpdHlMaW5lUGFuZWxTdHlsZVwiOntcIiRpZFwiOlwiMTg2XCIsXCJBY3Rpdml0eUxpbmVTdHlsZVwiOntcIiRpZFwiOlwiMTg3XCIsXCJMaW5lQ29sb3JcIjp7XCIkaWRcIjpcIjE4OFwiLFwiJHR5cGVcIjpcIk5MUkUuQ29tbW9uLkRvbS5Tb2xpZENvbG9yQnJ1c2gsIE5MUkUuQ29tbW9uXCIsXCJDb2xvclwiOntcIiRpZFwiOlwiMTg5XCIsXCJBXCI6MzgsXCJSXCI6NjgsXCJHXCI6MTE0LFwiQlwiOjE5Nn19LFwiTGluZVdlaWdodFwiOjEuMCxcIkxpbmVUeXBlXCI6MH0sXCJJc1Zpc2libGVcIjp0cnVlfSxcIkRlZmF1bHREZXBlbmRlbmN5U3R5bGVcIjp7XCIkaWRcIjpcIjE5MFwiLFwiTGluZVN0eWxlXCI6e1wiJGlkXCI6XCIxOTFcIixcIkxpbmVDb2xvclwiOntcIiRpZFwiOlwiMTkyXCIsXCIkdHlwZVwiOlwiTkxSRS5Db21tb24uRG9tLlNvbGlkQ29sb3JCcnVzaCwgTkxSRS5Db21tb25cIixcIkNvbG9yXCI6e1wiJGlkXCI6XCIxOTNcIixcIkFcIjoyNTUsXCJSXCI6MCxcIkdcIjowLFwiQlwiOjB9fSxcIkxpbmVXZWlnaHRcIjoxLjAsXCJMaW5lVHlwZVwiOjB9LFwiRW5kQXJyb3doZWFkTGluZVN0eWxlXCI6e1wiJGlkXCI6XCIxOTRcIixcIktpbmRcIjoxLFwiV2lkdGhcIjoxLFwiTGVuZ3RoXCI6MCxcIlBhcmVudFN0eWxlXCI6bnVsbH0sXCJCcmluZ1RvRnJvbnRcIjp0cnVlLFwiSXNWaXNpYmxlXCI6dHJ1ZSxcIlJhZGl1c1wiOjAuMH0sXCJDcml0aWNhbFBhdGhTdHlsZVwiOntcIiRpZFwiOlwiMTk1XCIsXCJDcml0aWNhbFBhdGhTdHlsZU9wdGlvbnNcIjoxNSxcIkxpbmVTdHlsZVwiOntcIiRpZFwiOlwiMTk2XCIsXCJMaW5lQ29sb3JcIjp7XCIkaWRcIjpcIjE5N1wiLFwiJHR5cGVcIjpcIk5MUkUuQ29tbW9uLkRvbS5Tb2xpZENvbG9yQnJ1c2gsIE5MUkUuQ29tbW9uXCIsXCJDb2xvclwiOntcIiRpZFwiOlwiMTk4XCIsXCJBXCI6MjU1LFwiUlwiOjIyMixcIkdcIjo1MCxcIkJcIjo1MH19LFwiTGluZVdlaWdodFwiOjEuMCxcIkxpbmVUeXBlXCI6MH0sXCJUaXRsZUZvcmVncm91bmRcIjp7XCIkaWRcIjpcIjE5OVwiLFwiQ29sb3JcIjp7XCIkaWRcIjpcIjIwMFwiLFwiQVwiOjI1NSxcIlJcIjoxNzYsXCJHXCI6MTksXCJCXCI6MjV9fSxcIlNoYXBlc0JhY2tncm91bmRcIjp7XCIkaWRcIjpcIjIwMVwiLFwiQ29sb3JcIjp7XCIkaWRcIjpcIjIwMlwiLFwiQVwiOjI1NSxcIlJcIjoyNTMsXCJHXCI6MjAzLFwiQlwiOjIwOH19LFwiU2hhcGVzQm9yZGVyU3R5bGVcIjp7XCIkaWRcIjpcIjIwM1wiLFwiTGluZUNvbG9yXCI6e1wiJGlkXCI6XCIyMDRcIixcIiR0eXBlXCI6XCJOTFJFLkNvbW1vbi5Eb20uU29saWRDb2xvckJydXNoLCBOTFJFLkNvbW1vblwiLFwiQ29sb3JcIjp7XCIkaWRcIjpcIjIwNVwiLFwiQVwiOjI1NSxcIlJcIjoyMjIsXCJHXCI6NTAsXCJCXCI6NTB9fSxcIkxpbmVXZWlnaHRcIjoxLjUsXCJMaW5lVHlwZVwiOjB9LFwiSXNWaXNpYmxlXCI6ZmFsc2V9fSxcIlNjYWxlXCI6e1wiJGlkXCI6XCIyMDZ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IwN1wiLFwiU3RhcnREYXRlXCI6XCIwMDAxLTAxLTAxVDAwOjAwOjAwXCIsXCJFbmREYXRlXCI6XCIwMDAxLTAxLTAxVDAwOjAwOjAwXCIsXCJBdXRvRGF0ZVJhbmdlXCI6dHJ1ZSxcIldvcmtpbmdEYXlzXCI6MzEsXCJUb2RheU1hcmtlclRleHRcIjpcIlRvZGF5XCIsXCJBdXRvU2NhbGVUeXBlXCI6dHJ1ZSxcIlRpbWViYW5kU2NhbGVzXCI6e1wiJGlkXCI6XCIyMDhcIixcIlRvcFNjYWxlTGF5ZXJcIjp7XCIkaWRcIjpcIjIwOVwiLFwiRm9ybWF0XCI6XCJ3XCIsXCJUeXBlXCI6MX0sXCJNaWRkbGVTY2FsZUxheWVyXCI6e1wiJGlkXCI6XCIyMTBcIixcIkZvcm1hdFwiOm51bGwsXCJUeXBlXCI6MH0sXCJCb3R0b21TY2FsZUxheWVyXCI6e1wiJGlkXCI6XCIyMTFcIixcIkZvcm1hdFwiOm51bGwsXCJUeXBlXCI6MH19fSxcIk1pbGVzdG9uZXNcIjpbXSxcIlRhc2tzXCI6W10sXCJTd2ltbGFuZXNcIjpbXSxcIlN3aW1sYW5lc1YyXCI6W10sXCJEZXBlbmRlbmNpZXNcIjpbXSxcIkRlcGVuZGVuY3lTZXR0aW5nc1wiOntcIiRpZFwiOlwiMjEyXCIsXCJEZXBlbmRlbmN5TW9kdWxlRW5hYmxlZFwiOmZhbHNlLFwiU2NoZWR1bGluZ1NldHRpbmdzXCI6e1wiJGlkXCI6XCIyMTNcIixcIkRlcGVuZGVuY2llc1NjaGVkdWxpbmdNb2RlU2V0dGluZ1wiOjEsXCJEZXBlbmRlbmNpZXNQcmV2aW91c1NjaGVkdWxpbmdNb2RlXCI6MSxcIk9uQnJlYWtpbmdGbGV4aWJsZVNjaGVkdWxpbmdNb2RlU2V0dGluZ1wiOjAsXCJPbkJyZWFraW5nU3RyaWN0U2NoZWR1bGluZ01vZGVTZXR0aW5nXCI6MH19LFwiU2V0dGluZ3NcIjp7XCIkaWRcIjpcIjIxNFwiLFwiSW1wYU9wdGlvbnNcIjp7XCIkaWRcIjpcIjIxNVwiLFwiTGVmdFRvUmlnaHRcIjpmYWxzZSxcIlBheWxvYWRPcHRpb25zXCI6Mn19LFwiVGltZUNvbmZpZ3VyYXRpb25cIjp7XCIkaWRcIjpcIjIxNlwiLFwiVXNlVGltZVwiOmZhbHNlLFwiV29ya0RheVN0YXJ0XCI6XCIwMDowMDowMFwiLFwiV29ya0RheUVuZFwiOlwiMjM6NTk6MDBcIn19In0sIlNldHRpbmdzIjp7IiRpZCI6IjQ4MSIsIkltcGFPcHRpb25zIjp7IiRpZCI6IjQ4Mi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Q4MyIsIlVzZVRpbWUiOmZhbHNlLCJXb3JrRGF5U3RhcnQiOiIwMDowMDowMCIsIldvcmtEYXlFbmQiOiIyMzo1OTowMCJ9LCJMYXN0VXNlZFRlbXBsYXRlSWQiOiJjYzI2Zjg2My0yN2NlLTQ4MGUtYTU4OS1iM2YxMmYyZDZlYjAiLCJGaXJzdFdlZWtPZlllYXIiOjAsIlBsYWNlTWlsZXN0b25lQXRUaGVCZWdpbm5pbmdPZlRoZURheSI6ZmFsc2UsIkRlcGVuZGVuY3lTY2hlZHVsaW5nU2V0dGluZ3MiOnsiJGlkIjoiNDg0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TIMEBANDFYSTARTMONTH" val="January"/>
  <p:tag name="OTLTIMEBANDSHOWFYLABEL" val="True"/>
  <p:tag name="OTLTIMEBANDUSESTARTINGOFTHEYEARFORFYNUMBERING" val="Tru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LEFTENDCAPSMARGINLEFT" val="115.506666666667"/>
  <p:tag name="OTLTIMEBANDRESERVEDLEFTAREAWIDTH" val="76"/>
  <p:tag name="OTLTIMEBANDRESERVEDLEFTAREAISSET" val="False"/>
  <p:tag name="OTLTIMEBANDQUICKPOSITION" val="Custom"/>
  <p:tag name="OTLTIMEBANDSCALETYPE" val="Years"/>
  <p:tag name="OTLTIMEBANDENDDATE" val="2033-09-30T23:59:00.0000000"/>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Lst>
</file>

<file path=ppt/tags/tag348.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3-19T23:59:00.0000000Z"/>
  <p:tag name="OTLMARKERSHAPE" val="OTL"/>
  <p:tag name="OTLSHAPETHICKNESSTYPE" val="Thin"/>
  <p:tag name="OTLSPACING" val="5"/>
  <p:tag name="OTLSTARTDATE" val="2025-12-12T23:59:00.0000000Z"/>
  <p:tag name="OTLWEEKNUMBERINGFORMAT" val="WNFormat1"/>
  <p:tag name="OTLWEEKNUMBERINGISVISIBLE" val="False"/>
</p:tagLst>
</file>

<file path=ppt/tags/tag349.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5-10-09T23:59:00.0000000Z"/>
  <p:tag name="OTLMARKERSHAPE" val="OTL"/>
  <p:tag name="OTLSHAPETHICKNESSTYPE" val="Thin"/>
  <p:tag name="OTLSPACING" val="5"/>
  <p:tag name="OTLSTARTDATE" val="2025-07-11T23:59:00.0000000Z"/>
  <p:tag name="OTLWEEKNUMBERINGFORMAT" val="WNFormat1"/>
  <p:tag name="OTLWEEKNUMBERINGISVISIBLE" val="False"/>
</p:tagLst>
</file>

<file path=ppt/tags/tag350.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07-22T23:59:00.0000000Z"/>
  <p:tag name="OTLMARKERSHAPE" val="OTL"/>
  <p:tag name="OTLSHAPETHICKNESSTYPE" val="Thin"/>
  <p:tag name="OTLSPACING" val="5"/>
  <p:tag name="OTLSTARTDATE" val="2026-02-04T23:59:00.0000000Z"/>
  <p:tag name="OTLWEEKNUMBERINGFORMAT" val="WNFormat1"/>
  <p:tag name="OTLWEEKNUMBERINGISVISIBLE" val="False"/>
</p:tagLst>
</file>

<file path=ppt/tags/tag351.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07-22T23:59:00.0000000Z"/>
  <p:tag name="OTLMARKERSHAPE" val="OTL"/>
  <p:tag name="OTLSHAPETHICKNESSTYPE" val="Thin"/>
  <p:tag name="OTLSPACING" val="5"/>
  <p:tag name="OTLSTARTDATE" val="2026-06-12T23:59:00.0000000Z"/>
  <p:tag name="OTLWEEKNUMBERINGFORMAT" val="WNFormat1"/>
  <p:tag name="OTLWEEKNUMBERINGISVISIBLE" val="False"/>
</p:tagLst>
</file>

<file path=ppt/tags/tag352.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353.xml><?xml version="1.0" encoding="utf-8"?>
<p:tagLst xmlns:a="http://schemas.openxmlformats.org/drawingml/2006/main" xmlns:r="http://schemas.openxmlformats.org/officeDocument/2006/relationships" xmlns:p="http://schemas.openxmlformats.org/presentationml/2006/main">
  <p:tag name="OTLDATE" val="2025-11-28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Final CTA package"/>
  <p:tag name="OTLPOSITIONONTASK" val="None"/>
  <p:tag name="OTLRELATEDTASKID" val="00000000-0000-0000-0000-000000000000"/>
  <p:tag name="OTLWEEKNUMBERINGFORMAT" val="WNFormat1"/>
  <p:tag name="OTLWEEKNUMBERINGISVISIBLE" val="False"/>
</p:tagLst>
</file>

<file path=ppt/tags/tag354.xml><?xml version="1.0" encoding="utf-8"?>
<p:tagLst xmlns:a="http://schemas.openxmlformats.org/drawingml/2006/main" xmlns:r="http://schemas.openxmlformats.org/officeDocument/2006/relationships" xmlns:p="http://schemas.openxmlformats.org/presentationml/2006/main">
  <p:tag name="OTLDATE" val="2028-04-16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key results"/>
  <p:tag name="OTLPOSITIONONTASK" val="None"/>
  <p:tag name="OTLRELATEDTASKID" val="00000000-0000-0000-0000-000000000000"/>
  <p:tag name="OTLWEEKNUMBERINGFORMAT" val="WNFormat1"/>
  <p:tag name="OTLWEEKNUMBERINGISVISIBLE" val="False"/>
</p:tagLst>
</file>

<file path=ppt/tags/tag355.xml><?xml version="1.0" encoding="utf-8"?>
<p:tagLst xmlns:a="http://schemas.openxmlformats.org/drawingml/2006/main" xmlns:r="http://schemas.openxmlformats.org/officeDocument/2006/relationships" xmlns:p="http://schemas.openxmlformats.org/presentationml/2006/main">
  <p:tag name="OTLMARKERSHAPE" val="OTL"/>
</p:tagLst>
</file>

<file path=ppt/tags/tag356.xml><?xml version="1.0" encoding="utf-8"?>
<p:tagLst xmlns:a="http://schemas.openxmlformats.org/drawingml/2006/main" xmlns:r="http://schemas.openxmlformats.org/officeDocument/2006/relationships" xmlns:p="http://schemas.openxmlformats.org/presentationml/2006/main">
  <p:tag name="OTLMARKERSHAPE" val="OTL"/>
</p:tagLst>
</file>

<file path=ppt/tags/tag357.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358.xml><?xml version="1.0" encoding="utf-8"?>
<p:tagLst xmlns:a="http://schemas.openxmlformats.org/drawingml/2006/main" xmlns:r="http://schemas.openxmlformats.org/officeDocument/2006/relationships" xmlns:p="http://schemas.openxmlformats.org/presentationml/2006/main">
  <p:tag name="OTLMARKERSHAPE" val="OTL"/>
</p:tagLst>
</file>

<file path=ppt/tags/tag359.xml><?xml version="1.0" encoding="utf-8"?>
<p:tagLst xmlns:a="http://schemas.openxmlformats.org/drawingml/2006/main" xmlns:r="http://schemas.openxmlformats.org/officeDocument/2006/relationships" xmlns:p="http://schemas.openxmlformats.org/presentationml/2006/main">
  <p:tag name="OTLMARKERSHAPE" val="OTL"/>
</p:tagLst>
</file>

<file path=ppt/tags/tag360.xml><?xml version="1.0" encoding="utf-8"?>
<p:tagLst xmlns:a="http://schemas.openxmlformats.org/drawingml/2006/main" xmlns:r="http://schemas.openxmlformats.org/officeDocument/2006/relationships" xmlns:p="http://schemas.openxmlformats.org/presentationml/2006/main">
  <p:tag name="OTLMARKERSHAPE" val="OTL"/>
</p:tagLst>
</file>

<file path=ppt/tags/tag361.xml><?xml version="1.0" encoding="utf-8"?>
<p:tagLst xmlns:a="http://schemas.openxmlformats.org/drawingml/2006/main" xmlns:r="http://schemas.openxmlformats.org/officeDocument/2006/relationships" xmlns:p="http://schemas.openxmlformats.org/presentationml/2006/main">
  <p:tag name="OTLMARKERSHAPE" val="OTL"/>
</p:tagLst>
</file>

<file path=ppt/tags/tag362.xml><?xml version="1.0" encoding="utf-8"?>
<p:tagLst xmlns:a="http://schemas.openxmlformats.org/drawingml/2006/main" xmlns:r="http://schemas.openxmlformats.org/officeDocument/2006/relationships" xmlns:p="http://schemas.openxmlformats.org/presentationml/2006/main">
  <p:tag name="OTLMARKERSHAPE" val="OTL"/>
</p:tagLst>
</file>

<file path=ppt/tags/tag363.xml><?xml version="1.0" encoding="utf-8"?>
<p:tagLst xmlns:a="http://schemas.openxmlformats.org/drawingml/2006/main" xmlns:r="http://schemas.openxmlformats.org/officeDocument/2006/relationships" xmlns:p="http://schemas.openxmlformats.org/presentationml/2006/main">
  <p:tag name="OTLMARKERSHAPE" val="OTL"/>
</p:tagLst>
</file>

<file path=ppt/tags/tag364.xml><?xml version="1.0" encoding="utf-8"?>
<p:tagLst xmlns:a="http://schemas.openxmlformats.org/drawingml/2006/main" xmlns:r="http://schemas.openxmlformats.org/officeDocument/2006/relationships" xmlns:p="http://schemas.openxmlformats.org/presentationml/2006/main">
  <p:tag name="OTLMARKERSHAPE" val="OTL"/>
</p:tagLst>
</file>

<file path=ppt/tags/tag365.xml><?xml version="1.0" encoding="utf-8"?>
<p:tagLst xmlns:a="http://schemas.openxmlformats.org/drawingml/2006/main" xmlns:r="http://schemas.openxmlformats.org/officeDocument/2006/relationships" xmlns:p="http://schemas.openxmlformats.org/presentationml/2006/main">
  <p:tag name="OTLMARKERSHAPE" val="OTL"/>
</p:tagLst>
</file>

<file path=ppt/tags/tag366.xml><?xml version="1.0" encoding="utf-8"?>
<p:tagLst xmlns:a="http://schemas.openxmlformats.org/drawingml/2006/main" xmlns:r="http://schemas.openxmlformats.org/officeDocument/2006/relationships" xmlns:p="http://schemas.openxmlformats.org/presentationml/2006/main">
  <p:tag name="OTLMARKERSHAPE" val="OTL"/>
</p:tagLst>
</file>

<file path=ppt/tags/tag367.xml><?xml version="1.0" encoding="utf-8"?>
<p:tagLst xmlns:a="http://schemas.openxmlformats.org/drawingml/2006/main" xmlns:r="http://schemas.openxmlformats.org/officeDocument/2006/relationships" xmlns:p="http://schemas.openxmlformats.org/presentationml/2006/main">
  <p:tag name="OTLMARKERSHAPE" val="OTL"/>
</p:tagLst>
</file>

<file path=ppt/tags/tag368.xml><?xml version="1.0" encoding="utf-8"?>
<p:tagLst xmlns:a="http://schemas.openxmlformats.org/drawingml/2006/main" xmlns:r="http://schemas.openxmlformats.org/officeDocument/2006/relationships" xmlns:p="http://schemas.openxmlformats.org/presentationml/2006/main">
  <p:tag name="OTLMARKERSHAPE" val="OTL"/>
</p:tagLst>
</file>

<file path=ppt/tags/tag369.xml><?xml version="1.0" encoding="utf-8"?>
<p:tagLst xmlns:a="http://schemas.openxmlformats.org/drawingml/2006/main" xmlns:r="http://schemas.openxmlformats.org/officeDocument/2006/relationships" xmlns:p="http://schemas.openxmlformats.org/presentationml/2006/main">
  <p:tag name="OTLMARKERSHAPE" val="OTL"/>
</p:tagLst>
</file>

<file path=ppt/tags/tag370.xml><?xml version="1.0" encoding="utf-8"?>
<p:tagLst xmlns:a="http://schemas.openxmlformats.org/drawingml/2006/main" xmlns:r="http://schemas.openxmlformats.org/officeDocument/2006/relationships" xmlns:p="http://schemas.openxmlformats.org/presentationml/2006/main">
  <p:tag name="OTLMARKERSHAPE" val="OTL"/>
</p:tagLst>
</file>

<file path=ppt/tags/tag371.xml><?xml version="1.0" encoding="utf-8"?>
<p:tagLst xmlns:a="http://schemas.openxmlformats.org/drawingml/2006/main" xmlns:r="http://schemas.openxmlformats.org/officeDocument/2006/relationships" xmlns:p="http://schemas.openxmlformats.org/presentationml/2006/main">
  <p:tag name="OTLMARKERSHAPE" val="OTL"/>
</p:tagLst>
</file>

<file path=ppt/tags/tag372.xml><?xml version="1.0" encoding="utf-8"?>
<p:tagLst xmlns:a="http://schemas.openxmlformats.org/drawingml/2006/main" xmlns:r="http://schemas.openxmlformats.org/officeDocument/2006/relationships" xmlns:p="http://schemas.openxmlformats.org/presentationml/2006/main">
  <p:tag name="OTLMARKERSHAPE" val="OTL"/>
</p:tagLst>
</file>

<file path=ppt/tags/tag373.xml><?xml version="1.0" encoding="utf-8"?>
<p:tagLst xmlns:a="http://schemas.openxmlformats.org/drawingml/2006/main" xmlns:r="http://schemas.openxmlformats.org/officeDocument/2006/relationships" xmlns:p="http://schemas.openxmlformats.org/presentationml/2006/main">
  <p:tag name="OTLMARKERSHAPE" val="OTL"/>
</p:tagLst>
</file>

<file path=ppt/tags/tag374.xml><?xml version="1.0" encoding="utf-8"?>
<p:tagLst xmlns:a="http://schemas.openxmlformats.org/drawingml/2006/main" xmlns:r="http://schemas.openxmlformats.org/officeDocument/2006/relationships" xmlns:p="http://schemas.openxmlformats.org/presentationml/2006/main">
  <p:tag name="OTLMARKERSHAPE" val="OTL"/>
</p:tagLst>
</file>

<file path=ppt/tags/tag375.xml><?xml version="1.0" encoding="utf-8"?>
<p:tagLst xmlns:a="http://schemas.openxmlformats.org/drawingml/2006/main" xmlns:r="http://schemas.openxmlformats.org/officeDocument/2006/relationships" xmlns:p="http://schemas.openxmlformats.org/presentationml/2006/main">
  <p:tag name="OTLMARKERSHAPE" val="OTL"/>
</p:tagLst>
</file>

<file path=ppt/tags/tag376.xml><?xml version="1.0" encoding="utf-8"?>
<p:tagLst xmlns:a="http://schemas.openxmlformats.org/drawingml/2006/main" xmlns:r="http://schemas.openxmlformats.org/officeDocument/2006/relationships" xmlns:p="http://schemas.openxmlformats.org/presentationml/2006/main">
  <p:tag name="OTLMARKERSHAPE" val="OTL"/>
</p:tagLst>
</file>

<file path=ppt/tags/tag377.xml><?xml version="1.0" encoding="utf-8"?>
<p:tagLst xmlns:a="http://schemas.openxmlformats.org/drawingml/2006/main" xmlns:r="http://schemas.openxmlformats.org/officeDocument/2006/relationships" xmlns:p="http://schemas.openxmlformats.org/presentationml/2006/main">
  <p:tag name="OTLMARKERSHAPE" val="OTL"/>
</p:tagLst>
</file>

<file path=ppt/tags/tag378.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mZTFmYjg3Mi1hMzZjLTQ4ODUtOGZmYy01ODdhMGZkYzA4NzQiLCJJbmRleCI6MSwiR3JvdXBJZCI6bnVsbCwiVGl0bGUiOiJwcmUtSU5EIHN1YiIsIkRhdGVUaW1lIjoiMjAyNS0xMS0yNlQyMzo1OTowMCIsIlBlcmNlbnRhZ2VDb21wbGV0ZSI6bnVsbCwiTm90ZSI6bnVsbCwiU3R5bGUiOnsiJGlkIjoiNiIsIlRpdGxlUG9zaXRpb24iOiJMZWZ0IiwiRGF0ZVBvc2l0aW9uIjoiTGVmdCIsIlNoYXBlVHlwZSI6MiwiU2hhcGVTaXplIjox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gsIkciOjQ5LCJCIjo0Mn19LCJJc1Zpc2libGUiOnRydWUsIldpZHRoIjoxMy4wLCJIZWlnaHQiOjEzLjAsIkJvcmRlclN0eWxlIjp7IiRpZCI6IjEyIiwiTGluZUNvbG9yIjp7IiRpZCI6IjEzIiwiJHR5cGUiOiJOTFJFLkNvbW1vbi5Eb20uU29saWRDb2xvckJydXNoLCBOTFJFLkNvbW1vbiIsIkNvbG9yIjp7IiRpZCI6IjE0IiwiQSI6MjU1LCJSIjoyNTUsIkciOjAsIkIiOjB9fSwiTGluZVdlaWdodCI6MC4wLCJMaW5lVHlwZSI6MCwiUGFyZW50U3R5bGUiOm51bGx9LCJQYXJlbnRTdHlsZSI6bnVsbH0sIlRpdGxlU3R5bGUiOnsiJGlkIjoiMTUiLCJGb250U2V0dGluZ3MiOnsiJGlkIjoiMTYiLCJGb250U2l6ZSI6MTE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AsIlIiOjAsIkciOjAsIkIiOjB9fSwiSXNWaXNpYmxlIjp0cnVlLCJXaWR0aCI6MC4wLCJIZWlnaHQiOjAuMCwiQm9yZGVyU3R5bGUiOm51bGwsIlBhcmVudFN0eWxlIjpudWxsfSwiRGF0ZVN0eWxlIjp7IiRpZCI6IjIzIiwiRm9udFNldHRpbmdzIjp7IiRpZCI6IjI0IiwiRm9udFNpemUiOjEwLCJGb250TmFtZSI6IkNhbGlicmkiLCJJc0JvbGQiOmZhbHNlLCJJc0l0YWxpYyI6ZmFsc2UsIklzVW5kZXJsaW5lZCI6ZmFsc2UsIlBhcmVudFN0eWxlIjpudWxsfSwiQXV0b1NpemUiOjAsIkZvcmVncm91bmQiOnsiJGlkIjoiMjUiLCJDb2xvciI6eyIkaWQiOiI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AsIkciOjAsIkIiOjB9fSwiSXNWaXNpYmxlIjp0cnVlLCJXaWR0aCI6MC4wLCJIZWlnaHQiOjAuMCwiQm9yZGVyU3R5bGUiOm51bGwsIlBhcmVudFN0eWxlIjpudWxsfSwiRGF0ZUZvcm1hdCI6eyIkaWQiOiIzM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zMiIsIkRhdGVQYXJ0SXNWaXNpYmxlIjp0cnVlLCJUaW1lUGFydElzVmlzaWJsZSI6ZmFsc2V9fSwiV2Vla051bWJlcmluZyI6eyIkaWQiOiIz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CIsIl90YXNrcyI6W10sIl9taWxlc3RvbmVzIjpbeyIkaWQiOiIzNSIsIklkIjoiZjNlOGM2YzktZmJjOC00YjIwLTk5ZjgtMjhmZTA5ZGEzY2Q2IiwiSW5kZXgiOjIsIkdyb3VwSWQiOm51bGwsIlRpdGxlIjoiRmluYWwgQ1RBIHBhY2thZ2UiLCJEYXRlVGltZSI6IjIwMjYtMDQtMTdUMjM6NTk6MDAiLCJQZXJjZW50YWdlQ29tcGxldGUiOm51bGwsIk5vdGUiOm51bGwsIlN0eWxlIjp7IiRpZCI6IjM2IiwiVGl0bGVQb3NpdGlvbiI6IkxlZnQiLCJEYXRlUG9zaXRpb24iOiJMZWZ0IiwiU2hhcGVUeXBlIjoyLCJTaGFwZVNpemUiOjEsIlNoYXBlU3R5bGUiOnsiJGlkIjoiMzciLCJNYXJnaW4iOnsiJHJlZiI6IjgifSwiUGFkZGluZyI6eyIkcmVmIjoiOSJ9LCJCYWNrZ3JvdW5kIjp7IiRpZCI6IjM4IiwiQ29sb3IiOnsiJGlkIjoiMzkiLCJBIjoyNTUsIlIiOjgsIkciOjQ5LCJCIjo0Mn19LCJJc1Zpc2libGUiOnRydWUsIldpZHRoIjoxMy4wLCJIZWlnaHQiOjEzLjAsIkJvcmRlclN0eWxlIjp7IiRpZCI6IjQwIiwiTGluZUNvbG9yIjp7IiRyZWYiOiIxMyJ9LCJMaW5lV2VpZ2h0IjowLjAsIkxpbmVUeXBlIjowLCJQYXJlbnRTdHlsZSI6bnVsbH0sIlBhcmVudFN0eWxlIjpudWxsfSwiVGl0bGVTdHlsZSI6eyIkaWQiOiI0MSIsIkZvbnRTZXR0aW5ncyI6eyIkaWQiOiI0Mi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NDMiLCJGb250U2V0dGluZ3MiOnsiJGlkIjoiNDQiLCJGb250U2l6ZSI6MTAsIkZvbnROYW1lIjoiQ2FsaWJyaSIsIklzQm9sZCI6ZmFsc2UsIklzSXRhbGljIjpmYWxzZSwiSXNVbmRlcmxpbmVkIjpmYWxzZSwiUGFyZW50U3R5bGUiOm51bGx9LCJBdXRvU2l6ZSI6MCwiRm9yZWdyb3VuZCI6eyIkcmVmIjoiMjUi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HJlZiI6IjI5In0sIklzVmlzaWJsZSI6dHJ1ZSwiV2lkdGgiOjAuMCwiSGVpZ2h0IjowLjAsIkJvcmRlclN0eWxlIjpudWxsLCJQYXJlbnRTdHlsZSI6bnVsbH0sIkRhdGVGb3JtYXQiOnsiJGlkIjoiNDU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NDYiLCJEYXRlUGFydElzVmlzaWJsZSI6dHJ1ZSwiVGltZVBhcnRJc1Zpc2libGUiOmZhbHNlfX0sIldlZWtOdW1iZXJpbmciOnsiJGlkIjoiNDc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DgiLCJfdGFza3MiOlt7IiRpZCI6IjQ5IiwiX2F0dGFjaGVkTWlsZXN0b25lcyI6W10sIlRhc2tEZWZpbml0aW9uIjp7IiRpZCI6IjUwIiwiR3JvdXBOYW1lIjpudWxsLCJTdGFydERhdGUiOiIyMDI2LTA2LTE2VDIzOjU5OjAwWiIsIkVuZERhdGUiOiIyMDI3LTA3LTI2VDIzOjU5OjAwWiIsIlBlcmNlbnRhZ2VDb21wbGV0ZSI6bnVsbCwiU3R5bGUiOnsiJGlkIjoiNTEiLCJTaGFwZSI6MSwiU2hhcGVUaGlja25lc3MiOjAsIkR1cmF0aW9uRm9ybWF0IjowLCJJbmNsdWRlTm9uV29ya2luZ0RheXNJbkR1cmF0aW9uIjpmYWxzZSwiUGVyY2VudGFnZUNvbXBsZXRlU3R5bGUiOnsiJGlkIjoiNTIiLCJGb250U2V0dGluZ3MiOnsiJGlkIjoiNTMiLCJGb250U2l6ZSI6MTAsIkZvbnROYW1lIjoiQ2FsaWJyaSIsIklzQm9sZCI6ZmFsc2UsIklzSXRhbGljIjpmYWxzZSwiSXNVbmRlcmxpbmVkIjpmYWxzZSwiUGFyZW50U3R5bGUiOm51bGx9LCJBdXRvU2l6ZSI6MCwiRm9yZWdyb3VuZCI6eyIkaWQiOiI1NCIsIkNvbG9yIjp7IiRpZCI6IjU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YiLCJUb3AiOjAuMCwiTGVmdCI6MC4wLCJSaWdodCI6MC4wLCJCb3R0b20iOjAuMH0sIlBhZGRpbmciOnsiJGlkIjoiNTciLCJUb3AiOjAuMCwiTGVmdCI6MC4wLCJSaWdodCI6MC4wLCJCb3R0b20iOjAuMH0sIkJhY2tncm91bmQiOnsiJGlkIjoiNTgiLCJDb2xvciI6eyIkaWQiOiI1OSIsIkEiOjg5LCJSIjowLCJHIjowLCJCIjowfX0sIklzVmlzaWJsZSI6dHJ1ZSwiV2lkdGgiOjAuMCwiSGVpZ2h0IjowLjAsIkJvcmRlclN0eWxlIjp7IiRpZCI6IjYwIiwiTGluZUNvbG9yIjpudWxsLCJMaW5lV2VpZ2h0IjowLjAsIkxpbmVUeXBlIjowLCJQYXJlbnRTdHlsZSI6bnVsbH0sIlBhcmVudFN0eWxlIjpudWxsfSwiRHVyYXRpb25TdHlsZSI6eyIkaWQiOiI2MSIsIkZvbnRTZXR0aW5ncyI6eyIkaWQiOiI2MiIsIkZvbnRTaXplIjoxMCwiRm9udE5hbWUiOiJDYWxpYnJpIiwiSXNCb2xkIjpmYWxzZSwiSXNJdGFsaWMiOmZhbHNlLCJJc1VuZGVybGluZWQiOmZhbHNlLCJQYXJlbnRTdHlsZSI6bnVsbH0sIkF1dG9TaXplIjowLCJGb3JlZ3JvdW5kIjp7IiRpZCI6IjYzIiwiQ29sb3IiOnsiJGlkIjoiNj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NSIsIlRvcCI6MC4wLCJMZWZ0IjowLjAsIlJpZ2h0IjowLjAsIkJvdHRvbSI6MC4wfSwiUGFkZGluZyI6eyIkaWQiOiI2NiIsIlRvcCI6MC4wLCJMZWZ0IjowLjAsIlJpZ2h0IjowLjAsIkJvdHRvbSI6MC4wfSwiQmFja2dyb3VuZCI6eyIkaWQiOiI2NyIsIkNvbG9yIjp7IiRpZCI6IjY4IiwiQSI6MCwiUiI6MCwiRyI6MCwiQiI6MH19LCJJc1Zpc2libGUiOnRydWUsIldpZHRoIjowLjAsIkhlaWdodCI6MC4wLCJCb3JkZXJTdHlsZSI6eyIkaWQiOiI2OSIsIkxpbmVDb2xvciI6bnVsbCwiTGluZVdlaWdodCI6MC4wLCJMaW5lVHlwZSI6MCwiUGFyZW50U3R5bGUiOm51bGx9LCJQYXJlbnRTdHlsZSI6bnVsbH0sIkhvcml6b250YWxDb25uZWN0b3JTdHlsZSI6eyIkaWQiOiI3MCIsIkxpbmVDb2xvciI6eyIkaWQiOiI3MSIsIiR0eXBlIjoiTkxSRS5Db21tb24uRG9tLlNvbGlkQ29sb3JCcnVzaCwgTkxSRS5Db21tb24iLCJDb2xvciI6eyIkaWQiOiI3MiIsIkEiOjI1NSwiUiI6MjA0LCJHIjoyMDQsIkIiOjIwNH19LCJMaW5lV2VpZ2h0IjoxLjAsIkxpbmVUeXBlIjowLCJQYXJlbnRTdHlsZSI6bnVsbH0sIlZlcnRpY2FsQ29ubmVjdG9yU3R5bGUiOnsiJGlkIjoiNzMiLCJMaW5lQ29sb3IiOnsiJGlkIjoiNzQiLCIkdHlwZSI6Ik5MUkUuQ29tbW9uLkRvbS5Tb2xpZENvbG9yQnJ1c2gsIE5MUkUuQ29tbW9uIiwiQ29sb3IiOnsiJGlkIjoiNzU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3NiIsIk1hcmdpbiI6eyIkaWQiOiI3NyIsIlRvcCI6MC4wLCJMZWZ0Ijo0LjAsIlJpZ2h0Ijo0LjAsIkJvdHRvbSI6MC4wfSwiUGFkZGluZyI6eyIkaWQiOiI3OCIsIlRvcCI6MC4wLCJMZWZ0IjowLjAsIlJpZ2h0IjowLjAsIkJvdHRvbSI6MC4wfSwiQmFja2dyb3VuZCI6eyIkaWQiOiI3OSIsIkNvbG9yIjp7IiRpZCI6IjgwIiwiQSI6MjU1LCJSIjo4LCJHIjo0OSwiQiI6NDJ9fSwiSXNWaXNpYmxlIjp0cnVlLCJXaWR0aCI6MC4wLCJIZWlnaHQiOjEwLjAsIkJvcmRlclN0eWxlIjp7IiRpZCI6IjgxIiwiTGluZUNvbG9yIjp7IiRpZCI6IjgyIiwiJHR5cGUiOiJOTFJFLkNvbW1vbi5Eb20uU29saWRDb2xvckJydXNoLCBOTFJFLkNvbW1vbiIsIkNvbG9yIjp7IiRpZCI6IjgzIiwiQSI6MjU1LCJSIjoyNTUsIkciOjAsIkIiOjB9fSwiTGluZVdlaWdodCI6MC4wLCJMaW5lVHlwZSI6MCwiUGFyZW50U3R5bGUiOm51bGx9LCJQYXJlbnRTdHlsZSI6bnVsbH0sIlRpdGxlU3R5bGUiOnsiJGlkIjoiODQiLCJGb250U2V0dGluZ3MiOnsiJGlkIjoiODUiLCJGb250U2l6ZSI6MTEsIkZvbnROYW1lIjoiQ2FsaWJyaSIsIklzQm9sZCI6dHJ1ZSwiSXNJdGFsaWMiOmZhbHNlLCJJc1VuZGVybGluZWQiOmZhbHNlLCJQYXJlbnRTdHlsZSI6bnVsbH0sIkF1dG9TaXplIjowLCJGb3JlZ3JvdW5kIjp7IiRpZCI6Ijg2IiwiQ29sb3IiOnsiJGlkIjoiODc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ODgiLCJUb3AiOjAuMCwiTGVmdCI6MC4wLCJSaWdodCI6MC4wLCJCb3R0b20iOjAuMH0sIlBhZGRpbmciOnsiJGlkIjoiODkiLCJUb3AiOjAuMCwiTGVmdCI6MC4wLCJSaWdodCI6MC4wLCJCb3R0b20iOjAuMH0sIkJhY2tncm91bmQiOnsiJGlkIjoiOTAiLCJDb2xvciI6eyIkaWQiOiI5MSIsIkEiOjAsIlIiOjAsIkciOjAsIkIiOjB9fSwiSXNWaXNpYmxlIjp0cnVlLCJXaWR0aCI6MC4wLCJIZWlnaHQiOjAuMCwiQm9yZGVyU3R5bGUiOnsiJGlkIjoiOTIiLCJMaW5lQ29sb3IiOm51bGwsIkxpbmVXZWlnaHQiOjAuMCwiTGluZVR5cGUiOjAsIlBhcmVudFN0eWxlIjpudWxsfSwiUGFyZW50U3R5bGUiOm51bGx9LCJEYXRlU3R5bGUiOnsiJGlkIjoiOTMiLCJGb250U2V0dGluZ3MiOnsiJGlkIjoiOTQiLCJGb250U2l6ZSI6MTAsIkZvbnROYW1lIjoiQ2FsaWJyaSIsIklzQm9sZCI6ZmFsc2UsIklzSXRhbGljIjpmYWxzZSwiSXNVbmRlcmxpbmVkIjpmYWxzZSwiUGFyZW50U3R5bGUiOm51bGx9LCJBdXRvU2l6ZSI6MCwiRm9yZWdyb3VuZCI6eyIkaWQiOiI5NSIsIkNvbG9yIjp7IiRpZCI6Ijk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5NyIsIlRvcCI6MC4wLCJMZWZ0IjowLjAsIlJpZ2h0IjowLjAsIkJvdHRvbSI6MC4wfSwiUGFkZGluZyI6eyIkaWQiOiI5OCIsIlRvcCI6MC4wLCJMZWZ0IjowLjAsIlJpZ2h0IjowLjAsIkJvdHRvbSI6MC4wfSwiQmFja2dyb3VuZCI6eyIkaWQiOiI5OSIsIkNvbG9yIjp7IiRpZCI6IjEwMCIsIkEiOjAsIlIiOjAsIkciOjAsIkIiOjB9fSwiSXNWaXNpYmxlIjp0cnVlLCJXaWR0aCI6MC4wLCJIZWlnaHQiOjAuMCwiQm9yZGVyU3R5bGUiOnsiJGlkIjoiMTAxIiwiTGluZUNvbG9yIjpudWxsLCJMaW5lV2VpZ2h0IjowLjAsIkxpbmVUeXBlIjowLCJQYXJlbnRTdHlsZSI6bnVsbH0sIlBhcmVudFN0eWxlIjpudWxsfSwiRGF0ZUZvcm1hdCI6eyIkaWQiOiIxMDI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yIsIkZvcm1hdCI6MCwiSXNWaXNpYmxlIjpmYWxzZSwiTGFzdEtub3duVmlzaWJpbGl0eVN0YXRlIjpmYWxzZX0sIklzVmlzaWJsZSI6dHJ1ZSwiUGFyZW50U3R5bGUiOm51bGx9LCJJbmRleCI6MywiU21hcnREdXJhdGlvbkFjdGl2YXRlZCI6ZmFsc2UsIkRhdGVGb3JtYXQiOnsiJHJlZiI6IjEwMiJ9LCJXZWVrTnVtYmVyaW5nIjp7IiRpZCI6IjEwNCIsIkZvcm1hdCI6MCwiSXNWaXNpYmxlIjpmYWxzZSwiTGFzdEtub3duVmlzaWJpbGl0eVN0YXRlIjpmYWxzZX0sIklkIjoiMWRiYWUyYWItZDc5MS00MjFlLTgyODctMjJhNTE5M2U4ZDQ4IiwiSW1wb3J0SWQiOm51bGwsIlRpdGxlIjoiRlNTLSBMU1MiLCJOb3RlIjpudWxsLCJIeXBlcmxpbmsiOnsiJGlkIjoiMTA1IiwiQWRkcmVzcyI6IiIsIlN1YkFkZHJlc3MiOiIifSwiSXNDaGFuZ2VkIjpmYWxzZSwiSXNOZXciOmZhbHNlfX1dLCJfbWlsZXN0b25lcyI6W10sIklkIjoiMDAwMDAwMDAtMDAwMC0wMDAwLTAwMDAtMDAwMDAwMDAwMDAwIiwiSXNTaW5nbGVJdGVtUm93Ijp0cnVlfSx7IiRpZCI6IjEwNiIsIl90YXNrcyI6W10sIl9taWxlc3RvbmVzIjpbeyIkaWQiOiIxMDciLCJJZCI6IjdkNGI1ZDlhLWRkNWItNDEyZC1iZTFmLTlkODFjM2ExMjIwYyIsIkluZGV4Ijo0LCJHcm91cElkIjpudWxsLCJUaXRsZSI6ImtleSByZXN1bHRzIiwiRGF0ZVRpbWUiOiIyMDI4LTA1LTA0VDIzOjU5OjAwIiwiUGVyY2VudGFnZUNvbXBsZXRlIjpudWxsLCJOb3RlIjpudWxsLCJTdHlsZSI6eyIkaWQiOiIxMDgiLCJUaXRsZVBvc2l0aW9uIjoiTGVmdCIsIkRhdGVQb3NpdGlvbiI6IkxlZnQiLCJTaGFwZVR5cGUiOjIsIlNoYXBlU2l6ZSI6MSwiU2hhcGVTdHlsZSI6eyIkaWQiOiIxMDkiLCJNYXJnaW4iOnsiJHJlZiI6IjgifSwiUGFkZGluZyI6eyIkcmVmIjoiOSJ9LCJCYWNrZ3JvdW5kIjp7IiRpZCI6IjExMCIsIkNvbG9yIjp7IiRpZCI6IjExMSIsIkEiOjI1NSwiUiI6OCwiRyI6NDksIkIiOjQyfX0sIklzVmlzaWJsZSI6dHJ1ZSwiV2lkdGgiOjEzLjAsIkhlaWdodCI6MTMuMCwiQm9yZGVyU3R5bGUiOnsiJGlkIjoiMTEyIiwiTGluZUNvbG9yIjp7IiRyZWYiOiIxMyJ9LCJMaW5lV2VpZ2h0IjowLjAsIkxpbmVUeXBlIjowLCJQYXJlbnRTdHlsZSI6bnVsbH0sIlBhcmVudFN0eWxlIjpudWxsfSwiVGl0bGVTdHlsZSI6eyIkaWQiOiIxMTMiLCJGb250U2V0dGluZ3MiOnsiJGlkIjoiMTE0IiwiRm9udFNpemUiOjExLCJGb250TmFtZSI6IkNhbGlicmkiLCJJc0JvbGQiOnRydWUsIklzSXRhbGljIjpmYWxzZSwiSXNVbmRlcmxpbmVkIjpmYWxzZSwiUGFyZW50U3R5bGUiOm51bGx9LCJBdXRvU2l6ZSI6MCwiRm9yZWdyb3VuZCI6eyIkcmVmIjoiMTc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IxIn0sIklzVmlzaWJsZSI6dHJ1ZSwiV2lkdGgiOjAuMCwiSGVpZ2h0IjowLjAsIkJvcmRlclN0eWxlIjpudWxsLCJQYXJlbnRTdHlsZSI6bnVsbH0sIkRhdGVTdHlsZSI6eyIkaWQiOiIxMTUiLCJGb250U2V0dGluZ3MiOnsiJGlkIjoiMTE2IiwiRm9udFNpemUiOjEwLCJGb250TmFtZSI6IkNhbGlicmkiLCJJc0JvbGQiOmZhbHNlLCJJc0l0YWxpYyI6ZmFsc2UsIklzVW5kZXJsaW5lZCI6ZmFsc2UsIlBhcmVudFN0eWxlIjpudWxsfSwiQXV0b1NpemUiOjAsIkZvcmVncm91bmQiOnsiJHJlZiI6IjI1In0sIk1heFdpZHRoIjoyMDAuMCwiTWF4SGVpZ2h0IjoiSW5maW5pdHkiLCJTbWFydEZvcmVncm91bmRJc0FjdGl2ZSI6ZmFsc2UsIkhvcml6b250YWxBbGlnbm1lbnQiOjIsIlZlcnRpY2FsQWxpZ25tZW50IjowLCJTbWFydEZvcmVncm91bmQiOm51bGwsIkJhY2tncm91bmRGaWxsVHlwZSI6MCwiTWFyZ2luIjp7IiRyZWYiOiIyNyJ9LCJQYWRkaW5nIjp7IiRyZWYiOiIyOCJ9LCJCYWNrZ3JvdW5kIjp7IiRyZWYiOiIyOSJ9LCJJc1Zpc2libGUiOnRydWUsIldpZHRoIjowLjAsIkhlaWdodCI6MC4wLCJCb3JkZXJTdHlsZSI6bnVsbCwiUGFyZW50U3R5bGUiOm51bGx9LCJEYXRlRm9ybWF0Ijp7IiRpZCI6IjExNy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xMTgiLCJEYXRlUGFydElzVmlzaWJsZSI6dHJ1ZSwiVGltZVBhcnRJc1Zpc2libGUiOmZhbHNlfX0sIldlZWtOdW1iZXJpbmciOnsiJGlkIjoiMTE5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wLCJJZCI6ImNkMjMwOGQwLTJkNjktNDRkMS04MmIxLWEzMTY5ZjQ2MDRjNSIsIkhlYWRlclRleHQiOm51bGwsIklzRGVmYXVsdCI6dHJ1ZSwiU3R5bGUiOnsiJGlkIjoiMTIwIiwiSGVhZGVyU3R5bGUiOnsiJGlkIjoiMTIxIiwiVGV4dFN0eWxlIjp7IiRpZCI6IjEyMiIsIkZvbnRTZXR0aW5ncyI6eyIkaWQiOiIxMjMiLCJGb250U2l6ZSI6MTEsIkZvbnROYW1lIjoiQ2FsaWJyaSIsIklzQm9sZCI6ZmFsc2UsIklzSXRhbGljIjpmYWxzZSwiSXNVbmRlcmxpbmVkIjpmYWxzZSwiUGFyZW50U3R5bGUiOm51bGx9LCJBdXRvU2l6ZSI6MiwiRm9yZWdyb3VuZCI6eyIkaWQiOiIxMjQiLCJDb2xvciI6eyIkaWQiOiIxMjUiLCJBIjoyNTUsIlIiOjAsIkciOjAsIkIiOjB9fSwiTWF4V2lkdGgiOjAuMCwiTWF4SGVpZ2h0IjoiSW5maW5pdHkiLCJTbWFydEZvcmVncm91bmRJc0FjdGl2ZSI6ZmFsc2UsIkhvcml6b250YWxBbGlnbm1lbnQiOjAsIlZlcnRpY2FsQWxpZ25tZW50IjowLCJTbWFydEZvcmVncm91bmQiOm51bGwsIkJhY2tncm91bmRGaWxsVHlwZSI6MCwiTWFyZ2luIjp7IiRpZCI6IjEyNiIsIlRvcCI6MC4wLCJMZWZ0IjowLjAsIlJpZ2h0IjowLjAsIkJvdHRvbSI6MC4wfSwiUGFkZGluZyI6eyIkaWQiOiIxMjciLCJUb3AiOjAuMCwiTGVmdCI6MC4wLCJSaWdodCI6MC4wLCJCb3R0b20iOjAuMH0sIkJhY2tncm91bmQiOm51bGwsIklzVmlzaWJsZSI6dHJ1ZSwiV2lkdGgiOjAuMCwiSGVpZ2h0IjowLjAsIkJvcmRlclN0eWxlIjpudWxsLCJQYXJlbnRTdHlsZSI6bnVsbH0sIlJlY3RhbmdsZVN0eWxlIjp7IiRpZCI6IjEyOCIsIk1hcmdpbiI6eyIkaWQiOiIxMjkiLCJUb3AiOjAuMCwiTGVmdCI6MC4wLCJSaWdodCI6MC4wLCJCb3R0b20iOjAuMH0sIlBhZGRpbmciOnsiJGlkIjoiMTMwIiwiVG9wIjowLjAsIkxlZnQiOjAuMCwiUmlnaHQiOjAuMCwiQm90dG9tIjowLjB9LCJCYWNrZ3JvdW5kIjp7IiRpZCI6IjEzMSIsIkNvbG9yIjp7IiRpZCI6IjEzMiIsIkEiOjYzLCJSIjo4LCJHIjo0OSwiQiI6NDJ9fSwiSXNWaXNpYmxlIjp0cnVlLCJXaWR0aCI6MC4wLCJIZWlnaHQiOjAuMCwiQm9yZGVyU3R5bGUiOnsiJGlkIjoiMTMzIiwiTGluZUNvbG9yIjp7IiRpZCI6IjEzNCIsIiR0eXBlIjoiTkxSRS5Db21tb24uRG9tLlNvbGlkQ29sb3JCcnVzaCwgTkxSRS5Db21tb24iLCJDb2xvciI6eyIkaWQiOiIxMzUiLCJBIjoyNTUsIlIiOjEsIkciOjE1LCJCIjoxMX19LCJMaW5lV2VpZ2h0IjowLjAsIkxpbmVUeXBlIjowLCJQYXJlbnRTdHlsZSI6bnVsbH0sIlBhcmVudFN0eWxlIjpudWxsfSwiTWFyZ2luIjp7IiRpZCI6IjEzNiIsIlRvcCI6MC4wLCJMZWZ0IjowLjAsIlJpZ2h0IjowLjAsIkJvdHRvbSI6MC4wfSwiUGFkZGluZyI6eyIkaWQiOiIxMzciLCJUb3AiOjAuMCwiTGVmdCI6MC4wLCJSaWdodCI6MC4wLCJCb3R0b20iOjAuMH0sIkJhY2tncm91bmQiOm51bGwsIklzVmlzaWJsZSI6dHJ1ZSwiV2lkdGgiOjAuMCwiSGVpZ2h0IjowLjAsIkJvcmRlclN0eWxlIjpudWxsLCJQYXJlbnRTdHlsZSI6bnVsbH0sIkJhY2tncm91bmRTdHlsZSI6eyIkaWQiOiIxMzgiLCJNYXJnaW4iOnsiJGlkIjoiMTM5IiwiVG9wIjowLjAsIkxlZnQiOjAuMCwiUmlnaHQiOjAuMCwiQm90dG9tIjowLjB9LCJQYWRkaW5nIjp7IiRpZCI6IjE0MCIsIlRvcCI6MC4wLCJMZWZ0IjowLjAsIlJpZ2h0IjowLjAsIkJvdHRvbSI6MC4wfSwiQmFja2dyb3VuZCI6eyIkaWQiOiIxNDEiLCJDb2xvciI6eyIkaWQiOiIxNDIiLCJBIjo1MSwiUiI6MTk3LCJHIjoxOTUsIkIiOjIzOH19LCJJc1Zpc2libGUiOnRydWUsIldpZHRoIjowLjAsIkhlaWdodCI6MC4wLCJCb3JkZXJTdHlsZSI6eyIkaWQiOiIxNDMiLCJMaW5lQ29sb3IiOnsiJGlkIjoiMTQ0IiwiJHR5cGUiOiJOTFJFLkNvbW1vbi5Eb20uU29saWRDb2xvckJydXNoLCBOTFJFLkNvbW1vbiIsIkNvbG9yIjp7IiRpZCI6IjE0NSIsIkEiOjI1NSwiUiI6MSwiRyI6MTUsIkIiOjExfX0sIkxpbmVXZWlnaHQiOjAuMCwiTGluZVR5cGUiOjAsIlBhcmVudFN0eWxlIjpudWxsfSwiUGFyZW50U3R5bGUiOm51bGx9LCJNYXJnaW4iOnsiJGlkIjoiMTQ2IiwiVG9wIjowLjAsIkxlZnQiOjAuMCwiUmlnaHQiOjAuMCwiQm90dG9tIjowLjB9LCJQYWRkaW5nIjp7IiRpZCI6IjE0NyIsIlRvcCI6MC4wLCJMZWZ0IjowLjAsIlJpZ2h0IjowLjAsIkJvdHRvbSI6MC4wfSwiSXNWaXNpYmxlIjpmYWxzZSwiV2lkdGgiOjAuMCwiSGVpZ2h0IjowLjAsIkJvcmRlclN0eWxlIjpudWxsLCJQYXJlbnRTdHlsZSI6bnVsbH19XSwiSWQiOiIwMDhiMzU3YS05NTlmLTRkOTEtODNlNy1jM2RmNDQxOTdjMjciLCJJbmRleCI6MCwiSGVhZGVyVGV4dCI6Ikdsb2JhbFxyMTQzNC0wMDE5XHJQaCBJSSIsIlN0eWxlIjp7IiRpZCI6IjE0OCIsIkhlYWRlclN0eWxlIjp7IiRpZCI6IjE0OSIsIlRleHRJc1ZlcnRpY2FsIjpmYWxzZSwiVGV4dFN0eWxlIjp7IiRpZCI6IjE1MCIsIkZvbnRTZXR0aW5ncyI6eyIkaWQiOiIxNTEiLCJGb250U2l6ZSI6MTIsIkZvbnROYW1lIjoiQ2FsaWJyaSIsIklzQm9sZCI6ZmFsc2UsIklzSXRhbGljIjpmYWxzZSwiSXNVbmRlcmxpbmVkIjpmYWxzZSwiUGFyZW50U3R5bGUiOm51bGx9LCJBdXRvU2l6ZSI6MiwiRm9yZWdyb3VuZCI6eyIkaWQiOiIxNTIiLCJDb2xvciI6eyIkaWQiOiIxNTMiLCJBIjoyNTUsIlIiOjI1NSwiRyI6MjU1LCJCIjoyNTV9fSwiTWF4V2lkdGgiOjE0Ny4wLCJNYXhIZWlnaHQiOjAuMCwiU21hcnRGb3JlZ3JvdW5kSXNBY3RpdmUiOmZhbHNlLCJIb3Jpem9udGFsQWxpZ25tZW50IjowLCJWZXJ0aWNhbEFsaWdubWVudCI6MCwiU21hcnRGb3JlZ3JvdW5kIjpudWxsLCJCYWNrZ3JvdW5kRmlsbFR5cGUiOjAsIk1hcmdpbiI6eyIkaWQiOiIxNTQiLCJUb3AiOjAuMCwiTGVmdCI6MC4wLCJSaWdodCI6MC4wLCJCb3R0b20iOjAuMH0sIlBhZGRpbmciOnsiJGlkIjoiMTU1IiwiVG9wIjowLjAsIkxlZnQiOjAuMCwiUmlnaHQiOjAuMCwiQm90dG9tIjowLjB9LCJCYWNrZ3JvdW5kIjpudWxsLCJJc1Zpc2libGUiOnRydWUsIldpZHRoIjowLjAsIkhlaWdodCI6MC4wLCJCb3JkZXJTdHlsZSI6bnVsbCwiUGFyZW50U3R5bGUiOm51bGx9LCJSZWN0YW5nbGVTdHlsZSI6eyIkaWQiOiIxNTYiLCJNYXJnaW4iOnsiJGlkIjoiMTU3IiwiVG9wIjowLjAsIkxlZnQiOjAuMCwiUmlnaHQiOjAuMCwiQm90dG9tIjowLjB9LCJQYWRkaW5nIjp7IiRpZCI6IjE1OCIsIlRvcCI6MC4wLCJMZWZ0IjowLjAsIlJpZ2h0IjowLjAsIkJvdHRvbSI6MC4wfSwiQmFja2dyb3VuZCI6eyIkaWQiOiIxNTkiLCJDb2xvciI6eyIkaWQiOiIxNjAiLCJBIjoyNTUsIlIiOjAsIkciOjIyOCwiQiI6MTI0fX0sIklzVmlzaWJsZSI6dHJ1ZSwiV2lkdGgiOjAuMCwiSGVpZ2h0IjowLjAsIkJvcmRlclN0eWxlIjp7IiRpZCI6IjE2MSIsIkxpbmVDb2xvciI6eyIkaWQiOiIxNjIiLCIkdHlwZSI6Ik5MUkUuQ29tbW9uLkRvbS5Tb2xpZENvbG9yQnJ1c2gsIE5MUkUuQ29tbW9uIiwiQ29sb3IiOnsiJGlkIjoiMTYzIiwiQSI6MjU1LCJSIjoyNTUsIkciOjI1NSwiQiI6MjU1fX0sIkxpbmVXZWlnaHQiOjAuMCwiTGluZVR5cGUiOjAsIlBhcmVudFN0eWxlIjpudWxsfSwiUGFyZW50U3R5bGUiOm51bGx9LCJNYXJnaW4iOnsiJGlkIjoiMTY0IiwiVG9wIjowLjAsIkxlZnQiOjAuMCwiUmlnaHQiOjAuMCwiQm90dG9tIjowLjB9LCJQYWRkaW5nIjp7IiRpZCI6IjE2NSIsIlRvcCI6MC4wLCJMZWZ0IjowLjAsIlJpZ2h0IjowLjAsIkJvdHRvbSI6MC4wfSwiQmFja2dyb3VuZCI6bnVsbCwiSXNWaXNpYmxlIjp0cnVlLCJXaWR0aCI6MC4wLCJIZWlnaHQiOjAuMCwiQm9yZGVyU3R5bGUiOm51bGwsIlBhcmVudFN0eWxlIjpudWxsfSwiQmFja2dyb3VuZFN0eWxlIjp7IiRpZCI6IjE2NiIsIk1hcmdpbiI6eyIkaWQiOiIxNjciLCJUb3AiOjAuMCwiTGVmdCI6MC4wLCJSaWdodCI6MC4wLCJCb3R0b20iOjAuMH0sIlBhZGRpbmciOnsiJGlkIjoiMTY4IiwiVG9wIjowLjAsIkxlZnQiOjAuMCwiUmlnaHQiOjAuMCwiQm90dG9tIjowLjB9LCJCYWNrZ3JvdW5kIjp7IiRpZCI6IjE2OSIsIkNvbG9yIjp7IiRpZCI6IjE3MCIsIkEiOjUxLCJSIjoxOTcsIkciOjE5NSwiQiI6MjM4fX0sIklzVmlzaWJsZSI6dHJ1ZSwiV2lkdGgiOjAuMCwiSGVpZ2h0IjowLjAsIkJvcmRlclN0eWxlIjp7IiRpZCI6IjE3MSIsIkxpbmVDb2xvciI6eyIkaWQiOiIxNzIiLCIkdHlwZSI6Ik5MUkUuQ29tbW9uLkRvbS5Tb2xpZENvbG9yQnJ1c2gsIE5MUkUuQ29tbW9uIiwiQ29sb3IiOnsiJGlkIjoiMTczIiwiQSI6MjU1LCJSIjoxLCJHIjoxNSwiQiI6MTF9fSwiTGluZVdlaWdodCI6MC4wLCJMaW5lVHlwZSI6MCwiUGFyZW50U3R5bGUiOm51bGx9LCJQYXJlbnRTdHlsZSI6bnVsbH0sIklzQWJvdmVUaW1lYmFuZCI6ZmFsc2UsIk1hcmdpbiI6eyIkaWQiOiIxNzQiLCJUb3AiOjAuMCwiTGVmdCI6MC4wLCJSaWdodCI6MC4wLCJCb3R0b20iOjAuMH0sIlBhZGRpbmciOnsiJGlkIjoiMTc1IiwiVG9wIjowLjAsIkxlZnQiOjAuMCwiUmlnaHQiOjAuMCwiQm90dG9tIjowLjB9LCJJc1Zpc2libGUiOnRydWUsIldpZHRoIjowLjAsIkhlaWdodCI6MC4wLCJCb3JkZXJTdHlsZSI6eyIkaWQiOiIxNzYiLCJMaW5lQ29sb3IiOm51bGwsIkxpbmVXZWlnaHQiOjAuMCwiTGluZVR5cGUiOjAsIlBhcmVudFN0eWxlIjpudWxsfSwiUGFyZW50U3R5bGUiOm51bGx9fSx7IiRpZCI6IjE3NyIsIl9hY3Rpdml0aWVzIjpbeyIkaWQiOiIxNzgiLCJfcm93cyI6W3siJGlkIjoiMTc5IiwiX3Rhc2tzIjpbeyIkaWQiOiIxODAiLCJfYXR0YWNoZWRNaWxlc3RvbmVzIjpbXSwiVGFza0RlZmluaXRpb24iOnsiJGlkIjoiMTgxIiwiR3JvdXBOYW1lIjpudWxsLCJTdGFydERhdGUiOiIyMDI1LTEyLTE5VDIzOjU5OjAwWiIsIkVuZERhdGUiOiIyMDI2LTAxLTMwVDIzOjU5OjAwWiIsIlBlcmNlbnRhZ2VDb21wbGV0ZSI6bnVsbCwiU3R5bGUiOnsiJGlkIjoiMTgyIiwiU2hhcGUiOjEsIlNoYXBlVGhpY2tuZXNzIjowLCJEdXJhdGlvbkZvcm1hdCI6MCwiSW5jbHVkZU5vbldvcmtpbmdEYXlzSW5EdXJhdGlvbiI6ZmFsc2UsIlBlcmNlbnRhZ2VDb21wbGV0ZVN0eWxlIjp7IiRpZCI6IjE4MyIsIkZvbnRTZXR0aW5ncyI6eyIkaWQiOiIxODQiLCJGb250U2l6ZSI6MTAsIkZvbnROYW1lIjoiQ2FsaWJyaSIsIklzQm9sZCI6ZmFsc2UsIklzSXRhbGljIjpmYWxzZSwiSXNVbmRlcmxpbmVkIjpmYWxzZSwiUGFyZW50U3R5bGUiOm51bGx9LCJBdXRvU2l6ZSI6MCwiRm9yZWdyb3VuZCI6eyIkcmVmIjoiNTQifSwiTWF4V2lkdGgiOjIwMC4wLCJNYXhIZWlnaHQiOiJJbmZpbml0eSIsIlNtYXJ0Rm9yZWdyb3VuZElzQWN0aXZlIjpmYWxzZSwiSG9yaXpvbnRhbEFsaWdubWVudCI6MCwiVmVydGljYWxBbGlnbm1lbnQiOjAsIlNtYXJ0Rm9yZWdyb3VuZCI6bnVsbCwiQmFja2dyb3VuZEZpbGxUeXBlIjowLCJNYXJnaW4iOnsiJHJlZiI6IjU2In0sIlBhZGRpbmciOnsiJHJlZiI6IjU3In0sIkJhY2tncm91bmQiOnsiJHJlZiI6IjU4In0sIklzVmlzaWJsZSI6dHJ1ZSwiV2lkdGgiOjAuMCwiSGVpZ2h0IjowLjAsIkJvcmRlclN0eWxlIjp7IiRpZCI6IjE4NSIsIkxpbmVDb2xvciI6bnVsbCwiTGluZVdlaWdodCI6MC4wLCJMaW5lVHlwZSI6MCwiUGFyZW50U3R5bGUiOm51bGx9LCJQYXJlbnRTdHlsZSI6bnVsbH0sIkR1cmF0aW9uU3R5bGUiOnsiJGlkIjoiMTg2IiwiRm9udFNldHRpbmdzIjp7IiRpZCI6IjE4NyIsIkZvbnRTaXplIjoxMCwiRm9udE5hbWUiOiJDYWxpYnJpIiwiSXNCb2xkIjpmYWxzZSwiSXNJdGFsaWMiOmZhbHNlLCJJc1VuZGVybGluZWQiOmZhbHNlLCJQYXJlbnRTdHlsZSI6bnVsbH0sIkF1dG9TaXplIjowLCJGb3JlZ3JvdW5kIjp7IiRyZWYiOiI2MyJ9LCJNYXhXaWR0aCI6MjAwLjAsIk1heEhlaWdodCI6IkluZmluaXR5IiwiU21hcnRGb3JlZ3JvdW5kSXNBY3RpdmUiOmZhbHNlLCJIb3Jpem9udGFsQWxpZ25tZW50IjowLCJWZXJ0aWNhbEFsaWdubWVudCI6MCwiU21hcnRGb3JlZ3JvdW5kIjpudWxsLCJCYWNrZ3JvdW5kRmlsbFR5cGUiOjAsIk1hcmdpbiI6eyIkcmVmIjoiNjUifSwiUGFkZGluZyI6eyIkcmVmIjoiNjYifSwiQmFja2dyb3VuZCI6eyIkcmVmIjoiNjcifSwiSXNWaXNpYmxlIjp0cnVlLCJXaWR0aCI6MC4wLCJIZWlnaHQiOjAuMCwiQm9yZGVyU3R5bGUiOnsiJGlkIjoiMTg4IiwiTGluZUNvbG9yIjpudWxsLCJMaW5lV2VpZ2h0IjowLjAsIkxpbmVUeXBlIjowLCJQYXJlbnRTdHlsZSI6bnVsbH0sIlBhcmVudFN0eWxlIjpudWxsfSwiSG9yaXpvbnRhbENvbm5lY3RvclN0eWxlIjp7IiRpZCI6IjE4OSIsIkxpbmVDb2xvciI6eyIkcmVmIjoiNzEifSwiTGluZVdlaWdodCI6MS4wLCJMaW5lVHlwZSI6MCwiUGFyZW50U3R5bGUiOm51bGx9LCJWZXJ0aWNhbENvbm5lY3RvclN0eWxlIjp7IiRpZCI6IjE5MCIsIkxpbmVDb2xvciI6eyIkcmVmIjoiNzQ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0cnVlLCJQZXJjZW50YWdlQ29tcGxldGVTaGFwZU9wYWNpdHkiOjM1LCJTaGFwZVN0eWxlIjp7IiRpZCI6IjE5MSIsIk1hcmdpbiI6eyIkcmVmIjoiNzcifSwiUGFkZGluZyI6eyIkcmVmIjoiNzgifSwiQmFja2dyb3VuZCI6eyIkaWQiOiIxOTIiLCJDb2xvciI6eyIkaWQiOiIxOTMiLCJBIjoyNTUsIlIiOjgsIkciOjQ5LCJCIjo0Mn19LCJJc1Zpc2libGUiOnRydWUsIldpZHRoIjowLjAsIkhlaWdodCI6MTAuMCwiQm9yZGVyU3R5bGUiOnsiJGlkIjoiMTk0IiwiTGluZUNvbG9yIjp7IiRpZCI6IjE5NSIsIiR0eXBlIjoiTkxSRS5Db21tb24uRG9tLlNvbGlkQ29sb3JCcnVzaCwgTkxSRS5Db21tb24iLCJDb2xvciI6eyIkaWQiOiIxOTYiLCJBIjoyNTUsIlIiOjEsIkciOjE1LCJCIjoxMX19LCJMaW5lV2VpZ2h0IjowLjAsIkxpbmVUeXBlIjowLCJQYXJlbnRTdHlsZSI6bnVsbH0sIlBhcmVudFN0eWxlIjpudWxsfSwiVGl0bGVTdHlsZSI6eyIkaWQiOiIxOTciLCJGb250U2V0dGluZ3MiOnsiJGlkIjoiMTk4IiwiRm9udFNpemUiOjExLCJGb250TmFtZSI6IkNhbGlicmkiLCJJc0JvbGQiOnRydWUsIklzSXRhbGljIjpmYWxzZSwiSXNVbmRlcmxpbmVkIjpmYWxzZSwiUGFyZW50U3R5bGUiOm51bGx9LCJBdXRvU2l6ZSI6MCwiRm9yZWdyb3VuZCI6eyIkaWQiOiIxOTkiLCJDb2xvciI6eyIkaWQiOiIyMDA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GlkIjoiMjAxIiwiQ29sb3IiOnsiJGlkIjoiMjAyIiwiQSI6MCwiUiI6MjU1LCJHIjoyNTUsIkIiOjI1NX19LCJJc1Zpc2libGUiOnRydWUsIldpZHRoIjowLjAsIkhlaWdodCI6MC4wLCJCb3JkZXJTdHlsZSI6eyIkaWQiOiIyMDMiLCJMaW5lQ29sb3IiOm51bGwsIkxpbmVXZWlnaHQiOjAuMCwiTGluZVR5cGUiOjAsIlBhcmVudFN0eWxlIjpudWxsfSwiUGFyZW50U3R5bGUiOm51bGx9LCJEYXRlU3R5bGUiOnsiJGlkIjoiMjA0IiwiRm9udFNldHRpbmdzIjp7IiRpZCI6IjIwNSIsIkZvbnRTaXplIjoxMCwiRm9udE5hbWUiOiJDYWxpYnJpIiwiSXNCb2xkIjpmYWxzZSwiSXNJdGFsaWMiOmZhbHNlLCJJc1VuZGVybGluZWQiOmZhbHNlLCJQYXJlbnRTdHlsZSI6bnVsbH0sIkF1dG9TaXplIjowLCJGb3JlZ3JvdW5kIjp7IiRpZCI6IjIwNiIsIkNvbG9yIjp7IiRpZCI6IjIwNy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5NyJ9LCJQYWRkaW5nIjp7IiRyZWYiOiI5OCJ9LCJCYWNrZ3JvdW5kIjp7IiRpZCI6IjIwOCIsIkNvbG9yIjp7IiRpZCI6IjIwOSIsIkEiOjAsIlIiOjI1NSwiRyI6MjU1LCJCIjoyNTV9fSwiSXNWaXNpYmxlIjp0cnVlLCJXaWR0aCI6MC4wLCJIZWlnaHQiOjAuMCwiQm9yZGVyU3R5bGUiOnsiJGlkIjoiMjEwIiwiTGluZUNvbG9yIjpudWxsLCJMaW5lV2VpZ2h0IjowLjAsIkxpbmVUeXBlIjowLCJQYXJlbnRTdHlsZSI6bnVsbH0sIlBhcmVudFN0eWxlIjpudWxsfSwiRGF0ZUZvcm1hdCI6eyIkaWQiOiIyMTE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MiIsIkZvcm1hdCI6MCwiSXNWaXNpYmxlIjpmYWxzZSwiTGFzdEtub3duVmlzaWJpbGl0eVN0YXRlIjpmYWxzZX0sIklzVmlzaWJsZSI6dHJ1ZSwiUGFyZW50U3R5bGUiOm51bGx9LCJJbmRleCI6NiwiU21hcnREdXJhdGlvbkFjdGl2YXRlZCI6ZmFsc2UsIkRhdGVGb3JtYXQiOnsiJHJlZiI6IjIxMSJ9LCJXZWVrTnVtYmVyaW5nIjp7IiRpZCI6IjIxMyIsIkZvcm1hdCI6MCwiSXNWaXNpYmxlIjpmYWxzZSwiTGFzdEtub3duVmlzaWJpbGl0eVN0YXRlIjpmYWxzZX0sIklkIjoiMjA0YWM5ZDktMjkxZi00OWI5LThmMDItZGNlMGVmYzc3N2UzIiwiSW1wb3J0SWQiOm51bGwsIlRpdGxlIjoicHJlLUlORCBzdWIgLSBmZWVkYmFjayIsIk5vdGUiOm51bGwsIkh5cGVybGluayI6eyIkaWQiOiIyMTQiLCJBZGRyZXNzIjpudWxsLCJTdWJBZGRyZXNzIjpudWxsfSwiSXNDaGFuZ2VkIjpmYWxzZSwiSXNOZXciOmZhbHNlfX1dLCJfbWlsZXN0b25lcyI6W10sIklkIjoiMDAwMDAwMDAtMDAwMC0wMDAwLTAwMDAtMDAwMDAwMDAwMDAwIiwiSXNTaW5nbGVJdGVtUm93Ijp0cnVlfSx7IiRpZCI6IjIxNSIsIl90YXNrcyI6W3siJGlkIjoiMjE2IiwiX2F0dGFjaGVkTWlsZXN0b25lcyI6W10sIlRhc2tEZWZpbml0aW9uIjp7IiRpZCI6IjIxNyIsIkdyb3VwTmFtZSI6bnVsbCwiU3RhcnREYXRlIjoiMjAyNi0wNS0xN1QyMzo1OTowMFoiLCJFbmREYXRlIjoiMjAyNi0wOC0xNFQyMzo1OTowMFoiLCJQZXJjZW50YWdlQ29tcGxldGUiOm51bGwsIlN0eWxlIjp7IiRpZCI6IjIxOCIsIlNoYXBlIjoxLCJTaGFwZVRoaWNrbmVzcyI6MCwiRHVyYXRpb25Gb3JtYXQiOjAsIkluY2x1ZGVOb25Xb3JraW5nRGF5c0luRHVyYXRpb24iOmZhbHNlLCJQZXJjZW50YWdlQ29tcGxldGVTdHlsZSI6eyIkaWQiOiIyMTkiLCJGb250U2V0dGluZ3MiOnsiJGlkIjoiMjIwIiwiRm9udFNpemUiOjEwLCJGb250TmFtZSI6IkNhbGlicmkiLCJJc0JvbGQiOmZhbHNlLCJJc0l0YWxpYyI6ZmFsc2UsIklzVW5kZXJsaW5lZCI6ZmFsc2UsIlBhcmVudFN0eWxlIjpudWxsfSwiQXV0b1NpemUiOjAsIkZvcmVncm91bmQiOnsiJHJlZiI6IjU0In0sIk1heFdpZHRoIjoyMDAuMCwiTWF4SGVpZ2h0IjoiSW5maW5pdHkiLCJTbWFydEZvcmVncm91bmRJc0FjdGl2ZSI6ZmFsc2UsIkhvcml6b250YWxBbGlnbm1lbnQiOjAsIlZlcnRpY2FsQWxpZ25tZW50IjowLCJTbWFydEZvcmVncm91bmQiOm51bGwsIkJhY2tncm91bmRGaWxsVHlwZSI6MCwiTWFyZ2luIjp7IiRyZWYiOiI1NiJ9LCJQYWRkaW5nIjp7IiRyZWYiOiI1NyJ9LCJCYWNrZ3JvdW5kIjp7IiRyZWYiOiI1OCJ9LCJJc1Zpc2libGUiOnRydWUsIldpZHRoIjowLjAsIkhlaWdodCI6MC4wLCJCb3JkZXJTdHlsZSI6eyIkaWQiOiIyMjEiLCJMaW5lQ29sb3IiOm51bGwsIkxpbmVXZWlnaHQiOjAuMCwiTGluZVR5cGUiOjAsIlBhcmVudFN0eWxlIjpudWxsfSwiUGFyZW50U3R5bGUiOm51bGx9LCJEdXJhdGlvblN0eWxlIjp7IiRpZCI6IjIyMiIsIkZvbnRTZXR0aW5ncyI6eyIkaWQiOiIyMjMiLCJGb250U2l6ZSI6MTAsIkZvbnROYW1lIjoiQ2FsaWJyaSIsIklzQm9sZCI6ZmFsc2UsIklzSXRhbGljIjpmYWxzZSwiSXNVbmRlcmxpbmVkIjpmYWxzZSwiUGFyZW50U3R5bGUiOm51bGx9LCJBdXRvU2l6ZSI6MCwiRm9yZWdyb3VuZCI6eyIkcmVmIjoiNjMifSwiTWF4V2lkdGgiOjIwMC4wLCJNYXhIZWlnaHQiOiJJbmZpbml0eSIsIlNtYXJ0Rm9yZWdyb3VuZElzQWN0aXZlIjpmYWxzZSwiSG9yaXpvbnRhbEFsaWdubWVudCI6MCwiVmVydGljYWxBbGlnbm1lbnQiOjAsIlNtYXJ0Rm9yZWdyb3VuZCI6bnVsbCwiQmFja2dyb3VuZEZpbGxUeXBlIjowLCJNYXJnaW4iOnsiJHJlZiI6IjY1In0sIlBhZGRpbmciOnsiJHJlZiI6IjY2In0sIkJhY2tncm91bmQiOnsiJHJlZiI6IjY3In0sIklzVmlzaWJsZSI6dHJ1ZSwiV2lkdGgiOjAuMCwiSGVpZ2h0IjowLjAsIkJvcmRlclN0eWxlIjp7IiRpZCI6IjIyNCIsIkxpbmVDb2xvciI6bnVsbCwiTGluZVdlaWdodCI6MC4wLCJMaW5lVHlwZSI6MCwiUGFyZW50U3R5bGUiOm51bGx9LCJQYXJlbnRTdHlsZSI6bnVsbH0sIkhvcml6b250YWxDb25uZWN0b3JTdHlsZSI6eyIkaWQiOiIyMjUiLCJMaW5lQ29sb3IiOnsiJHJlZiI6IjcxIn0sIkxpbmVXZWlnaHQiOjEuMCwiTGluZVR5cGUiOjAsIlBhcmVudFN0eWxlIjpudWxsfSwiVmVydGljYWxDb25uZWN0b3JTdHlsZSI6eyIkaWQiOiIyMjYiLCJMaW5lQ29sb3IiOnsiJHJlZiI6Ijc0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dHJ1ZSwiUGVyY2VudGFnZUNvbXBsZXRlU2hhcGVPcGFjaXR5IjozNSwiU2hhcGVTdHlsZSI6eyIkaWQiOiIyMjciLCJNYXJnaW4iOnsiJHJlZiI6Ijc3In0sIlBhZGRpbmciOnsiJHJlZiI6Ijc4In0sIkJhY2tncm91bmQiOnsiJGlkIjoiMjI4IiwiQ29sb3IiOnsiJGlkIjoiMjI5IiwiQSI6MjU1LCJSIjo4LCJHIjo0OSwiQiI6NDJ9fSwiSXNWaXNpYmxlIjp0cnVlLCJXaWR0aCI6MC4wLCJIZWlnaHQiOjEwLjAsIkJvcmRlclN0eWxlIjp7IiRpZCI6IjIzMCIsIkxpbmVDb2xvciI6eyIkaWQiOiIyMzEiLCIkdHlwZSI6Ik5MUkUuQ29tbW9uLkRvbS5Tb2xpZENvbG9yQnJ1c2gsIE5MUkUuQ29tbW9uIiwiQ29sb3IiOnsiJGlkIjoiMjMyIiwiQSI6MjU1LCJSIjoxLCJHIjoxNSwiQiI6MTF9fSwiTGluZVdlaWdodCI6MC4wLCJMaW5lVHlwZSI6MCwiUGFyZW50U3R5bGUiOm51bGx9LCJQYXJlbnRTdHlsZSI6bnVsbH0sIlRpdGxlU3R5bGUiOnsiJGlkIjoiMjMzIiwiRm9udFNldHRpbmdzIjp7IiRpZCI6IjIzNCIsIkZvbnRTaXplIjoxMSwiRm9udE5hbWUiOiJDYWxpYnJpIiwiSXNCb2xkIjp0cnVlLCJJc0l0YWxpYyI6ZmFsc2UsIklzVW5kZXJsaW5lZCI6ZmFsc2UsIlBhcmVudFN0eWxlIjpudWxsfSwiQXV0b1NpemUiOjAsIkZvcmVncm91bmQiOnsiJGlkIjoiMjM1IiwiQ29sb3IiOnsiJGlkIjoiMjM2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pZCI6IjIzNyIsIkNvbG9yIjp7IiRpZCI6IjIzOCIsIkEiOjAsIlIiOjI1NSwiRyI6MjU1LCJCIjoyNTV9fSwiSXNWaXNpYmxlIjp0cnVlLCJXaWR0aCI6MC4wLCJIZWlnaHQiOjAuMCwiQm9yZGVyU3R5bGUiOnsiJGlkIjoiMjM5IiwiTGluZUNvbG9yIjpudWxsLCJMaW5lV2VpZ2h0IjowLjAsIkxpbmVUeXBlIjowLCJQYXJlbnRTdHlsZSI6bnVsbH0sIlBhcmVudFN0eWxlIjpudWxsfSwiRGF0ZVN0eWxlIjp7IiRpZCI6IjI0MCIsIkZvbnRTZXR0aW5ncyI6eyIkaWQiOiIyNDEiLCJGb250U2l6ZSI6MTAsIkZvbnROYW1lIjoiQ2FsaWJyaSIsIklzQm9sZCI6ZmFsc2UsIklzSXRhbGljIjpmYWxzZSwiSXNVbmRlcmxpbmVkIjpmYWxzZSwiUGFyZW50U3R5bGUiOm51bGx9LCJBdXRvU2l6ZSI6MCwiRm9yZWdyb3VuZCI6eyIkaWQiOiIyNDIiLCJDb2xvciI6eyIkaWQiOiIyNDM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OTcifSwiUGFkZGluZyI6eyIkcmVmIjoiOTgifSwiQmFja2dyb3VuZCI6eyIkaWQiOiIyNDQiLCJDb2xvciI6eyIkaWQiOiIyNDUiLCJBIjowLCJSIjoyNTUsIkciOjI1NSwiQiI6MjU1fX0sIklzVmlzaWJsZSI6dHJ1ZSwiV2lkdGgiOjAuMCwiSGVpZ2h0IjowLjAsIkJvcmRlclN0eWxlIjp7IiRpZCI6IjI0NiIsIkxpbmVDb2xvciI6bnVsbCwiTGluZVdlaWdodCI6MC4wLCJMaW5lVHlwZSI6MCwiUGFyZW50U3R5bGUiOm51bGx9LCJQYXJlbnRTdHlsZSI6bnVsbH0sIkRhdGVGb3JtYXQiOnsiJGlkIjoiMjQ3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DgiLCJGb3JtYXQiOjAsIklzVmlzaWJsZSI6ZmFsc2UsIkxhc3RLbm93blZpc2liaWxpdHlTdGF0ZSI6ZmFsc2V9LCJJc1Zpc2libGUiOnRydWUsIlBhcmVudFN0eWxlIjpudWxsfSwiSW5kZXgiOjcsIlNtYXJ0RHVyYXRpb25BY3RpdmF0ZWQiOmZhbHNlLCJEYXRlRm9ybWF0Ijp7IiRyZWYiOiIyNDcifSwiV2Vla051bWJlcmluZyI6eyIkaWQiOiIyNDkiLCJGb3JtYXQiOjAsIklzVmlzaWJsZSI6ZmFsc2UsIkxhc3RLbm93blZpc2liaWxpdHlTdGF0ZSI6ZmFsc2V9LCJJZCI6IjVlODllZjYyLWQ2YjItNDMwOS04NDE4LTI4N2E5ZjUzMTJiNCIsIkltcG9ydElkIjpudWxsLCJUaXRsZSI6IkNUQSBzdWItYXBwIiwiTm90ZSI6bnVsbCwiSHlwZXJsaW5rIjp7IiRpZCI6IjI1MCIsIkFkZHJlc3MiOm51bGwsIlN1YkFkZHJlc3MiOm51bGx9LCJJc0NoYW5nZWQiOmZhbHNlLCJJc05ldyI6ZmFsc2V9fV0sIl9taWxlc3RvbmVzIjpbXSwiSWQiOiIwMDAwMDAwMC0wMDAwLTAwMDAtMDAwMC0wMDAwMDAwMDAwMDAiLCJJc1NpbmdsZUl0ZW1Sb3ciOnRydWV9LHsiJGlkIjoiMjUxIiwiX3Rhc2tzIjpbeyIkaWQiOiIyNTIiLCJfYXR0YWNoZWRNaWxlc3RvbmVzIjpbXSwiVGFza0RlZmluaXRpb24iOnsiJGlkIjoiMjUzIiwiR3JvdXBOYW1lIjpudWxsLCJTdGFydERhdGUiOiIyMDI2LTExLTE3VDIzOjU5OjAwWiIsIkVuZERhdGUiOiIyMDI3LTA3LTI2VDIzOjU5OjAwWiIsIlBlcmNlbnRhZ2VDb21wbGV0ZSI6bnVsbCwiU3R5bGUiOnsiJGlkIjoiMjU0IiwiU2hhcGUiOjEsIlNoYXBlVGhpY2tuZXNzIjowLCJEdXJhdGlvbkZvcm1hdCI6MCwiSW5jbHVkZU5vbldvcmtpbmdEYXlzSW5EdXJhdGlvbiI6ZmFsc2UsIlBlcmNlbnRhZ2VDb21wbGV0ZVN0eWxlIjp7IiRpZCI6IjI1NSIsIkZvbnRTZXR0aW5ncyI6eyIkaWQiOiIyNTYiLCJGb250U2l6ZSI6MTAsIkZvbnROYW1lIjoiQ2FsaWJyaSIsIklzQm9sZCI6ZmFsc2UsIklzSXRhbGljIjpmYWxzZSwiSXNVbmRlcmxpbmVkIjpmYWxzZSwiUGFyZW50U3R5bGUiOm51bGx9LCJBdXRvU2l6ZSI6MCwiRm9yZWdyb3VuZCI6eyIkcmVmIjoiNTQifSwiTWF4V2lkdGgiOjIwMC4wLCJNYXhIZWlnaHQiOiJJbmZpbml0eSIsIlNtYXJ0Rm9yZWdyb3VuZElzQWN0aXZlIjpmYWxzZSwiSG9yaXpvbnRhbEFsaWdubWVudCI6MCwiVmVydGljYWxBbGlnbm1lbnQiOjAsIlNtYXJ0Rm9yZWdyb3VuZCI6bnVsbCwiQmFja2dyb3VuZEZpbGxUeXBlIjowLCJNYXJnaW4iOnsiJHJlZiI6IjU2In0sIlBhZGRpbmciOnsiJHJlZiI6IjU3In0sIkJhY2tncm91bmQiOnsiJHJlZiI6IjU4In0sIklzVmlzaWJsZSI6dHJ1ZSwiV2lkdGgiOjAuMCwiSGVpZ2h0IjowLjAsIkJvcmRlclN0eWxlIjp7IiRpZCI6IjI1NyIsIkxpbmVDb2xvciI6bnVsbCwiTGluZVdlaWdodCI6MC4wLCJMaW5lVHlwZSI6MCwiUGFyZW50U3R5bGUiOm51bGx9LCJQYXJlbnRTdHlsZSI6bnVsbH0sIkR1cmF0aW9uU3R5bGUiOnsiJGlkIjoiMjU4IiwiRm9udFNldHRpbmdzIjp7IiRpZCI6IjI1OSIsIkZvbnRTaXplIjoxMCwiRm9udE5hbWUiOiJDYWxpYnJpIiwiSXNCb2xkIjpmYWxzZSwiSXNJdGFsaWMiOmZhbHNlLCJJc1VuZGVybGluZWQiOmZhbHNlLCJQYXJlbnRTdHlsZSI6bnVsbH0sIkF1dG9TaXplIjowLCJGb3JlZ3JvdW5kIjp7IiRyZWYiOiI2MyJ9LCJNYXhXaWR0aCI6MjAwLjAsIk1heEhlaWdodCI6IkluZmluaXR5IiwiU21hcnRGb3JlZ3JvdW5kSXNBY3RpdmUiOmZhbHNlLCJIb3Jpem9udGFsQWxpZ25tZW50IjowLCJWZXJ0aWNhbEFsaWdubWVudCI6MCwiU21hcnRGb3JlZ3JvdW5kIjpudWxsLCJCYWNrZ3JvdW5kRmlsbFR5cGUiOjAsIk1hcmdpbiI6eyIkcmVmIjoiNjUifSwiUGFkZGluZyI6eyIkcmVmIjoiNjYifSwiQmFja2dyb3VuZCI6eyIkcmVmIjoiNjcifSwiSXNWaXNpYmxlIjp0cnVlLCJXaWR0aCI6MC4wLCJIZWlnaHQiOjAuMCwiQm9yZGVyU3R5bGUiOnsiJGlkIjoiMjYwIiwiTGluZUNvbG9yIjpudWxsLCJMaW5lV2VpZ2h0IjowLjAsIkxpbmVUeXBlIjowLCJQYXJlbnRTdHlsZSI6bnVsbH0sIlBhcmVudFN0eWxlIjpudWxsfSwiSG9yaXpvbnRhbENvbm5lY3RvclN0eWxlIjp7IiRpZCI6IjI2MSIsIkxpbmVDb2xvciI6eyIkcmVmIjoiNzEifSwiTGluZVdlaWdodCI6MS4wLCJMaW5lVHlwZSI6MCwiUGFyZW50U3R5bGUiOm51bGx9LCJWZXJ0aWNhbENvbm5lY3RvclN0eWxlIjp7IiRpZCI6IjI2MiIsIkxpbmVDb2xvciI6eyIkcmVmIjoiNzQ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yNjMiLCJNYXJnaW4iOnsiJHJlZiI6Ijc3In0sIlBhZGRpbmciOnsiJHJlZiI6Ijc4In0sIkJhY2tncm91bmQiOnsiJGlkIjoiMjY0IiwiQ29sb3IiOnsiJGlkIjoiMjY1IiwiQSI6MjU1LCJSIjo4LCJHIjo0OSwiQiI6NDJ9fSwiSXNWaXNpYmxlIjp0cnVlLCJXaWR0aCI6MC4wLCJIZWlnaHQiOjEwLjAsIkJvcmRlclN0eWxlIjp7IiRpZCI6IjI2NiIsIkxpbmVDb2xvciI6eyIkcmVmIjoiODIifSwiTGluZVdlaWdodCI6MC4wLCJMaW5lVHlwZSI6MCwiUGFyZW50U3R5bGUiOm51bGx9LCJQYXJlbnRTdHlsZSI6bnVsbH0sIlRpdGxlU3R5bGUiOnsiJGlkIjoiMjY3IiwiRm9udFNldHRpbmdzIjp7IiRpZCI6IjI2OCIsIkZvbnRTaXplIjoxMSwiRm9udE5hbWUiOiJDYWxpYnJpIiwiSXNCb2xkIjp0cnVlLCJJc0l0YWxpYyI6ZmFsc2UsIklzVW5kZXJsaW5lZCI6ZmFsc2UsIlBhcmVudFN0eWxlIjpudWxsfSwiQXV0b1NpemUiOjAsIkZvcmVncm91bmQiOnsiJHJlZiI6Ijg2In0sIk1heFdpZHRoIjo3Mj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yNjkiLCJMaW5lQ29sb3IiOm51bGwsIkxpbmVXZWlnaHQiOjAuMCwiTGluZVR5cGUiOjAsIlBhcmVudFN0eWxlIjpudWxsfSwiUGFyZW50U3R5bGUiOm51bGx9LCJEYXRlU3R5bGUiOnsiJGlkIjoiMjcwIiwiRm9udFNldHRpbmdzIjp7IiRpZCI6IjI3MS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yLCJWZXJ0aWNhbEFsaWdubWVudCI6MCwiU21hcnRGb3JlZ3JvdW5kIjpudWxsLCJCYWNrZ3JvdW5kRmlsbFR5cGUiOjAsIk1hcmdpbiI6eyIkcmVmIjoiOTcifSwiUGFkZGluZyI6eyIkcmVmIjoiOTgifSwiQmFja2dyb3VuZCI6eyIkcmVmIjoiOTkifSwiSXNWaXNpYmxlIjp0cnVlLCJXaWR0aCI6MC4wLCJIZWlnaHQiOjAuMCwiQm9yZGVyU3R5bGUiOnsiJGlkIjoiMjcyIiwiTGluZUNvbG9yIjpudWxsLCJMaW5lV2VpZ2h0IjowLjAsIkxpbmVUeXBlIjowLCJQYXJlbnRTdHlsZSI6bnVsbH0sIlBhcmVudFN0eWxlIjpudWxsfSwiRGF0ZUZvcm1hdCI6eyIkaWQiOiIyNzM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NCIsIkZvcm1hdCI6MCwiSXNWaXNpYmxlIjpmYWxzZSwiTGFzdEtub3duVmlzaWJpbGl0eVN0YXRlIjpmYWxzZX0sIklzVmlzaWJsZSI6dHJ1ZSwiUGFyZW50U3R5bGUiOm51bGx9LCJJbmRleCI6OCwiU21hcnREdXJhdGlvbkFjdGl2YXRlZCI6ZmFsc2UsIkRhdGVGb3JtYXQiOnsiJHJlZiI6IjI3MyJ9LCJXZWVrTnVtYmVyaW5nIjp7IiRpZCI6IjI3NSIsIkZvcm1hdCI6MCwiSXNWaXNpYmxlIjpmYWxzZSwiTGFzdEtub3duVmlzaWJpbGl0eVN0YXRlIjpmYWxzZX0sIklkIjoiMTliMWFiYjAtN2RiNC00MzNmLTlmODgtNTAyZTI1YjJlZmI2IiwiSW1wb3J0SWQiOm51bGwsIlRpdGxlIjoiZlNJVi0gTFNTIiwiTm90ZSI6bnVsbCwiSHlwZXJsaW5rIjp7IiRpZCI6IjI3NiIsIkFkZHJlc3MiOiIiLCJTdWJBZGRyZXNzIjoiIn0sIklzQ2hhbmdlZCI6ZmFsc2UsIklzTmV3IjpmYWxzZX19XSwiX21pbGVzdG9uZXMiOltdLCJJZCI6IjAwMDAwMDAwLTAwMDAtMDAwMC0wMDAwLTAwMDAwMDAwMDAwMCIsIklzU2luZ2xlSXRlbVJvdyI6dHJ1ZX1dLCJJbmRleCI6NSwiSWQiOiJiZDgxMmI1YS1iYTBkLTRlY2UtOTMxYy1iMDE5NDg0NDY2YjgiLCJIZWFkZXJUZXh0IjpudWxsLCJJc0RlZmF1bHQiOnRydWUsIlN0eWxlIjp7IiRpZCI6IjI3NyIsIkhlYWRlclN0eWxlIjp7IiRpZCI6IjI3OCIsIlRleHRTdHlsZSI6eyIkaWQiOiIyNzkiLCJGb250U2V0dGluZ3MiOnsiJGlkIjoiMjgwIiwiRm9udFNpemUiOjExLCJGb250TmFtZSI6IkNhbGlicmkiLCJJc0JvbGQiOmZhbHNlLCJJc0l0YWxpYyI6ZmFsc2UsIklzVW5kZXJsaW5lZCI6ZmFsc2UsIlBhcmVudFN0eWxlIjpudWxsfSwiQXV0b1NpemUiOjIsIkZvcmVncm91bmQiOnsiJGlkIjoiMjgxIiwiQ29sb3IiOnsiJGlkIjoiMjgy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jgzIiwiVG9wIjowLjAsIkxlZnQiOjAuMCwiUmlnaHQiOjAuMCwiQm90dG9tIjowLjB9LCJQYWRkaW5nIjp7IiRpZCI6IjI4NCIsIlRvcCI6MC4wLCJMZWZ0IjowLjAsIlJpZ2h0IjowLjAsIkJvdHRvbSI6MC4wfSwiQmFja2dyb3VuZCI6bnVsbCwiSXNWaXNpYmxlIjp0cnVlLCJXaWR0aCI6MC4wLCJIZWlnaHQiOjAuMCwiQm9yZGVyU3R5bGUiOm51bGwsIlBhcmVudFN0eWxlIjpudWxsfSwiUmVjdGFuZ2xlU3R5bGUiOnsiJGlkIjoiMjg1IiwiTWFyZ2luIjp7IiRpZCI6IjI4NiIsIlRvcCI6MC4wLCJMZWZ0IjowLjAsIlJpZ2h0IjowLjAsIkJvdHRvbSI6MC4wfSwiUGFkZGluZyI6eyIkaWQiOiIyODciLCJUb3AiOjAuMCwiTGVmdCI6MC4wLCJSaWdodCI6MC4wLCJCb3R0b20iOjAuMH0sIkJhY2tncm91bmQiOnsiJGlkIjoiMjg4IiwiQ29sb3IiOnsiJGlkIjoiMjg5IiwiQSI6NjMsIlIiOjE5NywiRyI6MTk1LCJCIjoyMzh9fSwiSXNWaXNpYmxlIjp0cnVlLCJXaWR0aCI6MC4wLCJIZWlnaHQiOjAuMCwiQm9yZGVyU3R5bGUiOnsiJGlkIjoiMjkwIiwiTGluZUNvbG9yIjp7IiRpZCI6IjI5MSIsIiR0eXBlIjoiTkxSRS5Db21tb24uRG9tLlNvbGlkQ29sb3JCcnVzaCwgTkxSRS5Db21tb24iLCJDb2xvciI6eyIkaWQiOiIyOTIiLCJBIjoyNTUsIlIiOjI1NSwiRyI6MCwiQiI6MH19LCJMaW5lV2VpZ2h0IjowLjAsIkxpbmVUeXBlIjowLCJQYXJlbnRTdHlsZSI6bnVsbH0sIlBhcmVudFN0eWxlIjpudWxsfSwiTWFyZ2luIjp7IiRpZCI6IjI5MyIsIlRvcCI6MC4wLCJMZWZ0IjowLjAsIlJpZ2h0IjowLjAsIkJvdHRvbSI6MC4wfSwiUGFkZGluZyI6eyIkaWQiOiIyOTQiLCJUb3AiOjAuMCwiTGVmdCI6MC4wLCJSaWdodCI6MC4wLCJCb3R0b20iOjAuMH0sIkJhY2tncm91bmQiOm51bGwsIklzVmlzaWJsZSI6dHJ1ZSwiV2lkdGgiOjAuMCwiSGVpZ2h0IjowLjAsIkJvcmRlclN0eWxlIjpudWxsLCJQYXJlbnRTdHlsZSI6bnVsbH0sIkJhY2tncm91bmRTdHlsZSI6eyIkaWQiOiIyOTUiLCJNYXJnaW4iOnsiJGlkIjoiMjk2IiwiVG9wIjowLjAsIkxlZnQiOjAuMCwiUmlnaHQiOjAuMCwiQm90dG9tIjowLjB9LCJQYWRkaW5nIjp7IiRpZCI6IjI5NyIsIlRvcCI6MC4wLCJMZWZ0IjowLjAsIlJpZ2h0IjowLjAsIkJvdHRvbSI6MC4wfSwiQmFja2dyb3VuZCI6eyIkaWQiOiIyOTgiLCJDb2xvciI6eyIkaWQiOiIyOTkiLCJBIjo1MSwiUiI6MTk3LCJHIjoxOTUsIkIiOjIzOH19LCJJc1Zpc2libGUiOnRydWUsIldpZHRoIjowLjAsIkhlaWdodCI6MC4wLCJCb3JkZXJTdHlsZSI6eyIkaWQiOiIzMDAiLCJMaW5lQ29sb3IiOnsiJGlkIjoiMzAxIiwiJHR5cGUiOiJOTFJFLkNvbW1vbi5Eb20uU29saWRDb2xvckJydXNoLCBOTFJFLkNvbW1vbiIsIkNvbG9yIjp7IiRpZCI6IjMwMiIsIkEiOjI1NSwiUiI6MjU1LCJHIjowLCJCIjowfX0sIkxpbmVXZWlnaHQiOjAuMCwiTGluZVR5cGUiOjAsIlBhcmVudFN0eWxlIjpudWxsfSwiUGFyZW50U3R5bGUiOm51bGx9LCJNYXJnaW4iOnsiJGlkIjoiMzAzIiwiVG9wIjowLjAsIkxlZnQiOjAuMCwiUmlnaHQiOjAuMCwiQm90dG9tIjowLjB9LCJQYWRkaW5nIjp7IiRpZCI6IjMwNCIsIlRvcCI6MC4wLCJMZWZ0IjowLjAsIlJpZ2h0IjowLjAsIkJvdHRvbSI6MC4wfSwiSXNWaXNpYmxlIjpmYWxzZSwiV2lkdGgiOjAuMCwiSGVpZ2h0IjowLjAsIkJvcmRlclN0eWxlIjpudWxsLCJQYXJlbnRTdHlsZSI6bnVsbH19XSwiSWQiOiJhZTAzOTc3NC1mNWQ5LTQxMzQtODc2Ny1lZmQxOTM4Yzk2OGQiLCJJbmRleCI6NSwiSGVhZGVyVGV4dCI6IkNoaW5hXHIxNDM0LTAwMTlcclBoIElJIiwiU3R5bGUiOnsiJGlkIjoiMzA1IiwiSGVhZGVyU3R5bGUiOnsiJGlkIjoiMzA2IiwiVGV4dElzVmVydGljYWwiOmZhbHNlLCJUZXh0U3R5bGUiOnsiJGlkIjoiMzA3IiwiRm9udFNldHRpbmdzIjp7IiRpZCI6IjMwOCIsIkZvbnRTaXplIjoxMiwiRm9udE5hbWUiOiJDYWxpYnJpIiwiSXNCb2xkIjpmYWxzZSwiSXNJdGFsaWMiOmZhbHNlLCJJc1VuZGVybGluZWQiOmZhbHNlLCJQYXJlbnRTdHlsZSI6bnVsbH0sIkF1dG9TaXplIjoyLCJGb3JlZ3JvdW5kIjp7IiRyZWYiOiIxNTIifSwiTWF4V2lkdGgiOjE0Ny4wLCJNYXhIZWlnaHQiOjAuMCwiU21hcnRGb3JlZ3JvdW5kSXNBY3RpdmUiOmZhbHNlLCJIb3Jpem9udGFsQWxpZ25tZW50IjowLCJWZXJ0aWNhbEFsaWdubWVudCI6MCwiU21hcnRGb3JlZ3JvdW5kIjpudWxsLCJCYWNrZ3JvdW5kRmlsbFR5cGUiOjAsIk1hcmdpbiI6eyIkcmVmIjoiMTU0In0sIlBhZGRpbmciOnsiJHJlZiI6IjE1NSJ9LCJCYWNrZ3JvdW5kIjpudWxsLCJJc1Zpc2libGUiOnRydWUsIldpZHRoIjowLjAsIkhlaWdodCI6MC4wLCJCb3JkZXJTdHlsZSI6bnVsbCwiUGFyZW50U3R5bGUiOm51bGx9LCJSZWN0YW5nbGVTdHlsZSI6eyIkaWQiOiIzMDkiLCJNYXJnaW4iOnsiJGlkIjoiMzEwIiwiVG9wIjowLjAsIkxlZnQiOjAuMCwiUmlnaHQiOjAuMCwiQm90dG9tIjowLjB9LCJQYWRkaW5nIjp7IiRpZCI6IjMxMSIsIlRvcCI6MC4wLCJMZWZ0IjowLjAsIlJpZ2h0IjowLjAsIkJvdHRvbSI6MC4wfSwiQmFja2dyb3VuZCI6eyIkaWQiOiIzMTIiLCJDb2xvciI6eyIkaWQiOiIzMTMiLCJBIjoyNTUsIlIiOjE5NywiRyI6MTk1LCJCIjoyMzh9fSwiSXNWaXNpYmxlIjp0cnVlLCJXaWR0aCI6MC4wLCJIZWlnaHQiOjAuMCwiQm9yZGVyU3R5bGUiOnsiJGlkIjoiMzE0IiwiTGluZUNvbG9yIjp7IiRpZCI6IjMxNSIsIiR0eXBlIjoiTkxSRS5Db21tb24uRG9tLlNvbGlkQ29sb3JCcnVzaCwgTkxSRS5Db21tb24iLCJDb2xvciI6eyIkaWQiOiIzMTYiLCJBIjoyNTUsIlIiOjI1NSwiRyI6MCwiQiI6MH19LCJMaW5lV2VpZ2h0IjowLjAsIkxpbmVUeXBlIjowLCJQYXJlbnRTdHlsZSI6bnVsbH0sIlBhcmVudFN0eWxlIjpudWxsfSwiTWFyZ2luIjp7IiRpZCI6IjMxNyIsIlRvcCI6MC4wLCJMZWZ0IjowLjAsIlJpZ2h0IjowLjAsIkJvdHRvbSI6MC4wfSwiUGFkZGluZyI6eyIkaWQiOiIzMTgiLCJUb3AiOjAuMCwiTGVmdCI6MC4wLCJSaWdodCI6MC4wLCJCb3R0b20iOjAuMH0sIkJhY2tncm91bmQiOm51bGwsIklzVmlzaWJsZSI6dHJ1ZSwiV2lkdGgiOjAuMCwiSGVpZ2h0IjowLjAsIkJvcmRlclN0eWxlIjpudWxsLCJQYXJlbnRTdHlsZSI6bnVsbH0sIkJhY2tncm91bmRTdHlsZSI6eyIkaWQiOiIzMTkiLCJNYXJnaW4iOnsiJGlkIjoiMzIwIiwiVG9wIjowLjAsIkxlZnQiOjAuMCwiUmlnaHQiOjAuMCwiQm90dG9tIjowLjB9LCJQYWRkaW5nIjp7IiRpZCI6IjMyMSIsIlRvcCI6MC4wLCJMZWZ0IjowLjAsIlJpZ2h0IjowLjAsIkJvdHRvbSI6MC4wfSwiQmFja2dyb3VuZCI6eyIkaWQiOiIzMjIiLCJDb2xvciI6eyIkaWQiOiIzMjMiLCJBIjo1MSwiUiI6MTk3LCJHIjoxOTUsIkIiOjIzOH19LCJJc1Zpc2libGUiOnRydWUsIldpZHRoIjowLjAsIkhlaWdodCI6MC4wLCJCb3JkZXJTdHlsZSI6eyIkaWQiOiIzMjQiLCJMaW5lQ29sb3IiOnsiJGlkIjoiMzI1IiwiJHR5cGUiOiJOTFJFLkNvbW1vbi5Eb20uU29saWRDb2xvckJydXNoLCBOTFJFLkNvbW1vbiIsIkNvbG9yIjp7IiRpZCI6IjMyNiIsIkEiOjI1NSwiUiI6MjU1LCJHIjowLCJCIjowfX0sIkxpbmVXZWlnaHQiOjAuMCwiTGluZVR5cGUiOjAsIlBhcmVudFN0eWxlIjpudWxsfSwiUGFyZW50U3R5bGUiOm51bGx9LCJJc0Fib3ZlVGltZWJhbmQiOmZhbHNlLCJNYXJnaW4iOnsiJGlkIjoiMzI3IiwiVG9wIjowLjAsIkxlZnQiOjAuMCwiUmlnaHQiOjAuMCwiQm90dG9tIjowLjB9LCJQYWRkaW5nIjp7IiRpZCI6IjMyOCIsIlRvcCI6MC4wLCJMZWZ0IjowLjAsIlJpZ2h0IjowLjAsIkJvdHRvbSI6MC4wfSwiSXNWaXNpYmxlIjp0cnVlLCJXaWR0aCI6MC4wLCJIZWlnaHQiOjAuMCwiQm9yZGVyU3R5bGUiOnsiJGlkIjoiMzI5IiwiTGluZUNvbG9yIjpudWxsLCJMaW5lV2VpZ2h0IjowLjAsIkxpbmVUeXBlIjowLCJQYXJlbnRTdHlsZSI6bnVsbH0sIlBhcmVudFN0eWxlIjpudWxsfX1dLCJDdWx0dXJlSW5mb05hbWUiOiJlbi1VUyIsIlN0eWxlTmFtZSI6bnVsbCwiVmVyc2lvbiI6eyIkaWQiOiIzMzAiLCJWZXJzaW9uIjoiMy43LjMiLCJPcmlnaW5hbEFzc2VtYmx5VmVyc2lvbiI6IjcuMDAuMTYuMDAiLCJFZGl0aW9uIjpudWxsLCJMYXN0U2F2ZWRFZGl0aW9uIjowLCJJc1BsdXNFZGl0aW9uIjpmYWxzZSwiSXNQcm9FZGl0aW9uIjpmYWxzZX0sIkVmZmVjdCI6MSwiU3R5bGUiOnsiJGlkIjoiMzMxIiwiRGVmYXVsdERlcGVuZGVuY3lTdHlsZSI6eyIkaWQiOiIzMzIiLCJMaW5lU3R5bGUiOnsiJGlkIjoiMzMzIiwiTGluZUNvbG9yIjp7IiRpZCI6IjMzNCIsIiR0eXBlIjoiTkxSRS5Db21tb24uRG9tLlNvbGlkQ29sb3JCcnVzaCwgTkxSRS5Db21tb24iLCJDb2xvciI6eyIkaWQiOiIzMzUiLCJBIjoyNTUsIlIiOjAsIkciOjAsIkIiOjB9fSwiTGluZVdlaWdodCI6MS4wLCJMaW5lVHlwZSI6MCwiUGFyZW50U3R5bGUiOm51bGx9LCJFbmRBcnJvd2hlYWRMaW5lU3R5bGUiOnsiJGlkIjoiMzM2IiwiS2luZCI6MSwiV2lkdGgiOjEsIkxlbmd0aCI6MCwiUGFyZW50U3R5bGUiOm51bGx9LCJCcmluZ1RvRnJvbnQiOnRydWUsIkVsYm93UmFkaXVzIjowLjAsIk1hcmdpbiI6eyIkaWQiOiIzMzciLCJUb3AiOjAuMCwiTGVmdCI6MC4wLCJSaWdodCI6MC4wLCJCb3R0b20iOjAuMH0sIlBhZGRpbmciOnsiJGlkIjoiMzM4IiwiVG9wIjowLjAsIkxlZnQiOjAuMCwiUmlnaHQiOjAuMCwiQm90dG9tIjowLjB9LCJCYWNrZ3JvdW5kIjpudWxsLCJJc1Zpc2libGUiOnRydWUsIldpZHRoIjowLjAsIkhlaWdodCI6MC4wLCJCb3JkZXJTdHlsZSI6bnVsbCwiUGFyZW50U3R5bGUiOm51bGx9LCJDcml0aWNhbFBhdGhTdHlsZSI6eyIkaWQiOiIzMzkiLCJDcml0aWNhbFBhdGhTdHlsZU9wdGlvbnMiOjE1LCJMaW5lU3R5bGUiOnsiJGlkIjoiMzQwIiwiTGluZUNvbG9yIjp7IiRpZCI6IjM0MSIsIiR0eXBlIjoiTkxSRS5Db21tb24uRG9tLlNvbGlkQ29sb3JCcnVzaCwgTkxSRS5Db21tb24iLCJDb2xvciI6eyIkaWQiOiIzNDIiLCJBIjoyNTUsIlIiOjIyMiwiRyI6NTAsIkIiOjUwfX0sIkxpbmVXZWlnaHQiOjEuMCwiTGluZVR5cGUiOjAsIlBhcmVudFN0eWxlIjpudWxsfSwiVGl0bGVGb3JlZ3JvdW5kIjp7IiRpZCI6IjM0MyIsIkNvbG9yIjp7IiRpZCI6IjM0NCIsIkEiOjI1NSwiUiI6MTc2LCJHIjoxOSwiQiI6MjV9fSwiU2hhcGVzQmFja2dyb3VuZCI6eyIkaWQiOiIzNDUiLCJDb2xvciI6eyIkaWQiOiIzNDYiLCJBIjoyNTUsIlIiOjI1MywiRyI6MjAzLCJCIjoyMDh9fSwiU2hhcGVzQm9yZGVyU3R5bGUiOnsiJGlkIjoiMzQ3IiwiTGluZUNvbG9yIjp7IiRpZCI6IjM0OCIsIiR0eXBlIjoiTkxSRS5Db21tb24uRG9tLlNvbGlkQ29sb3JCcnVzaCwgTkxSRS5Db21tb24iLCJDb2xvciI6eyIkaWQiOiIzNDkiLCJBIjoyNTUsIlIiOjIyMiwiRyI6NTAsIkIiOjUwfX0sIkxpbmVXZWlnaHQiOjEuNSwiTGluZVR5cGUiOjAsIlBhcmVudFN0eWxlIjpudWxsfSwiTWFyZ2luIjp7IiRpZCI6IjM1MCIsIlRvcCI6MC4wLCJMZWZ0IjowLjAsIlJpZ2h0IjowLjAsIkJvdHRvbSI6MC4wfSwiUGFkZGluZyI6eyIkaWQiOiIzNTEiLCJUb3AiOjAuMCwiTGVmdCI6MC4wLCJSaWdodCI6MC4wLCJCb3R0b20iOjAuMH0sIkJhY2tncm91bmQiOm51bGwsIklzVmlzaWJsZSI6ZmFsc2UsIldpZHRoIjowLjAsIkhlaWdodCI6MC4wLCJCb3JkZXJTdHlsZSI6bnVsbCwiUGFyZW50U3R5bGUiOm51bGx9LCJUaW1lYmFuZFN0eWxlIjp7IiRpZCI6IjM1MiIsIlNjYWxlTWFya2luZyI6MSwiU2hhcGUiOjAsIlNoYXBlU3R5bGUiOnsiJGlkIjoiMzUzIiwiTWFyZ2luIjp7IiRpZCI6IjM1NCIsIlRvcCI6MC4wLCJMZWZ0IjoxMC4wLCJSaWdodCI6MTAuMCwiQm90dG9tIjowLjB9LCJQYWRkaW5nIjp7IiRpZCI6IjM1NSIsIlRvcCI6My4wLCJMZWZ0IjowLjAsIlJpZ2h0IjowLjAsIkJvdHRvbSI6My4wfSwiQmFja2dyb3VuZCI6eyIkaWQiOiIzNTYiLCJDb2xvciI6eyIkaWQiOiIzNTciLCJBIjoyNTUsIlIiOjY4LCJHIjo4NCwiQiI6MTA2fX0sIklzVmlzaWJsZSI6dHJ1ZSwiV2lkdGgiOjg1OC4wLCJIZWlnaHQiOjIwLjAsIkJvcmRlclN0eWxlIjp7IiRpZCI6IjM1OCIsIkxpbmVDb2xvciI6eyIkaWQiOiIzNTkiLCIkdHlwZSI6Ik5MUkUuQ29tbW9uLkRvbS5Tb2xpZENvbG9yQnJ1c2gsIE5MUkUuQ29tbW9uIiwiQ29sb3IiOnsiJGlkIjoiMzYwIiwiQSI6MjU1LCJSIjoyNTUsIkciOjAsIkIiOjB9fSwiTGluZVdlaWdodCI6MC4wLCJMaW5lVHlwZSI6MCwiUGFyZW50U3R5bGUiOm51bGx9LCJQYXJlbnRTdHlsZSI6bnVsbH0sIk1pZGRsZVRpZXJTaGFwZVN0eWxlIjp7IiRpZCI6IjM2MSIsIk1hcmdpbiI6eyIkaWQiOiIzNjIiLCJUb3AiOjAuMCwiTGVmdCI6MTAuMCwiUmlnaHQiOjEwLjAsIkJvdHRvbSI6MC4wfSwiUGFkZGluZyI6eyIkaWQiOiIzNjMiLCJUb3AiOjMuMCwiTGVmdCI6MC4wLCJSaWdodCI6MC4wLCJCb3R0b20iOjMuMH0sIkJhY2tncm91bmQiOnsiJGlkIjoiMzY0IiwiQ29sb3IiOnsiJGlkIjoiMzY1IiwiQSI6MjU1LCJSIjo2OCwiRyI6ODQsIkIiOjEwNn19LCJJc1Zpc2libGUiOnRydWUsIldpZHRoIjo4NTguMCwiSGVpZ2h0IjoyMC4wLCJCb3JkZXJTdHlsZSI6eyIkaWQiOiIzNjYiLCJMaW5lQ29sb3IiOnsiJGlkIjoiMzY3IiwiJHR5cGUiOiJOTFJFLkNvbW1vbi5Eb20uU29saWRDb2xvckJydXNoLCBOTFJFLkNvbW1vbiIsIkNvbG9yIjp7IiRpZCI6IjM2OCIsIkEiOjI1NSwiUiI6MjU1LCJHIjowLCJCIjowfX0sIkxpbmVXZWlnaHQiOjAuMCwiTGluZVR5cGUiOjAsIlBhcmVudFN0eWxlIjpudWxsfSwiUGFyZW50U3R5bGUiOm51bGx9LCJCb3R0b21UaWVyU2hhcGVTdHlsZSI6eyIkaWQiOiIzNjkiLCJNYXJnaW4iOnsiJGlkIjoiMzcwIiwiVG9wIjowLjAsIkxlZnQiOjEwLjAsIlJpZ2h0IjoxMC4wLCJCb3R0b20iOjAuMH0sIlBhZGRpbmciOnsiJGlkIjoiMzcxIiwiVG9wIjozLjAsIkxlZnQiOjAuMCwiUmlnaHQiOjAuMCwiQm90dG9tIjozLjB9LCJCYWNrZ3JvdW5kIjp7IiRpZCI6IjM3MiIsIkNvbG9yIjp7IiRpZCI6IjM3MyIsIkEiOjI1NSwiUiI6NjgsIkciOjg0LCJCIjoxMDZ9fSwiSXNWaXNpYmxlIjp0cnVlLCJXaWR0aCI6ODU4LjAsIkhlaWdodCI6MjAuMCwiQm9yZGVyU3R5bGUiOnsiJGlkIjoiMzc0IiwiTGluZUNvbG9yIjp7IiRpZCI6IjM3NSIsIiR0eXBlIjoiTkxSRS5Db21tb24uRG9tLlNvbGlkQ29sb3JCcnVzaCwgTkxSRS5Db21tb24iLCJDb2xvciI6eyIkaWQiOiIzNzYiLCJBIjoyNTUsIlIiOjI1NSwiRyI6MCwiQiI6MH19LCJMaW5lV2VpZ2h0IjowLjAsIkxpbmVUeXBlIjowLCJQYXJlbnRTdHlsZSI6bnVsbH0sIlBhcmVudFN0eWxlIjpudWxsfSwiUmlnaHRFbmRDYXBzU3R5bGUiOnsiJGlkIjoiMzc3IiwiRm9udFNldHRpbmdzIjp7IiRpZCI6IjM3OCIsIkZvbnRTaXplIjoxOCwiRm9udE5hbWUiOiJDYWxpYnJpIiwiSXNCb2xkIjp0cnVlLCJJc0l0YWxpYyI6ZmFsc2UsIklzVW5kZXJsaW5lZCI6ZmFsc2UsIlBhcmVudFN0eWxlIjpudWxsfSwiQXV0b1NpemUiOjAsIkZvcmVncm91bmQiOnsiJGlkIjoiMzc5IiwiQ29sb3IiOnsiJGlkIjoiMzgw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ODEiLCJUb3AiOjAuMCwiTGVmdCI6MC4wLCJSaWdodCI6MjAuMCwiQm90dG9tIjowLjB9LCJQYWRkaW5nIjp7IiRpZCI6IjM4MiIsIlRvcCI6MC4wLCJMZWZ0IjowLjAsIlJpZ2h0IjowLjAsIkJvdHRvbSI6MC4wfSwiQmFja2dyb3VuZCI6eyIkaWQiOiIzODMiLCJDb2xvciI6eyIkaWQiOiIzODQiLCJBIjowLCJSIjowLCJHIjowLCJCIjowfX0sIklzVmlzaWJsZSI6ZmFsc2UsIldpZHRoIjowLjAsIkhlaWdodCI6MC4wLCJCb3JkZXJTdHlsZSI6bnVsbCwiUGFyZW50U3R5bGUiOm51bGx9LCJMZWZ0RW5kQ2Fwc1N0eWxlIjp7IiRpZCI6IjM4NSIsIkZvbnRTZXR0aW5ncyI6eyIkaWQiOiIzODYiLCJGb250U2l6ZSI6MTgsIkZvbnROYW1lIjoiQ2FsaWJyaSIsIklzQm9sZCI6dHJ1ZSwiSXNJdGFsaWMiOmZhbHNlLCJJc1VuZGVybGluZWQiOmZhbHNlLCJQYXJlbnRTdHlsZSI6bnVsbH0sIkF1dG9TaXplIjowLCJGb3JlZ3JvdW5kIjp7IiRpZCI6IjM4NyIsIkNvbG9yIjp7IiRpZCI6IjM4O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zg5IiwiVG9wIjowLjAsIkxlZnQiOjExNS41MDY2NjY2NjY2NjY2NiwiUmlnaHQiOjAuMCwiQm90dG9tIjowLjB9LCJQYWRkaW5nIjp7IiRpZCI6IjM5MCIsIlRvcCI6MC4wLCJMZWZ0IjowLjAsIlJpZ2h0IjowLjAsIkJvdHRvbSI6MC4wfSwiQmFja2dyb3VuZCI6eyIkaWQiOiIzOTEiLCJDb2xvciI6eyIkaWQiOiIzOTIiLCJBIjowLCJSIjowLCJHIjowLCJCIjowfX0sIklzVmlzaWJsZSI6ZmFsc2UsIldpZHRoIjowLjAsIkhlaWdodCI6MC4wLCJCb3JkZXJTdHlsZSI6bnVsbCwiUGFyZW50U3R5bGUiOm51bGx9LCJUb2RheVRleHRTdHlsZSI6eyIkaWQiOiIzOTMiLCJGb250U2V0dGluZ3MiOnsiJGlkIjoiMzk0IiwiRm9udFNpemUiOjEyLCJGb250TmFtZSI6IkNhbGlicmkiLCJJc0JvbGQiOmZhbHNlLCJJc0l0YWxpYyI6ZmFsc2UsIklzVW5kZXJsaW5lZCI6ZmFsc2UsIlBhcmVudFN0eWxlIjpudWxsfSwiQXV0b1NpemUiOjAsIkZvcmVncm91bmQiOnsiJGlkIjoiMzk1IiwiQ29sb3IiOnsiJGlkIjoiMzk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5NyIsIlRvcCI6MC4wLCJMZWZ0IjowLjAsIlJpZ2h0IjowLjAsIkJvdHRvbSI6MC4wfSwiUGFkZGluZyI6eyIkaWQiOiIzOTgiLCJUb3AiOjAuMCwiTGVmdCI6MC4wLCJSaWdodCI6MC4wLCJCb3R0b20iOjAuMH0sIkJhY2tncm91bmQiOnsiJGlkIjoiMzk5IiwiQ29sb3IiOnsiJGlkIjoiNDAwIiwiQSI6MCwiUiI6MCwiRyI6MCwiQiI6MH19LCJJc1Zpc2libGUiOnRydWUsIldpZHRoIjowLjAsIkhlaWdodCI6MC4wLCJCb3JkZXJTdHlsZSI6bnVsbCwiUGFyZW50U3R5bGUiOm51bGx9LCJUb2RheU1hcmtlclN0eWxlIjp7IiRpZCI6IjQwMSIsIk1hcmdpbiI6eyIkaWQiOiI0MDIiLCJUb3AiOjAuMCwiTGVmdCI6MC4wLCJSaWdodCI6MC4wLCJCb3R0b20iOjAuMH0sIlBhZGRpbmciOnsiJGlkIjoiNDAzIiwiVG9wIjowLjAsIkxlZnQiOjAuMCwiUmlnaHQiOjAuMCwiQm90dG9tIjowLjB9LCJCYWNrZ3JvdW5kIjp7IiRpZCI6IjQwNCIsIkNvbG9yIjp7IiRpZCI6IjQwNSIsIkEiOjI1NSwiUiI6MjU1LCJHIjowLCJCIjowfX0sIklzVmlzaWJsZSI6dHJ1ZSwiV2lkdGgiOjAuMCwiSGVpZ2h0IjowLjAsIkJvcmRlclN0eWxlIjpudWxsLCJQYXJlbnRTdHlsZSI6bnVsbH0sIlNjYWxlU3R5bGUiOnsiJGlkIjoiNDA2IiwiU2hhcGUiOjMsIlNob3dTZWdtZW50U2VwYXJhdG9ycyI6dHJ1ZSwiU2VnbWVudFNlcGFyYXRvck9wYWNpdHkiOjMwLCJIYXNCZWVuVmlzaWJsZUJlZm9yZSI6dHJ1ZSwiRm9udFNldHRpbmdzIjp7IiRpZCI6IjQwNyIsIkZvbnRTaXplIjoxMiwiRm9udE5hbWUiOiJDYWxpYnJpIiwiSXNCb2xkIjpmYWxzZSwiSXNJdGFsaWMiOmZhbHNlLCJJc1VuZGVybGluZWQiOmZhbHNlLCJQYXJlbnRTdHlsZSI6bnVsbH0sIkF1dG9TaXplIjowLCJGb3JlZ3JvdW5kIjp7IiRpZCI6IjQwOCIsIkNvbG9yIjp7IiRpZCI6IjQwO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MTAiLCJUb3AiOjAuMCwiTGVmdCI6NS4wLCJSaWdodCI6MC4wLCJCb3R0b20iOjAuMH0sIlBhZGRpbmciOnsiJGlkIjoiNDExIiwiVG9wIjowLjAsIkxlZnQiOjAuMCwiUmlnaHQiOjAuMCwiQm90dG9tIjowLjB9LCJCYWNrZ3JvdW5kIjp7IiRpZCI6IjQxMiIsIkNvbG9yIjp7IiRpZCI6IjQxMyIsIkEiOjAsIlIiOjAsIkciOjAsIkIiOjB9fSwiSXNWaXNpYmxlIjp0cnVlLCJXaWR0aCI6MC4wLCJIZWlnaHQiOjAuMCwiQm9yZGVyU3R5bGUiOm51bGwsIlBhcmVudFN0eWxlIjpudWxsfSwiU2luZ2xlU2NhbGVTaGFwZVN0eWxlIjp7IiRpZCI6IjQxNCIsIlNoYXBlIjowLCJIZWlnaHQiOjAuMH0sIk1pZGRsZVRpZXJTY2FsZVN0eWxlIjp7IiRpZCI6IjQxNSIsIlNoYXBlIjozLCJTaG93U2VnbWVudFNlcGFyYXRvcnMiOnRydWUsIlNlZ21lbnRTZXBhcmF0b3JPcGFjaXR5IjozMCwiSGFzQmVlblZpc2libGVCZWZvcmUiOmZhbHNlLCJGb250U2V0dGluZ3MiOnsiJGlkIjoiNDE2IiwiRm9udFNpemUiOjEyLCJGb250TmFtZSI6IkNhbGlicmkiLCJJc0JvbGQiOmZhbHNlLCJJc0l0YWxpYyI6ZmFsc2UsIklzVW5kZXJsaW5lZCI6ZmFsc2UsIlBhcmVudFN0eWxlIjpudWxsfSwiQXV0b1NpemUiOjAsIkZvcmVncm91bmQiOnsiJGlkIjoiNDE3IiwiQ29sb3IiOnsiJGlkIjoiNDE4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xOSIsIlRvcCI6MC4wLCJMZWZ0Ijo1LjAsIlJpZ2h0IjowLjAsIkJvdHRvbSI6MC4wfSwiUGFkZGluZyI6eyIkaWQiOiI0MjAiLCJUb3AiOjAuMCwiTGVmdCI6MC4wLCJSaWdodCI6MC4wLCJCb3R0b20iOjAuMH0sIkJhY2tncm91bmQiOnsiJGlkIjoiNDIxIiwiQ29sb3IiOnsiJGlkIjoiNDIyIiwiQSI6MCwiUiI6MCwiRyI6MCwiQiI6MH19LCJJc1Zpc2libGUiOmZhbHNlLCJXaWR0aCI6MC4wLCJIZWlnaHQiOjAuMCwiQm9yZGVyU3R5bGUiOm51bGwsIlBhcmVudFN0eWxlIjpudWxsfSwiQm90dG9tVGllclNjYWxlU3R5bGUiOnsiJGlkIjoiNDIzIiwiU2hhcGUiOjMsIlNob3dTZWdtZW50U2VwYXJhdG9ycyI6dHJ1ZSwiU2VnbWVudFNlcGFyYXRvck9wYWNpdHkiOjMwLCJIYXNCZWVuVmlzaWJsZUJlZm9yZSI6ZmFsc2UsIkZvbnRTZXR0aW5ncyI6eyIkaWQiOiI0MjQiLCJGb250U2l6ZSI6MTIsIkZvbnROYW1lIjoiQ2FsaWJyaSIsIklzQm9sZCI6ZmFsc2UsIklzSXRhbGljIjpmYWxzZSwiSXNVbmRlcmxpbmVkIjpmYWxzZSwiUGFyZW50U3R5bGUiOm51bGx9LCJBdXRvU2l6ZSI6MCwiRm9yZWdyb3VuZCI6eyIkaWQiOiI0MjUiLCJDb2xvciI6eyIkaWQiOiI0Mj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I3IiwiVG9wIjowLjAsIkxlZnQiOjUuMCwiUmlnaHQiOjAuMCwiQm90dG9tIjowLjB9LCJQYWRkaW5nIjp7IiRpZCI6IjQyOCIsIlRvcCI6MC4wLCJMZWZ0IjowLjAsIlJpZ2h0IjowLjAsIkJvdHRvbSI6MC4wfSwiQmFja2dyb3VuZCI6eyIkaWQiOiI0MjkiLCJDb2xvciI6eyIkaWQiOiI0MzAiLCJBIjowLCJSIjowLCJHIjowLCJCIjowfX0sIklzVmlzaWJsZSI6ZmFsc2UsIldpZHRoIjowLjAsIkhlaWdodCI6MC4wLCJCb3JkZXJTdHlsZSI6bnVsbCwiUGFyZW50U3R5bGUiOm51bGx9LCJFbGFwc2VkVGltZUJhY2tncm91bmQiOnsiJGlkIjoiNDMxIiwiQ29sb3IiOnsiJGlkIjoiNDMyIiwiQSI6MTkxLCJSIjoyNTUsIkciOjAsIkIiOjB9fSwiQXBwZW5kWWVhck9uWWVhckNoYW5nZSI6ZmFsc2UsIkVsYXBzZWRUaW1lRm9ybWF0IjoyLCJUb2RheU1hcmtlclBvc2l0aW9uIjozLCJRdWlja1Bvc2l0aW9uIjozLCJBYnNvbHV0ZVBvc2l0aW9uIjoxMzIuNjg3MDEyLCJNYXJnaW4iOnsiJGlkIjoiNDMzIiwiVG9wIjowLjAsIkxlZnQiOjEwLjAsIlJpZ2h0IjoxMC4wLCJCb3R0b20iOjAuMH0sIlBhZGRpbmciOnsiJGlkIjoiNDM0IiwiVG9wIjowLjAsIkxlZnQiOjAuMCwiUmlnaHQiOjAuMCwiQm90dG9tIjowLjB9LCJCYWNrZ3JvdW5kIjp7IiRpZCI6IjQzNSIsIkNvbG9yIjp7IiRpZCI6IjQzNiIsIkEiOjI1NSwiUiI6NDcsIkciOjU0LCJCIjoxNTN9fSwiSXNWaXNpYmxlIjp0cnVlLCJXaWR0aCI6MC4wLCJIZWlnaHQiOjAuMCwiQm9yZGVyU3R5bGUiOm51bGwsIlBhcmVudFN0eWxlIjpudWxsfSwiRGVmYXVsdE1pbGVzdG9uZVN0eWxlIjp7IiRpZCI6IjQzNyIsIlNoYXBlIjoyLCJDb25uZWN0b3JNYXJnaW4iOnsiJGlkIjoiNDM4IiwiVG9wIjowLjAsIkxlZnQiOjIuMCwiUmlnaHQiOjIuMCwiQm90dG9tIjowLjB9LCJDb25uZWN0b3JTdHlsZSI6eyIkaWQiOiI0MzkiLCJMaW5lQ29sb3IiOnsiJGlkIjoiNDQwIiwiJHR5cGUiOiJOTFJFLkNvbW1vbi5Eb20uU29saWRDb2xvckJydXNoLCBOTFJFLkNvbW1vbiIsIkNvbG9yIjp7IiRpZCI6IjQ0MSIsIkEiOjEyNywiUiI6NzksIkciOjEyOSwiQiI6MTg5fX0sIkxpbmVXZWlnaHQiOjEuMCwiTGluZVR5cGUiOjAsIlBhcmVudFN0eWxlIjpudWxsfSwiSXNCZWxvd1RpbWViYW5kIjpmYWxzZSwiUG9zaXRpb25PblRhc2siOjAsIkhpZGVEYXRlIjpmYWxzZSwiU2hhcGVTaXplIjoxLCJTcGFjaW5nIjoyLjAsIlBhZGRpbmciOnsiJGlkIjoiNDQyIiwiVG9wIjo3LjAsIkxlZnQiOjMuMCwiUmlnaHQiOjAuMCwiQm90dG9tIjoyLjB9LCJTaGFwZVN0eWxlIjp7IiRpZCI6IjQ0MyIsIk1hcmdpbiI6eyIkcmVmIjoiOCJ9LCJQYWRkaW5nIjp7IiRyZWYiOiI5In0sIkJhY2tncm91bmQiOnsiJGlkIjoiNDQ0IiwiQ29sb3IiOnsiJGlkIjoiNDQ1IiwiQSI6MjU1LCJSIjowLCJHIjoxMTQsIkIiOjE4OH19LCJJc1Zpc2libGUiOnRydWUsIldpZHRoIjoxMy4wLCJIZWlnaHQiOjEzLjAsIkJvcmRlclN0eWxlIjp7IiRpZCI6IjQ0NiIsIkxpbmVDb2xvciI6eyIkcmVmIjoiMTMifSwiTGluZVdlaWdodCI6MC4wLCJMaW5lVHlwZSI6MCwiUGFyZW50U3R5bGUiOm51bGx9LCJQYXJlbnRTdHlsZSI6bnVsbH0sIlRpdGxlU3R5bGUiOnsiJGlkIjoiNDQ3IiwiRm9udFNldHRpbmdzIjp7IiRpZCI6IjQ0OC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A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NDQ5IiwiRm9udFNldHRpbmdzIjp7IiRpZCI6IjQ1MC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MjkifSwiSXNWaXNpYmxlIjp0cnVlLCJXaWR0aCI6MC4wLCJIZWlnaHQiOjAuMCwiQm9yZGVyU3R5bGUiOm51bGwsIlBhcmVudFN0eWxlIjpudWxsfSwiRGF0ZUZvcm1hdCI6eyIkaWQiOiI0NTE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NDUyIiwiRGF0ZVBhcnRJc1Zpc2libGUiOnRydWUsIlRpbWVQYXJ0SXNWaXNpYmxlIjpmYWxzZX19LCJXZWVrTnVtYmVyaW5nIjp7IiRpZCI6IjQ1MyIsIkZvcm1hdCI6MCwiSXNWaXNpYmxlIjpmYWxzZSwiTGFzdEtub3duVmlzaWJpbGl0eVN0YXRlIjpmYWxzZX0sIklzVmlzaWJsZSI6dHJ1ZSwiUGFyZW50U3R5bGUiOm51bGx9LCJEZWZhdWx0VGFza1N0eWxlIjp7IiRpZCI6IjQ1NCIsIlNoYXBlIjoxLCJTaGFwZVRoaWNrbmVzcyI6MCwiRHVyYXRpb25Gb3JtYXQiOjAsIkluY2x1ZGVOb25Xb3JraW5nRGF5c0luRHVyYXRpb24iOmZhbHNlLCJQZXJjZW50YWdlQ29tcGxldGVTdHlsZSI6eyIkaWQiOiI0NTUiLCJGb250U2V0dGluZ3MiOnsiJGlkIjoiNDU2IiwiRm9udFNpemUiOjEwLCJGb250TmFtZSI6IkNhbGlicmkiLCJJc0JvbGQiOmZhbHNlLCJJc0l0YWxpYyI6ZmFsc2UsIklzVW5kZXJsaW5lZCI6ZmFsc2UsIlBhcmVudFN0eWxlIjpudWxsfSwiQXV0b1NpemUiOjAsIkZvcmVncm91bmQiOnsiJHJlZiI6IjU0In0sIk1heFdpZHRoIjoyMDAuMCwiTWF4SGVpZ2h0IjoiSW5maW5pdHkiLCJTbWFydEZvcmVncm91bmRJc0FjdGl2ZSI6ZmFsc2UsIkhvcml6b250YWxBbGlnbm1lbnQiOjAsIlZlcnRpY2FsQWxpZ25tZW50IjowLCJTbWFydEZvcmVncm91bmQiOm51bGwsIkJhY2tncm91bmRGaWxsVHlwZSI6MCwiTWFyZ2luIjp7IiRyZWYiOiI1NiJ9LCJQYWRkaW5nIjp7IiRyZWYiOiI1NyJ9LCJCYWNrZ3JvdW5kIjp7IiRyZWYiOiI1OCJ9LCJJc1Zpc2libGUiOnRydWUsIldpZHRoIjowLjAsIkhlaWdodCI6MC4wLCJCb3JkZXJTdHlsZSI6bnVsbCwiUGFyZW50U3R5bGUiOm51bGx9LCJEdXJhdGlvblN0eWxlIjp7IiRpZCI6IjQ1NyIsIkZvbnRTZXR0aW5ncyI6eyIkaWQiOiI0NTgiLCJGb250U2l6ZSI6MTAsIkZvbnROYW1lIjoiQ2FsaWJyaSIsIklzQm9sZCI6ZmFsc2UsIklzSXRhbGljIjpmYWxzZSwiSXNVbmRlcmxpbmVkIjpmYWxzZSwiUGFyZW50U3R5bGUiOm51bGx9LCJBdXRvU2l6ZSI6MCwiRm9yZWdyb3VuZCI6eyIkcmVmIjoiNjMifSwiTWF4V2lkdGgiOjIwMC4wLCJNYXhIZWlnaHQiOiJJbmZpbml0eSIsIlNtYXJ0Rm9yZWdyb3VuZElzQWN0aXZlIjpmYWxzZSwiSG9yaXpvbnRhbEFsaWdubWVudCI6MCwiVmVydGljYWxBbGlnbm1lbnQiOjAsIlNtYXJ0Rm9yZWdyb3VuZCI6bnVsbCwiQmFja2dyb3VuZEZpbGxUeXBlIjowLCJNYXJnaW4iOnsiJHJlZiI6IjY1In0sIlBhZGRpbmciOnsiJHJlZiI6IjY2In0sIkJhY2tncm91bmQiOnsiJHJlZiI6IjY3In0sIklzVmlzaWJsZSI6dHJ1ZSwiV2lkdGgiOjAuMCwiSGVpZ2h0IjowLjAsIkJvcmRlclN0eWxlIjpudWxsLCJQYXJlbnRTdHlsZSI6bnVsbH0sIkhvcml6b250YWxDb25uZWN0b3JTdHlsZSI6eyIkaWQiOiI0NTkiLCJMaW5lQ29sb3IiOnsiJHJlZiI6IjcxIn0sIkxpbmVXZWlnaHQiOjEuMCwiTGluZVR5cGUiOjAsIlBhcmVudFN0eWxlIjpudWxsfSwiVmVydGljYWxDb25uZWN0b3JTdHlsZSI6eyIkaWQiOiI0NjAiLCJMaW5lQ29sb3IiOnsiJHJlZiI6Ijc0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DYxIiwiTWFyZ2luIjp7IiRyZWYiOiI3NyJ9LCJQYWRkaW5nIjp7IiRyZWYiOiI3OCJ9LCJCYWNrZ3JvdW5kIjp7IiRpZCI6IjQ2MiIsIkNvbG9yIjp7IiRpZCI6IjQ2MyIsIkEiOjI1NSwiUiI6MCwiRyI6MTE0LCJCIjoxODh9fSwiSXNWaXNpYmxlIjp0cnVlLCJXaWR0aCI6MC4wLCJIZWlnaHQiOjEwLjAsIkJvcmRlclN0eWxlIjp7IiRpZCI6IjQ2NCIsIkxpbmVDb2xvciI6eyIkcmVmIjoiODIifSwiTGluZVdlaWdodCI6MC4wLCJMaW5lVHlwZSI6MCwiUGFyZW50U3R5bGUiOm51bGx9LCJQYXJlbnRTdHlsZSI6bnVsbH0sIlRpdGxlU3R5bGUiOnsiJGlkIjoiNDY1IiwiRm9udFNldHRpbmdzIjp7IiRpZCI6IjQ2NiIsIkZvbnRTaXplIjoxMSwiRm9udE5hbWUiOiJDYWxpYnJpIiwiSXNCb2xkIjp0cnVlLCJJc0l0YWxpYyI6ZmFsc2UsIklzVW5kZXJsaW5lZCI6ZmFsc2UsIlBhcmVudFN0eWxlIjpudWxsfSwiQXV0b1NpemUiOjAsIkZvcmVncm91bmQiOnsiJHJlZiI6Ijg2In0sIk1heFdpZHRoIjo5Nj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bnVsbC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yLCJWZXJ0aWNhbEFsaWdubWVudCI6MCwiU21hcnRGb3JlZ3JvdW5kIjpudWxsLCJCYWNrZ3JvdW5kRmlsbFR5cGUiOjAsIk1hcmdpbiI6eyIkcmVmIjoiOTcifSwiUGFkZGluZyI6eyIkcmVmIjoiOTgifSwiQmFja2dyb3VuZCI6eyIkcmVmIjoiOTkifSwiSXNWaXNpYmxlIjp0cnVlLCJXaWR0aCI6MC4wLCJIZWlnaHQiOjAuMCwiQm9yZGVyU3R5bGUiOm51bGwsIlBhcmVudFN0eWxlIjpudWxsfSwiRGF0ZUZvcm1hdCI6eyIkcmVmIjoiMjczIn0sIldlZWtOdW1iZXJpbmciOnsiJGlkIjoiNDY5IiwiRm9ybWF0IjowLCJJc1Zpc2libGUiOmZhbHNlLCJMYXN0S25vd25WaXNpYmlsaXR5U3RhdGUiOmZhbHNlfSwiSXNWaXNpYmxlIjp0cnVlLCJQYXJlbnRTdHlsZSI6bnVsbCwiX2V4cGxpY2l0bHlTZXQiOnsiJGlkIjoiNDcw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0NzEiLCJHcmlkbGluZVN0eWxlIjp7IiRpZCI6IjQ3MiIsIkxpbmVDb2xvciI6eyIkaWQiOiI0NzMiLCIkdHlwZSI6Ik5MUkUuQ29tbW9uLkRvbS5Tb2xpZENvbG9yQnJ1c2gsIE5MUkUuQ29tbW9uIiwiQ29sb3IiOnsiJGlkIjoiNDc0IiwiQSI6MzgsIlIiOjI0NSwiRyI6MTM4LCJCIjoxMDR9fSwiTGluZVdlaWdodCI6MS4wLCJMaW5lVHlwZSI6MCwiUGFyZW50U3R5bGUiOm51bGx9LCJNYXJnaW4iOnsiJGlkIjoiNDc1IiwiVG9wIjowLjAsIkxlZnQiOjAuMCwiUmlnaHQiOjAuMCwiQm90dG9tIjowLjB9LCJQYWRkaW5nIjp7IiRpZCI6IjQ3NiIsIlRvcCI6MC4wLCJMZWZ0IjowLjAsIlJpZ2h0IjowLjAsIkJvdHRvbSI6MC4wfSwiQmFja2dyb3VuZCI6bnVsbCwiSXNWaXNpYmxlIjp0cnVlLCJXaWR0aCI6MC4wLCJIZWlnaHQiOjAuMCwiQm9yZGVyU3R5bGUiOnsiJGlkIjoiNDc3IiwiTGluZUNvbG9yIjpudWxsLCJMaW5lV2VpZ2h0IjowLjAsIkxpbmVUeXBlIjowLCJQYXJlbnRTdHlsZSI6bnVsbH0sIlBhcmVudFN0eWxlIjpudWxsfSwiQWN0aXZpdHlMaW5lUGFuZWxTdHlsZSI6eyIkaWQiOiI0NzgiLCJBY3Rpdml0eUxpbmVTdHlsZSI6eyIkaWQiOiI0NzkiLCJMaW5lQ29sb3IiOnsiJGlkIjoiNDgwIiwiJHR5cGUiOiJOTFJFLkNvbW1vbi5Eb20uU29saWRDb2xvckJydXNoLCBOTFJFLkNvbW1vbiIsIkNvbG9yIjp7IiRpZCI6IjQ4MSIsIkEiOjM4LCJSIjo2OCwiRyI6MTE0LCJCIjoxOTZ9fSwiTGluZVdlaWdodCI6MS4wLCJMaW5lVHlwZSI6MCwiUGFyZW50U3R5bGUiOm51bGx9LCJNYXJnaW4iOnsiJGlkIjoiNDgyIiwiVG9wIjowLjAsIkxlZnQiOjAuMCwiUmlnaHQiOjAuMCwiQm90dG9tIjowLjB9LCJQYWRkaW5nIjp7IiRpZCI6IjQ4MyIsIlRvcCI6MC4wLCJMZWZ0IjowLjAsIlJpZ2h0IjowLjAsIkJvdHRvbSI6MC4wfSwiQmFja2dyb3VuZCI6bnVsbCwiSXNWaXNpYmxlIjp0cnVlLCJXaWR0aCI6MC4wLCJIZWlnaHQiOjAuMCwiQm9yZGVyU3R5bGUiOnsiJGlkIjoiNDg0IiwiTGluZUNvbG9yIjpudWxsLCJMaW5lV2VpZ2h0IjowLjAsIkxpbmVUeXBlIjowLCJQYXJlbnRTdHlsZSI6bnVsbH0sIlBhcmVudFN0eWxlIjpudWxsfSwiU2hvd0VsYXBzZWRUaW1lR3JhZGllbnRTdHlsZSI6ZmFsc2UsIlRpbWViYW5kUmVzZXJ2ZWRMZWZ0QXJlYVN0eWxlIjp7IiRpZCI6IjQ4NSIsIkFjdGl2aXR5SGVhZGVyV2lkdGgiOjc2LjAsIklzU2V0IjpmYWxzZX0sIkRlZmF1bHRTd2ltbGFuZVN0eWxlIjpudWxsfSwiU2NhbGUiOm51bGwsIlNjYWxlVjIiOnsiJGlkIjoiNDg2IiwiU3RhcnREYXRlIjoiMDAwMS0wMS0wMVQwMDowMDowMCIsIkVuZERhdGUiOiIyMDMwLTEwLTMwVDIzOjU5OjAwIiwiQXV0b0RhdGVSYW5nZSI6dHJ1ZSwiV29ya2luZ0RheXMiOjMxLCJGaXNjYWxZZWFyIjp7IiRpZCI6IjQ4NyIsIlN0YXJ0TW9udGgiOjEsIlVzZVN0YXJ0aW5nWWVhckZvck51bWJlcmluZyI6dHJ1ZSwiU2hvd0Zpc2NhbFllYXJMYWJlbCI6dHJ1ZX0sIlRvZGF5TWFya2VyVGV4dCI6IlRvZGF5IiwiQXV0b1NjYWxlVHlwZSI6ZmFsc2UsIlRpbWViYW5kU2NhbGVzIjp7IiRpZCI6IjQ4OCIsIlRvcFNjYWxlTGF5ZXIiOnsiJGlkIjoiNDg5IiwiRm9ybWF0IjoiTU1NIiwiVHlwZSI6NH0sIk1pZGRsZVNjYWxlTGF5ZXIiOnsiJGlkIjoiNDkwIiwiRm9ybWF0IjpudWxsLCJUeXBlIjowfSwiQm90dG9tU2NhbGVMYXllciI6eyIkaWQiOiI0OTEiLCJGb3JtYXQiOm51bGwsIlR5cGUiOjB9fX0sIk1pbGVzdG9uZXMiOltdLCJUYXNrcyI6W10sIlN3aW1sYW5lcyI6W10sIk1zUHJvamVjdEl0ZW1zVHJlZSI6eyIkaWQiOiI0OTIiLCJSb290Ijp7IkltcG9ydElkIjpudWxsLCJJc0ltcG9ydGVkIjpmYWxzZSwiQ2hpbGRyZW4iOltdfX0sIk1ldGFkYXRhIjp7IiRpZCI6IjQ5MyIsIlJlY2VudENvbG9yc0NvbGxlY3Rpb24iOiJbXSIsIlNvdXJjZVRlbXBsYXRlIjoie1wiJGlkXCI6XCIxXCIsXCJJZFwiOlwiY2MyNmY4NjMtMjdjZS00ODBlLWE1ODktYjNmMTJmMmQ2ZWIwXCIsXCJDdWx0dXJlSW5mb05hbWVcIjpcImVuLVVTXCIsXCJWZXJzaW9uXCI6e1wiJGlkXCI6XCIyXCIsXCJUZW1wbGF0ZURvbVZlcnNpb25cIjpcIjEuMy4xXCJ9LFwiRWZmZWN0XCI6MSxcIlN0eWxlXCI6e1wiJGlkXCI6XCIzXCIsXCJUaW1lYmFuZFN0eWxlXCI6e1wiJGlkXCI6XCI0XCIsXCJTY2FsZU1hcmtpbmdcIjoxLFwiU2hhcGVcIjoxMCxcIlNoYXBlU3R5bGVcIjp7XCIkaWRcIjpcIjVcIixcIk1hcmdpblwiOntcIiRpZFwiOlwiNlwiLFwiVG9wXCI6MC4wLFwiTGVmdFwiOjEwLjAsXCJSaWdodFwiOjEwLjAsXCJCb3R0b21cIjowLjB9LFwiUGFkZGluZ1wiOntcIiRpZFwiOlwiN1wiLFwiVG9wXCI6My4wLFwiTGVmdFwiOjAuMCxcIlJpZ2h0XCI6MC4wLFwiQm90dG9tXCI6My4wfSxcIkJhY2tncm91bmRcIjp7XCIkaWRcIjpcIjhcIixcIkNvbG9yXCI6e1wiJGlkXCI6XCI5XCIsXCJBXCI6MjU1LFwiUlwiOjY4LFwiR1wiOjg0LFwiQlwiOjEwNn19LFwiSXNWaXNpYmxlXCI6dHJ1ZSxcIldpZHRoXCI6ODU4LjAsXCJIZWlnaHRcIjoyMC4wLFwiQm9yZGVyU3R5bGVcIjp7XCIkaWRcIjpcIjEwXCIsXCJMaW5lQ29sb3JcIjp7XCIkaWRcIjpcIjExXCIsXCIkdHlwZVwiOlwiTkxSRS5Db21tb24uRG9tLlNvbGlkQ29sb3JCcnVzaCwgTkxSRS5Db21tb25cIixcIkNvbG9yXCI6e1wiJGlkXCI6XCIxMlwiLFwiQVwiOjI1NSxcIlJcIjoyNTUsXCJHXCI6MCxcIkJcIjowfX0sXCJMaW5lV2VpZ2h0XCI6MC4wLFwiTGluZVR5cGVcIjowfX0sXCJNaWRkbGVUaWVyU2hhcGVTdHlsZVwiOntcIiRpZFwiOlwiMTNcIixcIk1hcmdpblwiOntcIiRpZFwiOlwiMTRcIixcIlRvcFwiOjAuMCxcIkxlZnRcIjoxMC4wLFwiUmlnaHRcIjoxMC4wLFwiQm90dG9tXCI6MC4wfSxcIlBhZGRpbmdcIjp7XCIkaWRcIjpcIjE1XCIsXCJUb3BcIjozLjAsXCJMZWZ0XCI6MC4wLFwiUmlnaHRcIjowLjAsXCJCb3R0b21cIjozLjB9LFwiQmFja2dyb3VuZFwiOntcIiRpZFwiOlwiMTZcIixcIkNvbG9yXCI6e1wiJGlkXCI6XCIxN1wiLFwiQVwiOjI1NSxcIlJcIjo2OCxcIkdcIjo4NCxcIkJcIjoxMDZ9fSxcIklzVmlzaWJsZVwiOnRydWUsXCJXaWR0aFwiOjg1OC4wLFwiSGVpZ2h0XCI6MjAuMCxcIkJvcmRlclN0eWxlXCI6e1wiJGlkXCI6XCIxOFwiLFwiTGluZUNvbG9yXCI6e1wiJGlkXCI6XCIxOVwiLFwiJHR5cGVcIjpcIk5MUkUuQ29tbW9uLkRvbS5Tb2xpZENvbG9yQnJ1c2gsIE5MUkUuQ29tbW9uXCIsXCJDb2xvclwiOntcIiRpZFwiOlwiMjBcIixcIkFcIjoyNTUsXCJSXCI6MjU1LFwiR1wiOjAsXCJCXCI6MH19LFwiTGluZVdlaWdodFwiOjAuMCxcIkxpbmVUeXBlXCI6MH19LFwiQm90dG9tVGllclNoYXBlU3R5bGVcIjp7XCIkaWRcIjpcIjIxXCIsXCJNYXJnaW5cIjp7XCIkaWRcIjpcIjIyXCIsXCJUb3BcIjowLjAsXCJMZWZ0XCI6MTAuMCxcIlJpZ2h0XCI6MTAuMCxcIkJvdHRvbVwiOjAuMH0sXCJQYWRkaW5nXCI6e1wiJGlkXCI6XCIyM1wiLFwiVG9wXCI6My4wLFwiTGVmdFwiOjAuMCxcIlJpZ2h0XCI6MC4wLFwiQm90dG9tXCI6My4wfSxcIkJhY2tncm91bmRcIjp7XCIkaWRcIjpcIjI0XCIsXCJDb2xvclwiOntcIiRpZFwiOlwiMjVcIixcIkFcIjoyNTUsXCJSXCI6NjgsXCJHXCI6ODQsXCJCXCI6MTA2fX0sXCJJc1Zpc2libGVcIjp0cnVlLFwiV2lkdGhcIjo4NTguMCxcIkhlaWdodFwiOjIwLjAsXCJCb3JkZXJTdHlsZVwiOntcIiRpZFwiOlwiMjZcIixcIkxpbmVDb2xvclwiOntcIiRpZFwiOlwiMjdcIixcIiR0eXBlXCI6XCJOTFJFLkNvbW1vbi5Eb20uU29saWRDb2xvckJydXNoLCBOTFJFLkNvbW1vblwiLFwiQ29sb3JcIjp7XCIkaWRcIjpcIjI4XCIsXCJBXCI6MjU1LFwiUlwiOjI1NSxcIkdcIjowLFwiQlwiOjB9fSxcIkxpbmVXZWlnaHRcIjowLjAsXCJMaW5lVHlwZVwiOjB9fSxcIlJpZ2h0RW5kQ2Fwc1N0eWxlXCI6e1wiJGlkXCI6XCIyOVwiLFwiRm9udFNldHRpbmdzXCI6e1wiJGlkXCI6XCIzMFwiLFwiRm9udFNpemVcIjoxOCxcIkZvbnROYW1lXCI6XCJDYWxpYnJpXCIsXCJJc0JvbGRcIjp0cnVlLFwiSXNJdGFsaWNcIjpmYWxzZSxcIklzVW5kZXJsaW5lZFwiOmZhbHNlfSxcIkF1dG9TaXplXCI6MCxcIkZvcmVncm91bmRcIjp7XCIkaWRcIjpcIjMxXCIsXCJDb2xvclwiOntcIiRpZFwiOlwiMzJ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MzNcIixcIlRvcFwiOjAuMCxcIkxlZnRcIjowLjAsXCJSaWdodFwiOjIwLjAsXCJCb3R0b21cIjowLjB9LFwiUGFkZGluZ1wiOntcIiRpZFwiOlwiMzRcIixcIlRvcFwiOjAuMCxcIkxlZnRcIjowLjAsXCJSaWdodFwiOjAuMCxcIkJvdHRvbVwiOjAuMH0sXCJCYWNrZ3JvdW5kXCI6e1wiJGlkXCI6XCIzNVwiLFwiQ29sb3JcIjp7XCIkaWRcIjpcIjM2XCIsXCJBXCI6MCxcIlJcIjowLFwiR1wiOjAsXCJCXCI6MH19LFwiSXNWaXNpYmxlXCI6dHJ1ZSxcIldpZHRoXCI6MC4wLFwiSGVpZ2h0XCI6MC4wLFwiQm9yZGVyU3R5bGVcIjpudWxsfSxcIkxlZnRFbmRDYXBzU3R5bGVcIjp7XCIkaWRcIjpcIjM3XCIsXCJGb250U2V0dGluZ3NcIjp7XCIkaWRcIjpcIjM4XCIsXCJGb250U2l6ZVwiOjE4LFwiRm9udE5hbWVcIjpcIkNhbGlicmlcIixcIklzQm9sZFwiOnRydWUsXCJJc0l0YWxpY1wiOmZhbHNlLFwiSXNVbmRlcmxpbmVkXCI6ZmFsc2V9LFwiQXV0b1NpemVcIjowLFwiRm9yZWdyb3VuZFwiOntcIiRpZFwiOlwiMzlcIixcIkNvbG9yXCI6e1wiJGlkXCI6XCI0MF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0MVwiLFwiVG9wXCI6MC4wLFwiTGVmdFwiOjIwLjAsXCJSaWdodFwiOjAuMCxcIkJvdHRvbVwiOjAuMH0sXCJQYWRkaW5nXCI6e1wiJGlkXCI6XCI0MlwiLFwiVG9wXCI6MC4wLFwiTGVmdFwiOjAuMCxcIlJpZ2h0XCI6MC4wLFwiQm90dG9tXCI6MC4wfSxcIkJhY2tncm91bmRcIjp7XCIkaWRcIjpcIjQzXCIsXCJDb2xvclwiOntcIiRyZWZcIjpcIjM2XCJ9fSxcIklzVmlzaWJsZVwiOmZhbHNlLFwiV2lkdGhcIjowLjAsXCJIZWlnaHRcIjowLjAsXCJCb3JkZXJTdHlsZVwiOm51bGx9LFwiVG9kYXlUZXh0U3R5bGVcIjp7XCIkaWRcIjpcIjQ0XCIsXCJGb250U2V0dGluZ3NcIjp7XCIkaWRcIjpcIjQ1XCIsXCJGb250U2l6ZVwiOjEyLFwiRm9udE5hbWVcIjpcIkNhbGlicmlcIixcIklzQm9sZFwiOmZhbHNlLFwiSXNJdGFsaWNcIjpmYWxzZSxcIklzVW5kZXJsaW5lZFwiOmZhbHNlfSxcIkF1dG9TaXplXCI6MCxcIkZvcmVncm91bmRcIjp7XCIkaWRcIjpcIjQ2XCIsXCJDb2xvclwiOntcIiRpZFwiOlwiNDd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NDhcIixcIlRvcFwiOjAuMCxcIkxlZnRcIjowLjAsXCJSaWdodFwiOjAuMCxcIkJvdHRvbVwiOjAuMH0sXCJQYWRkaW5nXCI6e1wiJGlkXCI6XCI0OVwiLFwiVG9wXCI6MC4wLFwiTGVmdFwiOjAuMCxcIlJpZ2h0XCI6MC4wLFwiQm90dG9tXCI6MC4wfSxcIkJhY2tncm91bmRcIjp7XCIkaWRcIjpcIjUwXCIsXCJDb2xvclwiOntcIiRyZWZcIjpcIjM2XCJ9fSxcIklzVmlzaWJsZVwiOnRydWUsXCJXaWR0aFwiOjAuMCxcIkhlaWdodFwiOjAuMCxcIkJvcmRlclN0eWxlXCI6bnVsbH0sXCJUb2RheU1hcmtlclN0eWxlXCI6e1wiJGlkXCI6XCI1MVwiLFwiTWFyZ2luXCI6e1wiJGlkXCI6XCI1MlwiLFwiVG9wXCI6MC4wLFwiTGVmdFwiOjAuMCxcIlJpZ2h0XCI6MC4wLFwiQm90dG9tXCI6MC4wfSxcIlBhZGRpbmdcIjp7XCIkaWRcIjpcIjUzXCIsXCJUb3BcIjowLjAsXCJMZWZ0XCI6MC4wLFwiUmlnaHRcIjowLjAsXCJCb3R0b21cIjowLjB9LFwiQmFja2dyb3VuZFwiOntcIiRpZFwiOlwiNTRcIixcIkNvbG9yXCI6e1wiJGlkXCI6XCI1NVwiLFwiQVwiOjI1NSxcIlJcIjoyNTUsXCJHXCI6MCxcIkJcIjowfX0sXCJJc1Zpc2libGVcIjp0cnVlLFwiV2lkdGhcIjowLjAsXCJIZWlnaHRcIjowLjAsXCJCb3JkZXJTdHlsZVwiOm51bGx9LFwiU2NhbGVTdHlsZVwiOntcIiRpZFwiOlwiNTZcIixcIlNob3dTZWdtZW50U2VwYXJhdG9yc1wiOnRydWUsXCJTZWdtZW50U2VwYXJhdG9yT3BhY2l0eVwiOjMwLFwiU2hhcGVcIjozLFwiSGFzQmVlblZpc2libGVCZWZvcmVcIjp0cnVlLFwiRm9udFNldHRpbmdzXCI6e1wiJGlkXCI6XCI1N1wiLFwiRm9udFNpemVcIjoxMixcIkZvbnROYW1lXCI6XCJDYWxpYnJpXCIsXCJJc0JvbGRcIjpmYWxzZSxcIklzSXRhbGljXCI6ZmFsc2UsXCJJc1VuZGVybGluZWRcIjpmYWxzZX0sXCJBdXRvU2l6ZVwiOjAsXCJGb3JlZ3JvdW5kXCI6e1wiJGlkXCI6XCI1OFwiLFwiQ29sb3JcIjp7XCIkaWRcIjpcIjU5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wXCIsXCJUb3BcIjowLjAsXCJMZWZ0XCI6NS4wLFwiUmlnaHRcIjowLjAsXCJCb3R0b21cIjowLjB9LFwiUGFkZGluZ1wiOntcIiRpZFwiOlwiNjFcIixcIlRvcFwiOjAuMCxcIkxlZnRcIjowLjAsXCJSaWdodFwiOjAuMCxcIkJvdHRvbVwiOjAuMH0sXCJCYWNrZ3JvdW5kXCI6e1wiJGlkXCI6XCI2MlwiLFwiQ29sb3JcIjp7XCIkcmVmXCI6XCIzNlwifX0sXCJJc1Zpc2libGVcIjp0cnVlLFwiV2lkdGhcIjowLjAsXCJIZWlnaHRcIjowLjAsXCJCb3JkZXJTdHlsZVwiOm51bGx9LFwiTWlkZGxlVGllclNjYWxlU3R5bGVcIjp7XCIkaWRcIjpcIjYzXCIsXCJTaG93U2VnbWVudFNlcGFyYXRvcnNcIjp0cnVlLFwiU2VnbWVudFNlcGFyYXRvck9wYWNpdHlcIjozMCxcIlNoYXBlXCI6MyxcIkhhc0JlZW5WaXNpYmxlQmVmb3JlXCI6ZmFsc2UsXCJGb250U2V0dGluZ3NcIjp7XCIkaWRcIjpcIjY0XCIsXCJGb250U2l6ZVwiOjEyLFwiRm9udE5hbWVcIjpcIkNhbGlicmlcIixcIklzQm9sZFwiOmZhbHNlLFwiSXNJdGFsaWNcIjpmYWxzZSxcIklzVW5kZXJsaW5lZFwiOmZhbHNlfSxcIkF1dG9TaXplXCI6MCxcIkZvcmVncm91bmRcIjp7XCIkaWRcIjpcIjY1XCIsXCJDb2xvclwiOntcIiRpZFwiOlwiNjZ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jdcIixcIlRvcFwiOjAuMCxcIkxlZnRcIjo1LjAsXCJSaWdodFwiOjAuMCxcIkJvdHRvbVwiOjAuMH0sXCJQYWRkaW5nXCI6e1wiJGlkXCI6XCI2OFwiLFwiVG9wXCI6MC4wLFwiTGVmdFwiOjAuMCxcIlJpZ2h0XCI6MC4wLFwiQm90dG9tXCI6MC4wfSxcIkJhY2tncm91bmRcIjp7XCIkaWRcIjpcIjY5XCIsXCJDb2xvclwiOntcIiRpZFwiOlwiNzBcIixcIkFcIjowLFwiUlwiOjAsXCJHXCI6MCxcIkJcIjowfX0sXCJJc1Zpc2libGVcIjpmYWxzZSxcIldpZHRoXCI6MC4wLFwiSGVpZ2h0XCI6MC4wLFwiQm9yZGVyU3R5bGVcIjpudWxsfSxcIkJvdHRvbVRpZXJTY2FsZVN0eWxlXCI6e1wiJGlkXCI6XCI3MVwiLFwiU2hvd1NlZ21lbnRTZXBhcmF0b3JzXCI6dHJ1ZSxcIlNlZ21lbnRTZXBhcmF0b3JPcGFjaXR5XCI6MzAsXCJTaGFwZVwiOjMsXCJIYXNCZWVuVmlzaWJsZUJlZm9yZVwiOmZhbHNlLFwiRm9udFNldHRpbmdzXCI6e1wiJGlkXCI6XCI3MlwiLFwiRm9udFNpemVcIjoxMixcIkZvbnROYW1lXCI6XCJDYWxpYnJpXCIsXCJJc0JvbGRcIjpmYWxzZSxcIklzSXRhbGljXCI6ZmFsc2UsXCJJc1VuZGVybGluZWRcIjpmYWxzZX0sXCJBdXRvU2l6ZVwiOjAsXCJGb3JlZ3JvdW5kXCI6e1wiJGlkXCI6XCI3M1wiLFwiQ29sb3JcIjp7XCIkaWRcIjpcIjc0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c1XCIsXCJUb3BcIjowLjAsXCJMZWZ0XCI6NS4wLFwiUmlnaHRcIjowLjAsXCJCb3R0b21cIjowLjB9LFwiUGFkZGluZ1wiOntcIiRpZFwiOlwiNzZcIixcIlRvcFwiOjAuMCxcIkxlZnRcIjowLjAsXCJSaWdodFwiOjAuMCxcIkJvdHRvbVwiOjAuMH0sXCJCYWNrZ3JvdW5kXCI6e1wiJGlkXCI6XCI3N1wiLFwiQ29sb3JcIjp7XCIkaWRcIjpcIjc4XCIsXCJBXCI6MCxcIlJcIjowLFwiR1wiOjAsXCJCXCI6MH19LFwiSXNWaXNpYmxlXCI6ZmFsc2UsXCJXaWR0aFwiOjAuMCxcIkhlaWdodFwiOjAuMCxcIkJvcmRlclN0eWxlXCI6bnVsbH0sXCJTaW5nbGVTY2FsZVNoYXBlU3R5bGVcIjpudWxsLFwiRWxhcHNlZFRpbWVCYWNrZ3JvdW5kXCI6e1wiJGlkXCI6XCI3OVwiLFwiQ29sb3JcIjp7XCIkaWRcIjpcIjgwXCIsXCJBXCI6MTkxLFwiUlwiOjI1NSxcIkdcIjowLFwiQlwiOjB9fSxcIkFwcGVuZFllYXJPblllYXJDaGFuZ2VcIjpmYWxzZSxcIkVsYXBzZWRUaW1lRm9ybWF0XCI6MixcIlRvZGF5TWFya2VyUG9zaXRpb25cIjozLFwiUXVpY2tQb3NpdGlvblwiOjIsXCJBYnNvbHV0ZVBvc2l0aW9uXCI6NDA1LjAsXCJNYXJnaW5cIjp7XCIkaWRcIjpcIjgxXCIsXCJUb3BcIjowLjAsXCJMZWZ0XCI6MTAuMCxcIlJpZ2h0XCI6MTAuMCxcIkJvdHRvbVwiOjAuMH0sXCJQYWRkaW5nXCI6e1wiJGlkXCI6XCI4MlwiLFwiVG9wXCI6MC4wLFwiTGVmdFwiOjAuMCxcIlJpZ2h0XCI6MC4wLFwiQm90dG9tXCI6MC4wfSxcIkJhY2tncm91bmRcIjp7XCIkaWRcIjpcIjgzXCIsXCJDb2xvclwiOntcIiRpZFwiOlwiODRcIixcIkFcIjoyNTUsXCJSXCI6NDcsXCJHXCI6NTQsXCJCXCI6MTUzfX0sXCJJc1Zpc2libGVcIjp0cnVlLFwiV2lkdGhcIjowLjAsXCJIZWlnaHRcIjowLjAsXCJCb3JkZXJTdHlsZVwiOm51bGx9LFwiRGVmYXVsdE1pbGVzdG9uZVN0eWxlXCI6e1wiJGlkXCI6XCI4NVwiLFwiU2hhcGVcIjoyLFwiQ29ubmVjdG9yTWFyZ2luXCI6e1wiJGlkXCI6XCI4NlwiLFwiVG9wXCI6MC4wLFwiTGVmdFwiOjIuMCxcIlJpZ2h0XCI6Mi4wLFwiQm90dG9tXCI6MC4wfSxcIkNvbm5lY3RvclN0eWxlXCI6e1wiJGlkXCI6XCI4N1wiLFwiTGluZUNvbG9yXCI6e1wiJGlkXCI6XCI4OFwiLFwiJHR5cGVcIjpcIk5MUkUuQ29tbW9uLkRvbS5Tb2xpZENvbG9yQnJ1c2gsIE5MUkUuQ29tbW9uXCIsXCJDb2xvclwiOntcIiRpZFwiOlwiODlcIixcIkFcIjoxMjcsXCJSXCI6NzksXCJHXCI6MTI5LFwiQlwiOjE4OX19LFwiTGluZVdlaWdodFwiOjEuMCxcIkxpbmVUeXBlXCI6MH0sXCJJc0JlbG93VGltZWJhbmRcIjpmYWxzZSxcIkhpZGVEYXRlXCI6ZmFsc2UsXCJTaGFwZVNpemVcIjoxLFwiU3BhY2luZ1wiOjIuMCxcIlBhZGRpbmdcIjp7XCIkaWRcIjpcIjkwXCIsXCJUb3BcIjo3LjAsXCJMZWZ0XCI6My4wLFwiUmlnaHRcIjowLjAsXCJCb3R0b21cIjoyLjB9LFwiUG9zaXRpb25cIjpudWxsLFwiUG9zaXRpb25PblRhc2tcIjowLFwiU2hhcGVTdHlsZVwiOntcIiRpZFwiOlwiOTFcIixcIk1hcmdpblwiOntcIiRpZFwiOlwiOTJcIixcIlRvcFwiOjAuMCxcIkxlZnRcIjowLjAsXCJSaWdodFwiOjAuMCxcIkJvdHRvbVwiOjAuMH0sXCJQYWRkaW5nXCI6e1wiJGlkXCI6XCI5M1wiLFwiVG9wXCI6MC4wLFwiTGVmdFwiOjAuMCxcIlJpZ2h0XCI6MC4wLFwiQm90dG9tXCI6MC4wfSxcIkJhY2tncm91bmRcIjp7XCIkaWRcIjpcIjk0XCIsXCJDb2xvclwiOntcIiRpZFwiOlwiOTVcIixcIkFcIjoyNTUsXCJSXCI6MCxcIkdcIjoxMTQsXCJCXCI6MTg4fX0sXCJJc1Zpc2libGVcIjp0cnVlLFwiV2lkdGhcIjoxMy4wLFwiSGVpZ2h0XCI6MTMuMCxcIkJvcmRlclN0eWxlXCI6e1wiJGlkXCI6XCI5NlwiLFwiTGluZUNvbG9yXCI6e1wiJGlkXCI6XCI5N1wiLFwiJHR5cGVcIjpcIk5MUkUuQ29tbW9uLkRvbS5Tb2xpZENvbG9yQnJ1c2gsIE5MUkUuQ29tbW9uXCIsXCJDb2xvclwiOntcIiRpZFwiOlwiOThcIixcIkFcIjoyNTUsXCJSXCI6MjU1LFwiR1wiOjAsXCJCXCI6MH19LFwiTGluZVdlaWdodFwiOjAuMCxcIkxpbmVUeXBlXCI6MH19LFwiVGl0bGVTdHlsZVwiOntcIiRpZFwiOlwiOTlcIixcIkZvbnRTZXR0aW5nc1wiOntcIiRpZFwiOlwiMTAwXCIsXCJGb250U2l6ZVwiOjExLFwiRm9udE5hbWVcIjpcIkNhbGlicmlcIixcIklzQm9sZFwiOnRydWUsXCJJc0l0YWxpY1wiOmZhbHNlLFwiSXNVbmRlcmxpbmVkXCI6ZmFsc2V9LFwiQXV0b1NpemVcIjowLFwiRm9yZWdyb3VuZFwiOntcIiRpZFwiOlwiMTAxXCIsXCJDb2xvclwiOntcIiRpZFwiOlwiMTAy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EwM1wiLFwiVG9wXCI6MC4wLFwiTGVmdFwiOjAuMCxcIlJpZ2h0XCI6MC4wLFwiQm90dG9tXCI6MC4wfSxcIlBhZGRpbmdcIjp7XCIkaWRcIjpcIjEwNFwiLFwiVG9wXCI6MC4wLFwiTGVmdFwiOjAuMCxcIlJpZ2h0XCI6MC4wLFwiQm90dG9tXCI6MC4wfSxcIkJhY2tncm91bmRcIjp7XCIkaWRcIjpcIjEwNVwiLFwiQ29sb3JcIjp7XCIkcmVmXCI6XCIzNlwifX0sXCJJc1Zpc2libGVcIjp0cnVlLFwiV2lkdGhcIjowLjAsXCJIZWlnaHRcIjowLjAsXCJCb3JkZXJTdHlsZVwiOm51bGx9LFwiRGF0ZVN0eWxlXCI6e1wiJGlkXCI6XCIxMDZcIixcIkZvbnRTZXR0aW5nc1wiOntcIiRpZFwiOlwiMTA3XCIsXCJGb250U2l6ZVwiOjEwLFwiRm9udE5hbWVcIjpcIkNhbGlicmlcIixcIklzQm9sZFwiOmZhbHNlLFwiSXNJdGFsaWNcIjpmYWxzZSxcIklzVW5kZXJsaW5lZFwiOmZhbHNlfSxcIkF1dG9TaXplXCI6MCxcIkZvcmVncm91bmRcIjp7XCIkaWRcIjpcIjEwOFwiLFwiQ29sb3JcIjp7XCIkaWRcIjpcIjEwOV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EwXCIsXCJUb3BcIjowLjAsXCJMZWZ0XCI6MC4wLFwiUmlnaHRcIjowLjAsXCJCb3R0b21cIjowLjB9LFwiUGFkZGluZ1wiOntcIiRpZFwiOlwiMTExXCIsXCJUb3BcIjowLjAsXCJMZWZ0XCI6MC4wLFwiUmlnaHRcIjowLjAsXCJCb3R0b21cIjowLjB9LFwiQmFja2dyb3VuZFwiOntcIiRpZFwiOlwiMTEyXCIsXCJDb2xvclwiOntcIiRyZWZcIjpcIjM2XCJ9fSxcIklzVmlzaWJsZVwiOnRydWUsXCJXaWR0aFwiOjAuMCxcIkhlaWdodFwiOjAuMCxcIkJvcmRlclN0eWxlXCI6bnVsbH0sXCJEYXRlRm9ybWF0XCI6e1wiJGlkXCI6XCIxMT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RGVmYXVsdFRhc2tTdHlsZVwiOntcIiRpZFwiOlwiMTE0XCIsXCJTaGFwZVwiOjEsXCJTaGFwZVRoaWNrbmVzc1wiOjAsXCJEdXJhdGlvbkZvcm1hdFwiOjAsXCJQZXJjZW50YWdlQ29tcGxldGVTdHlsZVwiOntcIiRpZFwiOlwiMTE1XCIsXCJGb250U2V0dGluZ3NcIjp7XCIkaWRcIjpcIjExNlwiLFwiRm9udFNpemVcIjoxMCxcIkZvbnROYW1lXCI6XCJDYWxpYnJpXCIsXCJJc0JvbGRcIjpmYWxzZSxcIklzSXRhbGljXCI6ZmFsc2UsXCJJc1VuZGVybGluZWRcIjpmYWxzZX0sXCJBdXRvU2l6ZVwiOjAsXCJGb3JlZ3JvdW5kXCI6e1wiJGlkXCI6XCIxMTdcIixcIkNvbG9yXCI6e1wiJGlkXCI6XCIxMTh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TlcIixcIlRvcFwiOjAuMCxcIkxlZnRcIjowLjAsXCJSaWdodFwiOjAuMCxcIkJvdHRvbVwiOjAuMH0sXCJQYWRkaW5nXCI6e1wiJGlkXCI6XCIxMjBcIixcIlRvcFwiOjAuMCxcIkxlZnRcIjowLjAsXCJSaWdodFwiOjAuMCxcIkJvdHRvbVwiOjAuMH0sXCJCYWNrZ3JvdW5kXCI6e1wiJGlkXCI6XCIxMjFcIixcIkNvbG9yXCI6e1wiJHJlZlwiOlwiMzZcIn19LFwiSXNWaXNpYmxlXCI6dHJ1ZSxcIldpZHRoXCI6MC4wLFwiSGVpZ2h0XCI6MC4wLFwiQm9yZGVyU3R5bGVcIjpudWxsfSxcIkR1cmF0aW9uU3R5bGVcIjp7XCIkaWRcIjpcIjEyMlwiLFwiRm9udFNldHRpbmdzXCI6e1wiJGlkXCI6XCIxMjNcIixcIkZvbnRTaXplXCI6MTAsXCJGb250TmFtZVwiOlwiQ2FsaWJyaVwiLFwiSXNCb2xkXCI6ZmFsc2UsXCJJc0l0YWxpY1wiOmZhbHNlLFwiSXNVbmRlcmxpbmVkXCI6ZmFsc2V9LFwiQXV0b1NpemVcIjowLFwiRm9yZWdyb3VuZFwiOntcIiRpZFwiOlwiMTI0XCIsXCJDb2xvclwiOntcIiRpZFwiOlwiMTI1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I2XCIsXCJUb3BcIjowLjAsXCJMZWZ0XCI6MC4wLFwiUmlnaHRcIjowLjAsXCJCb3R0b21cIjowLjB9LFwiUGFkZGluZ1wiOntcIiRpZFwiOlwiMTI3XCIsXCJUb3BcIjowLjAsXCJMZWZ0XCI6MC4wLFwiUmlnaHRcIjowLjAsXCJCb3R0b21cIjowLjB9LFwiQmFja2dyb3VuZFwiOntcIiRpZFwiOlwiMTI4XCIsXCJDb2xvclwiOntcIiRyZWZcIjpcIjM2XCJ9fSxcIklzVmlzaWJsZVwiOnRydWUsXCJXaWR0aFwiOjAuMCxcIkhlaWdodFwiOjAuMCxcIkJvcmRlclN0eWxlXCI6bnVsbH0sXCJIb3Jpem9udGFsQ29ubmVjdG9yU3R5bGVcIjp7XCIkaWRcIjpcIjEyOVwiLFwiTGluZUNvbG9yXCI6e1wiJGlkXCI6XCIxMzBcIixcIiR0eXBlXCI6XCJOTFJFLkNvbW1vbi5Eb20uU29saWRDb2xvckJydXNoLCBOTFJFLkNvbW1vblwiLFwiQ29sb3JcIjp7XCIkaWRcIjpcIjEzMVwiLFwiQVwiOjI1NSxcIlJcIjoyMDQsXCJHXCI6MjA0LFwiQlwiOjIwNH19LFwiTGluZVdlaWdodFwiOjEuMCxcIkxpbmVUeXBlXCI6MH0sXCJWZXJ0aWNhbENvbm5lY3RvclN0eWxlXCI6e1wiJGlkXCI6XCIxMzJcIixcIkxpbmVDb2xvclwiOntcIiRpZFwiOlwiMTMzXCIsXCIkdHlwZVwiOlwiTkxSRS5Db21tb24uRG9tLlNvbGlkQ29sb3JCcnVzaCwgTkxSRS5Db21tb25cIixcIkNvbG9yXCI6e1wiJGlkXCI6XCIxMzRcIixcIkFcIjoyNTUsXCJSXCI6MjA0LFwiR1wiOjIwNCxcIkJcIjoyMDR9fSxcIkxpbmVXZWlnaHRcIjowLjAsXCJMaW5lVHlwZVwiOjB9LFwiTWFyZ2luXCI6bnVsbCxcIlN0YXJ0RGF0ZVBvc2l0aW9uXCI6MyxcIkVuZERhdGVQb3NpdGlvblwiOjMsXCJUaXRsZVBvc2l0aW9uXCI6NCxcIkR1cmF0aW9uUG9zaXRpb25cIjo2LFwiUGVyY2VudGFnZUNvbXBsZXRlZFBvc2l0aW9uXCI6NixcIlNwYWNpbmdcIjo1LFwiSXNCZWxvd1RpbWViYW5kXCI6ZmFsc2UsXCJQZXJjZW50YWdlQ29tcGxldGVTaGFwZU9wYWNpdHlcIjozNSxcIkdyb3VwTmFtZVwiOm51bGwsXCJBdHRhY2hlZE1pbGVzdG9uZXNTdHlsZXNcIjpudWxsLFwiU2hhcGVTdHlsZVwiOntcIiRpZFwiOlwiMTM1XCIsXCJNYXJnaW5cIjp7XCIkaWRcIjpcIjEzNlwiLFwiVG9wXCI6MC4wLFwiTGVmdFwiOjQuMCxcIlJpZ2h0XCI6NC4wLFwiQm90dG9tXCI6MC4wfSxcIlBhZGRpbmdcIjp7XCIkaWRcIjpcIjEzN1wiLFwiVG9wXCI6MC4wLFwiTGVmdFwiOjAuMCxcIlJpZ2h0XCI6MC4wLFwiQm90dG9tXCI6MC4wfSxcIkJhY2tncm91bmRcIjp7XCIkaWRcIjpcIjEzOFwiLFwiQ29sb3JcIjp7XCIkaWRcIjpcIjEzOVwiLFwiQVwiOjI1NSxcIlJcIjowLFwiR1wiOjExNCxcIkJcIjoxODh9fSxcIklzVmlzaWJsZVwiOnRydWUsXCJXaWR0aFwiOjAuMCxcIkhlaWdodFwiOjEwLjAsXCJCb3JkZXJTdHlsZVwiOntcIiRpZFwiOlwiMTQwXCIsXCJMaW5lQ29sb3JcIjp7XCIkaWRcIjpcIjE0MVwiLFwiJHR5cGVcIjpcIk5MUkUuQ29tbW9uLkRvbS5Tb2xpZENvbG9yQnJ1c2gsIE5MUkUuQ29tbW9uXCIsXCJDb2xvclwiOntcIiRpZFwiOlwiMTQyXCIsXCJBXCI6MjU1LFwiUlwiOjI1NSxcIkdcIjowLFwiQlwiOjB9fSxcIkxpbmVXZWlnaHRcIjowLjAsXCJMaW5lVHlwZVwiOjB9fSxcIlRpdGxlU3R5bGVcIjp7XCIkaWRcIjpcIjE0M1wiLFwiRm9udFNldHRpbmdzXCI6e1wiJGlkXCI6XCIxNDRcIixcIkZvbnRTaXplXCI6MTEsXCJGb250TmFtZVwiOlwiQ2FsaWJyaVwiLFwiSXNCb2xkXCI6dHJ1ZSxcIklzSXRhbGljXCI6ZmFsc2UsXCJJc1VuZGVybGluZWRcIjpmYWxzZX0sXCJBdXRvU2l6ZVwiOjAsXCJGb3JlZ3JvdW5kXCI6e1wiJGlkXCI6XCIxNDVcIixcIkNvbG9yXCI6e1wiJGlkXCI6XCIxNDZcIixcIkFcIjoyNTUsXCJSXCI6MCxcIkdcIjowLFwiQlwiOjB9fSxcIkJhY2tncm91bmRGaWxsVHlwZVwiOjAsXCJNYXhXaWR0aFwiOjk2MC4wLFwiTWF4SGVpZ2h0XCI6XCJJbmZpbml0eVwiLFwiU21hcnRGb3JlZ3JvdW5kSXNBY3RpdmVcIjpmYWxzZSxcIkhvcml6b250YWxBbGlnbm1lbnRcIjowLFwiVmVydGljYWxBbGlnbm1lbnRcIjowLFwiU21hcnRGb3JlZ3JvdW5kXCI6bnVsbCxcIk1hcmdpblwiOntcIiRpZFwiOlwiMTQ3XCIsXCJUb3BcIjowLjAsXCJMZWZ0XCI6MC4wLFwiUmlnaHRcIjowLjAsXCJCb3R0b21cIjowLjB9LFwiUGFkZGluZ1wiOntcIiRpZFwiOlwiMTQ4XCIsXCJUb3BcIjowLjAsXCJMZWZ0XCI6MC4wLFwiUmlnaHRcIjowLjAsXCJCb3R0b21cIjowLjB9LFwiQmFja2dyb3VuZFwiOntcIiRpZFwiOlwiMTQ5XCIsXCJDb2xvclwiOntcIiRyZWZcIjpcIjM2XCJ9fSxcIklzVmlzaWJsZVwiOnRydWUsXCJXaWR0aFwiOjAuMCxcIkhlaWdodFwiOjAuMCxcIkJvcmRlclN0eWxlXCI6bnVsbH0sXCJEYXRlU3R5bGVcIjp7XCIkaWRcIjpcIjE1MFwiLFwiRm9udFNldHRpbmdzXCI6e1wiJGlkXCI6XCIxNTFcIixcIkZvbnRTaXplXCI6MTAsXCJGb250TmFtZVwiOlwiQ2FsaWJyaVwiLFwiSXNCb2xkXCI6ZmFsc2UsXCJJc0l0YWxpY1wiOmZhbHNlLFwiSXNVbmRlcmxpbmVkXCI6ZmFsc2V9LFwiQXV0b1NpemVcIjowLFwiRm9yZWdyb3VuZFwiOntcIiRpZFwiOlwiMTUyXCIsXCJDb2xvclwiOntcIiRpZFwiOlwiMTUz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xNTRcIixcIlRvcFwiOjAuMCxcIkxlZnRcIjowLjAsXCJSaWdodFwiOjAuMCxcIkJvdHRvbVwiOjAuMH0sXCJQYWRkaW5nXCI6e1wiJGlkXCI6XCIxNTVcIixcIlRvcFwiOjAuMCxcIkxlZnRcIjowLjAsXCJSaWdodFwiOjAuMCxcIkJvdHRvbVwiOjAuMH0sXCJCYWNrZ3JvdW5kXCI6e1wiJGlkXCI6XCIxNTZcIixcIkNvbG9yXCI6e1wiJHJlZlwiOlwiMzZcIn19LFwiSXNWaXNpYmxlXCI6dHJ1ZSxcIldpZHRoXCI6MC4wLFwiSGVpZ2h0XCI6MC4wLFwiQm9yZGVyU3R5bGVcIjpudWxsfSxcIkRhdGVGb3JtYXRcIjp7XCIkaWRcIjpcIjE1N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TaG93RWxhcHNlZFRpbWVHcmFkaWVudFN0eWxlXCI6ZmFsc2UsXCJUaW1lYmFuZFJlc2VydmVkTGVmdEFyZWFTdHlsZVwiOm51bGwsXCJEZWZhdWx0U3dpbWxhbmVTdHlsZVwiOntcIiRpZFwiOlwiMTU4XCIsXCJIZWFkZXJTdHlsZVwiOntcIiRpZFwiOlwiMTU5XCIsXCJUZXh0U3R5bGVcIjp7XCIkaWRcIjpcIjE2MFwiLFwiRm9udFNldHRpbmdzXCI6e1wiJGlkXCI6XCIxNjFcIixcIkZvbnRTaXplXCI6MTIsXCJGb250TmFtZVwiOlwiQ2FsaWJyaVwiLFwiSXNCb2xkXCI6ZmFsc2UsXCJJc0l0YWxpY1wiOmZhbHNlLFwiSXNVbmRlcmxpbmVkXCI6ZmFsc2V9LFwiQXV0b1NpemVcIjowLFwiRm9yZWdyb3VuZFwiOntcIiRpZFwiOlwiMTYyXCIsXCJDb2xvclwiOntcIiRpZFwiOlwiMTYzXCIsXCJBXCI6MjU1LFwiUlwiOjMyLFwiR1wiOjU2LFwiQlwiOjEwMH19LFwiQmFja2dyb3VuZEZpbGxUeXBlXCI6MCxcIk1heFdpZHRoXCI6MC4wLFwiTWF4SGVpZ2h0XCI6MC4wLFwiU21hcnRGb3JlZ3JvdW5kSXNBY3RpdmVcIjpmYWxzZSxcIkhvcml6b250YWxBbGlnbm1lbnRcIjowLFwiVmVydGljYWxBbGlnbm1lbnRcIjowLFwiU21hcnRGb3JlZ3JvdW5kXCI6bnVsbCxcIk1hcmdpblwiOntcIiRpZFwiOlwiMTY0XCIsXCJUb3BcIjowLjAsXCJMZWZ0XCI6MC4wLFwiUmlnaHRcIjowLjAsXCJCb3R0b21cIjowLjB9LFwiUGFkZGluZ1wiOntcIiRpZFwiOlwiMTY1XCIsXCJUb3BcIjowLjAsXCJMZWZ0XCI6MC4wLFwiUmlnaHRcIjowLjAsXCJCb3R0b21cIjowLjB9LFwiQmFja2dyb3VuZFwiOm51bGwsXCJJc1Zpc2libGVcIjpmYWxzZSxcIldpZHRoXCI6MC4wLFwiSGVpZ2h0XCI6MC4wLFwiQm9yZGVyU3R5bGVcIjpudWxsfSxcIlJlY3RhbmdsZV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MTI3LFwiUlwiOjkxLFwiR1wiOjE1NSxcIkJcIjoyMTN9fSxcIklzVmlzaWJsZVwiOmZhbHNlLFwiV2lkdGhcIjowLjAsXCJIZWlnaHRcIjowLjAsXCJCb3JkZXJTdHlsZVwiOntcIiRpZFwiOlwiMTcxXCIsXCJMaW5lQ29sb3JcIjp7XCIkaWRcIjpcIjE3MlwiLFwiJHR5cGVcIjpcIk5MUkUuQ29tbW9uLkRvbS5Tb2xpZENvbG9yQnJ1c2gsIE5MUkUuQ29tbW9uXCIsXCJDb2xvclwiOntcIiRpZFwiOlwiMTczXCIsXCJBXCI6MjU1LFwiUlwiOjI1NSxcIkdcIjowLFwiQlwiOjB9fSxcIkxpbmVXZWlnaHRcIjowLjAsXCJMaW5lVHlwZVwiOjB9fSxcIlRleHRJc1ZlcnRpY2FsXCI6ZmFsc2V9LFwiQmFja2dyb3VuZFN0eWxlXCI6e1wiJGlkXCI6XCIxNzRcIixcIk1hcmdpblwiOntcIiRpZFwiOlwiMTc1XCIsXCJUb3BcIjowLjAsXCJMZWZ0XCI6MC4wLFwiUmlnaHRcIjowLjAsXCJCb3R0b21cIjowLjB9LFwiUGFkZGluZ1wiOntcIiRpZFwiOlwiMTc2XCIsXCJUb3BcIjowLjAsXCJMZWZ0XCI6MC4wLFwiUmlnaHRcIjowLjAsXCJCb3R0b21cIjowLjB9LFwiQmFja2dyb3VuZFwiOntcIiRpZFwiOlwiMTc3XCIsXCJDb2xvclwiOntcIiRpZFwiOlwiMTc4XCIsXCJBXCI6MzgsXCJSXCI6OTEsXCJHXCI6MTU1LFwiQlwiOjIxM319LFwiSXNWaXNpYmxlXCI6dHJ1ZSxcIldpZHRoXCI6MC4wLFwiSGVpZ2h0XCI6MC4wLFwiQm9yZGVyU3R5bGVcIjp7XCIkaWRcIjpcIjE3OVwiLFwiTGluZUNvbG9yXCI6e1wiJGlkXCI6XCIxODBcIixcIiR0eXBlXCI6XCJOTFJFLkNvbW1vbi5Eb20uU29saWRDb2xvckJydXNoLCBOTFJFLkNvbW1vblwiLFwiQ29sb3JcIjp7XCIkaWRcIjpcIjE4MVwiLFwiQVwiOjI1NSxcIlJcIjoyNTUsXCJHXCI6MCxcIkJcIjowfX0sXCJMaW5lV2VpZ2h0XCI6MC4wLFwiTGluZVR5cGVcIjowfX0sXCJJc0Fib3ZlVGltZWJhbmRcIjpmYWxzZX0sXCJDdXN0b21NaWxlc3RvbmVTdHlsZUxpc3RcIjpbXSxcIkN1c3RvbVRhc2tTdHlsZUxpc3RcIjpbXSxcIkN1c3RvbVN3aW1sYW5lRGVmaW5pdGlvblN0eWxlTGlzdFwiOltdLFwiQ3VzdG9tU3dpbWxhbmVWMlN0eWxlTGlzdFwiOltdLFwiR3JpZGxpbmVQYW5lbFN0eWxlXCI6e1wiJGlkXCI6XCIxODJcIixcIkdyaWRsaW5lU3R5bGVcIjp7XCIkaWRcIjpcIjE4M1wiLFwiTGluZUNvbG9yXCI6e1wiJGlkXCI6XCIxODRcIixcIiR0eXBlXCI6XCJOTFJFLkNvbW1vbi5Eb20uU29saWRDb2xvckJydXNoLCBOTFJFLkNvbW1vblwiLFwiQ29sb3JcIjp7XCIkaWRcIjpcIjE4NVwiLFwiQVwiOjM4LFwiUlwiOjkxLFwiR1wiOjE1NSxcIkJcIjoyMTN9fSxcIkxpbmVXZWlnaHRcIjoxLjAsXCJMaW5lVHlwZVwiOjB9LFwiSXNWaXNpYmxlXCI6dHJ1ZX0sXCJBY3Rpdml0eUxpbmVQYW5lbFN0eWxlXCI6e1wiJGlkXCI6XCIxODZcIixcIkFjdGl2aXR5TGluZVN0eWxlXCI6e1wiJGlkXCI6XCIxODdcIixcIkxpbmVDb2xvclwiOntcIiRpZFwiOlwiMTg4XCIsXCIkdHlwZVwiOlwiTkxSRS5Db21tb24uRG9tLlNvbGlkQ29sb3JCcnVzaCwgTkxSRS5Db21tb25cIixcIkNvbG9yXCI6e1wiJGlkXCI6XCIxODlcIixcIkFcIjozOCxcIlJcIjo2OCxcIkdcIjoxMTQsXCJCXCI6MTk2fX0sXCJMaW5lV2VpZ2h0XCI6MS4wLFwiTGluZVR5cGVcIjowfSxcIklzVmlzaWJsZVwiOnRydWV9LFwiRGVmYXVsdERlcGVuZGVuY3lTdHlsZVwiOntcIiRpZFwiOlwiMTkwXCIsXCJMaW5lU3R5bGVcIjp7XCIkaWRcIjpcIjE5MVwiLFwiTGluZUNvbG9yXCI6e1wiJGlkXCI6XCIxOTJcIixcIiR0eXBlXCI6XCJOTFJFLkNvbW1vbi5Eb20uU29saWRDb2xvckJydXNoLCBOTFJFLkNvbW1vblwiLFwiQ29sb3JcIjp7XCIkaWRcIjpcIjE5M1wiLFwiQVwiOjI1NSxcIlJcIjowLFwiR1wiOjAsXCJCXCI6MH19LFwiTGluZVdlaWdodFwiOjEuMCxcIkxpbmVUeXBlXCI6MH0sXCJFbmRBcnJvd2hlYWRMaW5lU3R5bGVcIjp7XCIkaWRcIjpcIjE5NFwiLFwiS2luZFwiOjEsXCJXaWR0aFwiOjEsXCJMZW5ndGhcIjowLFwiUGFyZW50U3R5bGVcIjpudWxsfSxcIkJyaW5nVG9Gcm9udFwiOnRydWUsXCJJc1Zpc2libGVcIjp0cnVlLFwiUmFkaXVzXCI6MC4wfSxcIkNyaXRpY2FsUGF0aFN0eWxlXCI6e1wiJGlkXCI6XCIxOTVcIixcIkNyaXRpY2FsUGF0aFN0eWxlT3B0aW9uc1wiOjE1LFwiTGluZVN0eWxlXCI6e1wiJGlkXCI6XCIxOTZcIixcIkxpbmVDb2xvclwiOntcIiRpZFwiOlwiMTk3XCIsXCIkdHlwZVwiOlwiTkxSRS5Db21tb24uRG9tLlNvbGlkQ29sb3JCcnVzaCwgTkxSRS5Db21tb25cIixcIkNvbG9yXCI6e1wiJGlkXCI6XCIxOThcIixcIkFcIjoyNTUsXCJSXCI6MjIyLFwiR1wiOjUwLFwiQlwiOjUwfX0sXCJMaW5lV2VpZ2h0XCI6MS4wLFwiTGluZVR5cGVcIjowfSxcIlRpdGxlRm9yZWdyb3VuZFwiOntcIiRpZFwiOlwiMTk5XCIsXCJDb2xvclwiOntcIiRpZFwiOlwiMjAwXCIsXCJBXCI6MjU1LFwiUlwiOjE3NixcIkdcIjoxOSxcIkJcIjoyNX19LFwiU2hhcGVzQmFja2dyb3VuZFwiOntcIiRpZFwiOlwiMjAxXCIsXCJDb2xvclwiOntcIiRpZFwiOlwiMjAyXCIsXCJBXCI6MjU1LFwiUlwiOjI1MyxcIkdcIjoyMDMsXCJCXCI6MjA4fX0sXCJTaGFwZXNCb3JkZXJTdHlsZVwiOntcIiRpZFwiOlwiMjAzXCIsXCJMaW5lQ29sb3JcIjp7XCIkaWRcIjpcIjIwNFwiLFwiJHR5cGVcIjpcIk5MUkUuQ29tbW9uLkRvbS5Tb2xpZENvbG9yQnJ1c2gsIE5MUkUuQ29tbW9uXCIsXCJDb2xvclwiOntcIiRpZFwiOlwiMjA1XCIsXCJBXCI6MjU1LFwiUlwiOjIyMixcIkdcIjo1MCxcIkJcIjo1MH19LFwiTGluZVdlaWdodFwiOjEuNSxcIkxpbmVUeXBlXCI6MH0sXCJJc1Zpc2libGVcIjpmYWxzZX19LFwiU2NhbGVcIjp7XCIkaWRcIjpcIjIwNlwiLFwiU3RhcnREYXRlXCI6XCIwMDAxLTAxLTAxVDAwOjAwOjAwXCIsXCJFbmREYXRlXCI6XCIwMDAxLTAxLTAxVDAwOjAwOjAwXCIsXCJGb3JtYXRcIjpcIndcIixcIlR5cGVcIjoxLFwiQXV0b0RhdGVSYW5nZVwiOnRydWUsXCJXb3JraW5nRGF5c1wiOjMxLFwiVG9kYXlNYXJrZXJUZXh0XCI6XCJUb2RheVwiLFwiQXV0b1NjYWxlVHlwZVwiOnRydWV9LFwiU2NhbGVWMlwiOntcIiRpZFwiOlwiMjA3XCIsXCJTdGFydERhdGVcIjpcIjAwMDEtMDEtMDFUMDA6MDA6MDBcIixcIkVuZERhdGVcIjpcIjAwMDEtMDEtMDFUMDA6MDA6MDBcIixcIkF1dG9EYXRlUmFuZ2VcIjp0cnVlLFwiV29ya2luZ0RheXNcIjozMSxcIlRvZGF5TWFya2VyVGV4dFwiOlwiVG9kYXlcIixcIkF1dG9TY2FsZVR5cGVcIjp0cnVlLFwiVGltZWJhbmRTY2FsZXNcIjp7XCIkaWRcIjpcIjIwOFwiLFwiVG9wU2NhbGVMYXllclwiOntcIiRpZFwiOlwiMjA5XCIsXCJGb3JtYXRcIjpcIndcIixcIlR5cGVcIjoxfSxcIk1pZGRsZVNjYWxlTGF5ZXJcIjp7XCIkaWRcIjpcIjIxMFwiLFwiRm9ybWF0XCI6bnVsbCxcIlR5cGVcIjowfSxcIkJvdHRvbVNjYWxlTGF5ZXJcIjp7XCIkaWRcIjpcIjIxMVwiLFwiRm9ybWF0XCI6bnVsbCxcIlR5cGVcIjowfX19LFwiTWlsZXN0b25lc1wiOltdLFwiVGFza3NcIjpbXSxcIlN3aW1sYW5lc1wiOltdLFwiU3dpbWxhbmVzVjJcIjpbXSxcIkRlcGVuZGVuY2llc1wiOltdLFwiRGVwZW5kZW5jeVNldHRpbmdzXCI6e1wiJGlkXCI6XCIyMTJcIixcIkRlcGVuZGVuY3lNb2R1bGVFbmFibGVkXCI6ZmFsc2UsXCJTY2hlZHVsaW5nU2V0dGluZ3NcIjp7XCIkaWRcIjpcIjIxM1wiLFwiRGVwZW5kZW5jaWVzU2NoZWR1bGluZ01vZGVTZXR0aW5nXCI6MSxcIkRlcGVuZGVuY2llc1ByZXZpb3VzU2NoZWR1bGluZ01vZGVcIjoxLFwiT25CcmVha2luZ0ZsZXhpYmxlU2NoZWR1bGluZ01vZGVTZXR0aW5nXCI6MCxcIk9uQnJlYWtpbmdTdHJpY3RTY2hlZHVsaW5nTW9kZVNldHRpbmdcIjowfX0sXCJTZXR0aW5nc1wiOntcIiRpZFwiOlwiMjE0XCIsXCJJbXBhT3B0aW9uc1wiOntcIiRpZFwiOlwiMjE1XCIsXCJMZWZ0VG9SaWdodFwiOmZhbHNlLFwiUGF5bG9hZE9wdGlvbnNcIjoyfX0sXCJUaW1lQ29uZmlndXJhdGlvblwiOntcIiRpZFwiOlwiMjE2XCIsXCJVc2VUaW1lXCI6ZmFsc2UsXCJXb3JrRGF5U3RhcnRcIjpcIjAwOjAwOjAwXCIsXCJXb3JrRGF5RW5kXCI6XCIyMzo1OTowMFwifX0ifSwiU2V0dGluZ3MiOnsiJGlkIjoiNDk0IiwiSW1wYU9wdGlvbnMiOnsiJGlkIjoiNDk1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NDk2IiwiVXNlVGltZSI6ZmFsc2UsIldvcmtEYXlTdGFydCI6IjAwOjAwOjAwIiwiV29ya0RheUVuZCI6IjIzOjU5OjAwIn0sIkxhc3RVc2VkVGVtcGxhdGVJZCI6ImNjMjZmODYzLTI3Y2UtNDgwZS1hNTg5LWIzZjEyZjJkNmViMCIsIkZpcnN0V2Vla09mWWVhciI6MCwiUGxhY2VNaWxlc3RvbmVBdFRoZUJlZ2lubmluZ09mVGhlRGF5IjpmYWxzZSwiRGVwZW5kZW5jeVNjaGVkdWxpbmdTZXR0aW5ncyI6eyIkaWQiOiI0OTc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EZXBlbmRlbmNpZXMiOnsiX2RlcGVuZGVuY2llcyI6W119fQ=="/>
  <p:tag name="__MASTER" val="__part_0"/>
</p:tagLst>
</file>

<file path=ppt/tags/tag379.xml><?xml version="1.0" encoding="utf-8"?>
<p:tagLst xmlns:a="http://schemas.openxmlformats.org/drawingml/2006/main" xmlns:r="http://schemas.openxmlformats.org/officeDocument/2006/relationships" xmlns:p="http://schemas.openxmlformats.org/presentationml/2006/main">
  <p:tag name="OTLMARKERSHAPE" val="OTL"/>
</p:tagLst>
</file>

<file path=ppt/tags/tag380.xml><?xml version="1.0" encoding="utf-8"?>
<p:tagLst xmlns:a="http://schemas.openxmlformats.org/drawingml/2006/main" xmlns:r="http://schemas.openxmlformats.org/officeDocument/2006/relationships" xmlns:p="http://schemas.openxmlformats.org/presentationml/2006/main">
  <p:tag name="OTLMARKERSHAPE" val="OTL"/>
</p:tagLst>
</file>

<file path=ppt/tags/tag381.xml><?xml version="1.0" encoding="utf-8"?>
<p:tagLst xmlns:a="http://schemas.openxmlformats.org/drawingml/2006/main" xmlns:r="http://schemas.openxmlformats.org/officeDocument/2006/relationships" xmlns:p="http://schemas.openxmlformats.org/presentationml/2006/main">
  <p:tag name="OTLMARKERSHAPE" val="OTL"/>
</p:tagLst>
</file>

<file path=ppt/tags/tag382.xml><?xml version="1.0" encoding="utf-8"?>
<p:tagLst xmlns:a="http://schemas.openxmlformats.org/drawingml/2006/main" xmlns:r="http://schemas.openxmlformats.org/officeDocument/2006/relationships" xmlns:p="http://schemas.openxmlformats.org/presentationml/2006/main">
  <p:tag name="OTLMARKERSHAPE" val="OTL"/>
</p:tagLst>
</file>

<file path=ppt/tags/tag383.xml><?xml version="1.0" encoding="utf-8"?>
<p:tagLst xmlns:a="http://schemas.openxmlformats.org/drawingml/2006/main" xmlns:r="http://schemas.openxmlformats.org/officeDocument/2006/relationships" xmlns:p="http://schemas.openxmlformats.org/presentationml/2006/main">
  <p:tag name="OTLMARKERSHAPE" val="OTL"/>
</p:tagLst>
</file>

<file path=ppt/tags/tag384.xml><?xml version="1.0" encoding="utf-8"?>
<p:tagLst xmlns:a="http://schemas.openxmlformats.org/drawingml/2006/main" xmlns:r="http://schemas.openxmlformats.org/officeDocument/2006/relationships" xmlns:p="http://schemas.openxmlformats.org/presentationml/2006/main">
  <p:tag name="OTLMARKERSHAPE" val="OTL"/>
</p:tagLst>
</file>

<file path=ppt/tags/tag385.xml><?xml version="1.0" encoding="utf-8"?>
<p:tagLst xmlns:a="http://schemas.openxmlformats.org/drawingml/2006/main" xmlns:r="http://schemas.openxmlformats.org/officeDocument/2006/relationships" xmlns:p="http://schemas.openxmlformats.org/presentationml/2006/main">
  <p:tag name="OTLMARKERSHAPE" val="OTL"/>
</p:tagLst>
</file>

<file path=ppt/tags/tag386.xml><?xml version="1.0" encoding="utf-8"?>
<p:tagLst xmlns:a="http://schemas.openxmlformats.org/drawingml/2006/main" xmlns:r="http://schemas.openxmlformats.org/officeDocument/2006/relationships" xmlns:p="http://schemas.openxmlformats.org/presentationml/2006/main">
  <p:tag name="OTLMARKERSHAPE" val="OTL"/>
</p:tagLst>
</file>

<file path=ppt/tags/tag387.xml><?xml version="1.0" encoding="utf-8"?>
<p:tagLst xmlns:a="http://schemas.openxmlformats.org/drawingml/2006/main" xmlns:r="http://schemas.openxmlformats.org/officeDocument/2006/relationships" xmlns:p="http://schemas.openxmlformats.org/presentationml/2006/main">
  <p:tag name="OTLMARKERSHAPE" val="OTL"/>
</p:tagLst>
</file>

<file path=ppt/tags/tag388.xml><?xml version="1.0" encoding="utf-8"?>
<p:tagLst xmlns:a="http://schemas.openxmlformats.org/drawingml/2006/main" xmlns:r="http://schemas.openxmlformats.org/officeDocument/2006/relationships" xmlns:p="http://schemas.openxmlformats.org/presentationml/2006/main">
  <p:tag name="OTLMARKERSHAPE" val="OTL"/>
</p:tagLst>
</file>

<file path=ppt/tags/tag389.xml><?xml version="1.0" encoding="utf-8"?>
<p:tagLst xmlns:a="http://schemas.openxmlformats.org/drawingml/2006/main" xmlns:r="http://schemas.openxmlformats.org/officeDocument/2006/relationships" xmlns:p="http://schemas.openxmlformats.org/presentationml/2006/main">
  <p:tag name="OTLMARKERSHAPE" val="OTL"/>
</p:tagLst>
</file>

<file path=ppt/tags/tag390.xml><?xml version="1.0" encoding="utf-8"?>
<p:tagLst xmlns:a="http://schemas.openxmlformats.org/drawingml/2006/main" xmlns:r="http://schemas.openxmlformats.org/officeDocument/2006/relationships" xmlns:p="http://schemas.openxmlformats.org/presentationml/2006/main">
  <p:tag name="OTLMARKERSHAPE" val="OTL"/>
</p:tagLst>
</file>

<file path=ppt/tags/tag391.xml><?xml version="1.0" encoding="utf-8"?>
<p:tagLst xmlns:a="http://schemas.openxmlformats.org/drawingml/2006/main" xmlns:r="http://schemas.openxmlformats.org/officeDocument/2006/relationships" xmlns:p="http://schemas.openxmlformats.org/presentationml/2006/main">
  <p:tag name="OTLMARKERSHAPE" val="OTL"/>
</p:tagLst>
</file>

<file path=ppt/tags/tag392.xml><?xml version="1.0" encoding="utf-8"?>
<p:tagLst xmlns:a="http://schemas.openxmlformats.org/drawingml/2006/main" xmlns:r="http://schemas.openxmlformats.org/officeDocument/2006/relationships" xmlns:p="http://schemas.openxmlformats.org/presentationml/2006/main">
  <p:tag name="OTLMARKERSHAPE" val="OTL"/>
</p:tagLst>
</file>

<file path=ppt/tags/tag393.xml><?xml version="1.0" encoding="utf-8"?>
<p:tagLst xmlns:a="http://schemas.openxmlformats.org/drawingml/2006/main" xmlns:r="http://schemas.openxmlformats.org/officeDocument/2006/relationships" xmlns:p="http://schemas.openxmlformats.org/presentationml/2006/main">
  <p:tag name="OTLMARKERSHAPE" val="OTL"/>
</p:tagLst>
</file>

<file path=ppt/tags/tag394.xml><?xml version="1.0" encoding="utf-8"?>
<p:tagLst xmlns:a="http://schemas.openxmlformats.org/drawingml/2006/main" xmlns:r="http://schemas.openxmlformats.org/officeDocument/2006/relationships" xmlns:p="http://schemas.openxmlformats.org/presentationml/2006/main">
  <p:tag name="OTLMARKERSHAPE" val="OTL"/>
</p:tagLst>
</file>

<file path=ppt/tags/tag395.xml><?xml version="1.0" encoding="utf-8"?>
<p:tagLst xmlns:a="http://schemas.openxmlformats.org/drawingml/2006/main" xmlns:r="http://schemas.openxmlformats.org/officeDocument/2006/relationships" xmlns:p="http://schemas.openxmlformats.org/presentationml/2006/main">
  <p:tag name="OTLMARKERSHAPE" val="OTL"/>
</p:tagLst>
</file>

<file path=ppt/tags/tag396.xml><?xml version="1.0" encoding="utf-8"?>
<p:tagLst xmlns:a="http://schemas.openxmlformats.org/drawingml/2006/main" xmlns:r="http://schemas.openxmlformats.org/officeDocument/2006/relationships" xmlns:p="http://schemas.openxmlformats.org/presentationml/2006/main">
  <p:tag name="OTLMARKERSHAPE" val="OTL"/>
</p:tagLst>
</file>

<file path=ppt/tags/tag397.xml><?xml version="1.0" encoding="utf-8"?>
<p:tagLst xmlns:a="http://schemas.openxmlformats.org/drawingml/2006/main" xmlns:r="http://schemas.openxmlformats.org/officeDocument/2006/relationships" xmlns:p="http://schemas.openxmlformats.org/presentationml/2006/main">
  <p:tag name="OTLMARKERSHAPE" val="OTL"/>
</p:tagLst>
</file>

<file path=ppt/tags/tag398.xml><?xml version="1.0" encoding="utf-8"?>
<p:tagLst xmlns:a="http://schemas.openxmlformats.org/drawingml/2006/main" xmlns:r="http://schemas.openxmlformats.org/officeDocument/2006/relationships" xmlns:p="http://schemas.openxmlformats.org/presentationml/2006/main">
  <p:tag name="OTLMARKERSHAPE" val="OTL"/>
</p:tagLst>
</file>

<file path=ppt/tags/tag399.xml><?xml version="1.0" encoding="utf-8"?>
<p:tagLst xmlns:a="http://schemas.openxmlformats.org/drawingml/2006/main" xmlns:r="http://schemas.openxmlformats.org/officeDocument/2006/relationships" xmlns:p="http://schemas.openxmlformats.org/presentationml/2006/main">
  <p:tag name="OTLMARKERSHAPE" val="OTL"/>
</p:tagLst>
</file>

<file path=ppt/tags/tag400.xml><?xml version="1.0" encoding="utf-8"?>
<p:tagLst xmlns:a="http://schemas.openxmlformats.org/drawingml/2006/main" xmlns:r="http://schemas.openxmlformats.org/officeDocument/2006/relationships" xmlns:p="http://schemas.openxmlformats.org/presentationml/2006/main">
  <p:tag name="OTLMARKERSHAPE" val="OTL"/>
</p:tagLst>
</file>

<file path=ppt/tags/tag401.xml><?xml version="1.0" encoding="utf-8"?>
<p:tagLst xmlns:a="http://schemas.openxmlformats.org/drawingml/2006/main" xmlns:r="http://schemas.openxmlformats.org/officeDocument/2006/relationships" xmlns:p="http://schemas.openxmlformats.org/presentationml/2006/main">
  <p:tag name="OTLMARKERSHAPE" val="OTL"/>
</p:tagLst>
</file>

<file path=ppt/tags/tag402.xml><?xml version="1.0" encoding="utf-8"?>
<p:tagLst xmlns:a="http://schemas.openxmlformats.org/drawingml/2006/main" xmlns:r="http://schemas.openxmlformats.org/officeDocument/2006/relationships" xmlns:p="http://schemas.openxmlformats.org/presentationml/2006/main">
  <p:tag name="OTLMARKERSHAPE" val="OTL"/>
</p:tagLst>
</file>

<file path=ppt/tags/tag403.xml><?xml version="1.0" encoding="utf-8"?>
<p:tagLst xmlns:a="http://schemas.openxmlformats.org/drawingml/2006/main" xmlns:r="http://schemas.openxmlformats.org/officeDocument/2006/relationships" xmlns:p="http://schemas.openxmlformats.org/presentationml/2006/main">
  <p:tag name="OTLMARKERSHAPE" val="OTL"/>
</p:tagLst>
</file>

<file path=ppt/tags/tag404.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TIMEBANDFYSTARTMONTH" val="January"/>
  <p:tag name="OTLTIMEBANDSHOWFYLABEL" val="True"/>
  <p:tag name="OTLTIMEBANDUSESTARTINGOFTHEYEARFORFYNUMBERING" val="Tru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LEFTENDCAPSMARGINLEFT" val="115.506666666667"/>
  <p:tag name="OTLTIMEBANDRESERVEDLEFTAREAWIDTH" val="76"/>
  <p:tag name="OTLTIMEBANDRESERVEDLEFTAREAISSET" val="False"/>
  <p:tag name="OTLTIMEBANDQUICKPOSITION" val="Custom"/>
  <p:tag name="OTLTIMEBANDENDDATE" val="2030-10-30T23:59:00.0000000"/>
  <p:tag name="OTLTIMEBANDSCALETYPE" val="Years"/>
</p:tagLst>
</file>

<file path=ppt/tags/tag405.xml><?xml version="1.0" encoding="utf-8"?>
<p:tagLst xmlns:a="http://schemas.openxmlformats.org/drawingml/2006/main" xmlns:r="http://schemas.openxmlformats.org/officeDocument/2006/relationships" xmlns:p="http://schemas.openxmlformats.org/presentationml/2006/main">
  <p:tag name="OTLMARKERSHAPE" val="OTL"/>
</p:tagLst>
</file>

<file path=ppt/tags/tag406.xml><?xml version="1.0" encoding="utf-8"?>
<p:tagLst xmlns:a="http://schemas.openxmlformats.org/drawingml/2006/main" xmlns:r="http://schemas.openxmlformats.org/officeDocument/2006/relationships" xmlns:p="http://schemas.openxmlformats.org/presentationml/2006/main">
  <p:tag name="OTLMARKERSHAPE" val="OTL"/>
</p:tagLst>
</file>

<file path=ppt/tags/tag407.xml><?xml version="1.0" encoding="utf-8"?>
<p:tagLst xmlns:a="http://schemas.openxmlformats.org/drawingml/2006/main" xmlns:r="http://schemas.openxmlformats.org/officeDocument/2006/relationships" xmlns:p="http://schemas.openxmlformats.org/presentationml/2006/main">
  <p:tag name="OTLMARKERSHAPE" val="OTL"/>
</p:tagLst>
</file>

<file path=ppt/tags/tag408.xml><?xml version="1.0" encoding="utf-8"?>
<p:tagLst xmlns:a="http://schemas.openxmlformats.org/drawingml/2006/main" xmlns:r="http://schemas.openxmlformats.org/officeDocument/2006/relationships" xmlns:p="http://schemas.openxmlformats.org/presentationml/2006/main">
  <p:tag name="OTLMARKERSHAPE" val="OTL"/>
</p:tagLst>
</file>

<file path=ppt/tags/tag409.xml><?xml version="1.0" encoding="utf-8"?>
<p:tagLst xmlns:a="http://schemas.openxmlformats.org/drawingml/2006/main" xmlns:r="http://schemas.openxmlformats.org/officeDocument/2006/relationships" xmlns:p="http://schemas.openxmlformats.org/presentationml/2006/main">
  <p:tag name="OTLMARKERSHAPE" val="OTL"/>
</p:tagLst>
</file>

<file path=ppt/tags/tag410.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8-14T23:59:00.0000000Z"/>
  <p:tag name="OTLMARKERSHAPE" val="OTL"/>
  <p:tag name="OTLSHAPETHICKNESSTYPE" val="Thin"/>
  <p:tag name="OTLSPACING" val="5"/>
  <p:tag name="OTLSTARTDATE" val="2026-05-17T23:59:00.0000000Z"/>
  <p:tag name="OTLWEEKNUMBERINGFORMAT" val="WNFormat1"/>
  <p:tag name="OTLWEEKNUMBERINGISVISIBLE" val="False"/>
</p:tagLst>
</file>

<file path=ppt/tags/tag411.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1-30T23:59:00.0000000Z"/>
  <p:tag name="OTLMARKERSHAPE" val="OTL"/>
  <p:tag name="OTLSHAPETHICKNESSTYPE" val="Thin"/>
  <p:tag name="OTLSPACING" val="5"/>
  <p:tag name="OTLSTARTDATE" val="2025-12-19T23:59:00.0000000Z"/>
  <p:tag name="OTLWEEKNUMBERINGFORMAT" val="WNFormat1"/>
  <p:tag name="OTLWEEKNUMBERINGISVISIBLE" val="False"/>
</p:tagLst>
</file>

<file path=ppt/tags/tag412.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07-26T23:59:00.0000000Z"/>
  <p:tag name="OTLMARKERSHAPE" val="OTL"/>
  <p:tag name="OTLSHAPETHICKNESSTYPE" val="Thin"/>
  <p:tag name="OTLSPACING" val="5"/>
  <p:tag name="OTLSTARTDATE" val="2026-06-16T23:59:00.0000000Z"/>
  <p:tag name="OTLWEEKNUMBERINGFORMAT" val="WNFormat1"/>
  <p:tag name="OTLWEEKNUMBERINGISVISIBLE" val="False"/>
</p:tagLst>
</file>

<file path=ppt/tags/tag413.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07-26T23:59:00.0000000Z"/>
  <p:tag name="OTLMARKERSHAPE" val="OTL"/>
  <p:tag name="OTLSHAPETHICKNESSTYPE" val="Thin"/>
  <p:tag name="OTLSPACING" val="5"/>
  <p:tag name="OTLSTARTDATE" val="2026-11-17T23:59:00.0000000Z"/>
  <p:tag name="OTLWEEKNUMBERINGFORMAT" val="WNFormat1"/>
  <p:tag name="OTLWEEKNUMBERINGISVISIBLE" val="False"/>
</p:tagLst>
</file>

<file path=ppt/tags/tag414.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415.xml><?xml version="1.0" encoding="utf-8"?>
<p:tagLst xmlns:a="http://schemas.openxmlformats.org/drawingml/2006/main" xmlns:r="http://schemas.openxmlformats.org/officeDocument/2006/relationships" xmlns:p="http://schemas.openxmlformats.org/presentationml/2006/main">
  <p:tag name="OTLDATE" val="2026-04-17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Final CTA package"/>
  <p:tag name="OTLPOSITIONONTASK" val="None"/>
  <p:tag name="OTLRELATEDTASKID" val="00000000-0000-0000-0000-000000000000"/>
  <p:tag name="OTLWEEKNUMBERINGFORMAT" val="WNFormat1"/>
  <p:tag name="OTLWEEKNUMBERINGISVISIBLE" val="False"/>
</p:tagLst>
</file>

<file path=ppt/tags/tag416.xml><?xml version="1.0" encoding="utf-8"?>
<p:tagLst xmlns:a="http://schemas.openxmlformats.org/drawingml/2006/main" xmlns:r="http://schemas.openxmlformats.org/officeDocument/2006/relationships" xmlns:p="http://schemas.openxmlformats.org/presentationml/2006/main">
  <p:tag name="OTLDATE" val="2025-11-26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pre-IND sub"/>
  <p:tag name="OTLPOSITIONONTASK" val="None"/>
  <p:tag name="OTLRELATEDTASKID" val="00000000-0000-0000-0000-000000000000"/>
  <p:tag name="OTLWEEKNUMBERINGFORMAT" val="WNFormat1"/>
  <p:tag name="OTLWEEKNUMBERINGISVISIBLE" val="False"/>
</p:tagLst>
</file>

<file path=ppt/tags/tag417.xml><?xml version="1.0" encoding="utf-8"?>
<p:tagLst xmlns:a="http://schemas.openxmlformats.org/drawingml/2006/main" xmlns:r="http://schemas.openxmlformats.org/officeDocument/2006/relationships" xmlns:p="http://schemas.openxmlformats.org/presentationml/2006/main">
  <p:tag name="OTLDATE" val="2028-05-04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key results"/>
  <p:tag name="OTLPOSITIONONTASK" val="None"/>
  <p:tag name="OTLRELATEDTASKID" val="00000000-0000-0000-0000-000000000000"/>
  <p:tag name="OTLWEEKNUMBERINGFORMAT" val="WNFormat1"/>
  <p:tag name="OTLWEEKNUMBERINGISVISIBLE" val="False"/>
</p:tagLst>
</file>

<file path=ppt/tags/tag418.xml><?xml version="1.0" encoding="utf-8"?>
<p:tagLst xmlns:a="http://schemas.openxmlformats.org/drawingml/2006/main" xmlns:r="http://schemas.openxmlformats.org/officeDocument/2006/relationships" xmlns:p="http://schemas.openxmlformats.org/presentationml/2006/main">
  <p:tag name="OTLMARKERSHAPE" val="OTL"/>
</p:tagLst>
</file>

<file path=ppt/tags/tag419.xml><?xml version="1.0" encoding="utf-8"?>
<p:tagLst xmlns:a="http://schemas.openxmlformats.org/drawingml/2006/main" xmlns:r="http://schemas.openxmlformats.org/officeDocument/2006/relationships" xmlns:p="http://schemas.openxmlformats.org/presentationml/2006/main">
  <p:tag name="OTLMARKERSHAPE" val="OTL"/>
</p:tagLst>
</file>

<file path=ppt/tags/tag420.xml><?xml version="1.0" encoding="utf-8"?>
<p:tagLst xmlns:a="http://schemas.openxmlformats.org/drawingml/2006/main" xmlns:r="http://schemas.openxmlformats.org/officeDocument/2006/relationships" xmlns:p="http://schemas.openxmlformats.org/presentationml/2006/main">
  <p:tag name="OTLMARKERSHAPE" val="OTL"/>
</p:tagLst>
</file>

<file path=ppt/tags/tag421.xml><?xml version="1.0" encoding="utf-8"?>
<p:tagLst xmlns:a="http://schemas.openxmlformats.org/drawingml/2006/main" xmlns:r="http://schemas.openxmlformats.org/officeDocument/2006/relationships" xmlns:p="http://schemas.openxmlformats.org/presentationml/2006/main">
  <p:tag name="OTLMARKERSHAPE" val="OTL"/>
  <p:tag name="OTLTODAYPOSITION" val="Auto"/>
</p:tagLst>
</file>

<file path=ppt/tags/tag422.xml><?xml version="1.0" encoding="utf-8"?>
<p:tagLst xmlns:a="http://schemas.openxmlformats.org/drawingml/2006/main" xmlns:r="http://schemas.openxmlformats.org/officeDocument/2006/relationships" xmlns:p="http://schemas.openxmlformats.org/presentationml/2006/main">
  <p:tag name="OTLMARKERSHAPE" val="OTL"/>
</p:tagLst>
</file>

<file path=ppt/tags/tag423.xml><?xml version="1.0" encoding="utf-8"?>
<p:tagLst xmlns:a="http://schemas.openxmlformats.org/drawingml/2006/main" xmlns:r="http://schemas.openxmlformats.org/officeDocument/2006/relationships" xmlns:p="http://schemas.openxmlformats.org/presentationml/2006/main">
  <p:tag name="OTLMARKERSHAPE" val="OTL"/>
</p:tagLst>
</file>

<file path=ppt/tags/tag424.xml><?xml version="1.0" encoding="utf-8"?>
<p:tagLst xmlns:a="http://schemas.openxmlformats.org/drawingml/2006/main" xmlns:r="http://schemas.openxmlformats.org/officeDocument/2006/relationships" xmlns:p="http://schemas.openxmlformats.org/presentationml/2006/main">
  <p:tag name="OTLMARKERSHAPE" val="OTL"/>
</p:tagLst>
</file>

<file path=ppt/tags/tag425.xml><?xml version="1.0" encoding="utf-8"?>
<p:tagLst xmlns:a="http://schemas.openxmlformats.org/drawingml/2006/main" xmlns:r="http://schemas.openxmlformats.org/officeDocument/2006/relationships" xmlns:p="http://schemas.openxmlformats.org/presentationml/2006/main">
  <p:tag name="OTLMARKERSHAPE" val="OTL"/>
</p:tagLst>
</file>

<file path=ppt/tags/tag426.xml><?xml version="1.0" encoding="utf-8"?>
<p:tagLst xmlns:a="http://schemas.openxmlformats.org/drawingml/2006/main" xmlns:r="http://schemas.openxmlformats.org/officeDocument/2006/relationships" xmlns:p="http://schemas.openxmlformats.org/presentationml/2006/main">
  <p:tag name="OTLMARKERSHAPE" val="OTL"/>
</p:tagLst>
</file>

<file path=ppt/tags/tag427.xml><?xml version="1.0" encoding="utf-8"?>
<p:tagLst xmlns:a="http://schemas.openxmlformats.org/drawingml/2006/main" xmlns:r="http://schemas.openxmlformats.org/officeDocument/2006/relationships" xmlns:p="http://schemas.openxmlformats.org/presentationml/2006/main">
  <p:tag name="OTLMARKERSHAPE" val="OTL"/>
</p:tagLst>
</file>

<file path=ppt/tags/tag428.xml><?xml version="1.0" encoding="utf-8"?>
<p:tagLst xmlns:a="http://schemas.openxmlformats.org/drawingml/2006/main" xmlns:r="http://schemas.openxmlformats.org/officeDocument/2006/relationships" xmlns:p="http://schemas.openxmlformats.org/presentationml/2006/main">
  <p:tag name="OTLMARKERSHAPE" val="OTL"/>
</p:tagLst>
</file>

<file path=ppt/tags/tag429.xml><?xml version="1.0" encoding="utf-8"?>
<p:tagLst xmlns:a="http://schemas.openxmlformats.org/drawingml/2006/main" xmlns:r="http://schemas.openxmlformats.org/officeDocument/2006/relationships" xmlns:p="http://schemas.openxmlformats.org/presentationml/2006/main">
  <p:tag name="OTLMARKERSHAPE" val="OTL"/>
</p:tagLst>
</file>

<file path=ppt/tags/tag430.xml><?xml version="1.0" encoding="utf-8"?>
<p:tagLst xmlns:a="http://schemas.openxmlformats.org/drawingml/2006/main" xmlns:r="http://schemas.openxmlformats.org/officeDocument/2006/relationships" xmlns:p="http://schemas.openxmlformats.org/presentationml/2006/main">
  <p:tag name="OTLMARKERSHAPE" val="OTL"/>
</p:tagLst>
</file>

<file path=ppt/tags/tag431.xml><?xml version="1.0" encoding="utf-8"?>
<p:tagLst xmlns:a="http://schemas.openxmlformats.org/drawingml/2006/main" xmlns:r="http://schemas.openxmlformats.org/officeDocument/2006/relationships" xmlns:p="http://schemas.openxmlformats.org/presentationml/2006/main">
  <p:tag name="OTLMARKERSHAPE" val="OTL"/>
</p:tagLst>
</file>

<file path=ppt/tags/tag432.xml><?xml version="1.0" encoding="utf-8"?>
<p:tagLst xmlns:a="http://schemas.openxmlformats.org/drawingml/2006/main" xmlns:r="http://schemas.openxmlformats.org/officeDocument/2006/relationships" xmlns:p="http://schemas.openxmlformats.org/presentationml/2006/main">
  <p:tag name="OTLMARKERSHAPE" val="OTL"/>
</p:tagLst>
</file>

<file path=ppt/tags/tag433.xml><?xml version="1.0" encoding="utf-8"?>
<p:tagLst xmlns:a="http://schemas.openxmlformats.org/drawingml/2006/main" xmlns:r="http://schemas.openxmlformats.org/officeDocument/2006/relationships" xmlns:p="http://schemas.openxmlformats.org/presentationml/2006/main">
  <p:tag name="OTLMARKERSHAPE" val="OTL"/>
</p:tagLst>
</file>

<file path=ppt/tags/tag434.xml><?xml version="1.0" encoding="utf-8"?>
<p:tagLst xmlns:a="http://schemas.openxmlformats.org/drawingml/2006/main" xmlns:r="http://schemas.openxmlformats.org/officeDocument/2006/relationships" xmlns:p="http://schemas.openxmlformats.org/presentationml/2006/main">
  <p:tag name="OTLMARKERSHAPE" val="OTL"/>
</p:tagLst>
</file>

<file path=ppt/tags/tag435.xml><?xml version="1.0" encoding="utf-8"?>
<p:tagLst xmlns:a="http://schemas.openxmlformats.org/drawingml/2006/main" xmlns:r="http://schemas.openxmlformats.org/officeDocument/2006/relationships" xmlns:p="http://schemas.openxmlformats.org/presentationml/2006/main">
  <p:tag name="OTLMARKERSHAPE" val="OTL"/>
</p:tagLst>
</file>

<file path=ppt/tags/tag436.xml><?xml version="1.0" encoding="utf-8"?>
<p:tagLst xmlns:a="http://schemas.openxmlformats.org/drawingml/2006/main" xmlns:r="http://schemas.openxmlformats.org/officeDocument/2006/relationships" xmlns:p="http://schemas.openxmlformats.org/presentationml/2006/main">
  <p:tag name="OTLMARKERSHAPE" val="OTL"/>
</p:tagLst>
</file>

<file path=ppt/tags/tag437.xml><?xml version="1.0" encoding="utf-8"?>
<p:tagLst xmlns:a="http://schemas.openxmlformats.org/drawingml/2006/main" xmlns:r="http://schemas.openxmlformats.org/officeDocument/2006/relationships" xmlns:p="http://schemas.openxmlformats.org/presentationml/2006/main">
  <p:tag name="OTLMARKERSHAPE" val="OTL"/>
</p:tagLst>
</file>

<file path=ppt/tags/tag438.xml><?xml version="1.0" encoding="utf-8"?>
<p:tagLst xmlns:a="http://schemas.openxmlformats.org/drawingml/2006/main" xmlns:r="http://schemas.openxmlformats.org/officeDocument/2006/relationships" xmlns:p="http://schemas.openxmlformats.org/presentationml/2006/main">
  <p:tag name="OTLMARKERSHAPE" val="OTL"/>
</p:tagLst>
</file>

<file path=ppt/tags/tag439.xml><?xml version="1.0" encoding="utf-8"?>
<p:tagLst xmlns:a="http://schemas.openxmlformats.org/drawingml/2006/main" xmlns:r="http://schemas.openxmlformats.org/officeDocument/2006/relationships" xmlns:p="http://schemas.openxmlformats.org/presentationml/2006/main">
  <p:tag name="OTLMARKERSHAPE" val="OTL"/>
</p:tagLst>
</file>

<file path=ppt/tags/tag440.xml><?xml version="1.0" encoding="utf-8"?>
<p:tagLst xmlns:a="http://schemas.openxmlformats.org/drawingml/2006/main" xmlns:r="http://schemas.openxmlformats.org/officeDocument/2006/relationships" xmlns:p="http://schemas.openxmlformats.org/presentationml/2006/main">
  <p:tag name="OTLMARKERSHAPE" val="OTL"/>
</p:tagLst>
</file>

<file path=ppt/tags/tag441.xml><?xml version="1.0" encoding="utf-8"?>
<p:tagLst xmlns:a="http://schemas.openxmlformats.org/drawingml/2006/main" xmlns:r="http://schemas.openxmlformats.org/officeDocument/2006/relationships" xmlns:p="http://schemas.openxmlformats.org/presentationml/2006/main">
  <p:tag name="OTLMARKERSHAPE" val="OTL"/>
</p:tagLst>
</file>

<file path=ppt/tags/tag442.xml><?xml version="1.0" encoding="utf-8"?>
<p:tagLst xmlns:a="http://schemas.openxmlformats.org/drawingml/2006/main" xmlns:r="http://schemas.openxmlformats.org/officeDocument/2006/relationships" xmlns:p="http://schemas.openxmlformats.org/presentationml/2006/main">
  <p:tag name="OTLMARKERSHAPE" val="OTL"/>
</p:tagLst>
</file>

<file path=ppt/tags/tag4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4.xml><?xml version="1.0" encoding="utf-8"?>
<p:tagLst xmlns:a="http://schemas.openxmlformats.org/drawingml/2006/main" xmlns:r="http://schemas.openxmlformats.org/officeDocument/2006/relationships" xmlns:p="http://schemas.openxmlformats.org/presentationml/2006/main">
  <p:tag name="OTLMARKERSHAPE" val="OTL"/>
</p:tagLst>
</file>

<file path=ppt/tags/tag445.xml><?xml version="1.0" encoding="utf-8"?>
<p:tagLst xmlns:a="http://schemas.openxmlformats.org/drawingml/2006/main" xmlns:r="http://schemas.openxmlformats.org/officeDocument/2006/relationships" xmlns:p="http://schemas.openxmlformats.org/presentationml/2006/main">
  <p:tag name="OTLMARKERSHAPE" val="OTL"/>
</p:tagLst>
</file>

<file path=ppt/tags/tag446.xml><?xml version="1.0" encoding="utf-8"?>
<p:tagLst xmlns:a="http://schemas.openxmlformats.org/drawingml/2006/main" xmlns:r="http://schemas.openxmlformats.org/officeDocument/2006/relationships" xmlns:p="http://schemas.openxmlformats.org/presentationml/2006/main">
  <p:tag name="OTLMARKERSHAPE" val="OTL"/>
</p:tagLst>
</file>

<file path=ppt/tags/tag447.xml><?xml version="1.0" encoding="utf-8"?>
<p:tagLst xmlns:a="http://schemas.openxmlformats.org/drawingml/2006/main" xmlns:r="http://schemas.openxmlformats.org/officeDocument/2006/relationships" xmlns:p="http://schemas.openxmlformats.org/presentationml/2006/main">
  <p:tag name="OTLMARKERSHAPE" val="OTL"/>
</p:tagLst>
</file>

<file path=ppt/tags/tag448.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iZmQyYjcxYS0xY2NkLTQ4YWMtYTA1Yy0yMTY3ZTQ2ZDc2NGQiLCJJbmRleCI6MCwiR3JvdXBJZCI6bnVsbCwiVGl0bGUiOiJQaCBJIHJlYWRvdXQgZm9yIFBvQyIsIkRhdGVUaW1lIjoiMjAyNS0xMS0xNFQyMzo1OTowMCIsIlBlcmNlbnRhZ2VDb21wbGV0ZSI6bnVsbCwiTm90ZSI6bnVsbCwiU3R5bGUiOnsiJGlkIjoiNiIsIlRpdGxlUG9zaXRpb24iOiJMZWZ0IiwiRGF0ZVBvc2l0aW9uIjoiTGVmdCIsIlNoYXBlVHlwZSI6MiwiU2hhcGVTaXplIjox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gsIkciOjQ5LCJCIjo0Mn19LCJJc1Zpc2libGUiOnRydWUsIldpZHRoIjoxMy4wLCJIZWlnaHQiOjEzLjAsIkJvcmRlclN0eWxlIjp7IiRpZCI6IjEyIiwiTGluZUNvbG9yIjp7IiRpZCI6IjEzIiwiJHR5cGUiOiJOTFJFLkNvbW1vbi5Eb20uU29saWRDb2xvckJydXNoLCBOTFJFLkNvbW1vbiIsIkNvbG9yIjp7IiRpZCI6IjE0IiwiQSI6MjU1LCJSIjoyNTUsIkciOjAsIkIiOjB9fSwiTGluZVdlaWdodCI6MC4wLCJMaW5lVHlwZSI6MCwiUGFyZW50U3R5bGUiOm51bGx9LCJQYXJlbnRTdHlsZSI6bnVsbH0sIlRpdGxlU3R5bGUiOnsiJGlkIjoiMTUiLCJGb250U2V0dGluZ3MiOnsiJGlkIjoiMTYiLCJGb250U2l6ZSI6MTE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AsIlIiOjAsIkciOjAsIkIiOjB9fSwiSXNWaXNpYmxlIjp0cnVlLCJXaWR0aCI6MC4wLCJIZWlnaHQiOjAuMCwiQm9yZGVyU3R5bGUiOm51bGwsIlBhcmVudFN0eWxlIjpudWxsfSwiRGF0ZVN0eWxlIjp7IiRpZCI6IjIzIiwiRm9udFNldHRpbmdzIjp7IiRpZCI6IjI0IiwiRm9udFNpemUiOjEwLCJGb250TmFtZSI6IkNhbGlicmkiLCJJc0JvbGQiOmZhbHNlLCJJc0l0YWxpYyI6ZmFsc2UsIklzVW5kZXJsaW5lZCI6ZmFsc2UsIlBhcmVudFN0eWxlIjpudWxsfSwiQXV0b1NpemUiOjAsIkZvcmVncm91bmQiOnsiJGlkIjoiMjUiLCJDb2xvciI6eyIkaWQiOiI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AsIkciOjAsIkIiOjB9fSwiSXNWaXNpYmxlIjp0cnVlLCJXaWR0aCI6MC4wLCJIZWlnaHQiOjAuMCwiQm9yZGVyU3R5bGUiOm51bGwsIlBhcmVudFN0eWxlIjpudWxsfSwiRGF0ZUZvcm1hdCI6eyIkaWQiOiIzM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zMiIsIkRhdGVQYXJ0SXNWaXNpYmxlIjp0cnVlLCJUaW1lUGFydElzVmlzaWJsZSI6ZmFsc2V9fSwiV2Vla051bWJlcmluZyI6eyIkaWQiOiIz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CIsIl90YXNrcyI6W10sIl9taWxlc3RvbmVzIjpbeyIkaWQiOiIzNSIsIklkIjoiZTkwMDhjZjktNDA3Ni00ZTk4LWIzYzUtNTFiYjg0MDZmYzA4IiwiSW5kZXgiOjEsIkdyb3VwSWQiOm51bGwsIlRpdGxlIjoiUG9DIHJlbGVhc2UgIiwiRGF0ZVRpbWUiOiIyMDI1LTExLTI2VDIzOjU5OjAwIiwiUGVyY2VudGFnZUNvbXBsZXRlIjpudWxsLCJOb3RlIjpudWxsLCJTdHlsZSI6eyIkaWQiOiIzNiIsIlRpdGxlUG9zaXRpb24iOiJMZWZ0IiwiRGF0ZVBvc2l0aW9uIjoiTGVmdCIsIlNoYXBlVHlwZSI6MiwiU2hhcGVTaXplIjoxLCJTaGFwZVN0eWxlIjp7IiRpZCI6IjM3IiwiTWFyZ2luIjp7IiRyZWYiOiI4In0sIlBhZGRpbmciOnsiJHJlZiI6IjkifSwiQmFja2dyb3VuZCI6eyIkaWQiOiIzOCIsIkNvbG9yIjp7IiRpZCI6IjM5IiwiQSI6MjU1LCJSIjo4LCJHIjo0OSwiQiI6NDJ9fSwiSXNWaXNpYmxlIjp0cnVlLCJXaWR0aCI6MTMuMCwiSGVpZ2h0IjoxMy4wLCJCb3JkZXJTdHlsZSI6eyIkaWQiOiI0MCIsIkxpbmVDb2xvciI6eyIkcmVmIjoiMTMifSwiTGluZVdlaWdodCI6MC4wLCJMaW5lVHlwZSI6MCwiUGFyZW50U3R5bGUiOm51bGx9LCJQYXJlbnRTdHlsZSI6bnVsbH0sIlRpdGxlU3R5bGUiOnsiJGlkIjoiNDEiLCJGb250U2V0dGluZ3MiOnsiJGlkIjoiNDIiLCJGb250U2l6ZSI6MTEsIkZvbnROYW1lIjoiQ2FsaWJyaSIsIklzQm9sZCI6dHJ1ZSwiSXNJdGFsaWMiOmZhbHNlLCJJc1VuZGVybGluZWQiOmZhbHNlLCJQYXJlbnRTdHlsZSI6bnVsbH0sIkF1dG9TaXplIjowLCJGb3JlZ3JvdW5kIjp7IiRyZWYiOiIxNyJ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cmVmIjoiMjEifSwiSXNWaXNpYmxlIjp0cnVlLCJXaWR0aCI6MC4wLCJIZWlnaHQiOjAuMCwiQm9yZGVyU3R5bGUiOm51bGwsIlBhcmVudFN0eWxlIjpudWxsfSwiRGF0ZVN0eWxlIjp7IiRpZCI6IjQzIiwiRm9udFNldHRpbmdzIjp7IiRpZCI6IjQ0IiwiRm9udFNpemUiOjEwLCJGb250TmFtZSI6IkNhbGlicmkiLCJJc0JvbGQiOmZhbHNlLCJJc0l0YWxpYyI6ZmFsc2UsIklzVW5kZXJsaW5lZCI6ZmFsc2UsIlBhcmVudFN0eWxlIjpudWxsfSwiQXV0b1NpemUiOjAsIkZvcmVncm91bmQiOnsiJHJlZiI6IjI1In0sIk1heFdpZHRoIjoyMDAuMCwiTWF4SGVpZ2h0IjoiSW5maW5pdHkiLCJTbWFydEZvcmVncm91bmRJc0FjdGl2ZSI6ZmFsc2UsIkhvcml6b250YWxBbGlnbm1lbnQiOjIsIlZlcnRpY2FsQWxpZ25tZW50IjowLCJTbWFydEZvcmVncm91bmQiOm51bGwsIkJhY2tncm91bmRGaWxsVHlwZSI6MCwiTWFyZ2luIjp7IiRyZWYiOiIyNyJ9LCJQYWRkaW5nIjp7IiRyZWYiOiIyOCJ9LCJCYWNrZ3JvdW5kIjp7IiRyZWYiOiIyOSJ9LCJJc1Zpc2libGUiOnRydWUsIldpZHRoIjowLjAsIkhlaWdodCI6MC4wLCJCb3JkZXJTdHlsZSI6bnVsbCwiUGFyZW50U3R5bGUiOm51bGx9LCJEYXRlRm9ybWF0Ijp7IiRyZWYiOiIzMSJ9LCJXZWVrTnVtYmVyaW5nIjp7IiRpZCI6IjQ1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Q2IiwiX3Rhc2tzIjpbXSwiX21pbGVzdG9uZXMiOlt7IiRpZCI6IjQ3IiwiSWQiOiI2YzJiYzk1NS1lMzkyLTRhZTItYTA2ZS1hNGJkZDdiNzY5ZDUiLCJJbmRleCI6MiwiR3JvdXBJZCI6bnVsbCwiVGl0bGUiOiJGaW5hbCBDVEEgcGFja2FnZSIsIkRhdGVUaW1lIjoiMjAyNi0wMi0xM1QyMzo1OTowMCIsIlBlcmNlbnRhZ2VDb21wbGV0ZSI6bnVsbCwiTm90ZSI6bnVsbCwiU3R5bGUiOnsiJGlkIjoiNDgiLCJUaXRsZVBvc2l0aW9uIjoiTGVmdCIsIkRhdGVQb3NpdGlvbiI6IkxlZnQiLCJTaGFwZVR5cGUiOjIsIlNoYXBlU2l6ZSI6MSwiU2hhcGVTdHlsZSI6eyIkaWQiOiI0OSIsIk1hcmdpbiI6eyIkcmVmIjoiOCJ9LCJQYWRkaW5nIjp7IiRyZWYiOiI5In0sIkJhY2tncm91bmQiOnsiJGlkIjoiNTAiLCJDb2xvciI6eyIkaWQiOiI1MSIsIkEiOjI1NSwiUiI6OCwiRyI6NDksIkIiOjQyfX0sIklzVmlzaWJsZSI6dHJ1ZSwiV2lkdGgiOjEzLjAsIkhlaWdodCI6MTMuMCwiQm9yZGVyU3R5bGUiOnsiJGlkIjoiNTIiLCJMaW5lQ29sb3IiOnsiJHJlZiI6IjEzIn0sIkxpbmVXZWlnaHQiOjAuMCwiTGluZVR5cGUiOjAsIlBhcmVudFN0eWxlIjpudWxsfSwiUGFyZW50U3R5bGUiOm51bGx9LCJUaXRsZVN0eWxlIjp7IiRpZCI6IjUzIiwiRm9udFNldHRpbmdzIjp7IiRpZCI6IjU0IiwiRm9udFNpemUiOjExLCJGb250TmFtZSI6IkNhbGlicmkiLCJJc0JvbGQiOnRydWUsIklzSXRhbGljIjpmYWxzZSwiSXNVbmRlcmxpbmVkIjpmYWxzZSwiUGFyZW50U3R5bGUiOm51bGx9LCJBdXRvU2l6ZSI6MCwiRm9yZWdyb3VuZCI6eyIkcmVmIjoiMTc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IxIn0sIklzVmlzaWJsZSI6dHJ1ZSwiV2lkdGgiOjAuMCwiSGVpZ2h0IjowLjAsIkJvcmRlclN0eWxlIjpudWxsLCJQYXJlbnRTdHlsZSI6bnVsbH0sIkRhdGVTdHlsZSI6eyIkaWQiOiI1NSIsIkZvbnRTZXR0aW5ncyI6eyIkaWQiOiI1Ni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yLCJWZXJ0aWNhbEFsaWdubWVudCI6MCwiU21hcnRGb3JlZ3JvdW5kIjpudWxsLCJCYWNrZ3JvdW5kRmlsbFR5cGUiOjAsIk1hcmdpbiI6eyIkcmVmIjoiMjcifSwiUGFkZGluZyI6eyIkcmVmIjoiMjgifSwiQmFja2dyb3VuZCI6eyIkcmVmIjoiMjkifSwiSXNWaXNpYmxlIjp0cnVlLCJXaWR0aCI6MC4wLCJIZWlnaHQiOjAuMCwiQm9yZGVyU3R5bGUiOm51bGwsIlBhcmVudFN0eWxlIjpudWxsfSwiRGF0ZUZvcm1hdCI6eyIkaWQiOiI1Ny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1OCIsIkRhdGVQYXJ0SXNWaXNpYmxlIjp0cnVlLCJUaW1lUGFydElzVmlzaWJsZSI6ZmFsc2V9fSwiV2Vla051bWJlcmluZyI6eyIkaWQiOiI1O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2MCIsIl90YXNrcyI6W3siJGlkIjoiNjEiLCJfYXR0YWNoZWRNaWxlc3RvbmVzIjpbXSwiVGFza0RlZmluaXRpb24iOnsiJGlkIjoiNjIiLCJHcm91cE5hbWUiOm51bGwsIlN0YXJ0RGF0ZSI6IjIwMjYtMDctMDZUMjM6NTk6MDBaIiwiRW5kRGF0ZSI6IjIwMjYtMTEtMTdUMjM6NTk6MDBaIiwiUGVyY2VudGFnZUNvbXBsZXRlIjpudWxsLCJTdHlsZSI6eyIkaWQiOiI2MyIsIlNoYXBlIjoxLCJTaGFwZVRoaWNrbmVzcyI6MCwiRHVyYXRpb25Gb3JtYXQiOjAsIkluY2x1ZGVOb25Xb3JraW5nRGF5c0luRHVyYXRpb24iOmZhbHNlLCJQZXJjZW50YWdlQ29tcGxldGVTdHlsZSI6eyIkaWQiOiI2NCIsIkZvbnRTZXR0aW5ncyI6eyIkaWQiOiI2NSIsIkZvbnRTaXplIjoxMCwiRm9udE5hbWUiOiJDYWxpYnJpIiwiSXNCb2xkIjpmYWxzZSwiSXNJdGFsaWMiOmZhbHNlLCJJc1VuZGVybGluZWQiOmZhbHNlLCJQYXJlbnRTdHlsZSI6bnVsbH0sIkF1dG9TaXplIjowLCJGb3JlZ3JvdW5kIjp7IiRpZCI6IjY2IiwiQ29sb3IiOnsiJGlkIjoiNj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OCIsIlRvcCI6MC4wLCJMZWZ0IjowLjAsIlJpZ2h0IjowLjAsIkJvdHRvbSI6MC4wfSwiUGFkZGluZyI6eyIkaWQiOiI2OSIsIlRvcCI6MC4wLCJMZWZ0IjowLjAsIlJpZ2h0IjowLjAsIkJvdHRvbSI6MC4wfSwiQmFja2dyb3VuZCI6eyIkaWQiOiI3MCIsIkNvbG9yIjp7IiRpZCI6IjcxIiwiQSI6ODksIlIiOjAsIkciOjAsIkIiOjB9fSwiSXNWaXNpYmxlIjp0cnVlLCJXaWR0aCI6MC4wLCJIZWlnaHQiOjAuMCwiQm9yZGVyU3R5bGUiOnsiJGlkIjoiNzIiLCJMaW5lQ29sb3IiOm51bGwsIkxpbmVXZWlnaHQiOjAuMCwiTGluZVR5cGUiOjAsIlBhcmVudFN0eWxlIjpudWxsfSwiUGFyZW50U3R5bGUiOm51bGx9LCJEdXJhdGlvblN0eWxlIjp7IiRpZCI6IjczIiwiRm9udFNldHRpbmdzIjp7IiRpZCI6Ijc0IiwiRm9udFNpemUiOjEwLCJGb250TmFtZSI6IkNhbGlicmkiLCJJc0JvbGQiOmZhbHNlLCJJc0l0YWxpYyI6ZmFsc2UsIklzVW5kZXJsaW5lZCI6ZmFsc2UsIlBhcmVudFN0eWxlIjpudWxsfSwiQXV0b1NpemUiOjAsIkZvcmVncm91bmQiOnsiJGlkIjoiNzUiLCJDb2xvciI6eyIkaWQiOiI3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3IiwiVG9wIjowLjAsIkxlZnQiOjAuMCwiUmlnaHQiOjAuMCwiQm90dG9tIjowLjB9LCJQYWRkaW5nIjp7IiRpZCI6Ijc4IiwiVG9wIjowLjAsIkxlZnQiOjAuMCwiUmlnaHQiOjAuMCwiQm90dG9tIjowLjB9LCJCYWNrZ3JvdW5kIjp7IiRpZCI6Ijc5IiwiQ29sb3IiOnsiJGlkIjoiODAiLCJBIjowLCJSIjowLCJHIjowLCJCIjowfX0sIklzVmlzaWJsZSI6dHJ1ZSwiV2lkdGgiOjAuMCwiSGVpZ2h0IjowLjAsIkJvcmRlclN0eWxlIjp7IiRpZCI6IjgxIiwiTGluZUNvbG9yIjpudWxsLCJMaW5lV2VpZ2h0IjowLjAsIkxpbmVUeXBlIjowLCJQYXJlbnRTdHlsZSI6bnVsbH0sIlBhcmVudFN0eWxlIjpudWxsfSwiSG9yaXpvbnRhbENvbm5lY3RvclN0eWxlIjp7IiRpZCI6IjgyIiwiTGluZUNvbG9yIjp7IiRpZCI6IjgzIiwiJHR5cGUiOiJOTFJFLkNvbW1vbi5Eb20uU29saWRDb2xvckJydXNoLCBOTFJFLkNvbW1vbiIsIkNvbG9yIjp7IiRpZCI6Ijg0IiwiQSI6MjU1LCJSIjoyMDQsIkciOjIwNCwiQiI6MjA0fX0sIkxpbmVXZWlnaHQiOjEuMCwiTGluZVR5cGUiOjAsIlBhcmVudFN0eWxlIjpudWxsfSwiVmVydGljYWxDb25uZWN0b3JTdHlsZSI6eyIkaWQiOiI4NSIsIkxpbmVDb2xvciI6eyIkaWQiOiI4NiIsIiR0eXBlIjoiTkxSRS5Db21tb24uRG9tLlNvbGlkQ29sb3JCcnVzaCwgTkxSRS5Db21tb24iLCJDb2xvciI6eyIkaWQiOiI4Ny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g4IiwiTWFyZ2luIjp7IiRpZCI6Ijg5IiwiVG9wIjowLjAsIkxlZnQiOjQuMCwiUmlnaHQiOjQuMCwiQm90dG9tIjowLjB9LCJQYWRkaW5nIjp7IiRpZCI6IjkwIiwiVG9wIjowLjAsIkxlZnQiOjAuMCwiUmlnaHQiOjAuMCwiQm90dG9tIjowLjB9LCJCYWNrZ3JvdW5kIjp7IiRpZCI6IjkxIiwiQ29sb3IiOnsiJGlkIjoiOTIiLCJBIjoyNTUsIlIiOjgsIkciOjQ5LCJCIjo0Mn19LCJJc1Zpc2libGUiOnRydWUsIldpZHRoIjoyNDMuMCwiSGVpZ2h0IjoxMC4wLCJCb3JkZXJTdHlsZSI6eyIkaWQiOiI5MyIsIkxpbmVDb2xvciI6eyIkaWQiOiI5NCIsIiR0eXBlIjoiTkxSRS5Db21tb24uRG9tLlNvbGlkQ29sb3JCcnVzaCwgTkxSRS5Db21tb24iLCJDb2xvciI6eyIkaWQiOiI5NSIsIkEiOjI1NSwiUiI6MjU1LCJHIjowLCJCIjowfX0sIkxpbmVXZWlnaHQiOjAuMCwiTGluZVR5cGUiOjAsIlBhcmVudFN0eWxlIjpudWxsfSwiUGFyZW50U3R5bGUiOm51bGx9LCJUaXRsZVN0eWxlIjp7IiRpZCI6Ijk2IiwiRm9udFNldHRpbmdzIjp7IiRpZCI6Ijk3IiwiRm9udFNpemUiOjExLCJGb250TmFtZSI6IkNhbGlicmkiLCJJc0JvbGQiOnRydWUsIklzSXRhbGljIjpmYWxzZSwiSXNVbmRlcmxpbmVkIjpmYWxzZSwiUGFyZW50U3R5bGUiOm51bGx9LCJBdXRvU2l6ZSI6MCwiRm9yZWdyb3VuZCI6eyIkaWQiOiI5OCIsIkNvbG9yIjp7IiRpZCI6Ijk5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EwMCIsIlRvcCI6MC4wLCJMZWZ0IjowLjAsIlJpZ2h0IjowLjAsIkJvdHRvbSI6MC4wfSwiUGFkZGluZyI6eyIkaWQiOiIxMDEiLCJUb3AiOjAuMCwiTGVmdCI6MC4wLCJSaWdodCI6MC4wLCJCb3R0b20iOjAuMH0sIkJhY2tncm91bmQiOnsiJGlkIjoiMTAyIiwiQ29sb3IiOnsiJGlkIjoiMTAzIiwiQSI6MCwiUiI6MCwiRyI6MCwiQiI6MH19LCJJc1Zpc2libGUiOnRydWUsIldpZHRoIjowLjAsIkhlaWdodCI6MC4wLCJCb3JkZXJTdHlsZSI6eyIkaWQiOiIxMDQiLCJMaW5lQ29sb3IiOm51bGwsIkxpbmVXZWlnaHQiOjAuMCwiTGluZVR5cGUiOjAsIlBhcmVudFN0eWxlIjpudWxsfSwiUGFyZW50U3R5bGUiOm51bGx9LCJEYXRlU3R5bGUiOnsiJGlkIjoiMTA1IiwiRm9udFNldHRpbmdzIjp7IiRpZCI6IjEwNiIsIkZvbnRTaXplIjoxMCwiRm9udE5hbWUiOiJDYWxpYnJpIiwiSXNCb2xkIjpmYWxzZSwiSXNJdGFsaWMiOmZhbHNlLCJJc1VuZGVybGluZWQiOmZhbHNlLCJQYXJlbnRTdHlsZSI6bnVsbH0sIkF1dG9TaXplIjowLCJGb3JlZ3JvdW5kIjp7IiRpZCI6IjEwNyIsIkNvbG9yIjp7IiRpZCI6IjEw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A5IiwiVG9wIjowLjAsIkxlZnQiOjAuMCwiUmlnaHQiOjAuMCwiQm90dG9tIjowLjB9LCJQYWRkaW5nIjp7IiRpZCI6IjExMCIsIlRvcCI6MC4wLCJMZWZ0IjowLjAsIlJpZ2h0IjowLjAsIkJvdHRvbSI6MC4wfSwiQmFja2dyb3VuZCI6eyIkaWQiOiIxMTEiLCJDb2xvciI6eyIkaWQiOiIxMTIiLCJBIjowLCJSIjowLCJHIjowLCJCIjowfX0sIklzVmlzaWJsZSI6dHJ1ZSwiV2lkdGgiOjAuMCwiSGVpZ2h0IjowLjAsIkJvcmRlclN0eWxlIjp7IiRpZCI6IjExMyIsIkxpbmVDb2xvciI6bnVsbCwiTGluZVdlaWdodCI6MC4wLCJMaW5lVHlwZSI6MCwiUGFyZW50U3R5bGUiOm51bGx9LCJQYXJlbnRTdHlsZSI6bnVsbH0sIkRhdGVGb3JtYXQiOnsiJGlkIjoiMTE0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UiLCJGb3JtYXQiOjAsIklzVmlzaWJsZSI6ZmFsc2UsIkxhc3RLbm93blZpc2liaWxpdHlTdGF0ZSI6ZmFsc2V9LCJJc1Zpc2libGUiOnRydWUsIlBhcmVudFN0eWxlIjpudWxsfSwiSW5kZXgiOjMsIlNtYXJ0RHVyYXRpb25BY3RpdmF0ZWQiOmZhbHNlLCJEYXRlRm9ybWF0Ijp7IiRyZWYiOiIxMTQifSwiV2Vla051bWJlcmluZyI6eyIkaWQiOiIxMTYiLCJGb3JtYXQiOjAsIklzVmlzaWJsZSI6ZmFsc2UsIkxhc3RLbm93blZpc2liaWxpdHlTdGF0ZSI6ZmFsc2V9LCJJZCI6ImY4YThlNjdjLWYyZDQtNGQ3Zi05ODY3LTE2MTYzOTFjZDA1YyIsIkltcG9ydElkIjpudWxsLCJUaXRsZSI6IlBoIElJIEZTUyAtIExTUyIsIk5vdGUiOm51bGwsIkh5cGVybGluayI6eyIkaWQiOiIxMTciLCJBZGRyZXNzIjpudWxsLCJTdWJBZGRyZXNzIjpudWxsfSwiSXNDaGFuZ2VkIjpmYWxzZSwiSXNOZXciOmZhbHNlfX1dLCJfbWlsZXN0b25lcyI6W10sIklkIjoiMDAwMDAwMDAtMDAwMC0wMDAwLTAwMDAtMDAwMDAwMDAwMDAwIiwiSXNTaW5nbGVJdGVtUm93Ijp0cnVlfSx7IiRpZCI6IjExOCIsIl90YXNrcyI6W10sIl9taWxlc3RvbmVzIjpbeyIkaWQiOiIxMTkiLCJJZCI6IjRmNDdmMWY4LTgxNzEtNDJhNy04NTEwLTUxODUyMmM0MzVkZiIsIkluZGV4Ijo0LCJHcm91cElkIjpudWxsLCJUaXRsZSI6ImtleSByZXN1bHRzIiwiRGF0ZVRpbWUiOiIyMDI3LTEyLTI3VDIzOjU5OjAwIiwiUGVyY2VudGFnZUNvbXBsZXRlIjpudWxsLCJOb3RlIjpudWxsLCJTdHlsZSI6eyIkaWQiOiIxMjAiLCJUaXRsZVBvc2l0aW9uIjoiTGVmdCIsIkRhdGVQb3NpdGlvbiI6IkxlZnQiLCJTaGFwZVR5cGUiOjIsIlNoYXBlU2l6ZSI6MSwiU2hhcGVTdHlsZSI6eyIkaWQiOiIxMjEiLCJNYXJnaW4iOnsiJHJlZiI6IjgifSwiUGFkZGluZyI6eyIkcmVmIjoiOSJ9LCJCYWNrZ3JvdW5kIjp7IiRpZCI6IjEyMiIsIkNvbG9yIjp7IiRpZCI6IjEyMyIsIkEiOjI1NSwiUiI6OCwiRyI6NDksIkIiOjQyfX0sIklzVmlzaWJsZSI6dHJ1ZSwiV2lkdGgiOjEzLjAsIkhlaWdodCI6MTMuMCwiQm9yZGVyU3R5bGUiOnsiJGlkIjoiMTI0IiwiTGluZUNvbG9yIjp7IiRyZWYiOiIxMyJ9LCJMaW5lV2VpZ2h0IjowLjAsIkxpbmVUeXBlIjowLCJQYXJlbnRTdHlsZSI6bnVsbH0sIlBhcmVudFN0eWxlIjpudWxsfSwiVGl0bGVTdHlsZSI6eyIkaWQiOiIxMjUiLCJGb250U2V0dGluZ3MiOnsiJGlkIjoiMTI2IiwiRm9udFNpemUiOjExLCJGb250TmFtZSI6IkNhbGlicmkiLCJJc0JvbGQiOnRydWUsIklzSXRhbGljIjpmYWxzZSwiSXNVbmRlcmxpbmVkIjpmYWxzZSwiUGFyZW50U3R5bGUiOm51bGx9LCJBdXRvU2l6ZSI6MCwiRm9yZWdyb3VuZCI6eyIkcmVmIjoiMTc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IxIn0sIklzVmlzaWJsZSI6dHJ1ZSwiV2lkdGgiOjAuMCwiSGVpZ2h0IjowLjAsIkJvcmRlclN0eWxlIjpudWxsLCJQYXJlbnRTdHlsZSI6bnVsbH0sIkRhdGVTdHlsZSI6eyIkaWQiOiIxMjciLCJGb250U2V0dGluZ3MiOnsiJGlkIjoiMTI4IiwiRm9udFNpemUiOjEwLCJGb250TmFtZSI6IkNhbGlicmkiLCJJc0JvbGQiOmZhbHNlLCJJc0l0YWxpYyI6ZmFsc2UsIklzVW5kZXJsaW5lZCI6ZmFsc2UsIlBhcmVudFN0eWxlIjpudWxsfSwiQXV0b1NpemUiOjAsIkZvcmVncm91bmQiOnsiJHJlZiI6IjI1In0sIk1heFdpZHRoIjoyMDAuMCwiTWF4SGVpZ2h0IjoiSW5maW5pdHkiLCJTbWFydEZvcmVncm91bmRJc0FjdGl2ZSI6ZmFsc2UsIkhvcml6b250YWxBbGlnbm1lbnQiOjIsIlZlcnRpY2FsQWxpZ25tZW50IjowLCJTbWFydEZvcmVncm91bmQiOm51bGwsIkJhY2tncm91bmRGaWxsVHlwZSI6MCwiTWFyZ2luIjp7IiRyZWYiOiIyNyJ9LCJQYWRkaW5nIjp7IiRyZWYiOiIyOCJ9LCJCYWNrZ3JvdW5kIjp7IiRyZWYiOiIyOSJ9LCJJc1Zpc2libGUiOnRydWUsIldpZHRoIjowLjAsIkhlaWdodCI6MC4wLCJCb3JkZXJTdHlsZSI6bnVsbCwiUGFyZW50U3R5bGUiOm51bGx9LCJEYXRlRm9ybWF0Ijp7IiRpZCI6IjEyO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xMzAiLCJEYXRlUGFydElzVmlzaWJsZSI6dHJ1ZSwiVGltZVBhcnRJc1Zpc2libGUiOmZhbHNlfX0sIldlZWtOdW1iZXJpbmciOnsiJGlkIjoiMTMx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wLCJJZCI6ImMyYzA3OGZjLWE4ZjYtNGZmNS04YjA1LThjMzJmOTJiMDhmYyIsIkhlYWRlclRleHQiOm51bGwsIklzRGVmYXVsdCI6dHJ1ZSwiU3R5bGUiOnsiJGlkIjoiMTMyIiwiSGVhZGVyU3R5bGUiOnsiJGlkIjoiMTMzIiwiVGV4dFN0eWxlIjp7IiRpZCI6IjEzNCIsIkZvbnRTZXR0aW5ncyI6eyIkaWQiOiIxMzUiLCJGb250U2l6ZSI6MTEsIkZvbnROYW1lIjoiQ2FsaWJyaSIsIklzQm9sZCI6ZmFsc2UsIklzSXRhbGljIjpmYWxzZSwiSXNVbmRlcmxpbmVkIjpmYWxzZSwiUGFyZW50U3R5bGUiOm51bGx9LCJBdXRvU2l6ZSI6MiwiRm9yZWdyb3VuZCI6eyIkaWQiOiIxMzYiLCJDb2xvciI6eyIkaWQiOiIxMzciLCJBIjoyNTUsIlIiOjAsIkciOjAsIkIiOjB9fSwiTWF4V2lkdGgiOiJJbmZpbml0eSIsIk1heEhlaWdodCI6MC4wLCJTbWFydEZvcmVncm91bmRJc0FjdGl2ZSI6ZmFsc2UsIkhvcml6b250YWxBbGlnbm1lbnQiOjAsIlZlcnRpY2FsQWxpZ25tZW50IjowLCJTbWFydEZvcmVncm91bmQiOm51bGwsIkJhY2tncm91bmRGaWxsVHlwZSI6MCwiTWFyZ2luIjp7IiRpZCI6IjEzOCIsIlRvcCI6MC4wLCJMZWZ0IjowLjAsIlJpZ2h0IjowLjAsIkJvdHRvbSI6MC4wfSwiUGFkZGluZyI6eyIkaWQiOiIxMzkiLCJUb3AiOjAuMCwiTGVmdCI6MC4wLCJSaWdodCI6MC4wLCJCb3R0b20iOjAuMH0sIkJhY2tncm91bmQiOm51bGwsIklzVmlzaWJsZSI6dHJ1ZSwiV2lkdGgiOjAuMCwiSGVpZ2h0IjowLjAsIkJvcmRlclN0eWxlIjpudWxsLCJQYXJlbnRTdHlsZSI6bnVsbH0sIlJlY3RhbmdsZVN0eWxlIjp7IiRpZCI6IjE0MCIsIk1hcmdpbiI6eyIkaWQiOiIxNDEiLCJUb3AiOjAuMCwiTGVmdCI6MC4wLCJSaWdodCI6MC4wLCJCb3R0b20iOjAuMH0sIlBhZGRpbmciOnsiJGlkIjoiMTQyIiwiVG9wIjowLjAsIkxlZnQiOjAuMCwiUmlnaHQiOjAuMCwiQm90dG9tIjowLjB9LCJCYWNrZ3JvdW5kIjp7IiRpZCI6IjE0MyIsIkNvbG9yIjp7IiRpZCI6IjE0NCIsIkEiOjYzLCJSIjoxOTcsIkciOjE5NSwiQiI6MjM4fX0sIklzVmlzaWJsZSI6dHJ1ZSwiV2lkdGgiOjAuMCwiSGVpZ2h0IjowLjAsIkJvcmRlclN0eWxlIjp7IiRpZCI6IjE0NSIsIkxpbmVDb2xvciI6eyIkaWQiOiIxNDYiLCIkdHlwZSI6Ik5MUkUuQ29tbW9uLkRvbS5Tb2xpZENvbG9yQnJ1c2gsIE5MUkUuQ29tbW9uIiwiQ29sb3IiOnsiJGlkIjoiMTQ3IiwiQSI6MjU1LCJSIjoyNTUsIkciOjAsIkIiOjB9fSwiTGluZVdlaWdodCI6MC4wLCJMaW5lVHlwZSI6MCwiUGFyZW50U3R5bGUiOm51bGx9LCJQYXJlbnRTdHlsZSI6bnVsbH0sIk1hcmdpbiI6eyIkaWQiOiIxNDgiLCJUb3AiOjAuMCwiTGVmdCI6MC4wLCJSaWdodCI6MC4wLCJCb3R0b20iOjAuMH0sIlBhZGRpbmciOnsiJGlkIjoiMTQ5IiwiVG9wIjowLjAsIkxlZnQiOjAuMCwiUmlnaHQiOjAuMCwiQm90dG9tIjowLjB9LCJCYWNrZ3JvdW5kIjpudWxsLCJJc1Zpc2libGUiOnRydWUsIldpZHRoIjowLjAsIkhlaWdodCI6MC4wLCJCb3JkZXJTdHlsZSI6bnVsbCwiUGFyZW50U3R5bGUiOm51bGx9LCJCYWNrZ3JvdW5kU3R5bGUiOnsiJGlkIjoiMTUwIiwiTWFyZ2luIjp7IiRpZCI6IjE1MSIsIlRvcCI6MC4wLCJMZWZ0IjowLjAsIlJpZ2h0IjowLjAsIkJvdHRvbSI6MC4wfSwiUGFkZGluZyI6eyIkaWQiOiIxNTIiLCJUb3AiOjAuMCwiTGVmdCI6MC4wLCJSaWdodCI6MC4wLCJCb3R0b20iOjAuMH0sIkJhY2tncm91bmQiOnsiJGlkIjoiMTUzIiwiQ29sb3IiOnsiJGlkIjoiMTU0IiwiQSI6NTEsIlIiOjE5NywiRyI6MTk1LCJCIjoyMzh9fSwiSXNWaXNpYmxlIjp0cnVlLCJXaWR0aCI6MC4wLCJIZWlnaHQiOjAuMCwiQm9yZGVyU3R5bGUiOnsiJGlkIjoiMTU1IiwiTGluZUNvbG9yIjp7IiRpZCI6IjE1NiIsIiR0eXBlIjoiTkxSRS5Db21tb24uRG9tLlNvbGlkQ29sb3JCcnVzaCwgTkxSRS5Db21tb24iLCJDb2xvciI6eyIkaWQiOiIxNTciLCJBIjoyNTUsIlIiOjI1NSwiRyI6MCwiQiI6MH19LCJMaW5lV2VpZ2h0IjowLjAsIkxpbmVUeXBlIjowLCJQYXJlbnRTdHlsZSI6bnVsbH0sIlBhcmVudFN0eWxlIjpudWxsfSwiTWFyZ2luIjp7IiRpZCI6IjE1OCIsIlRvcCI6MC4wLCJMZWZ0IjowLjAsIlJpZ2h0IjowLjAsIkJvdHRvbSI6MC4wfSwiUGFkZGluZyI6eyIkaWQiOiIxNTkiLCJUb3AiOjAuMCwiTGVmdCI6MC4wLCJSaWdodCI6MC4wLCJCb3R0b20iOjAuMH0sIklzVmlzaWJsZSI6ZmFsc2UsIldpZHRoIjowLjAsIkhlaWdodCI6MC4wLCJCb3JkZXJTdHlsZSI6bnVsbCwiUGFyZW50U3R5bGUiOm51bGx9fV0sIklkIjoiYjZhMGI0YWUtNzM0OS00MWRjLWIxOGEtMjViN2I4YjM1YWM0IiwiSW5kZXgiOjAsIkhlYWRlclRleHQiOiJHbG9iYWxccjE1MDctMDAwMlxyUGggSUkiLCJTdHlsZSI6eyIkaWQiOiIxNjAiLCJIZWFkZXJTdHlsZSI6eyIkaWQiOiIxNjEiLCJUZXh0SXNWZXJ0aWNhbCI6ZmFsc2UsIlRleHRTdHlsZSI6eyIkaWQiOiIxNjIiLCJGb250U2V0dGluZ3MiOnsiJGlkIjoiMTYzIiwiRm9udFNpemUiOjEyLCJGb250TmFtZSI6IkNhbGlicmkiLCJJc0JvbGQiOmZhbHNlLCJJc0l0YWxpYyI6ZmFsc2UsIklzVW5kZXJsaW5lZCI6ZmFsc2UsIlBhcmVudFN0eWxlIjpudWxsfSwiQXV0b1NpemUiOjIsIkZvcmVncm91bmQiOnsiJGlkIjoiMTY0IiwiQ29sb3IiOnsiJGlkIjoiMTY1IiwiQSI6MjU1LCJSIjoyNTUsIkciOjI1NSwiQiI6MjU1fX0sIk1heFdpZHRoIjoiSW5maW5pdHkiLCJNYXhIZWlnaHQiOjAuMCwiU21hcnRGb3JlZ3JvdW5kSXNBY3RpdmUiOmZhbHNlLCJIb3Jpem9udGFsQWxpZ25tZW50IjowLCJWZXJ0aWNhbEFsaWdubWVudCI6MCwiU21hcnRGb3JlZ3JvdW5kIjpudWxsLCJCYWNrZ3JvdW5kRmlsbFR5cGUiOjAsIk1hcmdpbiI6eyIkaWQiOiIxNjYiLCJUb3AiOjAuMCwiTGVmdCI6MC4wLCJSaWdodCI6MC4wLCJCb3R0b20iOjAuMH0sIlBhZGRpbmciOnsiJGlkIjoiMTY3IiwiVG9wIjowLjAsIkxlZnQiOjAuMCwiUmlnaHQiOjAuMCwiQm90dG9tIjowLjB9LCJCYWNrZ3JvdW5kIjpudWxsLCJJc1Zpc2libGUiOnRydWUsIldpZHRoIjowLjAsIkhlaWdodCI6MC4wLCJCb3JkZXJTdHlsZSI6bnVsbCwiUGFyZW50U3R5bGUiOm51bGx9LCJSZWN0YW5nbGVTdHlsZSI6eyIkaWQiOiIxNjgiLCJNYXJnaW4iOnsiJGlkIjoiMTY5IiwiVG9wIjowLjAsIkxlZnQiOjAuMCwiUmlnaHQiOjAuMCwiQm90dG9tIjowLjB9LCJQYWRkaW5nIjp7IiRpZCI6IjE3MCIsIlRvcCI6MC4wLCJMZWZ0IjowLjAsIlJpZ2h0IjowLjAsIkJvdHRvbSI6MC4wfSwiQmFja2dyb3VuZCI6eyIkaWQiOiIxNzEiLCJDb2xvciI6eyIkaWQiOiIxNzIiLCJBIjoyNTUsIlIiOjAsIkciOjIyOCwiQiI6MTI0fX0sIklzVmlzaWJsZSI6dHJ1ZSwiV2lkdGgiOjAuMCwiSGVpZ2h0IjowLjAsIkJvcmRlclN0eWxlIjp7IiRpZCI6IjE3MyIsIkxpbmVDb2xvciI6eyIkaWQiOiIxNzQiLCIkdHlwZSI6Ik5MUkUuQ29tbW9uLkRvbS5Tb2xpZENvbG9yQnJ1c2gsIE5MUkUuQ29tbW9uIiwiQ29sb3IiOnsiJGlkIjoiMTc1IiwiQSI6MjU1LCJSIjoyNTUsIkciOjI1NSwiQiI6MjU1fX0sIkxpbmVXZWlnaHQiOjAuMCwiTGluZVR5cGUiOjAsIlBhcmVudFN0eWxlIjpudWxsfSwiUGFyZW50U3R5bGUiOm51bGx9LCJNYXJnaW4iOnsiJGlkIjoiMTc2IiwiVG9wIjowLjAsIkxlZnQiOjAuMCwiUmlnaHQiOjAuMCwiQm90dG9tIjowLjB9LCJQYWRkaW5nIjp7IiRpZCI6IjE3NyIsIlRvcCI6MC4wLCJMZWZ0IjowLjAsIlJpZ2h0IjowLjAsIkJvdHRvbSI6MC4wfSwiQmFja2dyb3VuZCI6bnVsbCwiSXNWaXNpYmxlIjp0cnVlLCJXaWR0aCI6MC4wLCJIZWlnaHQiOjAuMCwiQm9yZGVyU3R5bGUiOm51bGwsIlBhcmVudFN0eWxlIjpudWxsfSwiQmFja2dyb3VuZFN0eWxlIjp7IiRpZCI6IjE3OCIsIk1hcmdpbiI6eyIkaWQiOiIxNzkiLCJUb3AiOjAuMCwiTGVmdCI6MC4wLCJSaWdodCI6MC4wLCJCb3R0b20iOjAuMH0sIlBhZGRpbmciOnsiJGlkIjoiMTgwIiwiVG9wIjowLjAsIkxlZnQiOjAuMCwiUmlnaHQiOjAuMCwiQm90dG9tIjowLjB9LCJCYWNrZ3JvdW5kIjp7IiRpZCI6IjE4MSIsIkNvbG9yIjp7IiRpZCI6IjE4MiIsIkEiOjUxLCJSIjoxOTcsIkciOjE5NSwiQiI6MjM4fX0sIklzVmlzaWJsZSI6dHJ1ZSwiV2lkdGgiOjAuMCwiSGVpZ2h0IjowLjAsIkJvcmRlclN0eWxlIjp7IiRpZCI6IjE4MyIsIkxpbmVDb2xvciI6eyIkaWQiOiIxODQiLCIkdHlwZSI6Ik5MUkUuQ29tbW9uLkRvbS5Tb2xpZENvbG9yQnJ1c2gsIE5MUkUuQ29tbW9uIiwiQ29sb3IiOnsiJGlkIjoiMTg1IiwiQSI6MjU1LCJSIjoyNTUsIkciOjAsIkIiOjB9fSwiTGluZVdlaWdodCI6MC4wLCJMaW5lVHlwZSI6MCwiUGFyZW50U3R5bGUiOm51bGx9LCJQYXJlbnRTdHlsZSI6bnVsbH0sIklzQWJvdmVUaW1lYmFuZCI6ZmFsc2UsIk1hcmdpbiI6eyIkaWQiOiIxODYiLCJUb3AiOjAuMCwiTGVmdCI6MC4wLCJSaWdodCI6MC4wLCJCb3R0b20iOjAuMH0sIlBhZGRpbmciOnsiJGlkIjoiMTg3IiwiVG9wIjowLjAsIkxlZnQiOjAuMCwiUmlnaHQiOjAuMCwiQm90dG9tIjowLjB9LCJJc1Zpc2libGUiOnRydWUsIldpZHRoIjowLjAsIkhlaWdodCI6MC4wLCJCb3JkZXJTdHlsZSI6eyIkaWQiOiIxODgiLCJMaW5lQ29sb3IiOm51bGwsIkxpbmVXZWlnaHQiOjAuMCwiTGluZVR5cGUiOjAsIlBhcmVudFN0eWxlIjpudWxsfSwiUGFyZW50U3R5bGUiOm51bGx9fSx7IiRpZCI6IjE4OSIsIl9hY3Rpdml0aWVzIjpbeyIkaWQiOiIxOTAiLCJfcm93cyI6W3siJGlkIjoiMTkxIiwiX3Rhc2tzIjpbeyIkaWQiOiIxOTIiLCJfYXR0YWNoZWRNaWxlc3RvbmVzIjpbXSwiVGFza0RlZmluaXRpb24iOnsiJGlkIjoiMTkzIiwiR3JvdXBOYW1lIjpudWxsLCJTdGFydERhdGUiOiIyMDI1LTExLTMwVDIzOjU5OjAwWiIsIkVuZERhdGUiOiIyMDI2LTAyLTI4VDIzOjU5OjAwWiIsIlBlcmNlbnRhZ2VDb21wbGV0ZSI6bnVsbCwiU3R5bGUiOnsiJGlkIjoiMTk0IiwiU2hhcGUiOjEsIlNoYXBlVGhpY2tuZXNzIjowLCJEdXJhdGlvbkZvcm1hdCI6MCwiSW5jbHVkZU5vbldvcmtpbmdEYXlzSW5EdXJhdGlvbiI6ZmFsc2UsIlBlcmNlbnRhZ2VDb21wbGV0ZVN0eWxlIjp7IiRpZCI6IjE5NSIsIkZvbnRTZXR0aW5ncyI6eyIkaWQiOiIxOTYiLCJGb250U2l6ZSI6MTAsIkZvbnROYW1lIjoiQ2FsaWJyaSIsIklzQm9sZCI6ZmFsc2UsIklzSXRhbGljIjpmYWxzZSwiSXNVbmRlcmxpbmVkIjpmYWxzZSwiUGFyZW50U3R5bGUiOm51bGx9LCJBdXRvU2l6ZSI6MCwiRm9yZWdyb3VuZCI6eyIkcmVmIjoiNjYifSwiTWF4V2lkdGgiOjIwMC4wLCJNYXhIZWlnaHQiOiJJbmZpbml0eSIsIlNtYXJ0Rm9yZWdyb3VuZElzQWN0aXZlIjpmYWxzZSwiSG9yaXpvbnRhbEFsaWdubWVudCI6MCwiVmVydGljYWxBbGlnbm1lbnQiOjAsIlNtYXJ0Rm9yZWdyb3VuZCI6bnVsbCwiQmFja2dyb3VuZEZpbGxUeXBlIjowLCJNYXJnaW4iOnsiJHJlZiI6IjY4In0sIlBhZGRpbmciOnsiJHJlZiI6IjY5In0sIkJhY2tncm91bmQiOnsiJHJlZiI6IjcwIn0sIklzVmlzaWJsZSI6dHJ1ZSwiV2lkdGgiOjAuMCwiSGVpZ2h0IjowLjAsIkJvcmRlclN0eWxlIjp7IiRpZCI6IjE5NyIsIkxpbmVDb2xvciI6bnVsbCwiTGluZVdlaWdodCI6MC4wLCJMaW5lVHlwZSI6MCwiUGFyZW50U3R5bGUiOm51bGx9LCJQYXJlbnRTdHlsZSI6bnVsbH0sIkR1cmF0aW9uU3R5bGUiOnsiJGlkIjoiMTk4IiwiRm9udFNldHRpbmdzIjp7IiRpZCI6IjE5OSIsIkZvbnRTaXplIjoxMCwiRm9udE5hbWUiOiJDYWxpYnJpIiwiSXNCb2xkIjpmYWxzZSwiSXNJdGFsaWMiOmZhbHNlLCJJc1VuZGVybGluZWQiOmZhbHNlLCJQYXJlbnRTdHlsZSI6bnVsbH0sIkF1dG9TaXplIjowLCJGb3JlZ3JvdW5kIjp7IiRyZWYiOiI3NSJ9LCJNYXhXaWR0aCI6MjAwLjAsIk1heEhlaWdodCI6IkluZmluaXR5IiwiU21hcnRGb3JlZ3JvdW5kSXNBY3RpdmUiOmZhbHNlLCJIb3Jpem9udGFsQWxpZ25tZW50IjowLCJWZXJ0aWNhbEFsaWdubWVudCI6MCwiU21hcnRGb3JlZ3JvdW5kIjpudWxsLCJCYWNrZ3JvdW5kRmlsbFR5cGUiOjAsIk1hcmdpbiI6eyIkcmVmIjoiNzcifSwiUGFkZGluZyI6eyIkcmVmIjoiNzgifSwiQmFja2dyb3VuZCI6eyIkcmVmIjoiNzkifSwiSXNWaXNpYmxlIjp0cnVlLCJXaWR0aCI6MC4wLCJIZWlnaHQiOjAuMCwiQm9yZGVyU3R5bGUiOnsiJGlkIjoiMjAwIiwiTGluZUNvbG9yIjpudWxsLCJMaW5lV2VpZ2h0IjowLjAsIkxpbmVUeXBlIjowLCJQYXJlbnRTdHlsZSI6bnVsbH0sIlBhcmVudFN0eWxlIjpudWxsfSwiSG9yaXpvbnRhbENvbm5lY3RvclN0eWxlIjp7IiRpZCI6IjIwMSIsIkxpbmVDb2xvciI6eyIkcmVmIjoiODMifSwiTGluZVdlaWdodCI6MS4wLCJMaW5lVHlwZSI6MCwiUGFyZW50U3R5bGUiOm51bGx9LCJWZXJ0aWNhbENvbm5lY3RvclN0eWxlIjp7IiRpZCI6IjIwMiIsIkxpbmVDb2xvciI6eyIkcmVmIjoiODY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yMDMiLCJNYXJnaW4iOnsiJHJlZiI6Ijg5In0sIlBhZGRpbmciOnsiJHJlZiI6IjkwIn0sIkJhY2tncm91bmQiOnsiJGlkIjoiMjA0IiwiQ29sb3IiOnsiJGlkIjoiMjA1IiwiQSI6MjU1LCJSIjowLCJHIjoyMjgsIkIiOjEyNH19LCJJc1Zpc2libGUiOnRydWUsIldpZHRoIjoxNTEuMCwiSGVpZ2h0IjoxMC4wLCJCb3JkZXJTdHlsZSI6eyIkaWQiOiIyMDYiLCJMaW5lQ29sb3IiOnsiJGlkIjoiMjA3IiwiJHR5cGUiOiJOTFJFLkNvbW1vbi5Eb20uU29saWRDb2xvckJydXNoLCBOTFJFLkNvbW1vbiIsIkNvbG9yIjp7IiRpZCI6IjIwOCIsIkEiOjI1NSwiUiI6MjU1LCJHIjoyNTUsIkIiOjI1NX19LCJMaW5lV2VpZ2h0IjowLjAsIkxpbmVUeXBlIjowLCJQYXJlbnRTdHlsZSI6bnVsbH0sIlBhcmVudFN0eWxlIjpudWxsfSwiVGl0bGVTdHlsZSI6eyIkaWQiOiIyMDkiLCJGb250U2V0dGluZ3MiOnsiJGlkIjoiMjEwIiwiRm9udFNpemUiOjExLCJGb250TmFtZSI6IkNhbGlicmkiLCJJc0JvbGQiOnRydWUsIklzSXRhbGljIjpmYWxzZSwiSXNVbmRlcmxpbmVkIjpmYWxzZSwiUGFyZW50U3R5bGUiOm51bGx9LCJBdXRvU2l6ZSI6MCwiRm9yZWdyb3VuZCI6eyIkcmVmIjoiOTgifSwiTWF4V2lkdGgiOjcyMC4wLCJNYXhIZWlnaHQiOiJJbmZpbml0eSIsIlNtYXJ0Rm9yZWdyb3VuZElzQWN0aXZlIjpmYWxzZSwiSG9yaXpvbnRhbEFsaWdubWVudCI6MCwiVmVydGljYWxBbGlnbm1lbnQiOjAsIlNtYXJ0Rm9yZWdyb3VuZCI6bnVsbCwiQmFja2dyb3VuZEZpbGxUeXBlIjowLCJNYXJnaW4iOnsiJHJlZiI6IjEwMCJ9LCJQYWRkaW5nIjp7IiRyZWYiOiIxMDEifSwiQmFja2dyb3VuZCI6eyIkcmVmIjoiMTAyIn0sIklzVmlzaWJsZSI6dHJ1ZSwiV2lkdGgiOjAuMCwiSGVpZ2h0IjowLjAsIkJvcmRlclN0eWxlIjp7IiRpZCI6IjIxMSIsIkxpbmVDb2xvciI6bnVsbCwiTGluZVdlaWdodCI6MC4wLCJMaW5lVHlwZSI6MCwiUGFyZW50U3R5bGUiOm51bGx9LCJQYXJlbnRTdHlsZSI6bnVsbH0sIkRhdGVTdHlsZSI6eyIkaWQiOiIyMTIiLCJGb250U2V0dGluZ3MiOnsiJGlkIjoiMjEzIiwiRm9udFNpemUiOjEwLCJGb250TmFtZSI6IkNhbGlicmkiLCJJc0JvbGQiOmZhbHNlLCJJc0l0YWxpYyI6ZmFsc2UsIklzVW5kZXJsaW5lZCI6ZmFsc2UsIlBhcmVudFN0eWxlIjpudWxsfSwiQXV0b1NpemUiOjAsIkZvcmVncm91bmQiOnsiJHJlZiI6IjEwNyJ9LCJNYXhXaWR0aCI6MjAwLjAsIk1heEhlaWdodCI6IkluZmluaXR5IiwiU21hcnRGb3JlZ3JvdW5kSXNBY3RpdmUiOmZhbHNlLCJIb3Jpem9udGFsQWxpZ25tZW50IjoyLCJWZXJ0aWNhbEFsaWdubWVudCI6MCwiU21hcnRGb3JlZ3JvdW5kIjpudWxsLCJCYWNrZ3JvdW5kRmlsbFR5cGUiOjAsIk1hcmdpbiI6eyIkcmVmIjoiMTA5In0sIlBhZGRpbmciOnsiJHJlZiI6IjExMCJ9LCJCYWNrZ3JvdW5kIjp7IiRyZWYiOiIxMTEifSwiSXNWaXNpYmxlIjp0cnVlLCJXaWR0aCI6MC4wLCJIZWlnaHQiOjAuMCwiQm9yZGVyU3R5bGUiOnsiJGlkIjoiMjE0IiwiTGluZUNvbG9yIjpudWxsLCJMaW5lV2VpZ2h0IjowLjAsIkxpbmVUeXBlIjowLCJQYXJlbnRTdHlsZSI6bnVsbH0sIlBhcmVudFN0eWxlIjpudWxsfSwiRGF0ZUZvcm1hdCI6eyIkaWQiOiIyMTU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NiIsIkZvcm1hdCI6MCwiSXNWaXNpYmxlIjpmYWxzZSwiTGFzdEtub3duVmlzaWJpbGl0eVN0YXRlIjpmYWxzZX0sIklzVmlzaWJsZSI6dHJ1ZSwiUGFyZW50U3R5bGUiOm51bGx9LCJJbmRleCI6MCwiU21hcnREdXJhdGlvbkFjdGl2YXRlZCI6ZmFsc2UsIkRhdGVGb3JtYXQiOnsiJHJlZiI6IjIxNSJ9LCJXZWVrTnVtYmVyaW5nIjp7IiRpZCI6IjIxNyIsIkZvcm1hdCI6MCwiSXNWaXNpYmxlIjpmYWxzZSwiTGFzdEtub3duVmlzaWJpbGl0eVN0YXRlIjpmYWxzZX0sIklkIjoiMWU1YmNmYjUtZjQ5OS00NGM0LTllZWItY2VhNjZiNjIwYTM3IiwiSW1wb3J0SWQiOm51bGwsIlRpdGxlIjoiUGggSUkgcHJlLUlORCBzdWIgLSBmZWVkYmFjayIsIk5vdGUiOm51bGwsIkh5cGVybGluayI6eyIkaWQiOiIyMTgiLCJBZGRyZXNzIjpudWxsLCJTdWJBZGRyZXNzIjpudWxsfSwiSXNDaGFuZ2VkIjpmYWxzZSwiSXNOZXciOmZhbHNlfX1dLCJfbWlsZXN0b25lcyI6W10sIklkIjoiMDAwMDAwMDAtMDAwMC0wMDAwLTAwMDAtMDAwMDAwMDAwMDAwIiwiSXNTaW5nbGVJdGVtUm93Ijp0cnVlfSx7IiRpZCI6IjIxOSIsIl90YXNrcyI6W3siJGlkIjoiMjIwIiwiX2F0dGFjaGVkTWlsZXN0b25lcyI6W10sIlRhc2tEZWZpbml0aW9uIjp7IiRpZCI6IjIyMSIsIkdyb3VwTmFtZSI6bnVsbCwiU3RhcnREYXRlIjoiMjAyNi0wMy0xM1QyMzo1OTowMFoiLCJFbmREYXRlIjoiMjAyNi0wNi0xMlQyMzo1OTowMFoiLCJQZXJjZW50YWdlQ29tcGxldGUiOm51bGwsIlN0eWxlIjp7IiRpZCI6IjIyMiIsIlNoYXBlIjoxLCJTaGFwZVRoaWNrbmVzcyI6MCwiRHVyYXRpb25Gb3JtYXQiOjAsIkluY2x1ZGVOb25Xb3JraW5nRGF5c0luRHVyYXRpb24iOmZhbHNlLCJQZXJjZW50YWdlQ29tcGxldGVTdHlsZSI6eyIkaWQiOiIyMjMiLCJGb250U2V0dGluZ3MiOnsiJGlkIjoiMjI0IiwiRm9udFNpemUiOjEwLCJGb250TmFtZSI6IkNhbGlicmkiLCJJc0JvbGQiOmZhbHNlLCJJc0l0YWxpYyI6ZmFsc2UsIklzVW5kZXJsaW5lZCI6ZmFsc2UsIlBhcmVudFN0eWxlIjpudWxsfSwiQXV0b1NpemUiOjAsIkZvcmVncm91bmQiOnsiJHJlZiI6IjY2In0sIk1heFdpZHRoIjoyMDAuMCwiTWF4SGVpZ2h0IjoiSW5maW5pdHkiLCJTbWFydEZvcmVncm91bmRJc0FjdGl2ZSI6ZmFsc2UsIkhvcml6b250YWxBbGlnbm1lbnQiOjAsIlZlcnRpY2FsQWxpZ25tZW50IjowLCJTbWFydEZvcmVncm91bmQiOm51bGwsIkJhY2tncm91bmRGaWxsVHlwZSI6MCwiTWFyZ2luIjp7IiRyZWYiOiI2OCJ9LCJQYWRkaW5nIjp7IiRyZWYiOiI2OSJ9LCJCYWNrZ3JvdW5kIjp7IiRyZWYiOiI3MCJ9LCJJc1Zpc2libGUiOnRydWUsIldpZHRoIjowLjAsIkhlaWdodCI6MC4wLCJCb3JkZXJTdHlsZSI6eyIkaWQiOiIyMjUiLCJMaW5lQ29sb3IiOm51bGwsIkxpbmVXZWlnaHQiOjAuMCwiTGluZVR5cGUiOjAsIlBhcmVudFN0eWxlIjpudWxsfSwiUGFyZW50U3R5bGUiOm51bGx9LCJEdXJhdGlvblN0eWxlIjp7IiRpZCI6IjIyNiIsIkZvbnRTZXR0aW5ncyI6eyIkaWQiOiIyMjciLCJGb250U2l6ZSI6MTAsIkZvbnROYW1lIjoiQ2FsaWJyaSIsIklzQm9sZCI6ZmFsc2UsIklzSXRhbGljIjpmYWxzZSwiSXNVbmRlcmxpbmVkIjpmYWxzZSwiUGFyZW50U3R5bGUiOm51bGx9LCJBdXRvU2l6ZSI6MCwiRm9yZWdyb3VuZCI6eyIkcmVmIjoiNzUifSwiTWF4V2lkdGgiOjIwMC4wLCJNYXhIZWlnaHQiOiJJbmZpbml0eSIsIlNtYXJ0Rm9yZWdyb3VuZElzQWN0aXZlIjpmYWxzZSwiSG9yaXpvbnRhbEFsaWdubWVudCI6MCwiVmVydGljYWxBbGlnbm1lbnQiOjAsIlNtYXJ0Rm9yZWdyb3VuZCI6bnVsbCwiQmFja2dyb3VuZEZpbGxUeXBlIjowLCJNYXJnaW4iOnsiJHJlZiI6Ijc3In0sIlBhZGRpbmciOnsiJHJlZiI6Ijc4In0sIkJhY2tncm91bmQiOnsiJHJlZiI6Ijc5In0sIklzVmlzaWJsZSI6dHJ1ZSwiV2lkdGgiOjAuMCwiSGVpZ2h0IjowLjAsIkJvcmRlclN0eWxlIjp7IiRpZCI6IjIyOCIsIkxpbmVDb2xvciI6bnVsbCwiTGluZVdlaWdodCI6MC4wLCJMaW5lVHlwZSI6MCwiUGFyZW50U3R5bGUiOm51bGx9LCJQYXJlbnRTdHlsZSI6bnVsbH0sIkhvcml6b250YWxDb25uZWN0b3JTdHlsZSI6eyIkaWQiOiIyMjkiLCJMaW5lQ29sb3IiOnsiJHJlZiI6IjgzIn0sIkxpbmVXZWlnaHQiOjEuMCwiTGluZVR5cGUiOjAsIlBhcmVudFN0eWxlIjpudWxsfSwiVmVydGljYWxDb25uZWN0b3JTdHlsZSI6eyIkaWQiOiIyMzAiLCJMaW5lQ29sb3IiOnsiJHJlZiI6Ijg2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jMxIiwiTWFyZ2luIjp7IiRyZWYiOiI4OSJ9LCJQYWRkaW5nIjp7IiRyZWYiOiI5MCJ9LCJCYWNrZ3JvdW5kIjp7IiRpZCI6IjIzMiIsIkNvbG9yIjp7IiRpZCI6IjIzMyIsIkEiOjI1NSwiUiI6OCwiRyI6NDksIkIiOjQyfX0sIklzVmlzaWJsZSI6dHJ1ZSwiV2lkdGgiOjE1MS4wLCJIZWlnaHQiOjEwLjAsIkJvcmRlclN0eWxlIjp7IiRpZCI6IjIzNCIsIkxpbmVDb2xvciI6eyIkcmVmIjoiOTQifSwiTGluZVdlaWdodCI6MC4wLCJMaW5lVHlwZSI6MCwiUGFyZW50U3R5bGUiOm51bGx9LCJQYXJlbnRTdHlsZSI6bnVsbH0sIlRpdGxlU3R5bGUiOnsiJGlkIjoiMjM1IiwiRm9udFNldHRpbmdzIjp7IiRpZCI6IjIzNiIsIkZvbnRTaXplIjoxMSwiRm9udE5hbWUiOiJDYWxpYnJpIiwiSXNCb2xkIjp0cnVlLCJJc0l0YWxpYyI6ZmFsc2UsIklzVW5kZXJsaW5lZCI6ZmFsc2UsIlBhcmVudFN0eWxlIjpudWxsfSwiQXV0b1NpemUiOjAsIkZvcmVncm91bmQiOnsiJHJlZiI6Ijk4In0sIk1heFdpZHRoIjo3MjAuMCwiTWF4SGVpZ2h0IjoiSW5maW5pdHkiLCJTbWFydEZvcmVncm91bmRJc0FjdGl2ZSI6ZmFsc2UsIkhvcml6b250YWxBbGlnbm1lbnQiOjAsIlZlcnRpY2FsQWxpZ25tZW50IjowLCJTbWFydEZvcmVncm91bmQiOm51bGwsIkJhY2tncm91bmRGaWxsVHlwZSI6MCwiTWFyZ2luIjp7IiRyZWYiOiIxMDAifSwiUGFkZGluZyI6eyIkcmVmIjoiMTAxIn0sIkJhY2tncm91bmQiOnsiJHJlZiI6IjEwMiJ9LCJJc1Zpc2libGUiOnRydWUsIldpZHRoIjowLjAsIkhlaWdodCI6MC4wLCJCb3JkZXJTdHlsZSI6eyIkaWQiOiIyMzciLCJMaW5lQ29sb3IiOm51bGwsIkxpbmVXZWlnaHQiOjAuMCwiTGluZVR5cGUiOjAsIlBhcmVudFN0eWxlIjpudWxsfSwiUGFyZW50U3R5bGUiOm51bGx9LCJEYXRlU3R5bGUiOnsiJGlkIjoiMjM4IiwiRm9udFNldHRpbmdzIjp7IiRpZCI6IjIzOSIsIkZvbnRTaXplIjoxMCwiRm9udE5hbWUiOiJDYWxpYnJpIiwiSXNCb2xkIjpmYWxzZSwiSXNJdGFsaWMiOmZhbHNlLCJJc1VuZGVybGluZWQiOmZhbHNlLCJQYXJlbnRTdHlsZSI6bnVsbH0sIkF1dG9TaXplIjowLCJGb3JlZ3JvdW5kIjp7IiRyZWYiOiIxMDcifSwiTWF4V2lkdGgiOjIwMC4wLCJNYXhIZWlnaHQiOiJJbmZpbml0eSIsIlNtYXJ0Rm9yZWdyb3VuZElzQWN0aXZlIjpmYWxzZSwiSG9yaXpvbnRhbEFsaWdubWVudCI6MiwiVmVydGljYWxBbGlnbm1lbnQiOjAsIlNtYXJ0Rm9yZWdyb3VuZCI6bnVsbCwiQmFja2dyb3VuZEZpbGxUeXBlIjowLCJNYXJnaW4iOnsiJHJlZiI6IjEwOSJ9LCJQYWRkaW5nIjp7IiRyZWYiOiIxMTAifSwiQmFja2dyb3VuZCI6eyIkcmVmIjoiMTExIn0sIklzVmlzaWJsZSI6dHJ1ZSwiV2lkdGgiOjAuMCwiSGVpZ2h0IjowLjAsIkJvcmRlclN0eWxlIjp7IiRpZCI6IjI0MCIsIkxpbmVDb2xvciI6bnVsbCwiTGluZVdlaWdodCI6MC4wLCJMaW5lVHlwZSI6MCwiUGFyZW50U3R5bGUiOm51bGx9LCJQYXJlbnRTdHlsZSI6bnVsbH0sIkRhdGVGb3JtYXQiOnsiJGlkIjoiMjQx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DIiLCJGb3JtYXQiOjAsIklzVmlzaWJsZSI6ZmFsc2UsIkxhc3RLbm93blZpc2liaWxpdHlTdGF0ZSI6ZmFsc2V9LCJJc1Zpc2libGUiOnRydWUsIlBhcmVudFN0eWxlIjpudWxsfSwiSW5kZXgiOjEsIlNtYXJ0RHVyYXRpb25BY3RpdmF0ZWQiOmZhbHNlLCJEYXRlRm9ybWF0Ijp7IiRyZWYiOiIyNDEifSwiV2Vla051bWJlcmluZyI6eyIkaWQiOiIyNDMiLCJGb3JtYXQiOjAsIklzVmlzaWJsZSI6ZmFsc2UsIkxhc3RLbm93blZpc2liaWxpdHlTdGF0ZSI6ZmFsc2V9LCJJZCI6ImFmM2U4MDc1LTRlZTgtNDM3NC04ODhkLTBmMjVmZDU0MmYwOCIsIkltcG9ydElkIjpudWxsLCJUaXRsZSI6IlBoIElJIENUQSBzdWIgLSBhcHAiLCJOb3RlIjpudWxsLCJIeXBlcmxpbmsiOnsiJGlkIjoiMjQ0IiwiQWRkcmVzcyI6bnVsbCwiU3ViQWRkcmVzcyI6bnVsbH0sIklzQ2hhbmdlZCI6ZmFsc2UsIklzTmV3IjpmYWxzZX19XSwiX21pbGVzdG9uZXMiOltdLCJJZCI6IjAwMDAwMDAwLTAwMDAtMDAwMC0wMDAwLTAwMDAwMDAwMDAwMCIsIklzU2luZ2xlSXRlbVJvdyI6dHJ1ZX0seyIkaWQiOiIyNDUiLCJfdGFza3MiOlt7IiRpZCI6IjI0NiIsIl9hdHRhY2hlZE1pbGVzdG9uZXMiOltdLCJUYXNrRGVmaW5pdGlvbiI6eyIkaWQiOiIyNDciLCJHcm91cE5hbWUiOm51bGwsIlN0YXJ0RGF0ZSI6IjIwMjYtMDktMTFUMjM6NTk6MDBaIiwiRW5kRGF0ZSI6IjIwMjYtMTEtMTdUMjM6NTk6MDBaIiwiUGVyY2VudGFnZUNvbXBsZXRlIjpudWxsLCJTdHlsZSI6eyIkaWQiOiIyNDgiLCJTaGFwZSI6MSwiU2hhcGVUaGlja25lc3MiOjAsIkR1cmF0aW9uRm9ybWF0IjowLCJJbmNsdWRlTm9uV29ya2luZ0RheXNJbkR1cmF0aW9uIjpmYWxzZSwiUGVyY2VudGFnZUNvbXBsZXRlU3R5bGUiOnsiJGlkIjoiMjQ5IiwiRm9udFNldHRpbmdzIjp7IiRpZCI6IjI1MCIsIkZvbnRTaXplIjoxMCwiRm9udE5hbWUiOiJDYWxpYnJpIiwiSXNCb2xkIjpmYWxzZSwiSXNJdGFsaWMiOmZhbHNlLCJJc1VuZGVybGluZWQiOmZhbHNlLCJQYXJlbnRTdHlsZSI6bnVsbH0sIkF1dG9TaXplIjowLCJGb3JlZ3JvdW5kIjp7IiRyZWYiOiI2NiJ9LCJNYXhXaWR0aCI6MjAwLjAsIk1heEhlaWdodCI6IkluZmluaXR5IiwiU21hcnRGb3JlZ3JvdW5kSXNBY3RpdmUiOmZhbHNlLCJIb3Jpem9udGFsQWxpZ25tZW50IjowLCJWZXJ0aWNhbEFsaWdubWVudCI6MCwiU21hcnRGb3JlZ3JvdW5kIjpudWxsLCJCYWNrZ3JvdW5kRmlsbFR5cGUiOjAsIk1hcmdpbiI6eyIkcmVmIjoiNjgifSwiUGFkZGluZyI6eyIkcmVmIjoiNjkifSwiQmFja2dyb3VuZCI6eyIkcmVmIjoiNzAifSwiSXNWaXNpYmxlIjp0cnVlLCJXaWR0aCI6MC4wLCJIZWlnaHQiOjAuMCwiQm9yZGVyU3R5bGUiOnsiJGlkIjoiMjUxIiwiTGluZUNvbG9yIjpudWxsLCJMaW5lV2VpZ2h0IjowLjAsIkxpbmVUeXBlIjowLCJQYXJlbnRTdHlsZSI6bnVsbH0sIlBhcmVudFN0eWxlIjpudWxsfSwiRHVyYXRpb25TdHlsZSI6eyIkaWQiOiIyNTIiLCJGb250U2V0dGluZ3MiOnsiJGlkIjoiMjUzIiwiRm9udFNpemUiOjEwLCJGb250TmFtZSI6IkNhbGlicmkiLCJJc0JvbGQiOmZhbHNlLCJJc0l0YWxpYyI6ZmFsc2UsIklzVW5kZXJsaW5lZCI6ZmFsc2UsIlBhcmVudFN0eWxlIjpudWxsfSwiQXV0b1NpemUiOjAsIkZvcmVncm91bmQiOnsiJHJlZiI6Ijc1In0sIk1heFdpZHRoIjoyMDAuMCwiTWF4SGVpZ2h0IjoiSW5maW5pdHkiLCJTbWFydEZvcmVncm91bmRJc0FjdGl2ZSI6ZmFsc2UsIkhvcml6b250YWxBbGlnbm1lbnQiOjAsIlZlcnRpY2FsQWxpZ25tZW50IjowLCJTbWFydEZvcmVncm91bmQiOm51bGwsIkJhY2tncm91bmRGaWxsVHlwZSI6MCwiTWFyZ2luIjp7IiRyZWYiOiI3NyJ9LCJQYWRkaW5nIjp7IiRyZWYiOiI3OCJ9LCJCYWNrZ3JvdW5kIjp7IiRyZWYiOiI3OSJ9LCJJc1Zpc2libGUiOnRydWUsIldpZHRoIjowLjAsIkhlaWdodCI6MC4wLCJCb3JkZXJTdHlsZSI6eyIkaWQiOiIyNTQiLCJMaW5lQ29sb3IiOm51bGwsIkxpbmVXZWlnaHQiOjAuMCwiTGluZVR5cGUiOjAsIlBhcmVudFN0eWxlIjpudWxsfSwiUGFyZW50U3R5bGUiOm51bGx9LCJIb3Jpem9udGFsQ29ubmVjdG9yU3R5bGUiOnsiJGlkIjoiMjU1IiwiTGluZUNvbG9yIjp7IiRyZWYiOiI4MyJ9LCJMaW5lV2VpZ2h0IjoxLjAsIkxpbmVUeXBlIjowLCJQYXJlbnRTdHlsZSI6bnVsbH0sIlZlcnRpY2FsQ29ubmVjdG9yU3R5bGUiOnsiJGlkIjoiMjU2IiwiTGluZUNvbG9yIjp7IiRyZWYiOiI4N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I1NyIsIk1hcmdpbiI6eyIkcmVmIjoiODkifSwiUGFkZGluZyI6eyIkcmVmIjoiOTAifSwiQmFja2dyb3VuZCI6eyIkaWQiOiIyNTgiLCJDb2xvciI6eyIkaWQiOiIyNTkiLCJBIjoyNTUsIlIiOjgsIkciOjQ5LCJCIjo0Mn19LCJJc1Zpc2libGUiOnRydWUsIldpZHRoIjoxMTMuMCwiSGVpZ2h0IjoxMC4wLCJCb3JkZXJTdHlsZSI6eyIkaWQiOiIyNjAiLCJMaW5lQ29sb3IiOnsiJHJlZiI6Ijk0In0sIkxpbmVXZWlnaHQiOjAuMCwiTGluZVR5cGUiOjAsIlBhcmVudFN0eWxlIjpudWxsfSwiUGFyZW50U3R5bGUiOm51bGx9LCJUaXRsZVN0eWxlIjp7IiRpZCI6IjI2MSIsIkZvbnRTZXR0aW5ncyI6eyIkaWQiOiIyNjIiLCJGb250U2l6ZSI6MTEsIkZvbnROYW1lIjoiQ2FsaWJyaSIsIklzQm9sZCI6dHJ1ZSwiSXNJdGFsaWMiOmZhbHNlLCJJc1VuZGVybGluZWQiOmZhbHNlLCJQYXJlbnRTdHlsZSI6bnVsbH0sIkF1dG9TaXplIjowLCJGb3JlZ3JvdW5kIjp7IiRyZWYiOiI5OCJ9LCJNYXhXaWR0aCI6NzIwLjAsIk1heEhlaWdodCI6IkluZmluaXR5IiwiU21hcnRGb3JlZ3JvdW5kSXNBY3RpdmUiOmZhbHNlLCJIb3Jpem9udGFsQWxpZ25tZW50IjowLCJWZXJ0aWNhbEFsaWdubWVudCI6MCwiU21hcnRGb3JlZ3JvdW5kIjpudWxsLCJCYWNrZ3JvdW5kRmlsbFR5cGUiOjAsIk1hcmdpbiI6eyIkcmVmIjoiMTAwIn0sIlBhZGRpbmciOnsiJHJlZiI6IjEwMSJ9LCJCYWNrZ3JvdW5kIjp7IiRyZWYiOiIxMDIifSwiSXNWaXNpYmxlIjp0cnVlLCJXaWR0aCI6MC4wLCJIZWlnaHQiOjAuMCwiQm9yZGVyU3R5bGUiOnsiJGlkIjoiMjYzIiwiTGluZUNvbG9yIjpudWxsLCJMaW5lV2VpZ2h0IjowLjAsIkxpbmVUeXBlIjowLCJQYXJlbnRTdHlsZSI6bnVsbH0sIlBhcmVudFN0eWxlIjpudWxsfSwiRGF0ZVN0eWxlIjp7IiRpZCI6IjI2NCIsIkZvbnRTZXR0aW5ncyI6eyIkaWQiOiIyNjUiLCJGb250U2l6ZSI6MTAsIkZvbnROYW1lIjoiQ2FsaWJyaSIsIklzQm9sZCI6ZmFsc2UsIklzSXRhbGljIjpmYWxzZSwiSXNVbmRlcmxpbmVkIjpmYWxzZSwiUGFyZW50U3R5bGUiOm51bGx9LCJBdXRvU2l6ZSI6MCwiRm9yZWdyb3VuZCI6eyIkcmVmIjoiMTA3In0sIk1heFdpZHRoIjoyMDAuMCwiTWF4SGVpZ2h0IjoiSW5maW5pdHkiLCJTbWFydEZvcmVncm91bmRJc0FjdGl2ZSI6ZmFsc2UsIkhvcml6b250YWxBbGlnbm1lbnQiOjIsIlZlcnRpY2FsQWxpZ25tZW50IjowLCJTbWFydEZvcmVncm91bmQiOm51bGwsIkJhY2tncm91bmRGaWxsVHlwZSI6MCwiTWFyZ2luIjp7IiRyZWYiOiIxMDkifSwiUGFkZGluZyI6eyIkcmVmIjoiMTEwIn0sIkJhY2tncm91bmQiOnsiJHJlZiI6IjExMSJ9LCJJc1Zpc2libGUiOnRydWUsIldpZHRoIjowLjAsIkhlaWdodCI6MC4wLCJCb3JkZXJTdHlsZSI6eyIkaWQiOiIyNjYiLCJMaW5lQ29sb3IiOm51bGwsIkxpbmVXZWlnaHQiOjAuMCwiTGluZVR5cGUiOjAsIlBhcmVudFN0eWxlIjpudWxsfSwiUGFyZW50U3R5bGUiOm51bGx9LCJEYXRlRm9ybWF0Ijp7IiRpZCI6IjI2Ny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4IiwiRm9ybWF0IjowLCJJc1Zpc2libGUiOmZhbHNlLCJMYXN0S25vd25WaXNpYmlsaXR5U3RhdGUiOmZhbHNlfSwiSXNWaXNpYmxlIjp0cnVlLCJQYXJlbnRTdHlsZSI6bnVsbH0sIkluZGV4IjoyLCJTbWFydER1cmF0aW9uQWN0aXZhdGVkIjpmYWxzZSwiRGF0ZUZvcm1hdCI6eyIkcmVmIjoiMjY3In0sIldlZWtOdW1iZXJpbmciOnsiJGlkIjoiMjY5IiwiRm9ybWF0IjowLCJJc1Zpc2libGUiOmZhbHNlLCJMYXN0S25vd25WaXNpYmlsaXR5U3RhdGUiOmZhbHNlfSwiSWQiOiIzZDhiMWRjYS1iNGY2LTQyYzgtYWRhZi00OTVmYzJmNGE5ZmQiLCJJbXBvcnRJZCI6bnVsbCwiVGl0bGUiOiJDaGluYSBmU0lWIC0gTFNTIiwiTm90ZSI6bnVsbCwiSHlwZXJsaW5rIjp7IiRpZCI6IjI3MCIsIkFkZHJlc3MiOm51bGwsIlN1YkFkZHJlc3MiOm51bGx9LCJJc0NoYW5nZWQiOmZhbHNlLCJJc05ldyI6ZmFsc2V9fV0sIl9taWxlc3RvbmVzIjpbXSwiSWQiOiIwMDAwMDAwMC0wMDAwLTAwMDAtMDAwMC0wMDAwMDAwMDAwMDAiLCJJc1NpbmdsZUl0ZW1Sb3ciOnRydWV9XSwiSW5kZXgiOjYsIklkIjoiNmVmMWY3ZWUtN2ViOC00ODM0LTk2NTMtMWZjMTU2MGQwNDU0IiwiSGVhZGVyVGV4dCI6bnVsbCwiSXNEZWZhdWx0Ijp0cnVlLCJTdHlsZSI6eyIkaWQiOiIyNzEiLCJIZWFkZXJTdHlsZSI6eyIkaWQiOiIyNzIiLCJUZXh0U3R5bGUiOnsiJGlkIjoiMjczIiwiRm9udFNldHRpbmdzIjp7IiRpZCI6IjI3NCIsIkZvbnRTaXplIjoxMSwiRm9udE5hbWUiOiJDYWxpYnJpIiwiSXNCb2xkIjpmYWxzZSwiSXNJdGFsaWMiOmZhbHNlLCJJc1VuZGVybGluZWQiOmZhbHNlLCJQYXJlbnRTdHlsZSI6bnVsbH0sIkF1dG9TaXplIjoyLCJGb3JlZ3JvdW5kIjp7IiRpZCI6IjI3NSIsIkNvbG9yIjp7IiRpZCI6IjI3Ni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I3NyIsIlRvcCI6MC4wLCJMZWZ0IjowLjAsIlJpZ2h0IjowLjAsIkJvdHRvbSI6MC4wfSwiUGFkZGluZyI6eyIkaWQiOiIyNzgiLCJUb3AiOjAuMCwiTGVmdCI6MC4wLCJSaWdodCI6MC4wLCJCb3R0b20iOjAuMH0sIkJhY2tncm91bmQiOm51bGwsIklzVmlzaWJsZSI6dHJ1ZSwiV2lkdGgiOjAuMCwiSGVpZ2h0IjowLjAsIkJvcmRlclN0eWxlIjpudWxsLCJQYXJlbnRTdHlsZSI6bnVsbH0sIlJlY3RhbmdsZVN0eWxlIjp7IiRpZCI6IjI3OSIsIk1hcmdpbiI6eyIkaWQiOiIyODAiLCJUb3AiOjAuMCwiTGVmdCI6MC4wLCJSaWdodCI6MC4wLCJCb3R0b20iOjAuMH0sIlBhZGRpbmciOnsiJGlkIjoiMjgxIiwiVG9wIjowLjAsIkxlZnQiOjAuMCwiUmlnaHQiOjAuMCwiQm90dG9tIjowLjB9LCJCYWNrZ3JvdW5kIjp7IiRpZCI6IjI4MiIsIkNvbG9yIjp7IiRpZCI6IjI4MyIsIkEiOjYzLCJSIjoxOTcsIkciOjE5NSwiQiI6MjM4fX0sIklzVmlzaWJsZSI6dHJ1ZSwiV2lkdGgiOjAuMCwiSGVpZ2h0IjowLjAsIkJvcmRlclN0eWxlIjp7IiRpZCI6IjI4NCIsIkxpbmVDb2xvciI6eyIkaWQiOiIyODUiLCIkdHlwZSI6Ik5MUkUuQ29tbW9uLkRvbS5Tb2xpZENvbG9yQnJ1c2gsIE5MUkUuQ29tbW9uIiwiQ29sb3IiOnsiJGlkIjoiMjg2IiwiQSI6MjU1LCJSIjoyNTUsIkciOjAsIkIiOjB9fSwiTGluZVdlaWdodCI6MC4wLCJMaW5lVHlwZSI6MCwiUGFyZW50U3R5bGUiOm51bGx9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bnVsbCwiUGFyZW50U3R5bGUiOm51bGx9LCJCYWNrZ3JvdW5kU3R5bGUiOnsiJGlkIjoiMjg5IiwiTWFyZ2luIjp7IiRpZCI6IjI5MCIsIlRvcCI6MC4wLCJMZWZ0IjowLjAsIlJpZ2h0IjowLjAsIkJvdHRvbSI6MC4wfSwiUGFkZGluZyI6eyIkaWQiOiIyOTEiLCJUb3AiOjAuMCwiTGVmdCI6MC4wLCJSaWdodCI6MC4wLCJCb3R0b20iOjAuMH0sIkJhY2tncm91bmQiOnsiJGlkIjoiMjkyIiwiQ29sb3IiOnsiJGlkIjoiMjkzIiwiQSI6NTEsIlIiOjE5NywiRyI6MTk1LCJCIjoyMzh9fSwiSXNWaXNpYmxlIjp0cnVlLCJXaWR0aCI6MC4wLCJIZWlnaHQiOjAuMCwiQm9yZGVyU3R5bGUiOnsiJGlkIjoiMjk0IiwiTGluZUNvbG9yIjp7IiRpZCI6IjI5NSIsIiR0eXBlIjoiTkxSRS5Db21tb24uRG9tLlNvbGlkQ29sb3JCcnVzaCwgTkxSRS5Db21tb24iLCJDb2xvciI6eyIkaWQiOiIyOTYiLCJBIjoyNTUsIlIiOjI1NSwiRyI6MCwiQiI6MH19LCJMaW5lV2VpZ2h0IjowLjAsIkxpbmVUeXBlIjowLCJQYXJlbnRTdHlsZSI6bnVsbH0sIlBhcmVudFN0eWxlIjpudWxsfSwiTWFyZ2luIjp7IiRpZCI6IjI5NyIsIlRvcCI6MC4wLCJMZWZ0IjowLjAsIlJpZ2h0IjowLjAsIkJvdHRvbSI6MC4wfSwiUGFkZGluZyI6eyIkaWQiOiIyOTgiLCJUb3AiOjAuMCwiTGVmdCI6MC4wLCJSaWdodCI6MC4wLCJCb3R0b20iOjAuMH0sIklzVmlzaWJsZSI6ZmFsc2UsIldpZHRoIjowLjAsIkhlaWdodCI6MC4wLCJCb3JkZXJTdHlsZSI6bnVsbCwiUGFyZW50U3R5bGUiOm51bGx9fV0sIklkIjoiYjViMGRiYmYtMDNiNC00ZTc1LWEzZTgtNTE3YWJhOTkzMWYyIiwiSW5kZXgiOjEsIkhlYWRlclRleHQiOiJDaGluYVxyMTUwNy0wMDAyXHJQaCBJSSIsIlN0eWxlIjp7IiRpZCI6IjI5OSIsIkhlYWRlclN0eWxlIjp7IiRpZCI6IjMwMCIsIlRleHRJc1ZlcnRpY2FsIjpmYWxzZSwiVGV4dFN0eWxlIjp7IiRpZCI6IjMwMSIsIkZvbnRTZXR0aW5ncyI6eyIkaWQiOiIzMDIiLCJGb250U2l6ZSI6MTIsIkZvbnROYW1lIjoiQ2FsaWJyaSIsIklzQm9sZCI6ZmFsc2UsIklzSXRhbGljIjpmYWxzZSwiSXNVbmRlcmxpbmVkIjpmYWxzZSwiUGFyZW50U3R5bGUiOm51bGx9LCJBdXRvU2l6ZSI6MiwiRm9yZWdyb3VuZCI6eyIkcmVmIjoiMTY0In0sIk1heFdpZHRoIjoiSW5maW5pdHkiLCJNYXhIZWlnaHQiOjAuMCwiU21hcnRGb3JlZ3JvdW5kSXNBY3RpdmUiOmZhbHNlLCJIb3Jpem9udGFsQWxpZ25tZW50IjowLCJWZXJ0aWNhbEFsaWdubWVudCI6MCwiU21hcnRGb3JlZ3JvdW5kIjpudWxsLCJCYWNrZ3JvdW5kRmlsbFR5cGUiOjAsIk1hcmdpbiI6eyIkcmVmIjoiMTY2In0sIlBhZGRpbmciOnsiJHJlZiI6IjE2NyJ9LCJCYWNrZ3JvdW5kIjpudWxsLCJJc1Zpc2libGUiOnRydWUsIldpZHRoIjowLjAsIkhlaWdodCI6MC4wLCJCb3JkZXJTdHlsZSI6bnVsbCwiUGFyZW50U3R5bGUiOm51bGx9LCJSZWN0YW5nbGVTdHlsZSI6eyIkaWQiOiIzMDMiLCJNYXJnaW4iOnsiJGlkIjoiMzA0IiwiVG9wIjowLjAsIkxlZnQiOjAuMCwiUmlnaHQiOjAuMCwiQm90dG9tIjowLjB9LCJQYWRkaW5nIjp7IiRpZCI6IjMwNSIsIlRvcCI6MC4wLCJMZWZ0IjowLjAsIlJpZ2h0IjowLjAsIkJvdHRvbSI6MC4wfSwiQmFja2dyb3VuZCI6eyIkaWQiOiIzMDYiLCJDb2xvciI6eyIkaWQiOiIzMDciLCJBIjoyNTUsIlIiOjE5NywiRyI6MTk1LCJCIjoyMzh9fSwiSXNWaXNpYmxlIjp0cnVlLCJXaWR0aCI6MC4wLCJIZWlnaHQiOjAuMCwiQm9yZGVyU3R5bGUiOnsiJGlkIjoiMzA4IiwiTGluZUNvbG9yIjp7IiRpZCI6IjMwOSIsIiR0eXBlIjoiTkxSRS5Db21tb24uRG9tLlNvbGlkQ29sb3JCcnVzaCwgTkxSRS5Db21tb24iLCJDb2xvciI6eyIkaWQiOiIzMTAiLCJBIjoyNTUsIlIiOjI1NSwiRyI6MCwiQiI6MH19LCJMaW5lV2VpZ2h0IjowLjAsIkxpbmVUeXBlIjowLCJQYXJlbnRTdHlsZSI6bnVsbH0sIlBhcmVudFN0eWxlIjpudWxsfSwiTWFyZ2luIjp7IiRpZCI6IjMxMSIsIlRvcCI6MC4wLCJMZWZ0IjowLjAsIlJpZ2h0IjowLjAsIkJvdHRvbSI6MC4wfSwiUGFkZGluZyI6eyIkaWQiOiIzMTIiLCJUb3AiOjAuMCwiTGVmdCI6MC4wLCJSaWdodCI6MC4wLCJCb3R0b20iOjAuMH0sIkJhY2tncm91bmQiOm51bGwsIklzVmlzaWJsZSI6dHJ1ZSwiV2lkdGgiOjAuMCwiSGVpZ2h0IjowLjAsIkJvcmRlclN0eWxlIjpudWxsLCJQYXJlbnRTdHlsZSI6bnVsbH0sIkJhY2tncm91bmRTdHlsZSI6eyIkaWQiOiIzMTMiLCJNYXJnaW4iOnsiJGlkIjoiMzE0IiwiVG9wIjowLjAsIkxlZnQiOjAuMCwiUmlnaHQiOjAuMCwiQm90dG9tIjowLjB9LCJQYWRkaW5nIjp7IiRpZCI6IjMxNSIsIlRvcCI6MC4wLCJMZWZ0IjowLjAsIlJpZ2h0IjowLjAsIkJvdHRvbSI6MC4wfSwiQmFja2dyb3VuZCI6eyIkaWQiOiIzMTYiLCJDb2xvciI6eyIkaWQiOiIzMTciLCJBIjo1MSwiUiI6MTk3LCJHIjoxOTUsIkIiOjIzOH19LCJJc1Zpc2libGUiOnRydWUsIldpZHRoIjowLjAsIkhlaWdodCI6MC4wLCJCb3JkZXJTdHlsZSI6eyIkaWQiOiIzMTgiLCJMaW5lQ29sb3IiOnsiJGlkIjoiMzE5IiwiJHR5cGUiOiJOTFJFLkNvbW1vbi5Eb20uU29saWRDb2xvckJydXNoLCBOTFJFLkNvbW1vbiIsIkNvbG9yIjp7IiRpZCI6IjMyMCIsIkEiOjI1NSwiUiI6MjU1LCJHIjowLCJCIjowfX0sIkxpbmVXZWlnaHQiOjAuMCwiTGluZVR5cGUiOjAsIlBhcmVudFN0eWxlIjpudWxsfSwiUGFyZW50U3R5bGUiOm51bGx9LCJJc0Fib3ZlVGltZWJhbmQiOmZhbHNlLCJNYXJnaW4iOnsiJGlkIjoiMzIxIiwiVG9wIjowLjAsIkxlZnQiOjAuMCwiUmlnaHQiOjAuMCwiQm90dG9tIjowLjB9LCJQYWRkaW5nIjp7IiRpZCI6IjMyMiIsIlRvcCI6MC4wLCJMZWZ0IjowLjAsIlJpZ2h0IjowLjAsIkJvdHRvbSI6MC4wfSwiSXNWaXNpYmxlIjp0cnVlLCJXaWR0aCI6MC4wLCJIZWlnaHQiOjAuMCwiQm9yZGVyU3R5bGUiOnsiJGlkIjoiMzIzIiwiTGluZUNvbG9yIjpudWxsLCJMaW5lV2VpZ2h0IjowLjAsIkxpbmVUeXBlIjowLCJQYXJlbnRTdHlsZSI6bnVsbH0sIlBhcmVudFN0eWxlIjpudWxsfX1dLCJDdWx0dXJlSW5mb05hbWUiOiJlbi1VUyIsIlN0eWxlTmFtZSI6bnVsbCwiVmVyc2lvbiI6eyIkaWQiOiIzMjQiLCJWZXJzaW9uIjoiMy43LjMiLCJPcmlnaW5hbEFzc2VtYmx5VmVyc2lvbiI6IjcuMDAuMTYuMDAiLCJFZGl0aW9uIjpudWxsLCJMYXN0U2F2ZWRFZGl0aW9uIjowLCJJc1BsdXNFZGl0aW9uIjpmYWxzZSwiSXNQcm9FZGl0aW9uIjpmYWxzZX0sIkVmZmVjdCI6MSwiU3R5bGUiOnsiJGlkIjoiMzI1IiwiRGVmYXVsdERlcGVuZGVuY3lTdHlsZSI6eyIkaWQiOiIzMjYiLCJMaW5lU3R5bGUiOnsiJGlkIjoiMzI3IiwiTGluZUNvbG9yIjp7IiRpZCI6IjMyOCIsIiR0eXBlIjoiTkxSRS5Db21tb24uRG9tLlNvbGlkQ29sb3JCcnVzaCwgTkxSRS5Db21tb24iLCJDb2xvciI6eyIkaWQiOiIzMjkiLCJBIjoyNTUsIlIiOjAsIkciOjAsIkIiOjB9fSwiTGluZVdlaWdodCI6MS4wLCJMaW5lVHlwZSI6MCwiUGFyZW50U3R5bGUiOm51bGx9LCJFbmRBcnJvd2hlYWRMaW5lU3R5bGUiOnsiJGlkIjoiMzMwIiwiS2luZCI6MSwiV2lkdGgiOjEsIkxlbmd0aCI6MCwiUGFyZW50U3R5bGUiOm51bGx9LCJCcmluZ1RvRnJvbnQiOnRydWUsIkVsYm93UmFkaXVzIjowLjAsIk1hcmdpbiI6eyIkaWQiOiIzMzEiLCJUb3AiOjAuMCwiTGVmdCI6MC4wLCJSaWdodCI6MC4wLCJCb3R0b20iOjAuMH0sIlBhZGRpbmciOnsiJGlkIjoiMzMyIiwiVG9wIjowLjAsIkxlZnQiOjAuMCwiUmlnaHQiOjAuMCwiQm90dG9tIjowLjB9LCJCYWNrZ3JvdW5kIjpudWxsLCJJc1Zpc2libGUiOnRydWUsIldpZHRoIjowLjAsIkhlaWdodCI6MC4wLCJCb3JkZXJTdHlsZSI6bnVsbCwiUGFyZW50U3R5bGUiOm51bGx9LCJDcml0aWNhbFBhdGhTdHlsZSI6eyIkaWQiOiIzMzMiLCJDcml0aWNhbFBhdGhTdHlsZU9wdGlvbnMiOjE1LCJMaW5lU3R5bGUiOnsiJGlkIjoiMzM0IiwiTGluZUNvbG9yIjp7IiRpZCI6IjMzNSIsIiR0eXBlIjoiTkxSRS5Db21tb24uRG9tLlNvbGlkQ29sb3JCcnVzaCwgTkxSRS5Db21tb24iLCJDb2xvciI6eyIkaWQiOiIzMzYiLCJBIjoyNTUsIlIiOjIyMiwiRyI6NTAsIkIiOjUwfX0sIkxpbmVXZWlnaHQiOjEuMCwiTGluZVR5cGUiOjAsIlBhcmVudFN0eWxlIjpudWxsfSwiVGl0bGVGb3JlZ3JvdW5kIjp7IiRpZCI6IjMzNyIsIkNvbG9yIjp7IiRpZCI6IjMzOCIsIkEiOjI1NSwiUiI6MTc2LCJHIjoxOSwiQiI6MjV9fSwiU2hhcGVzQmFja2dyb3VuZCI6eyIkaWQiOiIzMzkiLCJDb2xvciI6eyIkaWQiOiIzNDAiLCJBIjoyNTUsIlIiOjI1MywiRyI6MjAzLCJCIjoyMDh9fSwiU2hhcGVzQm9yZGVyU3R5bGUiOnsiJGlkIjoiMzQxIiwiTGluZUNvbG9yIjp7IiRpZCI6IjM0MiIsIiR0eXBlIjoiTkxSRS5Db21tb24uRG9tLlNvbGlkQ29sb3JCcnVzaCwgTkxSRS5Db21tb24iLCJDb2xvciI6eyIkaWQiOiIzNDMiLCJBIjoyNTUsIlIiOjIyMiwiRyI6NTAsIkIiOjUwfX0sIkxpbmVXZWlnaHQiOjEuNSwiTGluZVR5cGUiOjAsIlBhcmVudFN0eWxlIjpudWxsfSwiTWFyZ2luIjp7IiRpZCI6IjM0NCIsIlRvcCI6MC4wLCJMZWZ0IjowLjAsIlJpZ2h0IjowLjAsIkJvdHRvbSI6MC4wfSwiUGFkZGluZyI6eyIkaWQiOiIzNDUiLCJUb3AiOjAuMCwiTGVmdCI6MC4wLCJSaWdodCI6MC4wLCJCb3R0b20iOjAuMH0sIkJhY2tncm91bmQiOm51bGwsIklzVmlzaWJsZSI6ZmFsc2UsIldpZHRoIjowLjAsIkhlaWdodCI6MC4wLCJCb3JkZXJTdHlsZSI6bnVsbCwiUGFyZW50U3R5bGUiOm51bGx9LCJUaW1lYmFuZFN0eWxlIjp7IiRpZCI6IjM0NiIsIlNjYWxlTWFya2luZyI6MSwiU2hhcGUiOjAsIlNoYXBlU3R5bGUiOnsiJGlkIjoiMzQ3IiwiTWFyZ2luIjp7IiRpZCI6IjM0OCIsIlRvcCI6MC4wLCJMZWZ0IjoxMC4wLCJSaWdodCI6MTAuMCwiQm90dG9tIjowLjB9LCJQYWRkaW5nIjp7IiRpZCI6IjM0OSIsIlRvcCI6My4wLCJMZWZ0IjowLjAsIlJpZ2h0IjowLjAsIkJvdHRvbSI6My4wfSwiQmFja2dyb3VuZCI6eyIkaWQiOiIzNTAiLCJDb2xvciI6eyIkaWQiOiIzNTEiLCJBIjoyNTUsIlIiOjY4LCJHIjo4NCwiQiI6MTA2fX0sIklzVmlzaWJsZSI6dHJ1ZSwiV2lkdGgiOjg1OC4wLCJIZWlnaHQiOjIwLjAsIkJvcmRlclN0eWxlIjp7IiRpZCI6IjM1MiIsIkxpbmVDb2xvciI6eyIkaWQiOiIzNTMiLCIkdHlwZSI6Ik5MUkUuQ29tbW9uLkRvbS5Tb2xpZENvbG9yQnJ1c2gsIE5MUkUuQ29tbW9uIiwiQ29sb3IiOnsiJGlkIjoiMzU0IiwiQSI6MjU1LCJSIjoyNTUsIkciOjAsIkIiOjB9fSwiTGluZVdlaWdodCI6MC4wLCJMaW5lVHlwZSI6MCwiUGFyZW50U3R5bGUiOm51bGx9LCJQYXJlbnRTdHlsZSI6bnVsbH0sIk1pZGRsZVRpZXJTaGFwZVN0eWxlIjp7IiRpZCI6IjM1NSIsIk1hcmdpbiI6eyIkaWQiOiIzNTYiLCJUb3AiOjAuMCwiTGVmdCI6MTAuMCwiUmlnaHQiOjEwLjAsIkJvdHRvbSI6MC4wfSwiUGFkZGluZyI6eyIkaWQiOiIzNTciLCJUb3AiOjMuMCwiTGVmdCI6MC4wLCJSaWdodCI6MC4wLCJCb3R0b20iOjMuMH0sIkJhY2tncm91bmQiOnsiJGlkIjoiMzU4IiwiQ29sb3IiOnsiJGlkIjoiMzU5IiwiQSI6MjU1LCJSIjo2OCwiRyI6ODQsIkIiOjEwNn19LCJJc1Zpc2libGUiOnRydWUsIldpZHRoIjo4NTguMCwiSGVpZ2h0IjoyMC4wLCJCb3JkZXJTdHlsZSI6eyIkaWQiOiIzNjAiLCJMaW5lQ29sb3IiOnsiJGlkIjoiMzYxIiwiJHR5cGUiOiJOTFJFLkNvbW1vbi5Eb20uU29saWRDb2xvckJydXNoLCBOTFJFLkNvbW1vbiIsIkNvbG9yIjp7IiRpZCI6IjM2MiIsIkEiOjI1NSwiUiI6MjU1LCJHIjowLCJCIjowfX0sIkxpbmVXZWlnaHQiOjAuMCwiTGluZVR5cGUiOjAsIlBhcmVudFN0eWxlIjpudWxsfSwiUGFyZW50U3R5bGUiOm51bGx9LCJCb3R0b21UaWVyU2hhcGVTdHlsZSI6eyIkaWQiOiIzNjMiLCJNYXJnaW4iOnsiJGlkIjoiMzY0IiwiVG9wIjowLjAsIkxlZnQiOjEwLjAsIlJpZ2h0IjoxMC4wLCJCb3R0b20iOjAuMH0sIlBhZGRpbmciOnsiJGlkIjoiMzY1IiwiVG9wIjozLjAsIkxlZnQiOjAuMCwiUmlnaHQiOjAuMCwiQm90dG9tIjozLjB9LCJCYWNrZ3JvdW5kIjp7IiRpZCI6IjM2NiIsIkNvbG9yIjp7IiRpZCI6IjM2NyIsIkEiOjI1NSwiUiI6NjgsIkciOjg0LCJCIjoxMDZ9fSwiSXNWaXNpYmxlIjp0cnVlLCJXaWR0aCI6ODU4LjAsIkhlaWdodCI6MjAuMCwiQm9yZGVyU3R5bGUiOnsiJGlkIjoiMzY4IiwiTGluZUNvbG9yIjp7IiRpZCI6IjM2OSIsIiR0eXBlIjoiTkxSRS5Db21tb24uRG9tLlNvbGlkQ29sb3JCcnVzaCwgTkxSRS5Db21tb24iLCJDb2xvciI6eyIkaWQiOiIzNzAiLCJBIjoyNTUsIlIiOjI1NSwiRyI6MCwiQiI6MH19LCJMaW5lV2VpZ2h0IjowLjAsIkxpbmVUeXBlIjowLCJQYXJlbnRTdHlsZSI6bnVsbH0sIlBhcmVudFN0eWxlIjpudWxsfSwiUmlnaHRFbmRDYXBzU3R5bGUiOnsiJGlkIjoiMzcxIiwiRm9udFNldHRpbmdzIjp7IiRpZCI6IjM3MiIsIkZvbnRTaXplIjoxOCwiRm9udE5hbWUiOiJDYWxpYnJpIiwiSXNCb2xkIjp0cnVlLCJJc0l0YWxpYyI6ZmFsc2UsIklzVW5kZXJsaW5lZCI6ZmFsc2UsIlBhcmVudFN0eWxlIjpudWxsfSwiQXV0b1NpemUiOjAsIkZvcmVncm91bmQiOnsiJGlkIjoiMzczIiwiQ29sb3IiOnsiJGlkIjoiMzc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NzUiLCJUb3AiOjAuMCwiTGVmdCI6MC4wLCJSaWdodCI6MjAuMCwiQm90dG9tIjowLjB9LCJQYWRkaW5nIjp7IiRpZCI6IjM3NiIsIlRvcCI6MC4wLCJMZWZ0IjowLjAsIlJpZ2h0IjowLjAsIkJvdHRvbSI6MC4wfSwiQmFja2dyb3VuZCI6eyIkaWQiOiIzNzciLCJDb2xvciI6eyIkaWQiOiIzNzgiLCJBIjowLCJSIjowLCJHIjowLCJCIjowfX0sIklzVmlzaWJsZSI6dHJ1ZSwiV2lkdGgiOjAuMCwiSGVpZ2h0IjowLjAsIkJvcmRlclN0eWxlIjpudWxsLCJQYXJlbnRTdHlsZSI6bnVsbH0sIkxlZnRFbmRDYXBzU3R5bGUiOnsiJGlkIjoiMzc5IiwiRm9udFNldHRpbmdzIjp7IiRpZCI6IjM4MCIsIkZvbnRTaXplIjoxOCwiRm9udE5hbWUiOiJDYWxpYnJpIiwiSXNCb2xkIjp0cnVlLCJJc0l0YWxpYyI6ZmFsc2UsIklzVW5kZXJsaW5lZCI6ZmFsc2UsIlBhcmVudFN0eWxlIjpudWxsfSwiQXV0b1NpemUiOjAsIkZvcmVncm91bmQiOnsiJGlkIjoiMzgxIiwiQ29sb3IiOnsiJGlkIjoiMzgy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ODMiLCJUb3AiOjAuMCwiTGVmdCI6MzkuNTA2NjY2NjY2NjY2NjYxLCJSaWdodCI6MC4wLCJCb3R0b20iOjAuMH0sIlBhZGRpbmciOnsiJGlkIjoiMzg0IiwiVG9wIjowLjAsIkxlZnQiOjAuMCwiUmlnaHQiOjAuMCwiQm90dG9tIjowLjB9LCJCYWNrZ3JvdW5kIjp7IiRpZCI6IjM4NSIsIkNvbG9yIjp7IiRpZCI6IjM4NiIsIkEiOjAsIlIiOjAsIkciOjAsIkIiOjB9fSwiSXNWaXNpYmxlIjpmYWxzZSwiV2lkdGgiOjAuMCwiSGVpZ2h0IjowLjAsIkJvcmRlclN0eWxlIjpudWxsLCJQYXJlbnRTdHlsZSI6bnVsbH0sIlRvZGF5VGV4dFN0eWxlIjp7IiRpZCI6IjM4NyIsIkZvbnRTZXR0aW5ncyI6eyIkaWQiOiIzODgiLCJGb250U2l6ZSI6MTIsIkZvbnROYW1lIjoiQ2FsaWJyaSIsIklzQm9sZCI6ZmFsc2UsIklzSXRhbGljIjpmYWxzZSwiSXNVbmRlcmxpbmVkIjpmYWxzZSwiUGFyZW50U3R5bGUiOm51bGx9LCJBdXRvU2l6ZSI6MCwiRm9yZWdyb3VuZCI6eyIkaWQiOiIzODkiLCJDb2xvciI6eyIkaWQiOiIzOT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kxIiwiVG9wIjowLjAsIkxlZnQiOjAuMCwiUmlnaHQiOjAuMCwiQm90dG9tIjowLjB9LCJQYWRkaW5nIjp7IiRpZCI6IjM5MiIsIlRvcCI6MC4wLCJMZWZ0IjowLjAsIlJpZ2h0IjowLjAsIkJvdHRvbSI6MC4wfSwiQmFja2dyb3VuZCI6eyIkaWQiOiIzOTMiLCJDb2xvciI6eyIkaWQiOiIzOTQiLCJBIjowLCJSIjowLCJHIjowLCJCIjowfX0sIklzVmlzaWJsZSI6ZmFsc2UsIldpZHRoIjowLjAsIkhlaWdodCI6MC4wLCJCb3JkZXJTdHlsZSI6bnVsbCwiUGFyZW50U3R5bGUiOm51bGx9LCJUb2RheU1hcmtlclN0eWxlIjp7IiRpZCI6IjM5NSIsIk1hcmdpbiI6eyIkaWQiOiIzOTYiLCJUb3AiOjAuMCwiTGVmdCI6MC4wLCJSaWdodCI6MC4wLCJCb3R0b20iOjAuMH0sIlBhZGRpbmciOnsiJGlkIjoiMzk3IiwiVG9wIjowLjAsIkxlZnQiOjAuMCwiUmlnaHQiOjAuMCwiQm90dG9tIjowLjB9LCJCYWNrZ3JvdW5kIjp7IiRpZCI6IjM5OCIsIkNvbG9yIjp7IiRpZCI6IjM5OSIsIkEiOjI1NSwiUiI6MjU1LCJHIjowLCJCIjowfX0sIklzVmlzaWJsZSI6dHJ1ZSwiV2lkdGgiOjAuMCwiSGVpZ2h0IjowLjAsIkJvcmRlclN0eWxlIjpudWxsLCJQYXJlbnRTdHlsZSI6bnVsbH0sIlNjYWxlU3R5bGUiOnsiJGlkIjoiNDAwIiwiU2hhcGUiOjMsIlNob3dTZWdtZW50U2VwYXJhdG9ycyI6dHJ1ZSwiU2VnbWVudFNlcGFyYXRvck9wYWNpdHkiOjMwLCJIYXNCZWVuVmlzaWJsZUJlZm9yZSI6dHJ1ZSwiRm9udFNldHRpbmdzIjp7IiRpZCI6IjQwMSIsIkZvbnRTaXplIjoxMiwiRm9udE5hbWUiOiJDYWxpYnJpIiwiSXNCb2xkIjpmYWxzZSwiSXNJdGFsaWMiOmZhbHNlLCJJc1VuZGVybGluZWQiOmZhbHNlLCJQYXJlbnRTdHlsZSI6bnVsbH0sIkF1dG9TaXplIjowLCJGb3JlZ3JvdW5kIjp7IiRpZCI6IjQwMiIsIkNvbG9yIjp7IiRpZCI6IjQw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MDQiLCJUb3AiOjAuMCwiTGVmdCI6NS4wLCJSaWdodCI6MC4wLCJCb3R0b20iOjAuMH0sIlBhZGRpbmciOnsiJGlkIjoiNDA1IiwiVG9wIjowLjAsIkxlZnQiOjAuMCwiUmlnaHQiOjAuMCwiQm90dG9tIjowLjB9LCJCYWNrZ3JvdW5kIjp7IiRpZCI6IjQwNiIsIkNvbG9yIjp7IiRpZCI6IjQwNyIsIkEiOjAsIlIiOjAsIkciOjAsIkIiOjB9fSwiSXNWaXNpYmxlIjp0cnVlLCJXaWR0aCI6MC4wLCJIZWlnaHQiOjAuMCwiQm9yZGVyU3R5bGUiOm51bGwsIlBhcmVudFN0eWxlIjpudWxsfSwiU2luZ2xlU2NhbGVTaGFwZVN0eWxlIjp7IiRpZCI6IjQwOCIsIlNoYXBlIjowLCJIZWlnaHQiOjAuMH0sIk1pZGRsZVRpZXJTY2FsZVN0eWxlIjp7IiRpZCI6IjQwOSIsIlNoYXBlIjozLCJTaG93U2VnbWVudFNlcGFyYXRvcnMiOnRydWUsIlNlZ21lbnRTZXBhcmF0b3JPcGFjaXR5IjozMCwiSGFzQmVlblZpc2libGVCZWZvcmUiOmZhbHNlLCJGb250U2V0dGluZ3MiOnsiJGlkIjoiNDEwIiwiRm9udFNpemUiOjEyLCJGb250TmFtZSI6IkNhbGlicmkiLCJJc0JvbGQiOmZhbHNlLCJJc0l0YWxpYyI6ZmFsc2UsIklzVW5kZXJsaW5lZCI6ZmFsc2UsIlBhcmVudFN0eWxlIjpudWxsfSwiQXV0b1NpemUiOjAsIkZvcmVncm91bmQiOnsiJGlkIjoiNDExIiwiQ29sb3IiOnsiJGlkIjoiNDEy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xMyIsIlRvcCI6MC4wLCJMZWZ0Ijo1LjAsIlJpZ2h0IjowLjAsIkJvdHRvbSI6MC4wfSwiUGFkZGluZyI6eyIkaWQiOiI0MTQiLCJUb3AiOjAuMCwiTGVmdCI6MC4wLCJSaWdodCI6MC4wLCJCb3R0b20iOjAuMH0sIkJhY2tncm91bmQiOnsiJGlkIjoiNDE1IiwiQ29sb3IiOnsiJGlkIjoiNDE2IiwiQSI6MCwiUiI6MCwiRyI6MCwiQiI6MH19LCJJc1Zpc2libGUiOmZhbHNlLCJXaWR0aCI6MC4wLCJIZWlnaHQiOjAuMCwiQm9yZGVyU3R5bGUiOm51bGwsIlBhcmVudFN0eWxlIjpudWxsfSwiQm90dG9tVGllclNjYWxlU3R5bGUiOnsiJGlkIjoiNDE3IiwiU2hhcGUiOjMsIlNob3dTZWdtZW50U2VwYXJhdG9ycyI6dHJ1ZSwiU2VnbWVudFNlcGFyYXRvck9wYWNpdHkiOjMwLCJIYXNCZWVuVmlzaWJsZUJlZm9yZSI6ZmFsc2UsIkZvbnRTZXR0aW5ncyI6eyIkaWQiOiI0MTgiLCJGb250U2l6ZSI6MTIsIkZvbnROYW1lIjoiQ2FsaWJyaSIsIklzQm9sZCI6ZmFsc2UsIklzSXRhbGljIjpmYWxzZSwiSXNVbmRlcmxpbmVkIjpmYWxzZSwiUGFyZW50U3R5bGUiOm51bGx9LCJBdXRvU2l6ZSI6MCwiRm9yZWdyb3VuZCI6eyIkaWQiOiI0MTkiLCJDb2xvciI6eyIkaWQiOiI0MjA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IxIiwiVG9wIjowLjAsIkxlZnQiOjUuMCwiUmlnaHQiOjAuMCwiQm90dG9tIjowLjB9LCJQYWRkaW5nIjp7IiRpZCI6IjQyMiIsIlRvcCI6MC4wLCJMZWZ0IjowLjAsIlJpZ2h0IjowLjAsIkJvdHRvbSI6MC4wfSwiQmFja2dyb3VuZCI6eyIkaWQiOiI0MjMiLCJDb2xvciI6eyIkaWQiOiI0MjQiLCJBIjowLCJSIjowLCJHIjowLCJCIjowfX0sIklzVmlzaWJsZSI6ZmFsc2UsIldpZHRoIjowLjAsIkhlaWdodCI6MC4wLCJCb3JkZXJTdHlsZSI6bnVsbCwiUGFyZW50U3R5bGUiOm51bGx9LCJFbGFwc2VkVGltZUJhY2tncm91bmQiOnsiJGlkIjoiNDI1IiwiQ29sb3IiOnsiJGlkIjoiNDI2IiwiQSI6MTkxLCJSIjoyNTUsIkciOjAsIkIiOjB9fSwiQXBwZW5kWWVhck9uWWVhckNoYW5nZSI6ZmFsc2UsIkVsYXBzZWRUaW1lRm9ybWF0IjoyLCJUb2RheU1hcmtlclBvc2l0aW9uIjoyLCJRdWlja1Bvc2l0aW9uIjozLCJBYnNvbHV0ZVBvc2l0aW9uIjo3Ni40NTAwOCwiTWFyZ2luIjp7IiRpZCI6IjQyNyIsIlRvcCI6MC4wLCJMZWZ0IjoxMC4wLCJSaWdodCI6MTAuMCwiQm90dG9tIjowLjB9LCJQYWRkaW5nIjp7IiRpZCI6IjQyOCIsIlRvcCI6MC4wLCJMZWZ0IjowLjAsIlJpZ2h0IjowLjAsIkJvdHRvbSI6MC4wfSwiQmFja2dyb3VuZCI6eyIkaWQiOiI0MjkiLCJDb2xvciI6eyIkaWQiOiI0MzAiLCJBIjoyNTUsIlIiOjQ3LCJHIjo1NCwiQiI6MTUzfX0sIklzVmlzaWJsZSI6dHJ1ZSwiV2lkdGgiOjAuMCwiSGVpZ2h0IjowLjAsIkJvcmRlclN0eWxlIjpudWxsLCJQYXJlbnRTdHlsZSI6bnVsbH0sIkRlZmF1bHRNaWxlc3RvbmVTdHlsZSI6eyIkaWQiOiI0MzEiLCJTaGFwZSI6MiwiQ29ubmVjdG9yTWFyZ2luIjp7IiRpZCI6IjQzMiIsIlRvcCI6MC4wLCJMZWZ0IjoyLjAsIlJpZ2h0IjoyLjAsIkJvdHRvbSI6MC4wfSwiQ29ubmVjdG9yU3R5bGUiOnsiJGlkIjoiNDMzIiwiTGluZUNvbG9yIjp7IiRpZCI6IjQzNCIsIiR0eXBlIjoiTkxSRS5Db21tb24uRG9tLlNvbGlkQ29sb3JCcnVzaCwgTkxSRS5Db21tb24iLCJDb2xvciI6eyIkaWQiOiI0MzUiLCJBIjoxMjcsIlIiOjc5LCJHIjoxMjksIkIiOjE4OX19LCJMaW5lV2VpZ2h0IjoxLjAsIkxpbmVUeXBlIjowLCJQYXJlbnRTdHlsZSI6bnVsbH0sIklzQmVsb3dUaW1lYmFuZCI6ZmFsc2UsIlBvc2l0aW9uT25UYXNrIjowLCJIaWRlRGF0ZSI6ZmFsc2UsIlNoYXBlU2l6ZSI6MSwiU3BhY2luZyI6Mi4wLCJQYWRkaW5nIjp7IiRpZCI6IjQzNiIsIlRvcCI6Ny4wLCJMZWZ0IjozLjAsIlJpZ2h0IjowLjAsIkJvdHRvbSI6Mi4wfSwiU2hhcGVTdHlsZSI6eyIkaWQiOiI0MzciLCJNYXJnaW4iOnsiJHJlZiI6IjgifSwiUGFkZGluZyI6eyIkcmVmIjoiOSJ9LCJCYWNrZ3JvdW5kIjp7IiRpZCI6IjQzOCIsIkNvbG9yIjp7IiRpZCI6IjQzOSIsIkEiOjI1NSwiUiI6MCwiRyI6MTE0LCJCIjoxODh9fSwiSXNWaXNpYmxlIjp0cnVlLCJXaWR0aCI6MTMuMCwiSGVpZ2h0IjoxMy4wLCJCb3JkZXJTdHlsZSI6eyIkaWQiOiI0NDAiLCJMaW5lQ29sb3IiOnsiJHJlZiI6IjEzIn0sIkxpbmVXZWlnaHQiOjAuMCwiTGluZVR5cGUiOjAsIlBhcmVudFN0eWxlIjpudWxsfSwiUGFyZW50U3R5bGUiOm51bGx9LCJUaXRsZVN0eWxlIjp7IiRpZCI6IjQ0MSIsIkZvbnRTZXR0aW5ncyI6eyIkaWQiOiI0NDIiLCJGb250U2l6ZSI6MTEsIkZvbnROYW1lIjoiQ2FsaWJyaSIsIklzQm9sZCI6dHJ1ZSwiSXNJdGFsaWMiOmZhbHNlLCJJc1VuZGVybGluZWQiOmZhbHNlLCJQYXJlbnRTdHlsZSI6bnVsbH0sIkF1dG9TaXplIjowLCJGb3JlZ3JvdW5kIjp7IiRyZWYiOiIxNyJ9LCJNYXhXaWR0aCI6MjAwLjAsIk1heEhlaWdodCI6IkluZmluaXR5IiwiU21hcnRGb3JlZ3JvdW5kSXNBY3RpdmUiOmZhbHNlLCJIb3Jpem9udGFsQWxpZ25tZW50IjowLCJWZXJ0aWNhbEFsaWdubWVudCI6MCwiU21hcnRGb3JlZ3JvdW5kIjpudWxsLCJCYWNrZ3JvdW5kRmlsbFR5cGUiOjAsIk1hcmdpbiI6eyIkcmVmIjoiMTkifSwiUGFkZGluZyI6eyIkcmVmIjoiMjAifSwiQmFja2dyb3VuZCI6eyIkcmVmIjoiMjEifSwiSXNWaXNpYmxlIjp0cnVlLCJXaWR0aCI6MC4wLCJIZWlnaHQiOjAuMCwiQm9yZGVyU3R5bGUiOm51bGwsIlBhcmVudFN0eWxlIjpudWxsfSwiRGF0ZVN0eWxlIjp7IiRpZCI6IjQ0MyIsIkZvbnRTZXR0aW5ncyI6eyIkaWQiOiI0NDQiLCJGb250U2l6ZSI6MTAsIkZvbnROYW1lIjoiQ2FsaWJyaSIsIklzQm9sZCI6ZmFsc2UsIklzSXRhbGljIjpmYWxzZSwiSXNVbmRlcmxpbmVkIjpmYWxzZSwiUGFyZW50U3R5bGUiOm51bGx9LCJBdXRvU2l6ZSI6MCwiRm9yZWdyb3VuZCI6eyIkcmVmIjoiMjUi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HJlZiI6IjI5In0sIklzVmlzaWJsZSI6dHJ1ZSwiV2lkdGgiOjAuMCwiSGVpZ2h0IjowLjAsIkJvcmRlclN0eWxlIjpudWxsLCJQYXJlbnRTdHlsZSI6bnVsbH0sIkRhdGVGb3JtYXQiOnsiJHJlZiI6IjMxIn0sIldlZWtOdW1iZXJpbmciOnsiJGlkIjoiNDQ1IiwiRm9ybWF0IjowLCJJc1Zpc2libGUiOmZhbHNlLCJMYXN0S25vd25WaXNpYmlsaXR5U3RhdGUiOmZhbHNlfSwiSXNWaXNpYmxlIjp0cnVlLCJQYXJlbnRTdHlsZSI6bnVsbH0sIkRlZmF1bHRUYXNrU3R5bGUiOnsiJGlkIjoiNDQ2IiwiU2hhcGUiOjEsIlNoYXBlVGhpY2tuZXNzIjowLCJEdXJhdGlvbkZvcm1hdCI6MCwiSW5jbHVkZU5vbldvcmtpbmdEYXlzSW5EdXJhdGlvbiI6ZmFsc2UsIlBlcmNlbnRhZ2VDb21wbGV0ZVN0eWxlIjp7IiRpZCI6IjQ0NyIsIkZvbnRTZXR0aW5ncyI6eyIkaWQiOiI0NDgiLCJGb250U2l6ZSI6MTAsIkZvbnROYW1lIjoiQ2FsaWJyaSIsIklzQm9sZCI6ZmFsc2UsIklzSXRhbGljIjpmYWxzZSwiSXNVbmRlcmxpbmVkIjpmYWxzZSwiUGFyZW50U3R5bGUiOm51bGx9LCJBdXRvU2l6ZSI6MCwiRm9yZWdyb3VuZCI6eyIkcmVmIjoiNjYifSwiTWF4V2lkdGgiOjIwMC4wLCJNYXhIZWlnaHQiOiJJbmZpbml0eSIsIlNtYXJ0Rm9yZWdyb3VuZElzQWN0aXZlIjpmYWxzZSwiSG9yaXpvbnRhbEFsaWdubWVudCI6MCwiVmVydGljYWxBbGlnbm1lbnQiOjAsIlNtYXJ0Rm9yZWdyb3VuZCI6bnVsbCwiQmFja2dyb3VuZEZpbGxUeXBlIjowLCJNYXJnaW4iOnsiJHJlZiI6IjY4In0sIlBhZGRpbmciOnsiJHJlZiI6IjY5In0sIkJhY2tncm91bmQiOnsiJHJlZiI6IjcwIn0sIklzVmlzaWJsZSI6dHJ1ZSwiV2lkdGgiOjAuMCwiSGVpZ2h0IjowLjAsIkJvcmRlclN0eWxlIjpudWxsLCJQYXJlbnRTdHlsZSI6bnVsbH0sIkR1cmF0aW9uU3R5bGUiOnsiJGlkIjoiNDQ5IiwiRm9udFNldHRpbmdzIjp7IiRpZCI6IjQ1MCIsIkZvbnRTaXplIjoxMCwiRm9udE5hbWUiOiJDYWxpYnJpIiwiSXNCb2xkIjpmYWxzZSwiSXNJdGFsaWMiOmZhbHNlLCJJc1VuZGVybGluZWQiOmZhbHNlLCJQYXJlbnRTdHlsZSI6bnVsbH0sIkF1dG9TaXplIjowLCJGb3JlZ3JvdW5kIjp7IiRyZWYiOiI3NSJ9LCJNYXhXaWR0aCI6MjAwLjAsIk1heEhlaWdodCI6IkluZmluaXR5IiwiU21hcnRGb3JlZ3JvdW5kSXNBY3RpdmUiOmZhbHNlLCJIb3Jpem9udGFsQWxpZ25tZW50IjowLCJWZXJ0aWNhbEFsaWdubWVudCI6MCwiU21hcnRGb3JlZ3JvdW5kIjpudWxsLCJCYWNrZ3JvdW5kRmlsbFR5cGUiOjAsIk1hcmdpbiI6eyIkcmVmIjoiNzcifSwiUGFkZGluZyI6eyIkcmVmIjoiNzgifSwiQmFja2dyb3VuZCI6eyIkcmVmIjoiNzkifSwiSXNWaXNpYmxlIjp0cnVlLCJXaWR0aCI6MC4wLCJIZWlnaHQiOjAuMCwiQm9yZGVyU3R5bGUiOm51bGwsIlBhcmVudFN0eWxlIjpudWxsfSwiSG9yaXpvbnRhbENvbm5lY3RvclN0eWxlIjp7IiRpZCI6IjQ1MSIsIkxpbmVDb2xvciI6eyIkcmVmIjoiODMifSwiTGluZVdlaWdodCI6MS4wLCJMaW5lVHlwZSI6MCwiUGFyZW50U3R5bGUiOm51bGx9LCJWZXJ0aWNhbENvbm5lY3RvclN0eWxlIjp7IiRpZCI6IjQ1MiIsIkxpbmVDb2xvciI6eyIkcmVmIjoiODY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0NTMiLCJNYXJnaW4iOnsiJHJlZiI6Ijg5In0sIlBhZGRpbmciOnsiJHJlZiI6IjkwIn0sIkJhY2tncm91bmQiOnsiJGlkIjoiNDU0IiwiQ29sb3IiOnsiJGlkIjoiNDU1IiwiQSI6MjU1LCJSIjowLCJHIjoxMTQsIkIiOjE4OH19LCJJc1Zpc2libGUiOnRydWUsIldpZHRoIjowLjAsIkhlaWdodCI6MTAuMCwiQm9yZGVyU3R5bGUiOnsiJGlkIjoiNDU2IiwiTGluZUNvbG9yIjp7IiRyZWYiOiI5NCJ9LCJMaW5lV2VpZ2h0IjowLjAsIkxpbmVUeXBlIjowLCJQYXJlbnRTdHlsZSI6bnVsbH0sIlBhcmVudFN0eWxlIjpudWxsfSwiVGl0bGVTdHlsZSI6eyIkaWQiOiI0NTciLCJGb250U2V0dGluZ3MiOnsiJGlkIjoiNDU4IiwiRm9udFNpemUiOjExLCJGb250TmFtZSI6IkNhbGlicmkiLCJJc0JvbGQiOnRydWUsIklzSXRhbGljIjpmYWxzZSwiSXNVbmRlcmxpbmVkIjpmYWxzZSwiUGFyZW50U3R5bGUiOm51bGx9LCJBdXRvU2l6ZSI6MCwiRm9yZWdyb3VuZCI6eyIkcmVmIjoiOTgifSwiTWF4V2lkdGgiOjk2MC4wLCJNYXhIZWlnaHQiOiJJbmZpbml0eSIsIlNtYXJ0Rm9yZWdyb3VuZElzQWN0aXZlIjpmYWxzZSwiSG9yaXpvbnRhbEFsaWdubWVudCI6MCwiVmVydGljYWxBbGlnbm1lbnQiOjAsIlNtYXJ0Rm9yZWdyb3VuZCI6bnVsbCwiQmFja2dyb3VuZEZpbGxUeXBlIjowLCJNYXJnaW4iOnsiJHJlZiI6IjEwMCJ9LCJQYWRkaW5nIjp7IiRyZWYiOiIxMDEifSwiQmFja2dyb3VuZCI6eyIkcmVmIjoiMTAyIn0sIklzVmlzaWJsZSI6dHJ1ZSwiV2lkdGgiOjAuMCwiSGVpZ2h0IjowLjAsIkJvcmRlclN0eWxlIjpudWxsLCJQYXJlbnRTdHlsZSI6bnVsbH0sIkRhdGVTdHlsZSI6eyIkaWQiOiI0NTkiLCJGb250U2V0dGluZ3MiOnsiJGlkIjoiNDYwIiwiRm9udFNpemUiOjEwLCJGb250TmFtZSI6IkNhbGlicmkiLCJJc0JvbGQiOmZhbHNlLCJJc0l0YWxpYyI6ZmFsc2UsIklzVW5kZXJsaW5lZCI6ZmFsc2UsIlBhcmVudFN0eWxlIjpudWxsfSwiQXV0b1NpemUiOjAsIkZvcmVncm91bmQiOnsiJHJlZiI6IjEwNyJ9LCJNYXhXaWR0aCI6MjAwLjAsIk1heEhlaWdodCI6IkluZmluaXR5IiwiU21hcnRGb3JlZ3JvdW5kSXNBY3RpdmUiOmZhbHNlLCJIb3Jpem9udGFsQWxpZ25tZW50IjoyLCJWZXJ0aWNhbEFsaWdubWVudCI6MCwiU21hcnRGb3JlZ3JvdW5kIjpudWxsLCJCYWNrZ3JvdW5kRmlsbFR5cGUiOjAsIk1hcmdpbiI6eyIkcmVmIjoiMTA5In0sIlBhZGRpbmciOnsiJHJlZiI6IjExMCJ9LCJCYWNrZ3JvdW5kIjp7IiRyZWYiOiIxMTEifSwiSXNWaXNpYmxlIjp0cnVlLCJXaWR0aCI6MC4wLCJIZWlnaHQiOjAuMCwiQm9yZGVyU3R5bGUiOm51bGwsIlBhcmVudFN0eWxlIjpudWxsfSwiRGF0ZUZvcm1hdCI6eyIkaWQiOiI0NjE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MiIsIkZvcm1hdCI6MCwiSXNWaXNpYmxlIjpmYWxzZSwiTGFzdEtub3duVmlzaWJpbGl0eVN0YXRlIjpmYWxzZX0sIklzVmlzaWJsZSI6dHJ1ZSwiUGFyZW50U3R5bGUiOm51bGwsIl9leHBsaWNpdGx5U2V0Ijp7IiRpZCI6IjQ2M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NDY0IiwiR3JpZGxpbmVTdHlsZSI6eyIkaWQiOiI0NjUiLCJMaW5lQ29sb3IiOnsiJGlkIjoiNDY2IiwiJHR5cGUiOiJOTFJFLkNvbW1vbi5Eb20uU29saWRDb2xvckJydXNoLCBOTFJFLkNvbW1vbiIsIkNvbG9yIjp7IiRpZCI6IjQ2NyIsIkEiOjM4LCJSIjo5MSwiRyI6MTU1LCJCIjoyMTN9fSwiTGluZVdlaWdodCI6MS4wLCJMaW5lVHlwZSI6MCwiUGFyZW50U3R5bGUiOm51bGx9LCJNYXJnaW4iOnsiJGlkIjoiNDY4IiwiVG9wIjowLjAsIkxlZnQiOjAuMCwiUmlnaHQiOjAuMCwiQm90dG9tIjowLjB9LCJQYWRkaW5nIjp7IiRpZCI6IjQ2OSIsIlRvcCI6MC4wLCJMZWZ0IjowLjAsIlJpZ2h0IjowLjAsIkJvdHRvbSI6MC4wfSwiQmFja2dyb3VuZCI6bnVsbCwiSXNWaXNpYmxlIjp0cnVlLCJXaWR0aCI6MC4wLCJIZWlnaHQiOjAuMCwiQm9yZGVyU3R5bGUiOnsiJGlkIjoiNDcwIiwiTGluZUNvbG9yIjpudWxsLCJMaW5lV2VpZ2h0IjowLjAsIkxpbmVUeXBlIjowLCJQYXJlbnRTdHlsZSI6bnVsbH0sIlBhcmVudFN0eWxlIjpudWxsfSwiQWN0aXZpdHlMaW5lUGFuZWxTdHlsZSI6eyIkaWQiOiI0NzEiLCJBY3Rpdml0eUxpbmVTdHlsZSI6eyIkaWQiOiI0NzIiLCJMaW5lQ29sb3IiOnsiJGlkIjoiNDczIiwiJHR5cGUiOiJOTFJFLkNvbW1vbi5Eb20uU29saWRDb2xvckJydXNoLCBOTFJFLkNvbW1vbiIsIkNvbG9yIjp7IiRpZCI6IjQ3NCIsIkEiOjM4LCJSIjo2OCwiRyI6MTE0LCJCIjoxOTZ9fSwiTGluZVdlaWdodCI6MS4wLCJMaW5lVHlwZSI6MCwiUGFyZW50U3R5bGUiOm51bGx9LCJNYXJnaW4iOnsiJGlkIjoiNDc1IiwiVG9wIjowLjAsIkxlZnQiOjAuMCwiUmlnaHQiOjAuMCwiQm90dG9tIjowLjB9LCJQYWRkaW5nIjp7IiRpZCI6IjQ3NiIsIlRvcCI6MC4wLCJMZWZ0IjowLjAsIlJpZ2h0IjowLjAsIkJvdHRvbSI6MC4wfSwiQmFja2dyb3VuZCI6bnVsbCwiSXNWaXNpYmxlIjp0cnVlLCJXaWR0aCI6MC4wLCJIZWlnaHQiOjAuMCwiQm9yZGVyU3R5bGUiOnsiJGlkIjoiNDc3IiwiTGluZUNvbG9yIjpudWxsLCJMaW5lV2VpZ2h0IjowLjAsIkxpbmVUeXBlIjowLCJQYXJlbnRTdHlsZSI6bnVsbH0sIlBhcmVudFN0eWxlIjpudWxsfSwiU2hvd0VsYXBzZWRUaW1lR3JhZGllbnRTdHlsZSI6ZmFsc2UsIlRpbWViYW5kUmVzZXJ2ZWRMZWZ0QXJlYVN0eWxlIjp7IiRpZCI6IjQ3OCIsIkFjdGl2aXR5SGVhZGVyV2lkdGgiOjAuMCwiSXNTZXQiOmZhbHNlfSwiRGVmYXVsdFN3aW1sYW5lU3R5bGUiOm51bGx9LCJTY2FsZSI6bnVsbCwiU2NhbGVWMiI6eyIkaWQiOiI0NzkiLCJTdGFydERhdGUiOiIwMDAxLTAxLTAxVDAwOjAwOjAwIiwiRW5kRGF0ZSI6IjIwMzMtMDQtMDhUMjM6NTk6MDAiLCJBdXRvRGF0ZVJhbmdlIjp0cnVlLCJXb3JraW5nRGF5cyI6MzEsIkZpc2NhbFllYXIiOnsiJGlkIjoiNDgwIiwiU3RhcnRNb250aCI6MSwiVXNlU3RhcnRpbmdZZWFyRm9yTnVtYmVyaW5nIjp0cnVlLCJTaG93RmlzY2FsWWVhckxhYmVsIjp0cnVlfSwiVG9kYXlNYXJrZXJUZXh0IjoiVG9kYXkiLCJBdXRvU2NhbGVUeXBlIjpmYWxzZSwiVGltZWJhbmRTY2FsZXMiOnsiJGlkIjoiNDgxIiwiVG9wU2NhbGVMYXllciI6eyIkaWQiOiI0ODIiLCJGb3JtYXQiOiJNTU0iLCJUeXBlIjozfSwiTWlkZGxlU2NhbGVMYXllciI6eyIkaWQiOiI0ODMiLCJGb3JtYXQiOm51bGwsIlR5cGUiOjB9LCJCb3R0b21TY2FsZUxheWVyIjp7IiRpZCI6IjQ4NCIsIkZvcm1hdCI6bnVsbCwiVHlwZSI6MH19fSwiTWlsZXN0b25lcyI6W10sIlRhc2tzIjpbXSwiU3dpbWxhbmVzIjpbXSwiTXNQcm9qZWN0SXRlbXNUcmVlIjp7IiRpZCI6IjQ4NSIsIlJvb3QiOnsiSW1wb3J0SWQiOm51bGwsIklzSW1wb3J0ZWQiOmZhbHNlLCJDaGlsZHJlbiI6W119fSwiTWV0YWRhdGEiOnsiJGlkIjoiNDg2IiwiUmVjZW50Q29sb3JzQ29sbGVjdGlvbiI6IltdIiwiU291cmNlVGVtcGxhdGUiOiJ7XCIkaWRcIjpcIjFcIixcIklkXCI6XCJjYzI2Zjg2My0yN2NlLTQ4MGUtYTU4OS1iM2YxMmYyZDZlYjBcIixcIkN1bHR1cmVJbmZvTmFtZVwiOlwiZW4tVVNcIixcIlZlcnNpb25cIjp7XCIkaWRcIjpcIjJcIixcIlRlbXBsYXRlRG9tVmVyc2lvblwiOlwiMS4zLjFcIn0sXCJFZmZlY3RcIjoxLFwiU3R5bGVcIjp7XCIkaWRcIjpcIjNcIixcIlRpbWViYW5kU3R5bGVcIjp7XCIkaWRcIjpcIjRcIixcIlNjYWxlTWFya2luZ1wiOjEsXCJTaGFwZVwiOjEwLFwiU2hhcGVTdHlsZVwiOntcIiRpZFwiOlwiNVwiLFwiTWFyZ2luXCI6e1wiJGlkXCI6XCI2XCIsXCJUb3BcIjowLjAsXCJMZWZ0XCI6MTAuMCxcIlJpZ2h0XCI6MTAuMCxcIkJvdHRvbVwiOjAuMH0sXCJQYWRkaW5nXCI6e1wiJGlkXCI6XCI3XCIsXCJUb3BcIjozLjAsXCJMZWZ0XCI6MC4wLFwiUmlnaHRcIjowLjAsXCJCb3R0b21cIjozLjB9LFwiQmFja2dyb3VuZFwiOntcIiRpZFwiOlwiOFwiLFwiQ29sb3JcIjp7XCIkaWRcIjpcIjlcIixcIkFcIjoyNTUsXCJSXCI6NjgsXCJHXCI6ODQsXCJCXCI6MTA2fX0sXCJJc1Zpc2libGVcIjp0cnVlLFwiV2lkdGhcIjo4NTguMCxcIkhlaWdodFwiOjIwLjAsXCJCb3JkZXJTdHlsZVwiOntcIiRpZFwiOlwiMTBcIixcIkxpbmVDb2xvclwiOntcIiRpZFwiOlwiMTFcIixcIiR0eXBlXCI6XCJOTFJFLkNvbW1vbi5Eb20uU29saWRDb2xvckJydXNoLCBOTFJFLkNvbW1vblwiLFwiQ29sb3JcIjp7XCIkaWRcIjpcIjEyXCIsXCJBXCI6MjU1LFwiUlwiOjI1NSxcIkdcIjowLFwiQlwiOjB9fSxcIkxpbmVXZWlnaHRcIjowLjAsXCJMaW5lVHlwZVwiOjB9fSxcIk1pZGRsZVRpZXJTaGFwZVN0eWxlXCI6e1wiJGlkXCI6XCIxM1wiLFwiTWFyZ2luXCI6e1wiJGlkXCI6XCIxNFwiLFwiVG9wXCI6MC4wLFwiTGVmdFwiOjEwLjAsXCJSaWdodFwiOjEwLjAsXCJCb3R0b21cIjowLjB9LFwiUGFkZGluZ1wiOntcIiRpZFwiOlwiMTVcIixcIlRvcFwiOjMuMCxcIkxlZnRcIjowLjAsXCJSaWdodFwiOjAuMCxcIkJvdHRvbVwiOjMuMH0sXCJCYWNrZ3JvdW5kXCI6e1wiJGlkXCI6XCIxNlwiLFwiQ29sb3JcIjp7XCIkaWRcIjpcIjE3XCIsXCJBXCI6MjU1LFwiUlwiOjY4LFwiR1wiOjg0LFwiQlwiOjEwNn19LFwiSXNWaXNpYmxlXCI6dHJ1ZSxcIldpZHRoXCI6ODU4LjAsXCJIZWlnaHRcIjoy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zLjAsXCJMZWZ0XCI6MC4wLFwiUmlnaHRcIjowLjAsXCJCb3R0b21cIjozLjB9LFwiQmFja2dyb3VuZFwiOntcIiRpZFwiOlwiMjRcIixcIkNvbG9yXCI6e1wiJGlkXCI6XCIyNVwiLFwiQVwiOjI1NSxcIlJcIjo2OCxcIkdcIjo4NCxcIkJcIjoxMDZ9fSxcIklzVmlzaWJsZVwiOnRydWUsXCJXaWR0aFwiOjg1OC4wLFwiSGVpZ2h0XCI6MjAuMCxcIkJvcmRlclN0eWxlXCI6e1wiJGlkXCI6XCIyNlwiLFwiTGluZUNvbG9yXCI6e1wiJGlkXCI6XCIyN1wiLFwiJHR5cGVcIjpcIk5MUkUuQ29tbW9uLkRvbS5Tb2xpZENvbG9yQnJ1c2gsIE5MUkUuQ29tbW9uXCIsXCJDb2xvclwiOntcIiRpZFwiOlwiMjhcIixcIkFcIjoyNTUsXCJSXCI6MjU1LFwiR1wiOjAsXCJCXCI6MH19LFwiTGluZVdlaWdodFwiOjAuMCxcIkxpbmVUeXBlXCI6MH19LFwiUmlnaHRFbmRDYXBzU3R5bGVcIjp7XCIkaWRcIjpcIjI5XCIsXCJGb250U2V0dGluZ3NcIjp7XCIkaWRcIjpcIjMwXCIsXCJGb250U2l6ZVwiOjE4LFwiRm9udE5hbWVcIjpcIkNhbGlicmlcIixcIklzQm9sZFwiOnRydWUsXCJJc0l0YWxpY1wiOmZhbHNlLFwiSXNVbmRlcmxpbmVkXCI6ZmFsc2V9LFwiQXV0b1NpemVcIjowLFwiRm9yZWdyb3VuZFwiOntcIiRpZFwiOlwiMzFcIixcIkNvbG9yXCI6e1wiJGlkXCI6XCIzMl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wLFwiUlwiOjAsXCJHXCI6MCxcIkJcIjowfX0sXCJJc1Zpc2libGVcIjp0cnVlLFwiV2lkdGhcIjowLjAsXCJIZWlnaHRcIjowLjAsXCJCb3JkZXJTdHlsZVwiOm51bGx9LFwiTGVmdEVuZENhcHNTdHlsZVwiOntcIiRpZFwiOlwiMzdcIixcIkZvbnRTZXR0aW5nc1wiOntcIiRpZFwiOlwiMzhcIixcIkZvbnRTaXplXCI6MTgsXCJGb250TmFtZVwiOlwiQ2FsaWJyaVwiLFwiSXNCb2xkXCI6dHJ1ZSxcIklzSXRhbGljXCI6ZmFsc2UsXCJJc1VuZGVybGluZWRcIjpmYWxzZX0sXCJBdXRvU2l6ZVwiOjAsXCJGb3JlZ3JvdW5kXCI6e1wiJGlkXCI6XCIzOVwiLFwiQ29sb3JcIjp7XCIkaWRcIjpcIjQw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QxXCIsXCJUb3BcIjowLjAsXCJMZWZ0XCI6MjAuMCxcIlJpZ2h0XCI6MC4wLFwiQm90dG9tXCI6MC4wfSxcIlBhZGRpbmdcIjp7XCIkaWRcIjpcIjQyXCIsXCJUb3BcIjowLjAsXCJMZWZ0XCI6MC4wLFwiUmlnaHRcIjowLjAsXCJCb3R0b21cIjowLjB9LFwiQmFja2dyb3VuZFwiOntcIiRpZFwiOlwiNDNcIixcIkNvbG9yXCI6e1wiJHJlZlwiOlwiMzZcIn19LFwiSXNWaXNpYmxlXCI6ZmFsc2UsXCJXaWR0aFwiOjAuMCxcIkhlaWdodFwiOjAuMCxcIkJvcmRlclN0eWxlXCI6bnVsbH0sXCJUb2RheVRleHRTdHlsZVwiOntcIiRpZFwiOlwiNDRcIixcIkZvbnRTZXR0aW5nc1wiOntcIiRpZFwiOlwiNDVcIixcIkZvbnRTaXplXCI6MTIsXCJGb250TmFtZVwiOlwiQ2FsaWJyaVwiLFwiSXNCb2xkXCI6ZmFsc2UsXCJJc0l0YWxpY1wiOmZhbHNlLFwiSXNVbmRlcmxpbmVkXCI6ZmFsc2V9LFwiQXV0b1NpemVcIjowLFwiRm9yZWdyb3VuZFwiOntcIiRpZFwiOlwiNDZcIixcIkNvbG9yXCI6e1wiJGlkXCI6XCI0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FwiLFwiVG9wXCI6MC4wLFwiTGVmdFwiOjAuMCxcIlJpZ2h0XCI6MC4wLFwiQm90dG9tXCI6MC4wfSxcIlBhZGRpbmdcIjp7XCIkaWRcIjpcIjQ5XCIsXCJUb3BcIjowLjAsXCJMZWZ0XCI6MC4wLFwiUmlnaHRcIjowLjAsXCJCb3R0b21cIjowLjB9LFwiQmFja2dyb3VuZFwiOntcIiRpZFwiOlwiNTBcIixcIkNvbG9yXCI6e1wiJHJlZlwiOlwiMzZcIn19LFwiSXNWaXNpYmxlXCI6dHJ1ZSxcIldpZHRoXCI6MC4wLFwiSGVpZ2h0XCI6MC4wLFwiQm9yZGVyU3R5bGVcIjpudWxsfSxcIlRvZGF5TWFya2VyU3R5bGVcIjp7XCIkaWRcIjpcIjUxXCIsXCJNYXJnaW5cIjp7XCIkaWRcIjpcIjUyXCIsXCJUb3BcIjowLjAsXCJMZWZ0XCI6MC4wLFwiUmlnaHRcIjowLjAsXCJCb3R0b21cIjowLjB9LFwiUGFkZGluZ1wiOntcIiRpZFwiOlwiNTNcIixcIlRvcFwiOjAuMCxcIkxlZnRcIjowLjAsXCJSaWdodFwiOjAuMCxcIkJvdHRvbVwiOjAuMH0sXCJCYWNrZ3JvdW5kXCI6e1wiJGlkXCI6XCI1NFwiLFwiQ29sb3JcIjp7XCIkaWRcIjpcIjU1XCIsXCJBXCI6MjU1LFwiUlwiOjI1NSxcIkdcIjowLFwiQlwiOjB9fSxcIklzVmlzaWJsZVwiOnRydWUsXCJXaWR0aFwiOjAuMCxcIkhlaWdodFwiOjAuMCxcIkJvcmRlclN0eWxlXCI6bnVsbH0sXCJTY2FsZVN0eWxlXCI6e1wiJGlkXCI6XCI1NlwiLFwiU2hvd1NlZ21lbnRTZXBhcmF0b3JzXCI6dHJ1ZSxcIlNlZ21lbnRTZXBhcmF0b3JPcGFjaXR5XCI6MzAsXCJTaGFwZVwiOjMsXCJIYXNCZWVuVmlzaWJsZUJlZm9yZVwiOnRydWUsXCJGb250U2V0dGluZ3NcIjp7XCIkaWRcIjpcIjU3XCIsXCJGb250U2l6ZVwiOjEyLFwiRm9udE5hbWVcIjpcIkNhbGlicmlcIixcIklzQm9sZFwiOmZhbHNlLFwiSXNJdGFsaWNcIjpmYWxzZSxcIklzVW5kZXJsaW5lZFwiOmZhbHNlfSxcIkF1dG9TaXplXCI6MCxcIkZvcmVncm91bmRcIjp7XCIkaWRcIjpcIjU4XCIsXCJDb2xvclwiOntcIiRpZFwiOlwiNTl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jBcIixcIlRvcFwiOjAuMCxcIkxlZnRcIjo1LjAsXCJSaWdodFwiOjAuMCxcIkJvdHRvbVwiOjAuMH0sXCJQYWRkaW5nXCI6e1wiJGlkXCI6XCI2MVwiLFwiVG9wXCI6MC4wLFwiTGVmdFwiOjAuMCxcIlJpZ2h0XCI6MC4wLFwiQm90dG9tXCI6MC4wfSxcIkJhY2tncm91bmRcIjp7XCIkaWRcIjpcIjYyXCIsXCJDb2xvclwiOntcIiRyZWZcIjpcIjM2XCJ9fSxcIklzVmlzaWJsZVwiOnRydWUsXCJXaWR0aFwiOjAuMCxcIkhlaWdodFwiOjAuMCxcIkJvcmRlclN0eWxlXCI6bnVsbH0sXCJNaWRkbGVUaWVyU2NhbGVTdHlsZVwiOntcIiRpZFwiOlwiNjNcIixcIlNob3dTZWdtZW50U2VwYXJhdG9yc1wiOnRydWUsXCJTZWdtZW50U2VwYXJhdG9yT3BhY2l0eVwiOjMwLFwiU2hhcGVcIjozLFwiSGFzQmVlblZpc2libGVCZWZvcmVcIjpmYWxzZSxcIkZvbnRTZXR0aW5nc1wiOntcIiRpZFwiOlwiNjRcIixcIkZvbnRTaXplXCI6MTIsXCJGb250TmFtZVwiOlwiQ2FsaWJyaVwiLFwiSXNCb2xkXCI6ZmFsc2UsXCJJc0l0YWxpY1wiOmZhbHNlLFwiSXNVbmRlcmxpbmVkXCI6ZmFsc2V9LFwiQXV0b1NpemVcIjowLFwiRm9yZWdyb3VuZFwiOntcIiRpZFwiOlwiNjVcIixcIkNvbG9yXCI6e1wiJGlkXCI6XCI2Nl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N1wiLFwiVG9wXCI6MC4wLFwiTGVmdFwiOjUuMCxcIlJpZ2h0XCI6MC4wLFwiQm90dG9tXCI6MC4wfSxcIlBhZGRpbmdcIjp7XCIkaWRcIjpcIjY4XCIsXCJUb3BcIjowLjAsXCJMZWZ0XCI6MC4wLFwiUmlnaHRcIjowLjAsXCJCb3R0b21cIjowLjB9LFwiQmFja2dyb3VuZFwiOntcIiRpZFwiOlwiNjlcIixcIkNvbG9yXCI6e1wiJGlkXCI6XCI3MFwiLFwiQVwiOjAsXCJSXCI6MCxcIkdcIjowLFwiQlwiOjB9fSxcIklzVmlzaWJsZVwiOmZhbHNlLFwiV2lkdGhcIjowLjAsXCJIZWlnaHRcIjowLjAsXCJCb3JkZXJTdHlsZVwiOm51bGx9LFwiQm90dG9tVGllclNjYWxlU3R5bGVcIjp7XCIkaWRcIjpcIjcxXCIsXCJTaG93U2VnbWVudFNlcGFyYXRvcnNcIjp0cnVlLFwiU2VnbWVudFNlcGFyYXRvck9wYWNpdHlcIjozMCxcIlNoYXBlXCI6MyxcIkhhc0JlZW5WaXNpYmxlQmVmb3JlXCI6ZmFsc2UsXCJGb250U2V0dGluZ3NcIjp7XCIkaWRcIjpcIjcyXCIsXCJGb250U2l6ZVwiOjEy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wLFwiUlwiOjAsXCJHXCI6MCxcIkJcIjowfX0sXCJJc1Zpc2libGVcIjpmYWxzZSxcIldpZHRoXCI6MC4wLFwiSGVpZ2h0XCI6MC4wLFwiQm9yZGVyU3R5bGVcIjpudWxsfSxcIlNpbmdsZVNjYWxlU2hhcGVTdHlsZVwiOm51bGwsXCJFbGFwc2VkVGltZUJhY2tncm91bmRcIjp7XCIkaWRcIjpcIjc5XCIsXCJDb2xvclwiOntcIiRpZFwiOlwiODBcIixcIkFcIjoxOTEsXCJSXCI6MjU1LFwiR1wiOjAsXCJCXCI6MH19LFwiQXBwZW5kWWVhck9uWWVhckNoYW5nZVwiOmZhbHNlLFwiRWxhcHNlZFRpbWVGb3JtYXRcIjoyLFwiVG9kYXlNYXJrZXJQb3NpdGlvblwiOjMsXCJRdWlja1Bvc2l0aW9uXCI6MixcIkFic29sdXRlUG9zaXRpb25cIjo0MDUuMCxcIk1hcmdpblwiOntcIiRpZFwiOlwiODFcIixcIlRvcFwiOjAuMCxcIkxlZnRcIjoxMC4wLFwiUmlnaHRcIjoxMC4wLFwiQm90dG9tXCI6MC4wfSxcIlBhZGRpbmdcIjp7XCIkaWRcIjpcIjgyXCIsXCJUb3BcIjowLjAsXCJMZWZ0XCI6MC4wLFwiUmlnaHRcIjowLjAsXCJCb3R0b21cIjowLjB9LFwiQmFja2dyb3VuZFwiOntcIiRpZFwiOlwiODNcIixcIkNvbG9yXCI6e1wiJGlkXCI6XCI4NFwiLFwiQVwiOjI1NSxcIlJcIjo0NyxcIkdcIjo1NCxcIkJcIjoxNTN9fSxcIklzVmlzaWJsZVwiOnRydWUsXCJXaWR0aFwiOjAuMCxcIkhlaWdodFwiOjAuMCxcIkJvcmRlclN0eWxlXCI6bnVsbH0sXCJEZWZhdWx0TWlsZXN0b25lU3R5bGVcIjp7XCIkaWRcIjpcIjg1XCIsXCJTaGFwZVwiOjIsXCJDb25uZWN0b3JNYXJnaW5cIjp7XCIkaWRcIjpcIjg2XCIsXCJUb3BcIjowLjAsXCJMZWZ0XCI6Mi4wLFwiUmlnaHRcIjoyLjAsXCJCb3R0b21cIjowLjB9LFwiQ29ubmVjdG9yU3R5bGVcIjp7XCIkaWRcIjpcIjg3XCIsXCJMaW5lQ29sb3JcIjp7XCIkaWRcIjpcIjg4XCIsXCIkdHlwZVwiOlwiTkxSRS5Db21tb24uRG9tLlNvbGlkQ29sb3JCcnVzaCwgTkxSRS5Db21tb25cIixcIkNvbG9yXCI6e1wiJGlkXCI6XCI4OVwiLFwiQVwiOjEyNyxcIlJcIjo3OSxcIkdcIjoxMjksXCJCXCI6MTg5fX0sXCJMaW5lV2VpZ2h0XCI6MS4wLFwiTGluZVR5cGVcIjowfSxcIklzQmVsb3dUaW1lYmFuZFwiOmZhbHNlLFwiSGlkZURhdGVcIjpmYWxzZSxcIlNoYXBlU2l6ZVwiOjEsXCJTcGFjaW5nXCI6Mi4wLFwiUGFkZGluZ1wiOntcIiRpZFwiOlwiOTBcIixcIlRvcFwiOjcuMCxcIkxlZnRcIjozLjAsXCJSaWdodFwiOjAuMCxcIkJvdHRvbVwiOjIuMH0sXCJQb3NpdGlvblwiOm51bGwsXCJQb3NpdGlvbk9uVGFza1wiOjAsXCJTaGFwZVN0eWxlXCI6e1wiJGlkXCI6XCI5MVwiLFwiTWFyZ2luXCI6e1wiJGlkXCI6XCI5MlwiLFwiVG9wXCI6MC4wLFwiTGVmdFwiOjAuMCxcIlJpZ2h0XCI6MC4wLFwiQm90dG9tXCI6MC4wfSxcIlBhZGRpbmdcIjp7XCIkaWRcIjpcIjkzXCIsXCJUb3BcIjowLjAsXCJMZWZ0XCI6MC4wLFwiUmlnaHRcIjowLjAsXCJCb3R0b21cIjowLjB9LFwiQmFja2dyb3VuZFwiOntcIiRpZFwiOlwiOTRcIixcIkNvbG9yXCI6e1wiJGlkXCI6XCI5NVwiLFwiQVwiOjI1NSxcIlJcIjowLFwiR1wiOjExNCxcIkJcIjoxODh9fSxcIklzVmlzaWJsZVwiOnRydWUsXCJXaWR0aFwiOjEzLjAsXCJIZWlnaHRcIjoxMy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VGFza1N0eWxlXCI6e1wiJGlkXCI6XCIxMTRcIixcIlNoYXBlXCI6MSxcIlNoYXBlVGhpY2tuZXNzXCI6MCxcIkR1cmF0aW9uRm9ybWF0XCI6MCxcIlBlcmNlbnRhZ2VDb21wbGV0ZVN0eWxlXCI6e1wiJGlkXCI6XCIxMTVcIixcIkZvbnRTZXR0aW5nc1wiOntcIiRpZFwiOlwiMTE2XCIsXCJGb250U2l6ZVwiOjEwLFwiRm9udE5hbWVcIjpcIkNhbGlicmlcIixcIklzQm9sZFwiOmZhbHNlLFwiSXNJdGFsaWNcIjpmYWxzZSxcIklzVW5kZXJsaW5lZFwiOmZhbHNlfSxcIkF1dG9TaXplXCI6MCxcIkZvcmVncm91bmRcIjp7XCIkaWRcIjpcIjExN1wiLFwiQ29sb3JcIjp7XCIkaWRcIjpcIjExOF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cmVmXCI6XCIzNlwifX0sXCJJc1Zpc2libGVcIjp0cnVlLFwiV2lkdGhcIjowLjAsXCJIZWlnaHRcIjowLjAsXCJCb3JkZXJTdHlsZVwiOm51bGx9LFwiRHVyYXRpb25TdHlsZVwiOntcIiRpZFwiOlwiMTIyXCIsXCJGb250U2V0dGluZ3NcIjp7XCIkaWRcIjpcIjEyM1wiLFwiRm9udFNpemVcIjoxMCxcIkZvbnROYW1lXCI6XCJDYWxpYnJpXCIsXCJJc0JvbGRcIjpmYWxzZSxcIklzSXRhbGljXCI6ZmFsc2UsXCJJc1VuZGVybGluZWRcIjpmYWxzZX0sXCJBdXRvU2l6ZVwiOjAsXCJGb3JlZ3JvdW5kXCI6e1wiJGlkXCI6XCIxMjRcIixcIkNvbG9yXCI6e1wiJGlkXCI6XCIxMjV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jZcIixcIlRvcFwiOjAuMCxcIkxlZnRcIjowLjAsXCJSaWdodFwiOjAuMCxcIkJvdHRvbVwiOjAuMH0sXCJQYWRkaW5nXCI6e1wiJGlkXCI6XCIxMjdcIixcIlRvcFwiOjAuMCxcIkxlZnRcIjowLjAsXCJSaWdodFwiOjAuMCxcIkJvdHRvbVwiOjAuMH0sXCJCYWNrZ3JvdW5kXCI6e1wiJGlkXCI6XCIxMjhcIixcIkNvbG9yXCI6e1wiJHJlZlwiOlwiMzZcIn19LFwiSXNWaXNpYmxlXCI6dHJ1ZSxcIldpZHRoXCI6MC4wLFwiSGVpZ2h0XCI6MC4wLFwiQm9yZGVyU3R5bGVcIjpudWxsfSxcIkhvcml6b250YWxDb25uZWN0b3JTdHlsZVwiOntcIiRpZFwiOlwiMTI5XCIsXCJMaW5lQ29sb3JcIjp7XCIkaWRcIjpcIjEzMFwiLFwiJHR5cGVcIjpcIk5MUkUuQ29tbW9uLkRvbS5Tb2xpZENvbG9yQnJ1c2gsIE5MUkUuQ29tbW9uXCIsXCJDb2xvclwiOntcIiRpZFwiOlwiMTMxXCIsXCJBXCI6MjU1LFwiUlwiOjIwNCxcIkdcIjoyMDQsXCJCXCI6MjA0fX0sXCJMaW5lV2VpZ2h0XCI6MS4wLFwiTGluZVR5cGVcIjowfSxcIlZlcnRpY2FsQ29ubmVjdG9yU3R5bGVcIjp7XCIkaWRcIjpcIjEzMlwiLFwiTGluZUNvbG9yXCI6e1wiJGlkXCI6XCIxMzNcIixcIiR0eXBlXCI6XCJOTFJFLkNvbW1vbi5Eb20uU29saWRDb2xvckJydXNoLCBOTFJFLkNvbW1vblwiLFwiQ29sb3JcIjp7XCIkaWRcIjpcIjEzNFwiLFwiQVwiOjI1NSxcIlJcIjoyMDQsXCJHXCI6MjA0LFwiQlwiOjIwNH19LFwiTGluZVdlaWdodFwiOjAuMCxcIkxpbmVUeXBlXCI6MH0sXCJNYXJnaW5cIjpudWxsLFwiU3RhcnREYXRlUG9zaXRpb25cIjozLFwiRW5kRGF0ZVBvc2l0aW9uXCI6MyxcIlRpdGxlUG9zaXRpb25cIjo0LFwiRHVyYXRpb25Qb3NpdGlvblwiOjYsXCJQZXJjZW50YWdlQ29tcGxldGVkUG9zaXRpb25cIjo2LFwiU3BhY2luZ1wiOjUsXCJJc0JlbG93VGltZWJhbmRcIjpmYWxzZSxcIlBlcmNlbnRhZ2VDb21wbGV0ZVNoYXBlT3BhY2l0eVwiOjM1LFwiR3JvdXBOYW1lXCI6bnVsbCxcIkF0dGFjaGVkTWlsZXN0b25lc1N0eWxlc1wiOm51bGwsXCJTaGFwZVN0eWxlXCI6e1wiJGlkXCI6XCIxMzVcIixcIk1hcmdpblwiOntcIiRpZFwiOlwiMTM2XCIsXCJUb3BcIjowLjAsXCJMZWZ0XCI6NC4wLFwiUmlnaHRcIjo0LjAsXCJCb3R0b21cIjowLjB9LFwiUGFkZGluZ1wiOntcIiRpZFwiOlwiMTM3XCIsXCJUb3BcIjowLjAsXCJMZWZ0XCI6MC4wLFwiUmlnaHRcIjowLjAsXCJCb3R0b21cIjowLjB9LFwiQmFja2dyb3VuZFwiOntcIiRpZFwiOlwiMTM4XCIsXCJDb2xvclwiOntcIiRpZFwiOlwiMTM5XCIsXCJBXCI6MjU1LFwiUlwiOjAsXCJHXCI6MTE0LFwiQlwiOjE4OH19LFwiSXNWaXNpYmxlXCI6dHJ1ZSxcIldpZHRoXCI6MC4wLFwiSGVpZ2h0XCI6MTAuMCxcIkJvcmRlclN0eWxlXCI6e1wiJGlkXCI6XCIxNDBcIixcIkxpbmVDb2xvclwiOntcIiRpZFwiOlwiMTQxXCIsXCIkdHlwZVwiOlwiTkxSRS5Db21tb24uRG9tLlNvbGlkQ29sb3JCcnVzaCwgTkxSRS5Db21tb25cIixcIkNvbG9yXCI6e1wiJGlkXCI6XCIxNDJcIixcIkFcIjoyNTUsXCJSXCI6MjU1LFwiR1wiOjAsXCJCXCI6MH19LFwiTGluZVdlaWdodFwiOjAuMCxcIkxpbmVUeXBlXCI6MH19LFwiVGl0bGVTdHlsZVwiOntcIiRpZFwiOlwiMTQzXCIsXCJGb250U2V0dGluZ3NcIjp7XCIkaWRcIjpcIjE0NFwiLFwiRm9udFNpemVcIjoxMSxcIkZvbnROYW1lXCI6XCJDYWxpYnJpXCIsXCJJc0JvbGRcIjp0cnVlLFwiSXNJdGFsaWNcIjpmYWxzZSxcIklzVW5kZXJsaW5lZFwiOmZhbHNlfSxcIkF1dG9TaXplXCI6MCxcIkZvcmVncm91bmRcIjp7XCIkaWRcIjpcIjE0NVwiLFwiQ29sb3JcIjp7XCIkaWRcIjpcIjE0NlwiLFwiQVwiOjI1NSxcIlJcIjowLFwiR1wiOjAsXCJCXCI6MH19LFwiQmFja2dyb3VuZEZpbGxUeXBlXCI6MCxcIk1heFdpZHRoXCI6OTYwLjAsXCJNYXhIZWlnaHRcIjpcIkluZmluaXR5XCIsXCJTbWFydEZvcmVncm91bmRJc0FjdGl2ZVwiOmZhbHNlLFwiSG9yaXpvbnRhbEFsaWdubWVudFwiOjAsXCJWZXJ0aWNhbEFsaWdubWVudFwiOjAsXCJTbWFydEZvcmVncm91bmRcIjpudWxsLFwiTWFyZ2luXCI6e1wiJGlkXCI6XCIxNDdcIixcIlRvcFwiOjAuMCxcIkxlZnRcIjowLjAsXCJSaWdodFwiOjAuMCxcIkJvdHRvbVwiOjAuMH0sXCJQYWRkaW5nXCI6e1wiJGlkXCI6XCIxNDhcIixcIlRvcFwiOjAuMCxcIkxlZnRcIjowLjAsXCJSaWdodFwiOjAuMCxcIkJvdHRvbVwiOjAuMH0sXCJCYWNrZ3JvdW5kXCI6e1wiJGlkXCI6XCIxNDlcIixcIkNvbG9yXCI6e1wiJHJlZlwiOlwiMzZcIn19LFwiSXNWaXNpYmxlXCI6dHJ1ZSxcIldpZHRoXCI6MC4wLFwiSGVpZ2h0XCI6MC4wLFwiQm9yZGVyU3R5bGVcIjpudWxsfSxcIkRhdGVTdHlsZVwiOntcIiRpZFwiOlwiMTUwXCIsXCJGb250U2V0dGluZ3NcIjp7XCIkaWRcIjpcIjE1MVwiLFwiRm9udFNpemVcIjoxMCxcIkZvbnROYW1lXCI6XCJDYWxpYnJpXCIsXCJJc0JvbGRcIjpmYWxzZSxcIklzSXRhbGljXCI6ZmFsc2UsXCJJc1VuZGVybGluZWRcIjpmYWxzZX0sXCJBdXRvU2l6ZVwiOjAsXCJGb3JlZ3JvdW5kXCI6e1wiJGlkXCI6XCIxNTJcIixcIkNvbG9yXCI6e1wiJGlkXCI6XCIxNTN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1NFwiLFwiVG9wXCI6MC4wLFwiTGVmdFwiOjAuMCxcIlJpZ2h0XCI6MC4wLFwiQm90dG9tXCI6MC4wfSxcIlBhZGRpbmdcIjp7XCIkaWRcIjpcIjE1NVwiLFwiVG9wXCI6MC4wLFwiTGVmdFwiOjAuMCxcIlJpZ2h0XCI6MC4wLFwiQm90dG9tXCI6MC4wfSxcIkJhY2tncm91bmRcIjp7XCIkaWRcIjpcIjE1NlwiLFwiQ29sb3JcIjp7XCIkcmVmXCI6XCIzNlwifX0sXCJJc1Zpc2libGVcIjp0cnVlLFwiV2lkdGhcIjowLjAsXCJIZWlnaHRcIjowLjAsXCJCb3JkZXJTdHlsZVwiOm51bGx9LFwiRGF0ZUZvcm1hdFwiOntcIiRpZFwiOlwiMTU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NThcIixcIkhlYWRlclN0eWxlXCI6e1wiJGlkXCI6XCIxNTlcIixcIlRleHRTdHlsZVwiOntcIiRpZFwiOlwiMTYwXCIsXCJGb250U2V0dGluZ3NcIjp7XCIkaWRcIjpcIjE2MVwiLFwiRm9udFNpemVcIjoxMixcIkZvbnROYW1lXCI6XCJDYWxpYnJpXCIsXCJJc0JvbGRcIjpmYWxzZSxcIklzSXRhbGljXCI6ZmFsc2UsXCJJc1VuZGVybGluZWRcIjpmYWxzZX0sXCJBdXRvU2l6ZVwiOjAsXCJGb3JlZ3JvdW5kXCI6e1wiJGlkXCI6XCIxNjJcIixcIkNvbG9yXCI6e1wiJGlkXCI6XCIxNjN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NjRcIixcIlRvcFwiOjAuMCxcIkxlZnRcIjowLjAsXCJSaWdodFwiOjAuMCxcIkJvdHRvbVwiOjAuMH0sXCJQYWRkaW5nXCI6e1wiJGlkXCI6XCIxNjVcIixcIlRvcFwiOjAuMCxcIkxlZnRcIjowLjAsXCJSaWdodFwiOjAuMCxcIkJvdHRvbVwiOjAuMH0sXCJCYWNrZ3JvdW5kXCI6bnVsbCxcIklzVmlzaWJsZVwiOmZhbHNlLFwiV2lkdGhcIjowLjAsXCJIZWlnaHRcIjowLjAsXCJCb3JkZXJTdHlsZVwiOm51bGx9LFwiUmVjdGFuZ2xl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xMjcsXCJSXCI6OTEsXCJHXCI6MTU1LFwiQlwiOjIxM319LFwiSXNWaXNpYmxlXCI6ZmFsc2UsXCJXaWR0aFwiOjAuMCxcIkhlaWdodFwiOjAuMCxcIkJvcmRlclN0eWxlXCI6e1wiJGlkXCI6XCIxNzFcIixcIkxpbmVDb2xvclwiOntcIiRpZFwiOlwiMTcyXCIsXCIkdHlwZVwiOlwiTkxSRS5Db21tb24uRG9tLlNvbGlkQ29sb3JCcnVzaCwgTkxSRS5Db21tb25cIixcIkNvbG9yXCI6e1wiJGlkXCI6XCIxNzNcIixcIkFcIjoyNTUsXCJSXCI6MjU1LFwiR1wiOjAsXCJCXCI6MH19LFwiTGluZVdlaWdodFwiOjAuMCxcIkxpbmVUeXBlXCI6MH19LFwiVGV4dElzVmVydGljYWxcIjpmYWxzZX0sXCJCYWNrZ3JvdW5kU3R5bGVcIjp7XCIkaWRcIjpcIjE3NFwiLFwiTWFyZ2luXCI6e1wiJGlkXCI6XCIxNzVcIixcIlRvcFwiOjAuMCxcIkxlZnRcIjowLjAsXCJSaWdodFwiOjAuMCxcIkJvdHRvbVwiOjAuMH0sXCJQYWRkaW5nXCI6e1wiJGlkXCI6XCIxNzZcIixcIlRvcFwiOjAuMCxcIkxlZnRcIjowLjAsXCJSaWdodFwiOjAuMCxcIkJvdHRvbVwiOjAuMH0sXCJCYWNrZ3JvdW5kXCI6e1wiJGlkXCI6XCIxNzdcIixcIkNvbG9yXCI6e1wiJGlkXCI6XCIxNzhcIixcIkFcIjozOCxcIlJcIjo5MSxcIkdcIjoxNTUsXCJCXCI6MjEzfX0sXCJJc1Zpc2libGVcIjp0cnVlLFwiV2lkdGhcIjowLjAsXCJIZWlnaHRcIjowLjAsXCJCb3JkZXJTdHlsZVwiOntcIiRpZFwiOlwiMTc5XCIsXCJMaW5lQ29sb3JcIjp7XCIkaWRcIjpcIjE4MFwiLFwiJHR5cGVcIjpcIk5MUkUuQ29tbW9uLkRvbS5Tb2xpZENvbG9yQnJ1c2gsIE5MUkUuQ29tbW9uXCIsXCJDb2xvclwiOntcIiRpZFwiOlwiMTgxXCIsXCJBXCI6MjU1LFwiUlwiOjI1NSxcIkdcIjowLFwiQlwiOjB9fSxcIkxpbmVXZWlnaHRcIjowLjAsXCJMaW5lVHlwZVwiOjB9fSxcIklzQWJvdmVUaW1lYmFuZFwiOmZhbHNlfSxcIkN1c3RvbU1pbGVzdG9uZVN0eWxlTGlzdFwiOltdLFwiQ3VzdG9tVGFza1N0eWxlTGlzdFwiOltdLFwiQ3VzdG9tU3dpbWxhbmVEZWZpbml0aW9uU3R5bGVMaXN0XCI6W10sXCJDdXN0b21Td2ltbGFuZVYyU3R5bGVMaXN0XCI6W10sXCJHcmlkbGluZVBhbmVsU3R5bGVcIjp7XCIkaWRcIjpcIjE4MlwiLFwiR3JpZGxpbmVTdHlsZVwiOntcIiRpZFwiOlwiMTgzXCIsXCJMaW5lQ29sb3JcIjp7XCIkaWRcIjpcIjE4NFwiLFwiJHR5cGVcIjpcIk5MUkUuQ29tbW9uLkRvbS5Tb2xpZENvbG9yQnJ1c2gsIE5MUkUuQ29tbW9uXCIsXCJDb2xvclwiOntcIiRpZFwiOlwiMTg1XCIsXCJBXCI6MzgsXCJSXCI6OTEsXCJHXCI6MTU1LFwiQlwiOjIxM319LFwiTGluZVdlaWdodFwiOjEuMCxcIkxpbmVUeXBlXCI6MH0sXCJJc1Zpc2libGVcIjp0cnVlfSxcIkFjdGl2aXR5TGluZVBhbmVsU3R5bGVcIjp7XCIkaWRcIjpcIjE4NlwiLFwiQWN0aXZpdHlMaW5lU3R5bGVcIjp7XCIkaWRcIjpcIjE4N1wiLFwiTGluZUNvbG9yXCI6e1wiJGlkXCI6XCIxODhcIixcIiR0eXBlXCI6XCJOTFJFLkNvbW1vbi5Eb20uU29saWRDb2xvckJydXNoLCBOTFJFLkNvbW1vblwiLFwiQ29sb3JcIjp7XCIkaWRcIjpcIjE4OVwiLFwiQVwiOjM4LFwiUlwiOjY4LFwiR1wiOjExNCxcIkJcIjoxOTZ9fSxcIkxpbmVXZWlnaHRcIjoxLjAsXCJMaW5lVHlwZVwiOjB9LFwiSXNWaXNpYmxlXCI6dHJ1ZX0sXCJEZWZhdWx0RGVwZW5kZW5jeVN0eWxlXCI6e1wiJGlkXCI6XCIxOTBcIixcIkxpbmVTdHlsZVwiOntcIiRpZFwiOlwiMTkxXCIsXCJMaW5lQ29sb3JcIjp7XCIkaWRcIjpcIjE5MlwiLFwiJHR5cGVcIjpcIk5MUkUuQ29tbW9uLkRvbS5Tb2xpZENvbG9yQnJ1c2gsIE5MUkUuQ29tbW9uXCIsXCJDb2xvclwiOntcIiRpZFwiOlwiMTkzXCIsXCJBXCI6MjU1LFwiUlwiOjAsXCJHXCI6MCxcIkJcIjowfX0sXCJMaW5lV2VpZ2h0XCI6MS4wLFwiTGluZVR5cGVcIjowfSxcIkVuZEFycm93aGVhZExpbmVTdHlsZVwiOntcIiRpZFwiOlwiMTk0XCIsXCJLaW5kXCI6MSxcIldpZHRoXCI6MSxcIkxlbmd0aFwiOjAsXCJQYXJlbnRTdHlsZVwiOm51bGx9LFwiQnJpbmdUb0Zyb250XCI6dHJ1ZSxcIklzVmlzaWJsZVwiOnRydWUsXCJSYWRpdXNcIjowLjB9LFwiQ3JpdGljYWxQYXRoU3R5bGVcIjp7XCIkaWRcIjpcIjE5NVwiLFwiQ3JpdGljYWxQYXRoU3R5bGVPcHRpb25zXCI6MTUsXCJMaW5lU3R5bGVcIjp7XCIkaWRcIjpcIjE5NlwiLFwiTGluZUNvbG9yXCI6e1wiJGlkXCI6XCIxOTdcIixcIiR0eXBlXCI6XCJOTFJFLkNvbW1vbi5Eb20uU29saWRDb2xvckJydXNoLCBOTFJFLkNvbW1vblwiLFwiQ29sb3JcIjp7XCIkaWRcIjpcIjE5OFwiLFwiQVwiOjI1NSxcIlJcIjoyMjIsXCJHXCI6NTAsXCJCXCI6NTB9fSxcIkxpbmVXZWlnaHRcIjoxLjAsXCJMaW5lVHlwZVwiOjB9LFwiVGl0bGVGb3JlZ3JvdW5kXCI6e1wiJGlkXCI6XCIxOTlcIixcIkNvbG9yXCI6e1wiJGlkXCI6XCIyMDBcIixcIkFcIjoyNTUsXCJSXCI6MTc2LFwiR1wiOjE5LFwiQlwiOjI1fX0sXCJTaGFwZXNCYWNrZ3JvdW5kXCI6e1wiJGlkXCI6XCIyMDFcIixcIkNvbG9yXCI6e1wiJGlkXCI6XCIyMDJcIixcIkFcIjoyNTUsXCJSXCI6MjUzLFwiR1wiOjIwMyxcIkJcIjoyMDh9fSxcIlNoYXBlc0JvcmRlclN0eWxlXCI6e1wiJGlkXCI6XCIyMDNcIixcIkxpbmVDb2xvclwiOntcIiRpZFwiOlwiMjA0XCIsXCIkdHlwZVwiOlwiTkxSRS5Db21tb24uRG9tLlNvbGlkQ29sb3JCcnVzaCwgTkxSRS5Db21tb25cIixcIkNvbG9yXCI6e1wiJGlkXCI6XCIyMDVcIixcIkFcIjoyNTUsXCJSXCI6MjIyLFwiR1wiOjUwLFwiQlwiOjUwfX0sXCJMaW5lV2VpZ2h0XCI6MS41LFwiTGluZVR5cGVcIjowfSxcIklzVmlzaWJsZVwiOmZhbHNlfX0sXCJTY2FsZVwiOntcIiRpZFwiOlwiMjA2XCIsXCJTdGFydERhdGVcIjpcIjAwMDEtMDEtMDFUMDA6MDA6MDBcIixcIkVuZERhdGVcIjpcIjAwMDEtMDEtMDFUMDA6MDA6MDBcIixcIkZvcm1hdFwiOlwid1wiLFwiVHlwZVwiOjEsXCJBdXRvRGF0ZVJhbmdlXCI6dHJ1ZSxcIldvcmtpbmdEYXlzXCI6MzEsXCJUb2RheU1hcmtlclRleHRcIjpcIlRvZGF5XCIsXCJBdXRvU2NhbGVUeXBlXCI6dHJ1ZX0sXCJTY2FsZVYyXCI6e1wiJGlkXCI6XCIyMDdcIixcIlN0YXJ0RGF0ZVwiOlwiMDAwMS0wMS0wMVQwMDowMDowMFwiLFwiRW5kRGF0ZVwiOlwiMDAwMS0wMS0wMVQwMDowMDowMFwiLFwiQXV0b0RhdGVSYW5nZVwiOnRydWUsXCJXb3JraW5nRGF5c1wiOjMxLFwiVG9kYXlNYXJrZXJUZXh0XCI6XCJUb2RheVwiLFwiQXV0b1NjYWxlVHlwZVwiOnRydWUsXCJUaW1lYmFuZFNjYWxlc1wiOntcIiRpZFwiOlwiMjA4XCIsXCJUb3BTY2FsZUxheWVyXCI6e1wiJGlkXCI6XCIyMDlcIixcIkZvcm1hdFwiOlwid1wiLFwiVHlwZVwiOjF9LFwiTWlkZGxlU2NhbGVMYXllclwiOntcIiRpZFwiOlwiMjEwXCIsXCJGb3JtYXRcIjpudWxsLFwiVHlwZVwiOjB9LFwiQm90dG9tU2NhbGVMYXllclwiOntcIiRpZFwiOlwiMjExXCIsXCJGb3JtYXRcIjpudWxsLFwiVHlwZVwiOjB9fX0sXCJNaWxlc3RvbmVzXCI6W10sXCJUYXNrc1wiOltdLFwiU3dpbWxhbmVzXCI6W10sXCJTd2ltbGFuZXNWMlwiOltdLFwiRGVwZW5kZW5jaWVzXCI6W10sXCJEZXBlbmRlbmN5U2V0dGluZ3NcIjp7XCIkaWRcIjpcIjIxMlwiLFwiRGVwZW5kZW5jeU1vZHVsZUVuYWJsZWRcIjpmYWxzZSxcIlNjaGVkdWxpbmdTZXR0aW5nc1wiOntcIiRpZFwiOlwiMjEzXCIsXCJEZXBlbmRlbmNpZXNTY2hlZHVsaW5nTW9kZVNldHRpbmdcIjoxLFwiRGVwZW5kZW5jaWVzUHJldmlvdXNTY2hlZHVsaW5nTW9kZVwiOjEsXCJPbkJyZWFraW5nRmxleGlibGVTY2hlZHVsaW5nTW9kZVNldHRpbmdcIjowLFwiT25CcmVha2luZ1N0cmljdFNjaGVkdWxpbmdNb2RlU2V0dGluZ1wiOjB9fSxcIlNldHRpbmdzXCI6e1wiJGlkXCI6XCIyMTRcIixcIkltcGFPcHRpb25zXCI6e1wiJGlkXCI6XCIyMTVcIixcIkxlZnRUb1JpZ2h0XCI6ZmFsc2UsXCJQYXlsb2FkT3B0aW9uc1wiOjJ9fSxcIlRpbWVDb25maWd1cmF0aW9uXCI6e1wiJGlkXCI6XCIyMTZcIixcIlVzZVRpbWVcIjpmYWxzZSxcIldvcmtEYXlTdGFydFwiOlwiMDA6MDA6MDBcIixcIldvcmtEYXlFbmRcIjpcIjIzOjU5OjAwXCJ9fSJ9LCJTZXR0aW5ncyI6eyIkaWQiOiI0ODciLCJJbXBhT3B0aW9ucyI6eyIkaWQiOiI0ODg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0ODkiLCJVc2VUaW1lIjpmYWxzZSwiV29ya0RheVN0YXJ0IjoiMDA6MDA6MDAiLCJXb3JrRGF5RW5kIjoiMjM6NTk6MDAifSwiTGFzdFVzZWRUZW1wbGF0ZUlkIjoiY2MyNmY4NjMtMjdjZS00ODBlLWE1ODktYjNmMTJmMmQ2ZWIwIiwiRmlyc3RXZWVrT2ZZZWFyIjowLCJQbGFjZU1pbGVzdG9uZUF0VGhlQmVnaW5uaW5nT2ZUaGVEYXkiOmZhbHNlLCJEZXBlbmRlbmN5U2NoZWR1bGluZ1NldHRpbmdzIjp7IiRpZCI6IjQ5MC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ZmFsc2UsIkRlcGVuZGVuY2llcyI6eyJfZGVwZW5kZW5jaWVzIjpbXX19"/>
  <p:tag name="__MASTER" val="__part_0"/>
</p:tagLst>
</file>

<file path=ppt/tags/tag449.xml><?xml version="1.0" encoding="utf-8"?>
<p:tagLst xmlns:a="http://schemas.openxmlformats.org/drawingml/2006/main" xmlns:r="http://schemas.openxmlformats.org/officeDocument/2006/relationships" xmlns:p="http://schemas.openxmlformats.org/presentationml/2006/main">
  <p:tag name="OTLMARKERSHAPE" val="OTL"/>
</p:tagLst>
</file>

<file path=ppt/tags/tag450.xml><?xml version="1.0" encoding="utf-8"?>
<p:tagLst xmlns:a="http://schemas.openxmlformats.org/drawingml/2006/main" xmlns:r="http://schemas.openxmlformats.org/officeDocument/2006/relationships" xmlns:p="http://schemas.openxmlformats.org/presentationml/2006/main">
  <p:tag name="OTLMARKERSHAPE" val="OTL"/>
</p:tagLst>
</file>

<file path=ppt/tags/tag451.xml><?xml version="1.0" encoding="utf-8"?>
<p:tagLst xmlns:a="http://schemas.openxmlformats.org/drawingml/2006/main" xmlns:r="http://schemas.openxmlformats.org/officeDocument/2006/relationships" xmlns:p="http://schemas.openxmlformats.org/presentationml/2006/main">
  <p:tag name="OTLMARKERSHAPE" val="OTL"/>
</p:tagLst>
</file>

<file path=ppt/tags/tag452.xml><?xml version="1.0" encoding="utf-8"?>
<p:tagLst xmlns:a="http://schemas.openxmlformats.org/drawingml/2006/main" xmlns:r="http://schemas.openxmlformats.org/officeDocument/2006/relationships" xmlns:p="http://schemas.openxmlformats.org/presentationml/2006/main">
  <p:tag name="OTLMARKERSHAPE" val="OTL"/>
</p:tagLst>
</file>

<file path=ppt/tags/tag453.xml><?xml version="1.0" encoding="utf-8"?>
<p:tagLst xmlns:a="http://schemas.openxmlformats.org/drawingml/2006/main" xmlns:r="http://schemas.openxmlformats.org/officeDocument/2006/relationships" xmlns:p="http://schemas.openxmlformats.org/presentationml/2006/main">
  <p:tag name="OTLMARKERSHAPE" val="OTL"/>
</p:tagLst>
</file>

<file path=ppt/tags/tag454.xml><?xml version="1.0" encoding="utf-8"?>
<p:tagLst xmlns:a="http://schemas.openxmlformats.org/drawingml/2006/main" xmlns:r="http://schemas.openxmlformats.org/officeDocument/2006/relationships" xmlns:p="http://schemas.openxmlformats.org/presentationml/2006/main">
  <p:tag name="OTLMARKERSHAPE" val="OTL"/>
</p:tagLst>
</file>

<file path=ppt/tags/tag455.xml><?xml version="1.0" encoding="utf-8"?>
<p:tagLst xmlns:a="http://schemas.openxmlformats.org/drawingml/2006/main" xmlns:r="http://schemas.openxmlformats.org/officeDocument/2006/relationships" xmlns:p="http://schemas.openxmlformats.org/presentationml/2006/main">
  <p:tag name="OTLMARKERSHAPE" val="OTL"/>
</p:tagLst>
</file>

<file path=ppt/tags/tag456.xml><?xml version="1.0" encoding="utf-8"?>
<p:tagLst xmlns:a="http://schemas.openxmlformats.org/drawingml/2006/main" xmlns:r="http://schemas.openxmlformats.org/officeDocument/2006/relationships" xmlns:p="http://schemas.openxmlformats.org/presentationml/2006/main">
  <p:tag name="OTLMARKERSHAPE" val="OTL"/>
</p:tagLst>
</file>

<file path=ppt/tags/tag457.xml><?xml version="1.0" encoding="utf-8"?>
<p:tagLst xmlns:a="http://schemas.openxmlformats.org/drawingml/2006/main" xmlns:r="http://schemas.openxmlformats.org/officeDocument/2006/relationships" xmlns:p="http://schemas.openxmlformats.org/presentationml/2006/main">
  <p:tag name="OTLMARKERSHAPE" val="OTL"/>
</p:tagLst>
</file>

<file path=ppt/tags/tag458.xml><?xml version="1.0" encoding="utf-8"?>
<p:tagLst xmlns:a="http://schemas.openxmlformats.org/drawingml/2006/main" xmlns:r="http://schemas.openxmlformats.org/officeDocument/2006/relationships" xmlns:p="http://schemas.openxmlformats.org/presentationml/2006/main">
  <p:tag name="OTLMARKERSHAPE" val="OTL"/>
</p:tagLst>
</file>

<file path=ppt/tags/tag459.xml><?xml version="1.0" encoding="utf-8"?>
<p:tagLst xmlns:a="http://schemas.openxmlformats.org/drawingml/2006/main" xmlns:r="http://schemas.openxmlformats.org/officeDocument/2006/relationships" xmlns:p="http://schemas.openxmlformats.org/presentationml/2006/main">
  <p:tag name="OTLMARKERSHAPE" val="OTL"/>
</p:tagLst>
</file>

<file path=ppt/tags/tag460.xml><?xml version="1.0" encoding="utf-8"?>
<p:tagLst xmlns:a="http://schemas.openxmlformats.org/drawingml/2006/main" xmlns:r="http://schemas.openxmlformats.org/officeDocument/2006/relationships" xmlns:p="http://schemas.openxmlformats.org/presentationml/2006/main">
  <p:tag name="OTLMARKERSHAPE" val="OTL"/>
</p:tagLst>
</file>

<file path=ppt/tags/tag461.xml><?xml version="1.0" encoding="utf-8"?>
<p:tagLst xmlns:a="http://schemas.openxmlformats.org/drawingml/2006/main" xmlns:r="http://schemas.openxmlformats.org/officeDocument/2006/relationships" xmlns:p="http://schemas.openxmlformats.org/presentationml/2006/main">
  <p:tag name="OTLMARKERSHAPE" val="OTL"/>
</p:tagLst>
</file>

<file path=ppt/tags/tag462.xml><?xml version="1.0" encoding="utf-8"?>
<p:tagLst xmlns:a="http://schemas.openxmlformats.org/drawingml/2006/main" xmlns:r="http://schemas.openxmlformats.org/officeDocument/2006/relationships" xmlns:p="http://schemas.openxmlformats.org/presentationml/2006/main">
  <p:tag name="OTLMARKERSHAPE" val="OTL"/>
</p:tagLst>
</file>

<file path=ppt/tags/tag463.xml><?xml version="1.0" encoding="utf-8"?>
<p:tagLst xmlns:a="http://schemas.openxmlformats.org/drawingml/2006/main" xmlns:r="http://schemas.openxmlformats.org/officeDocument/2006/relationships" xmlns:p="http://schemas.openxmlformats.org/presentationml/2006/main">
  <p:tag name="OTLMARKERSHAPE" val="OTL"/>
</p:tagLst>
</file>

<file path=ppt/tags/tag464.xml><?xml version="1.0" encoding="utf-8"?>
<p:tagLst xmlns:a="http://schemas.openxmlformats.org/drawingml/2006/main" xmlns:r="http://schemas.openxmlformats.org/officeDocument/2006/relationships" xmlns:p="http://schemas.openxmlformats.org/presentationml/2006/main">
  <p:tag name="OTLMARKERSHAPE" val="OTL"/>
</p:tagLst>
</file>

<file path=ppt/tags/tag465.xml><?xml version="1.0" encoding="utf-8"?>
<p:tagLst xmlns:a="http://schemas.openxmlformats.org/drawingml/2006/main" xmlns:r="http://schemas.openxmlformats.org/officeDocument/2006/relationships" xmlns:p="http://schemas.openxmlformats.org/presentationml/2006/main">
  <p:tag name="OTLMARKERSHAPE" val="OTL"/>
</p:tagLst>
</file>

<file path=ppt/tags/tag466.xml><?xml version="1.0" encoding="utf-8"?>
<p:tagLst xmlns:a="http://schemas.openxmlformats.org/drawingml/2006/main" xmlns:r="http://schemas.openxmlformats.org/officeDocument/2006/relationships" xmlns:p="http://schemas.openxmlformats.org/presentationml/2006/main">
  <p:tag name="OTLMARKERSHAPE" val="OTL"/>
</p:tagLst>
</file>

<file path=ppt/tags/tag467.xml><?xml version="1.0" encoding="utf-8"?>
<p:tagLst xmlns:a="http://schemas.openxmlformats.org/drawingml/2006/main" xmlns:r="http://schemas.openxmlformats.org/officeDocument/2006/relationships" xmlns:p="http://schemas.openxmlformats.org/presentationml/2006/main">
  <p:tag name="OTLMARKERSHAPE" val="OTL"/>
</p:tagLst>
</file>

<file path=ppt/tags/tag468.xml><?xml version="1.0" encoding="utf-8"?>
<p:tagLst xmlns:a="http://schemas.openxmlformats.org/drawingml/2006/main" xmlns:r="http://schemas.openxmlformats.org/officeDocument/2006/relationships" xmlns:p="http://schemas.openxmlformats.org/presentationml/2006/main">
  <p:tag name="OTLMARKERSHAPE" val="OTL"/>
</p:tagLst>
</file>

<file path=ppt/tags/tag469.xml><?xml version="1.0" encoding="utf-8"?>
<p:tagLst xmlns:a="http://schemas.openxmlformats.org/drawingml/2006/main" xmlns:r="http://schemas.openxmlformats.org/officeDocument/2006/relationships" xmlns:p="http://schemas.openxmlformats.org/presentationml/2006/main">
  <p:tag name="OTLMARKERSHAPE" val="OTL"/>
</p:tagLst>
</file>

<file path=ppt/tags/tag470.xml><?xml version="1.0" encoding="utf-8"?>
<p:tagLst xmlns:a="http://schemas.openxmlformats.org/drawingml/2006/main" xmlns:r="http://schemas.openxmlformats.org/officeDocument/2006/relationships" xmlns:p="http://schemas.openxmlformats.org/presentationml/2006/main">
  <p:tag name="OTLMARKERSHAPE" val="OTL"/>
</p:tagLst>
</file>

<file path=ppt/tags/tag471.xml><?xml version="1.0" encoding="utf-8"?>
<p:tagLst xmlns:a="http://schemas.openxmlformats.org/drawingml/2006/main" xmlns:r="http://schemas.openxmlformats.org/officeDocument/2006/relationships" xmlns:p="http://schemas.openxmlformats.org/presentationml/2006/main">
  <p:tag name="OTLMARKERSHAPE" val="OTL"/>
</p:tagLst>
</file>

<file path=ppt/tags/tag472.xml><?xml version="1.0" encoding="utf-8"?>
<p:tagLst xmlns:a="http://schemas.openxmlformats.org/drawingml/2006/main" xmlns:r="http://schemas.openxmlformats.org/officeDocument/2006/relationships" xmlns:p="http://schemas.openxmlformats.org/presentationml/2006/main">
  <p:tag name="OTLMARKERSHAPE" val="OTL"/>
</p:tagLst>
</file>

<file path=ppt/tags/tag473.xml><?xml version="1.0" encoding="utf-8"?>
<p:tagLst xmlns:a="http://schemas.openxmlformats.org/drawingml/2006/main" xmlns:r="http://schemas.openxmlformats.org/officeDocument/2006/relationships" xmlns:p="http://schemas.openxmlformats.org/presentationml/2006/main">
  <p:tag name="OTLMARKERSHAPE" val="OTL"/>
</p:tagLst>
</file>

<file path=ppt/tags/tag474.xml><?xml version="1.0" encoding="utf-8"?>
<p:tagLst xmlns:a="http://schemas.openxmlformats.org/drawingml/2006/main" xmlns:r="http://schemas.openxmlformats.org/officeDocument/2006/relationships" xmlns:p="http://schemas.openxmlformats.org/presentationml/2006/main">
  <p:tag name="OTLMARKERSHAPE" val="OTL"/>
</p:tagLst>
</file>

<file path=ppt/tags/tag475.xml><?xml version="1.0" encoding="utf-8"?>
<p:tagLst xmlns:a="http://schemas.openxmlformats.org/drawingml/2006/main" xmlns:r="http://schemas.openxmlformats.org/officeDocument/2006/relationships" xmlns:p="http://schemas.openxmlformats.org/presentationml/2006/main">
  <p:tag name="OTLMARKERSHAPE" val="OTL"/>
</p:tagLst>
</file>

<file path=ppt/tags/tag476.xml><?xml version="1.0" encoding="utf-8"?>
<p:tagLst xmlns:a="http://schemas.openxmlformats.org/drawingml/2006/main" xmlns:r="http://schemas.openxmlformats.org/officeDocument/2006/relationships" xmlns:p="http://schemas.openxmlformats.org/presentationml/2006/main">
  <p:tag name="OTLMARKERSHAPE" val="OTL"/>
</p:tagLst>
</file>

<file path=ppt/tags/tag477.xml><?xml version="1.0" encoding="utf-8"?>
<p:tagLst xmlns:a="http://schemas.openxmlformats.org/drawingml/2006/main" xmlns:r="http://schemas.openxmlformats.org/officeDocument/2006/relationships" xmlns:p="http://schemas.openxmlformats.org/presentationml/2006/main">
  <p:tag name="OTLMARKERSHAPE" val="OTL"/>
</p:tagLst>
</file>

<file path=ppt/tags/tag478.xml><?xml version="1.0" encoding="utf-8"?>
<p:tagLst xmlns:a="http://schemas.openxmlformats.org/drawingml/2006/main" xmlns:r="http://schemas.openxmlformats.org/officeDocument/2006/relationships" xmlns:p="http://schemas.openxmlformats.org/presentationml/2006/main">
  <p:tag name="OTLMARKERSHAPE" val="OTL"/>
</p:tagLst>
</file>

<file path=ppt/tags/tag479.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39.5066666666667"/>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QUICKPOSITION" val="Custom"/>
  <p:tag name="OTLTIMEBANDENDDATE" val="2033-04-08T23:59:00.0000000"/>
  <p:tag name="OTLTIMEBANDSCALETYPE" val="Quarters"/>
</p:tagLst>
</file>

<file path=ppt/tags/tag480.xml><?xml version="1.0" encoding="utf-8"?>
<p:tagLst xmlns:a="http://schemas.openxmlformats.org/drawingml/2006/main" xmlns:r="http://schemas.openxmlformats.org/officeDocument/2006/relationships" xmlns:p="http://schemas.openxmlformats.org/presentationml/2006/main">
  <p:tag name="OTLMARKERSHAPE" val="OTL"/>
</p:tagLst>
</file>

<file path=ppt/tags/tag481.xml><?xml version="1.0" encoding="utf-8"?>
<p:tagLst xmlns:a="http://schemas.openxmlformats.org/drawingml/2006/main" xmlns:r="http://schemas.openxmlformats.org/officeDocument/2006/relationships" xmlns:p="http://schemas.openxmlformats.org/presentationml/2006/main">
  <p:tag name="OTLMARKERSHAPE" val="OTL"/>
</p:tagLst>
</file>

<file path=ppt/tags/tag482.xml><?xml version="1.0" encoding="utf-8"?>
<p:tagLst xmlns:a="http://schemas.openxmlformats.org/drawingml/2006/main" xmlns:r="http://schemas.openxmlformats.org/officeDocument/2006/relationships" xmlns:p="http://schemas.openxmlformats.org/presentationml/2006/main">
  <p:tag name="OTLMARKERSHAPE" val="OTL"/>
</p:tagLst>
</file>

<file path=ppt/tags/tag483.xml><?xml version="1.0" encoding="utf-8"?>
<p:tagLst xmlns:a="http://schemas.openxmlformats.org/drawingml/2006/main" xmlns:r="http://schemas.openxmlformats.org/officeDocument/2006/relationships" xmlns:p="http://schemas.openxmlformats.org/presentationml/2006/main">
  <p:tag name="OTLMARKERSHAPE" val="OTL"/>
</p:tagLst>
</file>

<file path=ppt/tags/tag484.xml><?xml version="1.0" encoding="utf-8"?>
<p:tagLst xmlns:a="http://schemas.openxmlformats.org/drawingml/2006/main" xmlns:r="http://schemas.openxmlformats.org/officeDocument/2006/relationships" xmlns:p="http://schemas.openxmlformats.org/presentationml/2006/main">
  <p:tag name="OTLMARKERSHAPE" val="OTL"/>
</p:tagLst>
</file>

<file path=ppt/tags/tag485.xml><?xml version="1.0" encoding="utf-8"?>
<p:tagLst xmlns:a="http://schemas.openxmlformats.org/drawingml/2006/main" xmlns:r="http://schemas.openxmlformats.org/officeDocument/2006/relationships" xmlns:p="http://schemas.openxmlformats.org/presentationml/2006/main">
  <p:tag name="OTLMARKERSHAPE" val="OTL"/>
</p:tagLst>
</file>

<file path=ppt/tags/tag486.xml><?xml version="1.0" encoding="utf-8"?>
<p:tagLst xmlns:a="http://schemas.openxmlformats.org/drawingml/2006/main" xmlns:r="http://schemas.openxmlformats.org/officeDocument/2006/relationships" xmlns:p="http://schemas.openxmlformats.org/presentationml/2006/main">
  <p:tag name="OTLMARKERSHAPE" val="OTL"/>
</p:tagLst>
</file>

<file path=ppt/tags/tag487.xml><?xml version="1.0" encoding="utf-8"?>
<p:tagLst xmlns:a="http://schemas.openxmlformats.org/drawingml/2006/main" xmlns:r="http://schemas.openxmlformats.org/officeDocument/2006/relationships" xmlns:p="http://schemas.openxmlformats.org/presentationml/2006/main">
  <p:tag name="OTLMARKERSHAPE" val="OTL"/>
</p:tagLst>
</file>

<file path=ppt/tags/tag488.xml><?xml version="1.0" encoding="utf-8"?>
<p:tagLst xmlns:a="http://schemas.openxmlformats.org/drawingml/2006/main" xmlns:r="http://schemas.openxmlformats.org/officeDocument/2006/relationships" xmlns:p="http://schemas.openxmlformats.org/presentationml/2006/main">
  <p:tag name="OTLMARKERSHAPE" val="OTL"/>
</p:tagLst>
</file>

<file path=ppt/tags/tag489.xml><?xml version="1.0" encoding="utf-8"?>
<p:tagLst xmlns:a="http://schemas.openxmlformats.org/drawingml/2006/main" xmlns:r="http://schemas.openxmlformats.org/officeDocument/2006/relationships" xmlns:p="http://schemas.openxmlformats.org/presentationml/2006/main">
  <p:tag name="OTLMARKERSHAPE" val="OTL"/>
</p:tagLst>
</file>

<file path=ppt/tags/tag490.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2-28T23:59:00.0000000Z"/>
  <p:tag name="OTLMARKERSHAPE" val="OTL"/>
  <p:tag name="OTLSHAPETHICKNESSTYPE" val="Thin"/>
  <p:tag name="OTLSPACING" val="5"/>
  <p:tag name="OTLSTARTDATE" val="2025-11-30T23:59:00.0000000Z"/>
  <p:tag name="OTLWEEKNUMBERINGFORMAT" val="WNFormat1"/>
  <p:tag name="OTLWEEKNUMBERINGISVISIBLE" val="False"/>
</p:tagLst>
</file>

<file path=ppt/tags/tag491.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6-12T23:59:00.0000000Z"/>
  <p:tag name="OTLMARKERSHAPE" val="OTL"/>
  <p:tag name="OTLSHAPETHICKNESSTYPE" val="Thin"/>
  <p:tag name="OTLSPACING" val="5"/>
  <p:tag name="OTLSTARTDATE" val="2026-03-13T23:59:00.0000000Z"/>
  <p:tag name="OTLWEEKNUMBERINGFORMAT" val="WNFormat1"/>
  <p:tag name="OTLWEEKNUMBERINGISVISIBLE" val="False"/>
</p:tagLst>
</file>

<file path=ppt/tags/tag492.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11-17T23:59:00.0000000Z"/>
  <p:tag name="OTLMARKERSHAPE" val="OTL"/>
  <p:tag name="OTLSHAPETHICKNESSTYPE" val="Thin"/>
  <p:tag name="OTLSPACING" val="5"/>
  <p:tag name="OTLSTARTDATE" val="2026-07-06T23:59:00.0000000Z"/>
  <p:tag name="OTLWEEKNUMBERINGFORMAT" val="WNFormat1"/>
  <p:tag name="OTLWEEKNUMBERINGISVISIBLE" val="False"/>
</p:tagLst>
</file>

<file path=ppt/tags/tag493.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11-17T23:59:00.0000000Z"/>
  <p:tag name="OTLMARKERSHAPE" val="OTL"/>
  <p:tag name="OTLSHAPETHICKNESSTYPE" val="Thin"/>
  <p:tag name="OTLSPACING" val="5"/>
  <p:tag name="OTLSTARTDATE" val="2026-09-11T23:59:00.0000000Z"/>
  <p:tag name="OTLWEEKNUMBERINGFORMAT" val="WNFormat1"/>
  <p:tag name="OTLWEEKNUMBERINGISVISIBLE" val="False"/>
</p:tagLst>
</file>

<file path=ppt/tags/tag494.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495.xml><?xml version="1.0" encoding="utf-8"?>
<p:tagLst xmlns:a="http://schemas.openxmlformats.org/drawingml/2006/main" xmlns:r="http://schemas.openxmlformats.org/officeDocument/2006/relationships" xmlns:p="http://schemas.openxmlformats.org/presentationml/2006/main">
  <p:tag name="OTLDATE" val="2026-02-13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Final CTA package"/>
  <p:tag name="OTLPOSITIONONTASK" val="None"/>
  <p:tag name="OTLRELATEDTASKID" val="00000000-0000-0000-0000-000000000000"/>
  <p:tag name="OTLWEEKNUMBERINGFORMAT" val="WNFormat1"/>
  <p:tag name="OTLWEEKNUMBERINGISVISIBLE" val="False"/>
</p:tagLst>
</file>

<file path=ppt/tags/tag496.xml><?xml version="1.0" encoding="utf-8"?>
<p:tagLst xmlns:a="http://schemas.openxmlformats.org/drawingml/2006/main" xmlns:r="http://schemas.openxmlformats.org/officeDocument/2006/relationships" xmlns:p="http://schemas.openxmlformats.org/presentationml/2006/main">
  <p:tag name="OTLDATE" val="2027-12-27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key results"/>
  <p:tag name="OTLPOSITIONONTASK" val="None"/>
  <p:tag name="OTLRELATEDTASKID" val="00000000-0000-0000-0000-000000000000"/>
  <p:tag name="OTLWEEKNUMBERINGFORMAT" val="WNFormat1"/>
  <p:tag name="OTLWEEKNUMBERINGISVISIBLE" val="False"/>
</p:tagLst>
</file>

<file path=ppt/tags/tag497.xml><?xml version="1.0" encoding="utf-8"?>
<p:tagLst xmlns:a="http://schemas.openxmlformats.org/drawingml/2006/main" xmlns:r="http://schemas.openxmlformats.org/officeDocument/2006/relationships" xmlns:p="http://schemas.openxmlformats.org/presentationml/2006/main">
  <p:tag name="OTLDATE" val="2025-11-26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PoC release "/>
  <p:tag name="OTLPOSITIONONTASK" val="None"/>
  <p:tag name="OTLRELATEDTASKID" val="00000000-0000-0000-0000-000000000000"/>
  <p:tag name="OTLWEEKNUMBERINGFORMAT" val="WNFormat1"/>
  <p:tag name="OTLWEEKNUMBERINGISVISIBLE" val="False"/>
</p:tagLst>
</file>

<file path=ppt/tags/tag498.xml><?xml version="1.0" encoding="utf-8"?>
<p:tagLst xmlns:a="http://schemas.openxmlformats.org/drawingml/2006/main" xmlns:r="http://schemas.openxmlformats.org/officeDocument/2006/relationships" xmlns:p="http://schemas.openxmlformats.org/presentationml/2006/main">
  <p:tag name="OTLDATE" val="2025-11-14T23:59: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Ph I readout for PoC"/>
  <p:tag name="OTLPOSITIONONTASK" val="None"/>
  <p:tag name="OTLRELATEDTASKID" val="00000000-0000-0000-0000-000000000000"/>
  <p:tag name="OTLWEEKNUMBERINGFORMAT" val="WNFormat1"/>
  <p:tag name="OTLWEEKNUMBERINGISVISIBLE" val="False"/>
</p:tagLst>
</file>

<file path=ppt/tags/tag499.xml><?xml version="1.0" encoding="utf-8"?>
<p:tagLst xmlns:a="http://schemas.openxmlformats.org/drawingml/2006/main" xmlns:r="http://schemas.openxmlformats.org/officeDocument/2006/relationships" xmlns:p="http://schemas.openxmlformats.org/presentationml/2006/main">
  <p:tag name="OTLMARKERSHAPE" val="OTL"/>
</p:tagLst>
</file>

<file path=ppt/tags/tag500.xml><?xml version="1.0" encoding="utf-8"?>
<p:tagLst xmlns:a="http://schemas.openxmlformats.org/drawingml/2006/main" xmlns:r="http://schemas.openxmlformats.org/officeDocument/2006/relationships" xmlns:p="http://schemas.openxmlformats.org/presentationml/2006/main">
  <p:tag name="OTLMARKERSHAPE" val="OTL"/>
</p:tagLst>
</file>

<file path=ppt/tags/tag501.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502.xml><?xml version="1.0" encoding="utf-8"?>
<p:tagLst xmlns:a="http://schemas.openxmlformats.org/drawingml/2006/main" xmlns:r="http://schemas.openxmlformats.org/officeDocument/2006/relationships" xmlns:p="http://schemas.openxmlformats.org/presentationml/2006/main">
  <p:tag name="OTLMARKERSHAPE" val="OTL"/>
</p:tagLst>
</file>

<file path=ppt/tags/tag503.xml><?xml version="1.0" encoding="utf-8"?>
<p:tagLst xmlns:a="http://schemas.openxmlformats.org/drawingml/2006/main" xmlns:r="http://schemas.openxmlformats.org/officeDocument/2006/relationships" xmlns:p="http://schemas.openxmlformats.org/presentationml/2006/main">
  <p:tag name="OTLMARKERSHAPE" val="OTL"/>
</p:tagLst>
</file>

<file path=ppt/tags/tag504.xml><?xml version="1.0" encoding="utf-8"?>
<p:tagLst xmlns:a="http://schemas.openxmlformats.org/drawingml/2006/main" xmlns:r="http://schemas.openxmlformats.org/officeDocument/2006/relationships" xmlns:p="http://schemas.openxmlformats.org/presentationml/2006/main">
  <p:tag name="OTLMARKERSHAPE" val="OTL"/>
</p:tagLst>
</file>

<file path=ppt/tags/tag505.xml><?xml version="1.0" encoding="utf-8"?>
<p:tagLst xmlns:a="http://schemas.openxmlformats.org/drawingml/2006/main" xmlns:r="http://schemas.openxmlformats.org/officeDocument/2006/relationships" xmlns:p="http://schemas.openxmlformats.org/presentationml/2006/main">
  <p:tag name="OTLMARKERSHAPE" val="OTL"/>
</p:tagLst>
</file>

<file path=ppt/tags/tag506.xml><?xml version="1.0" encoding="utf-8"?>
<p:tagLst xmlns:a="http://schemas.openxmlformats.org/drawingml/2006/main" xmlns:r="http://schemas.openxmlformats.org/officeDocument/2006/relationships" xmlns:p="http://schemas.openxmlformats.org/presentationml/2006/main">
  <p:tag name="OTLMARKERSHAPE" val="OTL"/>
</p:tagLst>
</file>

<file path=ppt/tags/tag507.xml><?xml version="1.0" encoding="utf-8"?>
<p:tagLst xmlns:a="http://schemas.openxmlformats.org/drawingml/2006/main" xmlns:r="http://schemas.openxmlformats.org/officeDocument/2006/relationships" xmlns:p="http://schemas.openxmlformats.org/presentationml/2006/main">
  <p:tag name="OTLMARKERSHAPE" val="OTL"/>
</p:tagLst>
</file>

<file path=ppt/tags/tag508.xml><?xml version="1.0" encoding="utf-8"?>
<p:tagLst xmlns:a="http://schemas.openxmlformats.org/drawingml/2006/main" xmlns:r="http://schemas.openxmlformats.org/officeDocument/2006/relationships" xmlns:p="http://schemas.openxmlformats.org/presentationml/2006/main">
  <p:tag name="OTLMARKERSHAPE" val="OTL"/>
</p:tagLst>
</file>

<file path=ppt/tags/tag509.xml><?xml version="1.0" encoding="utf-8"?>
<p:tagLst xmlns:a="http://schemas.openxmlformats.org/drawingml/2006/main" xmlns:r="http://schemas.openxmlformats.org/officeDocument/2006/relationships" xmlns:p="http://schemas.openxmlformats.org/presentationml/2006/main">
  <p:tag name="OTLMARKERSHAPE" val="OTL"/>
</p:tagLst>
</file>

<file path=ppt/tags/tag510.xml><?xml version="1.0" encoding="utf-8"?>
<p:tagLst xmlns:a="http://schemas.openxmlformats.org/drawingml/2006/main" xmlns:r="http://schemas.openxmlformats.org/officeDocument/2006/relationships" xmlns:p="http://schemas.openxmlformats.org/presentationml/2006/main">
  <p:tag name="OTLMARKERSHAPE" val="OTL"/>
</p:tagLst>
</file>

<file path=ppt/tags/tag511.xml><?xml version="1.0" encoding="utf-8"?>
<p:tagLst xmlns:a="http://schemas.openxmlformats.org/drawingml/2006/main" xmlns:r="http://schemas.openxmlformats.org/officeDocument/2006/relationships" xmlns:p="http://schemas.openxmlformats.org/presentationml/2006/main">
  <p:tag name="OTLMARKERSHAPE" val="OTL"/>
</p:tagLst>
</file>

<file path=ppt/tags/tag512.xml><?xml version="1.0" encoding="utf-8"?>
<p:tagLst xmlns:a="http://schemas.openxmlformats.org/drawingml/2006/main" xmlns:r="http://schemas.openxmlformats.org/officeDocument/2006/relationships" xmlns:p="http://schemas.openxmlformats.org/presentationml/2006/main">
  <p:tag name="OTLMARKERSHAPE" val="OTL"/>
</p:tagLst>
</file>

<file path=ppt/tags/tag513.xml><?xml version="1.0" encoding="utf-8"?>
<p:tagLst xmlns:a="http://schemas.openxmlformats.org/drawingml/2006/main" xmlns:r="http://schemas.openxmlformats.org/officeDocument/2006/relationships" xmlns:p="http://schemas.openxmlformats.org/presentationml/2006/main">
  <p:tag name="OTLMARKERSHAPE" val="OTL"/>
</p:tagLst>
</file>

<file path=ppt/tags/tag514.xml><?xml version="1.0" encoding="utf-8"?>
<p:tagLst xmlns:a="http://schemas.openxmlformats.org/drawingml/2006/main" xmlns:r="http://schemas.openxmlformats.org/officeDocument/2006/relationships" xmlns:p="http://schemas.openxmlformats.org/presentationml/2006/main">
  <p:tag name="OTLMARKERSHAPE" val="OTL"/>
</p:tagLst>
</file>

<file path=ppt/tags/tag515.xml><?xml version="1.0" encoding="utf-8"?>
<p:tagLst xmlns:a="http://schemas.openxmlformats.org/drawingml/2006/main" xmlns:r="http://schemas.openxmlformats.org/officeDocument/2006/relationships" xmlns:p="http://schemas.openxmlformats.org/presentationml/2006/main">
  <p:tag name="OTLMARKERSHAPE" val="OTL"/>
</p:tagLst>
</file>

<file path=ppt/tags/tag516.xml><?xml version="1.0" encoding="utf-8"?>
<p:tagLst xmlns:a="http://schemas.openxmlformats.org/drawingml/2006/main" xmlns:r="http://schemas.openxmlformats.org/officeDocument/2006/relationships" xmlns:p="http://schemas.openxmlformats.org/presentationml/2006/main">
  <p:tag name="OTLMARKERSHAPE" val="OTL"/>
</p:tagLst>
</file>

<file path=ppt/tags/tag517.xml><?xml version="1.0" encoding="utf-8"?>
<p:tagLst xmlns:a="http://schemas.openxmlformats.org/drawingml/2006/main" xmlns:r="http://schemas.openxmlformats.org/officeDocument/2006/relationships" xmlns:p="http://schemas.openxmlformats.org/presentationml/2006/main">
  <p:tag name="OTLMARKERSHAPE" val="OTL"/>
</p:tagLst>
</file>

<file path=ppt/tags/tag518.xml><?xml version="1.0" encoding="utf-8"?>
<p:tagLst xmlns:a="http://schemas.openxmlformats.org/drawingml/2006/main" xmlns:r="http://schemas.openxmlformats.org/officeDocument/2006/relationships" xmlns:p="http://schemas.openxmlformats.org/presentationml/2006/main">
  <p:tag name="OTLMARKERSHAPE" val="OTL"/>
</p:tagLst>
</file>

<file path=ppt/tags/tag519.xml><?xml version="1.0" encoding="utf-8"?>
<p:tagLst xmlns:a="http://schemas.openxmlformats.org/drawingml/2006/main" xmlns:r="http://schemas.openxmlformats.org/officeDocument/2006/relationships" xmlns:p="http://schemas.openxmlformats.org/presentationml/2006/main">
  <p:tag name="OTLMARKERSHAPE" val="OTL"/>
</p:tagLst>
</file>

<file path=ppt/tags/tag520.xml><?xml version="1.0" encoding="utf-8"?>
<p:tagLst xmlns:a="http://schemas.openxmlformats.org/drawingml/2006/main" xmlns:r="http://schemas.openxmlformats.org/officeDocument/2006/relationships" xmlns:p="http://schemas.openxmlformats.org/presentationml/2006/main">
  <p:tag name="OTLMARKERSHAPE" val="OTL"/>
</p:tagLst>
</file>

<file path=ppt/tags/tag521.xml><?xml version="1.0" encoding="utf-8"?>
<p:tagLst xmlns:a="http://schemas.openxmlformats.org/drawingml/2006/main" xmlns:r="http://schemas.openxmlformats.org/officeDocument/2006/relationships" xmlns:p="http://schemas.openxmlformats.org/presentationml/2006/main">
  <p:tag name="OTLMARKERSHAPE" val="OTL"/>
</p:tagLst>
</file>

<file path=ppt/tags/tag522.xml><?xml version="1.0" encoding="utf-8"?>
<p:tagLst xmlns:a="http://schemas.openxmlformats.org/drawingml/2006/main" xmlns:r="http://schemas.openxmlformats.org/officeDocument/2006/relationships" xmlns:p="http://schemas.openxmlformats.org/presentationml/2006/main">
  <p:tag name="OTLMARKERSHAPE" val="OTL"/>
</p:tagLst>
</file>

<file path=ppt/tags/tag523.xml><?xml version="1.0" encoding="utf-8"?>
<p:tagLst xmlns:a="http://schemas.openxmlformats.org/drawingml/2006/main" xmlns:r="http://schemas.openxmlformats.org/officeDocument/2006/relationships" xmlns:p="http://schemas.openxmlformats.org/presentationml/2006/main">
  <p:tag name="OTLMARKERSHAPE" val="OTL"/>
</p:tagLst>
</file>

<file path=ppt/tags/tag524.xml><?xml version="1.0" encoding="utf-8"?>
<p:tagLst xmlns:a="http://schemas.openxmlformats.org/drawingml/2006/main" xmlns:r="http://schemas.openxmlformats.org/officeDocument/2006/relationships" xmlns:p="http://schemas.openxmlformats.org/presentationml/2006/main">
  <p:tag name="OTLMARKERSHAPE" val="OTL"/>
</p:tagLst>
</file>

<file path=ppt/tags/tag525.xml><?xml version="1.0" encoding="utf-8"?>
<p:tagLst xmlns:a="http://schemas.openxmlformats.org/drawingml/2006/main" xmlns:r="http://schemas.openxmlformats.org/officeDocument/2006/relationships" xmlns:p="http://schemas.openxmlformats.org/presentationml/2006/main">
  <p:tag name="OTLMARKERSHAPE" val="OTL"/>
</p:tagLst>
</file>

<file path=ppt/tags/tag526.xml><?xml version="1.0" encoding="utf-8"?>
<p:tagLst xmlns:a="http://schemas.openxmlformats.org/drawingml/2006/main" xmlns:r="http://schemas.openxmlformats.org/officeDocument/2006/relationships" xmlns:p="http://schemas.openxmlformats.org/presentationml/2006/main">
  <p:tag name="OTLMARKERSHAPE" val="OTL"/>
</p:tagLst>
</file>

<file path=ppt/tags/tag527.xml><?xml version="1.0" encoding="utf-8"?>
<p:tagLst xmlns:a="http://schemas.openxmlformats.org/drawingml/2006/main" xmlns:r="http://schemas.openxmlformats.org/officeDocument/2006/relationships" xmlns:p="http://schemas.openxmlformats.org/presentationml/2006/main">
  <p:tag name="OTLMARKERSHAPE" val="OTL"/>
</p:tagLst>
</file>

<file path=ppt/tags/tag528.xml><?xml version="1.0" encoding="utf-8"?>
<p:tagLst xmlns:a="http://schemas.openxmlformats.org/drawingml/2006/main" xmlns:r="http://schemas.openxmlformats.org/officeDocument/2006/relationships" xmlns:p="http://schemas.openxmlformats.org/presentationml/2006/main">
  <p:tag name="OTLMARKERSHAPE" val="OTL"/>
</p:tagLst>
</file>

<file path=ppt/tags/tag529.xml><?xml version="1.0" encoding="utf-8"?>
<p:tagLst xmlns:a="http://schemas.openxmlformats.org/drawingml/2006/main" xmlns:r="http://schemas.openxmlformats.org/officeDocument/2006/relationships" xmlns:p="http://schemas.openxmlformats.org/presentationml/2006/main">
  <p:tag name="OTLMARKERSHAPE" val="OTL"/>
</p:tagLst>
</file>

<file path=ppt/tags/tag530.xml><?xml version="1.0" encoding="utf-8"?>
<p:tagLst xmlns:a="http://schemas.openxmlformats.org/drawingml/2006/main" xmlns:r="http://schemas.openxmlformats.org/officeDocument/2006/relationships" xmlns:p="http://schemas.openxmlformats.org/presentationml/2006/main">
  <p:tag name="OTLMARKERSHAPE" val="OTL"/>
</p:tagLst>
</file>

<file path=ppt/tags/tag531.xml><?xml version="1.0" encoding="utf-8"?>
<p:tagLst xmlns:a="http://schemas.openxmlformats.org/drawingml/2006/main" xmlns:r="http://schemas.openxmlformats.org/officeDocument/2006/relationships" xmlns:p="http://schemas.openxmlformats.org/presentationml/2006/main">
  <p:tag name="OTLMARKERSHAPE" val="OTL"/>
</p:tagLst>
</file>

<file path=ppt/tags/tag532.xml><?xml version="1.0" encoding="utf-8"?>
<p:tagLst xmlns:a="http://schemas.openxmlformats.org/drawingml/2006/main" xmlns:r="http://schemas.openxmlformats.org/officeDocument/2006/relationships" xmlns:p="http://schemas.openxmlformats.org/presentationml/2006/main">
  <p:tag name="OTLMARKERSHAPE" val="OTL"/>
</p:tagLst>
</file>

<file path=ppt/tags/tag533.xml><?xml version="1.0" encoding="utf-8"?>
<p:tagLst xmlns:a="http://schemas.openxmlformats.org/drawingml/2006/main" xmlns:r="http://schemas.openxmlformats.org/officeDocument/2006/relationships" xmlns:p="http://schemas.openxmlformats.org/presentationml/2006/main">
  <p:tag name="OTLMARKERSHAPE" val="OTL"/>
</p:tagLst>
</file>

<file path=ppt/tags/tag534.xml><?xml version="1.0" encoding="utf-8"?>
<p:tagLst xmlns:a="http://schemas.openxmlformats.org/drawingml/2006/main" xmlns:r="http://schemas.openxmlformats.org/officeDocument/2006/relationships" xmlns:p="http://schemas.openxmlformats.org/presentationml/2006/main">
  <p:tag name="OTLMARKERSHAPE" val="OTL"/>
</p:tagLst>
</file>

<file path=ppt/tags/tag535.xml><?xml version="1.0" encoding="utf-8"?>
<p:tagLst xmlns:a="http://schemas.openxmlformats.org/drawingml/2006/main" xmlns:r="http://schemas.openxmlformats.org/officeDocument/2006/relationships" xmlns:p="http://schemas.openxmlformats.org/presentationml/2006/main">
  <p:tag name="OTLMARKERSHAPE" val="OTL"/>
</p:tagLst>
</file>

<file path=ppt/tags/tag536.xml><?xml version="1.0" encoding="utf-8"?>
<p:tagLst xmlns:a="http://schemas.openxmlformats.org/drawingml/2006/main" xmlns:r="http://schemas.openxmlformats.org/officeDocument/2006/relationships" xmlns:p="http://schemas.openxmlformats.org/presentationml/2006/main">
  <p:tag name="OTLMARKERSHAPE" val="OTL"/>
</p:tagLst>
</file>

<file path=ppt/tags/tag537.xml><?xml version="1.0" encoding="utf-8"?>
<p:tagLst xmlns:a="http://schemas.openxmlformats.org/drawingml/2006/main" xmlns:r="http://schemas.openxmlformats.org/officeDocument/2006/relationships" xmlns:p="http://schemas.openxmlformats.org/presentationml/2006/main">
  <p:tag name="OTLMARKERSHAPE" val="OTL"/>
</p:tagLst>
</file>

<file path=ppt/tags/tag538.xml><?xml version="1.0" encoding="utf-8"?>
<p:tagLst xmlns:a="http://schemas.openxmlformats.org/drawingml/2006/main" xmlns:r="http://schemas.openxmlformats.org/officeDocument/2006/relationships" xmlns:p="http://schemas.openxmlformats.org/presentationml/2006/main">
  <p:tag name="OTLMARKERSHAPE" val="OTL"/>
</p:tagLst>
</file>

<file path=ppt/tags/tag539.xml><?xml version="1.0" encoding="utf-8"?>
<p:tagLst xmlns:a="http://schemas.openxmlformats.org/drawingml/2006/main" xmlns:r="http://schemas.openxmlformats.org/officeDocument/2006/relationships" xmlns:p="http://schemas.openxmlformats.org/presentationml/2006/main">
  <p:tag name="ADJUSTMENTS" val="3.162912"/>
</p:tagLst>
</file>

<file path=ppt/tags/tag540.xml><?xml version="1.0" encoding="utf-8"?>
<p:tagLst xmlns:a="http://schemas.openxmlformats.org/drawingml/2006/main" xmlns:r="http://schemas.openxmlformats.org/officeDocument/2006/relationships" xmlns:p="http://schemas.openxmlformats.org/presentationml/2006/main">
  <p:tag name="ADJUSTMENTS" val="3.162912"/>
</p:tagLst>
</file>

<file path=ppt/tags/tag541.xml><?xml version="1.0" encoding="utf-8"?>
<p:tagLst xmlns:a="http://schemas.openxmlformats.org/drawingml/2006/main" xmlns:r="http://schemas.openxmlformats.org/officeDocument/2006/relationships" xmlns:p="http://schemas.openxmlformats.org/presentationml/2006/main">
  <p:tag name="ADJUSTMENTS" val="3.162912"/>
</p:tagLst>
</file>

<file path=ppt/tags/tag542.xml><?xml version="1.0" encoding="utf-8"?>
<p:tagLst xmlns:a="http://schemas.openxmlformats.org/drawingml/2006/main" xmlns:r="http://schemas.openxmlformats.org/officeDocument/2006/relationships" xmlns:p="http://schemas.openxmlformats.org/presentationml/2006/main">
  <p:tag name="OTLMARKERSHAPE" val="OTL"/>
</p:tagLst>
</file>

<file path=ppt/tags/tag543.xml><?xml version="1.0" encoding="utf-8"?>
<p:tagLst xmlns:a="http://schemas.openxmlformats.org/drawingml/2006/main" xmlns:r="http://schemas.openxmlformats.org/officeDocument/2006/relationships" xmlns:p="http://schemas.openxmlformats.org/presentationml/2006/main">
  <p:tag name="OTLMARKERSHAPE" val="OTL"/>
</p:tagLst>
</file>

<file path=ppt/tags/tag544.xml><?xml version="1.0" encoding="utf-8"?>
<p:tagLst xmlns:a="http://schemas.openxmlformats.org/drawingml/2006/main" xmlns:r="http://schemas.openxmlformats.org/officeDocument/2006/relationships" xmlns:p="http://schemas.openxmlformats.org/presentationml/2006/main">
  <p:tag name="OTLMARKERSHAPE" val="OTL"/>
</p:tagLst>
</file>

<file path=ppt/tags/tag545.xml><?xml version="1.0" encoding="utf-8"?>
<p:tagLst xmlns:a="http://schemas.openxmlformats.org/drawingml/2006/main" xmlns:r="http://schemas.openxmlformats.org/officeDocument/2006/relationships" xmlns:p="http://schemas.openxmlformats.org/presentationml/2006/main">
  <p:tag name="OTLMARKERSHAPE" val="OTL"/>
</p:tagLst>
</file>

<file path=ppt/tags/tag546.xml><?xml version="1.0" encoding="utf-8"?>
<p:tagLst xmlns:a="http://schemas.openxmlformats.org/drawingml/2006/main" xmlns:r="http://schemas.openxmlformats.org/officeDocument/2006/relationships" xmlns:p="http://schemas.openxmlformats.org/presentationml/2006/main">
  <p:tag name="OTLMARKERSHAPE" val="OTL"/>
</p:tagLst>
</file>

<file path=ppt/tags/tag547.xml><?xml version="1.0" encoding="utf-8"?>
<p:tagLst xmlns:a="http://schemas.openxmlformats.org/drawingml/2006/main" xmlns:r="http://schemas.openxmlformats.org/officeDocument/2006/relationships" xmlns:p="http://schemas.openxmlformats.org/presentationml/2006/main">
  <p:tag name="OTLMARKERSHAPE" val="OTL"/>
</p:tagLst>
</file>

<file path=ppt/tags/tag548.xml><?xml version="1.0" encoding="utf-8"?>
<p:tagLst xmlns:a="http://schemas.openxmlformats.org/drawingml/2006/main" xmlns:r="http://schemas.openxmlformats.org/officeDocument/2006/relationships" xmlns:p="http://schemas.openxmlformats.org/presentationml/2006/main">
  <p:tag name="OTLMARKERSHAPE" val="OTL"/>
</p:tagLst>
</file>

<file path=ppt/tags/tag549.xml><?xml version="1.0" encoding="utf-8"?>
<p:tagLst xmlns:a="http://schemas.openxmlformats.org/drawingml/2006/main" xmlns:r="http://schemas.openxmlformats.org/officeDocument/2006/relationships" xmlns:p="http://schemas.openxmlformats.org/presentationml/2006/main">
  <p:tag name="OTLMARKERSHAPE" val="OTL"/>
</p:tagLst>
</file>

<file path=ppt/tags/tag550.xml><?xml version="1.0" encoding="utf-8"?>
<p:tagLst xmlns:a="http://schemas.openxmlformats.org/drawingml/2006/main" xmlns:r="http://schemas.openxmlformats.org/officeDocument/2006/relationships" xmlns:p="http://schemas.openxmlformats.org/presentationml/2006/main">
  <p:tag name="OTLMARKERSHAPE" val="OTL"/>
</p:tagLst>
</file>

<file path=ppt/tags/tag551.xml><?xml version="1.0" encoding="utf-8"?>
<p:tagLst xmlns:a="http://schemas.openxmlformats.org/drawingml/2006/main" xmlns:r="http://schemas.openxmlformats.org/officeDocument/2006/relationships" xmlns:p="http://schemas.openxmlformats.org/presentationml/2006/main">
  <p:tag name="OTLMARKERSHAPE" val="OTL"/>
</p:tagLst>
</file>

<file path=ppt/tags/tag552.xml><?xml version="1.0" encoding="utf-8"?>
<p:tagLst xmlns:a="http://schemas.openxmlformats.org/drawingml/2006/main" xmlns:r="http://schemas.openxmlformats.org/officeDocument/2006/relationships" xmlns:p="http://schemas.openxmlformats.org/presentationml/2006/main">
  <p:tag name="OTLMARKERSHAPE" val="OTL"/>
</p:tagLst>
</file>

<file path=ppt/tags/tag553.xml><?xml version="1.0" encoding="utf-8"?>
<p:tagLst xmlns:a="http://schemas.openxmlformats.org/drawingml/2006/main" xmlns:r="http://schemas.openxmlformats.org/officeDocument/2006/relationships" xmlns:p="http://schemas.openxmlformats.org/presentationml/2006/main">
  <p:tag name="OTLMARKERSHAPE" val="OTL"/>
</p:tagLst>
</file>

<file path=ppt/tags/tag5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5.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PPT-Slide-Library_Version_2.0_August_2025.pptx" id="{72BAD0FD-B305-4ECE-B714-13F510B44DA5}" vid="{84260866-2919-420B-8636-DC6FC79584D5}"/>
    </a:ext>
  </a:extLst>
</a:theme>
</file>

<file path=ppt/theme/theme2.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4.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5.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6.xml><?xml version="1.0" encoding="utf-8"?>
<a:theme xmlns:a="http://schemas.openxmlformats.org/drawingml/2006/main" name="10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1" id="{8E73A1CE-C297-4B48-8EE7-ACD211E1B6BA}" vid="{70C47F2D-1438-4C71-8D10-E835C49F7593}"/>
    </a:ext>
  </a:extLst>
</a:theme>
</file>

<file path=ppt/theme/theme7.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1" id="{8E73A1CE-C297-4B48-8EE7-ACD211E1B6BA}" vid="{70C47F2D-1438-4C71-8D10-E835C49F7593}"/>
    </a:ext>
  </a:extLst>
</a:theme>
</file>

<file path=ppt/theme/theme8.xml><?xml version="1.0" encoding="utf-8"?>
<a:theme xmlns:a="http://schemas.openxmlformats.org/drawingml/2006/main" name="1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9.xml><?xml version="1.0" encoding="utf-8"?>
<a:theme xmlns:a="http://schemas.openxmlformats.org/drawingml/2006/main" name="Boehringer Ingelheim 16:9 - ICP">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p2ctquju">
      <a:majorFont>
        <a:latin typeface="BoehringerForward Text"/>
        <a:ea typeface="黑体"/>
        <a:cs typeface=""/>
      </a:majorFont>
      <a:minorFont>
        <a:latin typeface="BoehringerForward Text"/>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Master_1.0.potx  -  Read-Only" id="{A1D929EF-7ABB-41AB-91F0-FFCE0B17B5FE}" vid="{647E50AB-ED93-487D-93B2-6507CFF81AE5}"/>
    </a:ext>
  </a:extLst>
</a:theme>
</file>

<file path=ppt/theme/theme10.xml><?xml version="1.0" encoding="utf-8"?>
<a:theme xmlns:a="http://schemas.openxmlformats.org/drawingml/2006/main" name="1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79705" indent="-179705" algn="l">
          <a:lnSpc>
            <a:spcPct val="140000"/>
          </a:lnSpc>
          <a:buFont typeface="Arial" panose="020B060402020209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2.xml><?xml version="1.0" encoding="utf-8"?>
<ds:datastoreItem xmlns:ds="http://schemas.openxmlformats.org/officeDocument/2006/customXml" ds:itemID="{F47AB1F0-ED3B-436D-A41A-794676054209}">
  <ds:schemaRefs>
    <ds:schemaRef ds:uri="545a336c-45ba-4242-ba8b-2a24159e5b92"/>
    <ds:schemaRef ds:uri="6105e471-a007-4c69-b034-cfd36128f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D0452D6-F2D9-4FC2-9863-71052AA7BDFA}">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6105e471-a007-4c69-b034-cfd36128fabd"/>
    <ds:schemaRef ds:uri="545a336c-45ba-4242-ba8b-2a24159e5b92"/>
    <ds:schemaRef ds:uri="http://www.w3.org/XML/1998/namespace"/>
    <ds:schemaRef ds:uri="http://purl.org/dc/dcmityp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0</TotalTime>
  <Words>9521</Words>
  <Application>Microsoft Office PowerPoint</Application>
  <PresentationFormat>宽屏</PresentationFormat>
  <Paragraphs>3008</Paragraphs>
  <Slides>66</Slides>
  <Notes>33</Notes>
  <HiddenSlides>22</HiddenSlides>
  <MMClips>0</MMClips>
  <ScaleCrop>false</ScaleCrop>
  <HeadingPairs>
    <vt:vector size="8" baseType="variant">
      <vt:variant>
        <vt:lpstr>已用的字体</vt:lpstr>
      </vt:variant>
      <vt:variant>
        <vt:i4>20</vt:i4>
      </vt:variant>
      <vt:variant>
        <vt:lpstr>主题</vt:lpstr>
      </vt:variant>
      <vt:variant>
        <vt:i4>10</vt:i4>
      </vt:variant>
      <vt:variant>
        <vt:lpstr>嵌入 OLE 服务器</vt:lpstr>
      </vt:variant>
      <vt:variant>
        <vt:i4>3</vt:i4>
      </vt:variant>
      <vt:variant>
        <vt:lpstr>幻灯片标题</vt:lpstr>
      </vt:variant>
      <vt:variant>
        <vt:i4>66</vt:i4>
      </vt:variant>
    </vt:vector>
  </HeadingPairs>
  <TitlesOfParts>
    <vt:vector size="99" baseType="lpstr">
      <vt:lpstr>DengXian</vt:lpstr>
      <vt:lpstr>Inter</vt:lpstr>
      <vt:lpstr>Microsoft YaHei UI</vt:lpstr>
      <vt:lpstr>OPPOSans M</vt:lpstr>
      <vt:lpstr>OPPOSans R</vt:lpstr>
      <vt:lpstr>SimSun</vt:lpstr>
      <vt:lpstr>Aptos</vt:lpstr>
      <vt:lpstr>Arial</vt:lpstr>
      <vt:lpstr>BISans</vt:lpstr>
      <vt:lpstr>BISansCond</vt:lpstr>
      <vt:lpstr>BISansOpti</vt:lpstr>
      <vt:lpstr>BISansOptiCond</vt:lpstr>
      <vt:lpstr>Boehringer Forward Head</vt:lpstr>
      <vt:lpstr>Boehringer Forward Text</vt:lpstr>
      <vt:lpstr>BoehringerForward Text</vt:lpstr>
      <vt:lpstr>Calibri</vt:lpstr>
      <vt:lpstr>Courier New</vt:lpstr>
      <vt:lpstr>Symbol</vt:lpstr>
      <vt:lpstr>Times New Roman</vt:lpstr>
      <vt:lpstr>Wingdings</vt:lpstr>
      <vt:lpstr>13_Boehringer Ingelheim 16:9</vt:lpstr>
      <vt:lpstr>1_Boehringer Ingelheim 16:9</vt:lpstr>
      <vt:lpstr>3_Boehringer Ingelheim 16:9</vt:lpstr>
      <vt:lpstr>Boehringer Ingelheim 16:9</vt:lpstr>
      <vt:lpstr>4_Boehringer Ingelheim 16:9</vt:lpstr>
      <vt:lpstr>10_Boehringer Ingelheim 16:9</vt:lpstr>
      <vt:lpstr>5_Boehringer Ingelheim 16:9</vt:lpstr>
      <vt:lpstr>15_Boehringer Ingelheim 16:9</vt:lpstr>
      <vt:lpstr>Boehringer Ingelheim 16:9 - ICP</vt:lpstr>
      <vt:lpstr>14_Boehringer Ingelheim 16:9</vt:lpstr>
      <vt:lpstr>think-cell 幻灯片</vt:lpstr>
      <vt:lpstr>Worksheet</vt:lpstr>
      <vt:lpstr>think-cell Slide</vt:lpstr>
      <vt:lpstr>Portfolio Executive Committee (PEC) Review Meeting  TA CRM</vt:lpstr>
      <vt:lpstr>Part I: Follow-up Actions from the Previous PEC</vt:lpstr>
      <vt:lpstr>PowerPoint 演示文稿</vt:lpstr>
      <vt:lpstr>Part II: Update</vt:lpstr>
      <vt:lpstr>PowerPoint 演示文稿</vt:lpstr>
      <vt:lpstr>PowerPoint 演示文稿</vt:lpstr>
      <vt:lpstr>PowerPoint 演示文稿</vt:lpstr>
      <vt:lpstr>TA CRM Portfolio Summary - PMS Studies</vt:lpstr>
      <vt:lpstr>TA Review Meeting  Mature Product Overview Metabolism </vt:lpstr>
      <vt:lpstr>Challenges and next step</vt:lpstr>
      <vt:lpstr>Metalyse</vt:lpstr>
      <vt:lpstr>Metalyse Development Plan (TENACITY - Late time window indication)</vt:lpstr>
      <vt:lpstr>Metalyse development plan</vt:lpstr>
      <vt:lpstr>Key Update on Metalyse China Late Time Window (LTW) Indication Development </vt:lpstr>
      <vt:lpstr>Survodutide</vt:lpstr>
      <vt:lpstr>PowerPoint 演示文稿</vt:lpstr>
      <vt:lpstr>Projects/Studies with Red-Light – China Mainland  </vt:lpstr>
      <vt:lpstr>LIVERAGE Medical Head Exchange meeting - Follow up action updates </vt:lpstr>
      <vt:lpstr>Projects/Studies with Red-Light - Taiwan  </vt:lpstr>
      <vt:lpstr>Projects/Studies with Yellow-Light – Hong Kong  </vt:lpstr>
      <vt:lpstr>1404-0044 LiverageTM dated on 01Dec2025 (Global recruitment status)</vt:lpstr>
      <vt:lpstr>1404-0044 LiverageTM dated on 01Dec2025 (China recruitment status)</vt:lpstr>
      <vt:lpstr>1404-0044 LiverageTM dated on 1Dec2025 (Taiwan recruitment status)</vt:lpstr>
      <vt:lpstr>1404-0044 LiverageTM dated on 1Dec2025 (Hong Kong recruitment status)</vt:lpstr>
      <vt:lpstr>1404-0064 LiverageTM - Cirrhosis dated on 1Dec2025 (Global recruitment status)</vt:lpstr>
      <vt:lpstr>1404-0064 LiverageTM - Cirrhosis dated on 01Dec2025 (China recruitment status)</vt:lpstr>
      <vt:lpstr>1404-0064 LiverageTM - Cirrhosis dated on 01Dec2025 (Taiwan recruitment status)</vt:lpstr>
      <vt:lpstr>1404-0064 LiverageTM - Cirrhosis dated on 1Dec2025 (Hong Kong recruitment status)</vt:lpstr>
      <vt:lpstr>PowerPoint 演示文稿</vt:lpstr>
      <vt:lpstr>CN Participant Discontinuation in SYNCHRONIZE trials (Cut off Date for CN: 4-Dec-2025)</vt:lpstr>
      <vt:lpstr>VicaEmpa</vt:lpstr>
      <vt:lpstr>VicaEmpa/CKD Development Plan (both global and local)</vt:lpstr>
      <vt:lpstr>VicaEmpa/HF Development Plan (both global and local)</vt:lpstr>
      <vt:lpstr>VicaEmpa/CVRR Development Plan (both global and local)</vt:lpstr>
      <vt:lpstr>Oxford’s feedback on site activation and patient screening </vt:lpstr>
      <vt:lpstr>Response to recruitment and site activation plan </vt:lpstr>
      <vt:lpstr>1378-0020: China Recruitment Progress</vt:lpstr>
      <vt:lpstr>1378-0020 global recruitment progress</vt:lpstr>
      <vt:lpstr>1378-0018: China Recruitment Progress</vt:lpstr>
      <vt:lpstr>1378-0018 global recruitment progress</vt:lpstr>
      <vt:lpstr>PowerPoint 演示文稿</vt:lpstr>
      <vt:lpstr>PowerPoint 演示文稿</vt:lpstr>
      <vt:lpstr>Projects/Studies with Red-Light  </vt:lpstr>
      <vt:lpstr>Early Assets</vt:lpstr>
      <vt:lpstr>Projects/Studies with Red-Light  </vt:lpstr>
      <vt:lpstr>Avenciguat (sGCa.), GN Development Plan</vt:lpstr>
      <vt:lpstr>Avenciguat (sGC act.) in GN Ph III (1366-0015) trial design </vt:lpstr>
      <vt:lpstr>BI 764198 (TRPC6i), FSGS Development Plan</vt:lpstr>
      <vt:lpstr>Current trial design prior to potential new design elements</vt:lpstr>
      <vt:lpstr>BI 764198 (TRPC6i), Podocytopathies Development Plan</vt:lpstr>
      <vt:lpstr>1434-0027 – Potential phase 2, multi-center, randomized, double-blind, placebo-controlled basket trial to evaluate BI 764198 in proteinuric glomerular diseases with podocyte involvement</vt:lpstr>
      <vt:lpstr>PowerPoint 演示文稿</vt:lpstr>
      <vt:lpstr>PowerPoint 演示文稿</vt:lpstr>
      <vt:lpstr>BI 3034701 (GGY2Ra.), Obesity Development Plan</vt:lpstr>
      <vt:lpstr>Phase II trial design (1507-0002) DRAFT for dose strategy consideration </vt:lpstr>
      <vt:lpstr>TA Portfolio Key Update- BI 7703711 (SIRPa antagonist)</vt:lpstr>
      <vt:lpstr>TA Portfolio Key Update- BI 3802876 (FAP/TRAILR2)— MASH cirrhosis</vt:lpstr>
      <vt:lpstr>Asset overview</vt:lpstr>
      <vt:lpstr>Global clinical development timeline and China integration plan</vt:lpstr>
      <vt:lpstr>Template for reference</vt:lpstr>
      <vt:lpstr>TA CRM Portfolio Summary - Pipeline Projects</vt:lpstr>
      <vt:lpstr>TA CRM Portfolio Summary - PMS Studies</vt:lpstr>
      <vt:lpstr>Projects/Studies with Red-Light  </vt:lpstr>
      <vt:lpstr>Guidance on  Portfolio Highlights</vt:lpstr>
      <vt:lpstr>BI 123456/INN (MoA), indication Development Plan </vt:lpstr>
      <vt:lpstr>xxxx-xxxx BI 123456/INN indication Global/China Recruitment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Bao,Leo (HP Medicine) BII-CN-S</cp:lastModifiedBy>
  <cp:revision>3</cp:revision>
  <dcterms:created xsi:type="dcterms:W3CDTF">2023-11-09T09:11:57Z</dcterms:created>
  <dcterms:modified xsi:type="dcterms:W3CDTF">2026-01-08T09:19:22Z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y fmtid="{D5CDD505-2E9C-101B-9397-08002B2CF9AE}" pid="3" name="MediaServiceImageTags">
    <vt:lpwstr/>
  </property>
</Properties>
</file>