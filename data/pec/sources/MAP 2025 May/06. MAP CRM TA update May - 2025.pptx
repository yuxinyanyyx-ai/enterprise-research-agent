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4.xml" ContentType="application/vnd.openxmlformats-officedocument.theme+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theme/theme5.xml" ContentType="application/vnd.openxmlformats-officedocument.theme+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theme/theme6.xml" ContentType="application/vnd.openxmlformats-officedocument.theme+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theme/theme7.xml" ContentType="application/vnd.openxmlformats-officedocument.theme+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theme/theme8.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theme/theme9.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notesSlides/notesSlide11.xml" ContentType="application/vnd.openxmlformats-officedocument.presentationml.notesSlide+xml"/>
  <Override PartName="/ppt/tags/tag207.xml" ContentType="application/vnd.openxmlformats-officedocument.presentationml.tags+xml"/>
  <Override PartName="/ppt/notesSlides/notesSlide12.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9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4247" r:id="rId5"/>
    <p:sldMasterId id="2147484025" r:id="rId6"/>
    <p:sldMasterId id="2147484142" r:id="rId7"/>
    <p:sldMasterId id="2147484176" r:id="rId8"/>
    <p:sldMasterId id="2147484281" r:id="rId9"/>
    <p:sldMasterId id="2147484315" r:id="rId10"/>
    <p:sldMasterId id="2147484332" r:id="rId11"/>
    <p:sldMasterId id="2147484371" r:id="rId12"/>
    <p:sldMasterId id="2147484412" r:id="rId13"/>
  </p:sldMasterIdLst>
  <p:notesMasterIdLst>
    <p:notesMasterId r:id="rId58"/>
  </p:notesMasterIdLst>
  <p:sldIdLst>
    <p:sldId id="9848" r:id="rId14"/>
    <p:sldId id="262" r:id="rId15"/>
    <p:sldId id="285" r:id="rId16"/>
    <p:sldId id="275" r:id="rId17"/>
    <p:sldId id="295" r:id="rId18"/>
    <p:sldId id="267" r:id="rId19"/>
    <p:sldId id="2147483632" r:id="rId20"/>
    <p:sldId id="277" r:id="rId21"/>
    <p:sldId id="278" r:id="rId22"/>
    <p:sldId id="279" r:id="rId23"/>
    <p:sldId id="280" r:id="rId24"/>
    <p:sldId id="281" r:id="rId25"/>
    <p:sldId id="282" r:id="rId26"/>
    <p:sldId id="2147483647" r:id="rId27"/>
    <p:sldId id="276" r:id="rId28"/>
    <p:sldId id="266" r:id="rId29"/>
    <p:sldId id="264" r:id="rId30"/>
    <p:sldId id="261" r:id="rId31"/>
    <p:sldId id="257" r:id="rId32"/>
    <p:sldId id="268" r:id="rId33"/>
    <p:sldId id="265" r:id="rId34"/>
    <p:sldId id="269" r:id="rId35"/>
    <p:sldId id="273" r:id="rId36"/>
    <p:sldId id="270" r:id="rId37"/>
    <p:sldId id="258" r:id="rId38"/>
    <p:sldId id="2147475076" r:id="rId39"/>
    <p:sldId id="256" r:id="rId40"/>
    <p:sldId id="2147482625" r:id="rId41"/>
    <p:sldId id="260" r:id="rId42"/>
    <p:sldId id="259" r:id="rId43"/>
    <p:sldId id="271" r:id="rId44"/>
    <p:sldId id="2147481591" r:id="rId45"/>
    <p:sldId id="2147481587" r:id="rId46"/>
    <p:sldId id="272" r:id="rId47"/>
    <p:sldId id="2147482732" r:id="rId48"/>
    <p:sldId id="2147483519" r:id="rId49"/>
    <p:sldId id="2147475079" r:id="rId50"/>
    <p:sldId id="288" r:id="rId51"/>
    <p:sldId id="2147482768" r:id="rId52"/>
    <p:sldId id="2147482909" r:id="rId53"/>
    <p:sldId id="2145705774" r:id="rId54"/>
    <p:sldId id="2147482893" r:id="rId55"/>
    <p:sldId id="283" r:id="rId56"/>
    <p:sldId id="263" r:id="rId5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AE581890-53F8-495D-8E9C-557F3D2DAD2B}">
          <p14:sldIdLst>
            <p14:sldId id="9848"/>
            <p14:sldId id="262"/>
            <p14:sldId id="285"/>
            <p14:sldId id="275"/>
            <p14:sldId id="295"/>
            <p14:sldId id="267"/>
            <p14:sldId id="2147483632"/>
            <p14:sldId id="277"/>
            <p14:sldId id="278"/>
            <p14:sldId id="279"/>
            <p14:sldId id="280"/>
            <p14:sldId id="281"/>
            <p14:sldId id="282"/>
            <p14:sldId id="2147483647"/>
            <p14:sldId id="276"/>
            <p14:sldId id="266"/>
            <p14:sldId id="264"/>
            <p14:sldId id="261"/>
            <p14:sldId id="257"/>
            <p14:sldId id="268"/>
            <p14:sldId id="265"/>
            <p14:sldId id="269"/>
            <p14:sldId id="273"/>
            <p14:sldId id="270"/>
            <p14:sldId id="258"/>
            <p14:sldId id="2147475076"/>
            <p14:sldId id="256"/>
            <p14:sldId id="2147482625"/>
            <p14:sldId id="260"/>
            <p14:sldId id="259"/>
            <p14:sldId id="271"/>
            <p14:sldId id="2147481591"/>
            <p14:sldId id="2147481587"/>
            <p14:sldId id="272"/>
            <p14:sldId id="2147482732"/>
            <p14:sldId id="2147483519"/>
            <p14:sldId id="2147475079"/>
            <p14:sldId id="288"/>
            <p14:sldId id="2147482768"/>
            <p14:sldId id="2147482909"/>
            <p14:sldId id="2145705774"/>
            <p14:sldId id="2147482893"/>
            <p14:sldId id="283"/>
            <p14:sldId id="263"/>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u,Julia (HP Medicine) BII-CN-S" initials="Z(MBCS" lastIdx="14" clrIdx="0">
    <p:extLst>
      <p:ext uri="{19B8F6BF-5375-455C-9EA6-DF929625EA0E}">
        <p15:presenceInfo xmlns:p15="http://schemas.microsoft.com/office/powerpoint/2012/main" userId="S::julia_2.zhu@boehringer-ingelheim.com::03b5dd03-9d84-43b3-85a3-94d8f7e7e050" providerId="AD"/>
      </p:ext>
    </p:extLst>
  </p:cmAuthor>
  <p:cmAuthor id="2" name="Zhou,Yu (HP Medicine) BII-CN-S" initials="Z(MBCS" lastIdx="2" clrIdx="1">
    <p:extLst>
      <p:ext uri="{19B8F6BF-5375-455C-9EA6-DF929625EA0E}">
        <p15:presenceInfo xmlns:p15="http://schemas.microsoft.com/office/powerpoint/2012/main" userId="S::yu_3.zhou@boehringer-ingelheim.com::0b687189-3e4a-4fd5-8016-1eb07ea27cfb" providerId="AD"/>
      </p:ext>
    </p:extLst>
  </p:cmAuthor>
  <p:cmAuthor id="3" name="Brueckmann,Prof.Dr.,Martina (Med TA CRM) BII-DE-I" initials="MB" lastIdx="2" clrIdx="2">
    <p:extLst>
      <p:ext uri="{19B8F6BF-5375-455C-9EA6-DF929625EA0E}">
        <p15:presenceInfo xmlns:p15="http://schemas.microsoft.com/office/powerpoint/2012/main" userId="S::martina.brueckmann@boehringer-ingelheim.com::a80df839-df34-44d2-a225-4ae7b658e665" providerId="AD"/>
      </p:ext>
    </p:extLst>
  </p:cmAuthor>
  <p:cmAuthor id="4" name="Guan,Sunny (HP Med RA) BII-CN-B" initials="G(MRBCB" lastIdx="1" clrIdx="3">
    <p:extLst>
      <p:ext uri="{19B8F6BF-5375-455C-9EA6-DF929625EA0E}">
        <p15:presenceInfo xmlns:p15="http://schemas.microsoft.com/office/powerpoint/2012/main" userId="S::sunny.guan@boehringer-ingelheim.com::18e80359-f8e0-43d1-a493-8fa8126220ca" providerId="AD"/>
      </p:ext>
    </p:extLst>
  </p:cmAuthor>
  <p:cmAuthor id="5" name="Liang,Dr.,Hongzi (HP Medicine) BII-CN-S" initials="HL" lastIdx="5" clrIdx="4">
    <p:extLst>
      <p:ext uri="{19B8F6BF-5375-455C-9EA6-DF929625EA0E}">
        <p15:presenceInfo xmlns:p15="http://schemas.microsoft.com/office/powerpoint/2012/main" userId="S::hongzi.liang@boehringer-ingelheim.com::29bc0a18-5096-49d5-ae49-3e5745cfa11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FC3269-566D-5821-5A04-75DD3579AAAE}" v="483" dt="2025-05-14T08:53:29.401"/>
    <p1510:client id="{55856652-D177-30C2-7162-3B28F214EC5B}" v="40" dt="2025-05-14T13:49:36.050"/>
    <p1510:client id="{5F986B21-EBEA-74F5-2551-7417946CDD7A}" v="345" dt="2025-05-15T02:03:58.429"/>
    <p1510:client id="{634B97C5-E066-4EF9-9EFD-C7E0E78808F5}" v="4" dt="2025-05-15T06:40:35.605"/>
    <p1510:client id="{6A81CA0B-F981-510B-1167-A3487F0409BF}" v="638" dt="2025-05-14T09:14:28.531"/>
    <p1510:client id="{E114FC3C-ABD2-41C8-BD01-7620B904C8A9}" v="183" dt="2025-05-14T09:23:58.917"/>
    <p1510:client id="{E231FA43-4BCE-491A-9EC7-D434CF665307}" v="310" dt="2025-05-15T02:24:09.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commentAuthors" Target="commentAuthor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g,Dr.,Hongzi (HP Medicine) BII-CN-S" userId="29bc0a18-5096-49d5-ae49-3e5745cfa117" providerId="ADAL" clId="{E6E8073F-7C41-487F-81D5-FBC6F4266331}"/>
    <pc:docChg chg="undo custSel addSld delSld modSld sldOrd delMainMaster modSection">
      <pc:chgData name="Liang,Dr.,Hongzi (HP Medicine) BII-CN-S" userId="29bc0a18-5096-49d5-ae49-3e5745cfa117" providerId="ADAL" clId="{E6E8073F-7C41-487F-81D5-FBC6F4266331}" dt="2025-05-12T14:55:32.711" v="2374" actId="1076"/>
      <pc:docMkLst>
        <pc:docMk/>
      </pc:docMkLst>
      <pc:sldChg chg="del">
        <pc:chgData name="Liang,Dr.,Hongzi (HP Medicine) BII-CN-S" userId="29bc0a18-5096-49d5-ae49-3e5745cfa117" providerId="ADAL" clId="{E6E8073F-7C41-487F-81D5-FBC6F4266331}" dt="2025-05-12T02:19:13.855" v="30" actId="47"/>
        <pc:sldMkLst>
          <pc:docMk/>
          <pc:sldMk cId="4093376736" sldId="256"/>
        </pc:sldMkLst>
      </pc:sldChg>
      <pc:sldChg chg="del">
        <pc:chgData name="Liang,Dr.,Hongzi (HP Medicine) BII-CN-S" userId="29bc0a18-5096-49d5-ae49-3e5745cfa117" providerId="ADAL" clId="{E6E8073F-7C41-487F-81D5-FBC6F4266331}" dt="2025-05-12T06:03:01.494" v="1786" actId="47"/>
        <pc:sldMkLst>
          <pc:docMk/>
          <pc:sldMk cId="25085208" sldId="257"/>
        </pc:sldMkLst>
      </pc:sldChg>
      <pc:sldChg chg="del">
        <pc:chgData name="Liang,Dr.,Hongzi (HP Medicine) BII-CN-S" userId="29bc0a18-5096-49d5-ae49-3e5745cfa117" providerId="ADAL" clId="{E6E8073F-7C41-487F-81D5-FBC6F4266331}" dt="2025-05-12T02:18:02.865" v="27" actId="47"/>
        <pc:sldMkLst>
          <pc:docMk/>
          <pc:sldMk cId="549781755" sldId="258"/>
        </pc:sldMkLst>
      </pc:sldChg>
      <pc:sldChg chg="ord">
        <pc:chgData name="Liang,Dr.,Hongzi (HP Medicine) BII-CN-S" userId="29bc0a18-5096-49d5-ae49-3e5745cfa117" providerId="ADAL" clId="{E6E8073F-7C41-487F-81D5-FBC6F4266331}" dt="2025-05-12T03:27:12.604" v="1753"/>
        <pc:sldMkLst>
          <pc:docMk/>
          <pc:sldMk cId="2469602387" sldId="258"/>
        </pc:sldMkLst>
      </pc:sldChg>
      <pc:sldChg chg="del">
        <pc:chgData name="Liang,Dr.,Hongzi (HP Medicine) BII-CN-S" userId="29bc0a18-5096-49d5-ae49-3e5745cfa117" providerId="ADAL" clId="{E6E8073F-7C41-487F-81D5-FBC6F4266331}" dt="2025-05-12T02:18:02.865" v="27" actId="47"/>
        <pc:sldMkLst>
          <pc:docMk/>
          <pc:sldMk cId="1664645815" sldId="259"/>
        </pc:sldMkLst>
      </pc:sldChg>
      <pc:sldChg chg="modSp mod">
        <pc:chgData name="Liang,Dr.,Hongzi (HP Medicine) BII-CN-S" userId="29bc0a18-5096-49d5-ae49-3e5745cfa117" providerId="ADAL" clId="{E6E8073F-7C41-487F-81D5-FBC6F4266331}" dt="2025-05-12T14:51:08.129" v="2335" actId="20577"/>
        <pc:sldMkLst>
          <pc:docMk/>
          <pc:sldMk cId="2702450067" sldId="259"/>
        </pc:sldMkLst>
        <pc:graphicFrameChg chg="modGraphic">
          <ac:chgData name="Liang,Dr.,Hongzi (HP Medicine) BII-CN-S" userId="29bc0a18-5096-49d5-ae49-3e5745cfa117" providerId="ADAL" clId="{E6E8073F-7C41-487F-81D5-FBC6F4266331}" dt="2025-05-12T14:51:08.129" v="2335" actId="20577"/>
          <ac:graphicFrameMkLst>
            <pc:docMk/>
            <pc:sldMk cId="2702450067" sldId="259"/>
            <ac:graphicFrameMk id="15" creationId="{B16C4F7B-FFC9-8C91-F3C2-0272A3D6E47F}"/>
          </ac:graphicFrameMkLst>
        </pc:graphicFrameChg>
      </pc:sldChg>
      <pc:sldChg chg="del">
        <pc:chgData name="Liang,Dr.,Hongzi (HP Medicine) BII-CN-S" userId="29bc0a18-5096-49d5-ae49-3e5745cfa117" providerId="ADAL" clId="{E6E8073F-7C41-487F-81D5-FBC6F4266331}" dt="2025-05-12T02:18:02.865" v="27" actId="47"/>
        <pc:sldMkLst>
          <pc:docMk/>
          <pc:sldMk cId="1376912264" sldId="260"/>
        </pc:sldMkLst>
      </pc:sldChg>
      <pc:sldChg chg="modSp mod">
        <pc:chgData name="Liang,Dr.,Hongzi (HP Medicine) BII-CN-S" userId="29bc0a18-5096-49d5-ae49-3e5745cfa117" providerId="ADAL" clId="{E6E8073F-7C41-487F-81D5-FBC6F4266331}" dt="2025-05-12T03:33:18.539" v="1770" actId="20577"/>
        <pc:sldMkLst>
          <pc:docMk/>
          <pc:sldMk cId="3903531978" sldId="262"/>
        </pc:sldMkLst>
        <pc:spChg chg="mod">
          <ac:chgData name="Liang,Dr.,Hongzi (HP Medicine) BII-CN-S" userId="29bc0a18-5096-49d5-ae49-3e5745cfa117" providerId="ADAL" clId="{E6E8073F-7C41-487F-81D5-FBC6F4266331}" dt="2025-05-12T03:33:18.539" v="1770" actId="20577"/>
          <ac:spMkLst>
            <pc:docMk/>
            <pc:sldMk cId="3903531978" sldId="262"/>
            <ac:spMk id="3" creationId="{5E429A0F-0552-AD69-61B4-9FB8BC6C5A53}"/>
          </ac:spMkLst>
        </pc:spChg>
      </pc:sldChg>
      <pc:sldChg chg="del">
        <pc:chgData name="Liang,Dr.,Hongzi (HP Medicine) BII-CN-S" userId="29bc0a18-5096-49d5-ae49-3e5745cfa117" providerId="ADAL" clId="{E6E8073F-7C41-487F-81D5-FBC6F4266331}" dt="2025-05-12T06:02:38.296" v="1785" actId="47"/>
        <pc:sldMkLst>
          <pc:docMk/>
          <pc:sldMk cId="2240190528" sldId="265"/>
        </pc:sldMkLst>
      </pc:sldChg>
      <pc:sldChg chg="modSp mod">
        <pc:chgData name="Liang,Dr.,Hongzi (HP Medicine) BII-CN-S" userId="29bc0a18-5096-49d5-ae49-3e5745cfa117" providerId="ADAL" clId="{E6E8073F-7C41-487F-81D5-FBC6F4266331}" dt="2025-05-12T03:33:43.202" v="1776" actId="20577"/>
        <pc:sldMkLst>
          <pc:docMk/>
          <pc:sldMk cId="1862893468" sldId="266"/>
        </pc:sldMkLst>
        <pc:spChg chg="mod">
          <ac:chgData name="Liang,Dr.,Hongzi (HP Medicine) BII-CN-S" userId="29bc0a18-5096-49d5-ae49-3e5745cfa117" providerId="ADAL" clId="{E6E8073F-7C41-487F-81D5-FBC6F4266331}" dt="2025-05-12T03:33:43.202" v="1776" actId="20577"/>
          <ac:spMkLst>
            <pc:docMk/>
            <pc:sldMk cId="1862893468" sldId="266"/>
            <ac:spMk id="3" creationId="{C0E3C9F0-C8C8-CC7D-4F0E-A9D58F02E21E}"/>
          </ac:spMkLst>
        </pc:spChg>
      </pc:sldChg>
      <pc:sldChg chg="modSp mod">
        <pc:chgData name="Liang,Dr.,Hongzi (HP Medicine) BII-CN-S" userId="29bc0a18-5096-49d5-ae49-3e5745cfa117" providerId="ADAL" clId="{E6E8073F-7C41-487F-81D5-FBC6F4266331}" dt="2025-05-12T03:33:32.639" v="1773" actId="20577"/>
        <pc:sldMkLst>
          <pc:docMk/>
          <pc:sldMk cId="346401263" sldId="267"/>
        </pc:sldMkLst>
        <pc:spChg chg="mod">
          <ac:chgData name="Liang,Dr.,Hongzi (HP Medicine) BII-CN-S" userId="29bc0a18-5096-49d5-ae49-3e5745cfa117" providerId="ADAL" clId="{E6E8073F-7C41-487F-81D5-FBC6F4266331}" dt="2025-05-12T03:33:32.639" v="1773" actId="20577"/>
          <ac:spMkLst>
            <pc:docMk/>
            <pc:sldMk cId="346401263" sldId="267"/>
            <ac:spMk id="3" creationId="{9664E8BE-8A14-ED55-E2EA-F888FAADBD7B}"/>
          </ac:spMkLst>
        </pc:spChg>
      </pc:sldChg>
      <pc:sldChg chg="modSp mod">
        <pc:chgData name="Liang,Dr.,Hongzi (HP Medicine) BII-CN-S" userId="29bc0a18-5096-49d5-ae49-3e5745cfa117" providerId="ADAL" clId="{E6E8073F-7C41-487F-81D5-FBC6F4266331}" dt="2025-05-12T03:33:49.879" v="1779" actId="20577"/>
        <pc:sldMkLst>
          <pc:docMk/>
          <pc:sldMk cId="1640362205" sldId="268"/>
        </pc:sldMkLst>
        <pc:spChg chg="mod">
          <ac:chgData name="Liang,Dr.,Hongzi (HP Medicine) BII-CN-S" userId="29bc0a18-5096-49d5-ae49-3e5745cfa117" providerId="ADAL" clId="{E6E8073F-7C41-487F-81D5-FBC6F4266331}" dt="2025-05-12T03:33:49.879" v="1779" actId="20577"/>
          <ac:spMkLst>
            <pc:docMk/>
            <pc:sldMk cId="1640362205" sldId="268"/>
            <ac:spMk id="3" creationId="{ECBE7DFF-A34E-0DCB-EF20-CDE44A7EC9A8}"/>
          </ac:spMkLst>
        </pc:spChg>
      </pc:sldChg>
      <pc:sldChg chg="del">
        <pc:chgData name="Liang,Dr.,Hongzi (HP Medicine) BII-CN-S" userId="29bc0a18-5096-49d5-ae49-3e5745cfa117" providerId="ADAL" clId="{E6E8073F-7C41-487F-81D5-FBC6F4266331}" dt="2025-05-12T03:33:00.698" v="1767" actId="47"/>
        <pc:sldMkLst>
          <pc:docMk/>
          <pc:sldMk cId="1441842335" sldId="269"/>
        </pc:sldMkLst>
      </pc:sldChg>
      <pc:sldChg chg="modSp mod">
        <pc:chgData name="Liang,Dr.,Hongzi (HP Medicine) BII-CN-S" userId="29bc0a18-5096-49d5-ae49-3e5745cfa117" providerId="ADAL" clId="{E6E8073F-7C41-487F-81D5-FBC6F4266331}" dt="2025-05-12T03:33:59.409" v="1782" actId="20577"/>
        <pc:sldMkLst>
          <pc:docMk/>
          <pc:sldMk cId="1663301791" sldId="270"/>
        </pc:sldMkLst>
        <pc:spChg chg="mod">
          <ac:chgData name="Liang,Dr.,Hongzi (HP Medicine) BII-CN-S" userId="29bc0a18-5096-49d5-ae49-3e5745cfa117" providerId="ADAL" clId="{E6E8073F-7C41-487F-81D5-FBC6F4266331}" dt="2025-05-12T03:33:59.409" v="1782" actId="20577"/>
          <ac:spMkLst>
            <pc:docMk/>
            <pc:sldMk cId="1663301791" sldId="270"/>
            <ac:spMk id="3" creationId="{68D29BD9-09B5-1E6C-4728-57B551065BB0}"/>
          </ac:spMkLst>
        </pc:spChg>
      </pc:sldChg>
      <pc:sldChg chg="del">
        <pc:chgData name="Liang,Dr.,Hongzi (HP Medicine) BII-CN-S" userId="29bc0a18-5096-49d5-ae49-3e5745cfa117" providerId="ADAL" clId="{E6E8073F-7C41-487F-81D5-FBC6F4266331}" dt="2025-05-12T03:28:00.373" v="1757" actId="47"/>
        <pc:sldMkLst>
          <pc:docMk/>
          <pc:sldMk cId="2271580531" sldId="271"/>
        </pc:sldMkLst>
      </pc:sldChg>
      <pc:sldChg chg="mod modShow">
        <pc:chgData name="Liang,Dr.,Hongzi (HP Medicine) BII-CN-S" userId="29bc0a18-5096-49d5-ae49-3e5745cfa117" providerId="ADAL" clId="{E6E8073F-7C41-487F-81D5-FBC6F4266331}" dt="2025-05-12T03:31:16.002" v="1764" actId="729"/>
        <pc:sldMkLst>
          <pc:docMk/>
          <pc:sldMk cId="3519096605" sldId="271"/>
        </pc:sldMkLst>
      </pc:sldChg>
      <pc:sldChg chg="del">
        <pc:chgData name="Liang,Dr.,Hongzi (HP Medicine) BII-CN-S" userId="29bc0a18-5096-49d5-ae49-3e5745cfa117" providerId="ADAL" clId="{E6E8073F-7C41-487F-81D5-FBC6F4266331}" dt="2025-05-12T03:29:42.427" v="1762" actId="47"/>
        <pc:sldMkLst>
          <pc:docMk/>
          <pc:sldMk cId="3290672345" sldId="273"/>
        </pc:sldMkLst>
      </pc:sldChg>
      <pc:sldChg chg="addSp modSp mod">
        <pc:chgData name="Liang,Dr.,Hongzi (HP Medicine) BII-CN-S" userId="29bc0a18-5096-49d5-ae49-3e5745cfa117" providerId="ADAL" clId="{E6E8073F-7C41-487F-81D5-FBC6F4266331}" dt="2025-05-12T14:55:08.333" v="2373" actId="12788"/>
        <pc:sldMkLst>
          <pc:docMk/>
          <pc:sldMk cId="1394987295" sldId="275"/>
        </pc:sldMkLst>
        <pc:spChg chg="mod">
          <ac:chgData name="Liang,Dr.,Hongzi (HP Medicine) BII-CN-S" userId="29bc0a18-5096-49d5-ae49-3e5745cfa117" providerId="ADAL" clId="{E6E8073F-7C41-487F-81D5-FBC6F4266331}" dt="2025-05-12T14:55:08.333" v="2373" actId="12788"/>
          <ac:spMkLst>
            <pc:docMk/>
            <pc:sldMk cId="1394987295" sldId="275"/>
            <ac:spMk id="8" creationId="{ECF8FADB-89BE-A09B-2891-A3B2C35B7980}"/>
          </ac:spMkLst>
        </pc:spChg>
        <pc:spChg chg="mod">
          <ac:chgData name="Liang,Dr.,Hongzi (HP Medicine) BII-CN-S" userId="29bc0a18-5096-49d5-ae49-3e5745cfa117" providerId="ADAL" clId="{E6E8073F-7C41-487F-81D5-FBC6F4266331}" dt="2025-05-12T14:55:08.333" v="2373" actId="12788"/>
          <ac:spMkLst>
            <pc:docMk/>
            <pc:sldMk cId="1394987295" sldId="275"/>
            <ac:spMk id="29" creationId="{415DBA67-8704-5BA2-2144-1BE52BC5F4B1}"/>
          </ac:spMkLst>
        </pc:spChg>
        <pc:picChg chg="add mod">
          <ac:chgData name="Liang,Dr.,Hongzi (HP Medicine) BII-CN-S" userId="29bc0a18-5096-49d5-ae49-3e5745cfa117" providerId="ADAL" clId="{E6E8073F-7C41-487F-81D5-FBC6F4266331}" dt="2025-05-12T14:55:08.333" v="2373" actId="12788"/>
          <ac:picMkLst>
            <pc:docMk/>
            <pc:sldMk cId="1394987295" sldId="275"/>
            <ac:picMk id="9" creationId="{451DE23C-7792-77EA-2ADD-740D124D7574}"/>
          </ac:picMkLst>
        </pc:picChg>
        <pc:picChg chg="mod">
          <ac:chgData name="Liang,Dr.,Hongzi (HP Medicine) BII-CN-S" userId="29bc0a18-5096-49d5-ae49-3e5745cfa117" providerId="ADAL" clId="{E6E8073F-7C41-487F-81D5-FBC6F4266331}" dt="2025-05-12T14:55:08.333" v="2373" actId="12788"/>
          <ac:picMkLst>
            <pc:docMk/>
            <pc:sldMk cId="1394987295" sldId="275"/>
            <ac:picMk id="32" creationId="{C65468C8-586C-6027-2D7A-8ADE52769EA0}"/>
          </ac:picMkLst>
        </pc:picChg>
        <pc:picChg chg="mod">
          <ac:chgData name="Liang,Dr.,Hongzi (HP Medicine) BII-CN-S" userId="29bc0a18-5096-49d5-ae49-3e5745cfa117" providerId="ADAL" clId="{E6E8073F-7C41-487F-81D5-FBC6F4266331}" dt="2025-05-12T14:55:08.333" v="2373" actId="12788"/>
          <ac:picMkLst>
            <pc:docMk/>
            <pc:sldMk cId="1394987295" sldId="275"/>
            <ac:picMk id="33" creationId="{2839AC9A-6CE2-BF13-1849-3EC3852A5BB8}"/>
          </ac:picMkLst>
        </pc:picChg>
      </pc:sldChg>
      <pc:sldChg chg="modSp add mod">
        <pc:chgData name="Liang,Dr.,Hongzi (HP Medicine) BII-CN-S" userId="29bc0a18-5096-49d5-ae49-3e5745cfa117" providerId="ADAL" clId="{E6E8073F-7C41-487F-81D5-FBC6F4266331}" dt="2025-05-12T14:48:45.894" v="2334" actId="20577"/>
        <pc:sldMkLst>
          <pc:docMk/>
          <pc:sldMk cId="3826449110" sldId="276"/>
        </pc:sldMkLst>
        <pc:spChg chg="mod">
          <ac:chgData name="Liang,Dr.,Hongzi (HP Medicine) BII-CN-S" userId="29bc0a18-5096-49d5-ae49-3e5745cfa117" providerId="ADAL" clId="{E6E8073F-7C41-487F-81D5-FBC6F4266331}" dt="2025-05-12T02:17:45.658" v="26" actId="20577"/>
          <ac:spMkLst>
            <pc:docMk/>
            <pc:sldMk cId="3826449110" sldId="276"/>
            <ac:spMk id="2" creationId="{F21898E5-9C8E-8148-A30F-569CBB00227E}"/>
          </ac:spMkLst>
        </pc:spChg>
        <pc:graphicFrameChg chg="mod modGraphic">
          <ac:chgData name="Liang,Dr.,Hongzi (HP Medicine) BII-CN-S" userId="29bc0a18-5096-49d5-ae49-3e5745cfa117" providerId="ADAL" clId="{E6E8073F-7C41-487F-81D5-FBC6F4266331}" dt="2025-05-12T14:48:45.894" v="2334" actId="20577"/>
          <ac:graphicFrameMkLst>
            <pc:docMk/>
            <pc:sldMk cId="3826449110" sldId="276"/>
            <ac:graphicFrameMk id="6" creationId="{CBE3C37E-5F48-D08E-4B95-7B63244BABBE}"/>
          </ac:graphicFrameMkLst>
        </pc:graphicFrameChg>
      </pc:sldChg>
      <pc:sldChg chg="del">
        <pc:chgData name="Liang,Dr.,Hongzi (HP Medicine) BII-CN-S" userId="29bc0a18-5096-49d5-ae49-3e5745cfa117" providerId="ADAL" clId="{E6E8073F-7C41-487F-81D5-FBC6F4266331}" dt="2025-05-12T03:35:00.970" v="1784" actId="47"/>
        <pc:sldMkLst>
          <pc:docMk/>
          <pc:sldMk cId="2770401380" sldId="280"/>
        </pc:sldMkLst>
      </pc:sldChg>
      <pc:sldChg chg="addSp modSp del mod">
        <pc:chgData name="Liang,Dr.,Hongzi (HP Medicine) BII-CN-S" userId="29bc0a18-5096-49d5-ae49-3e5745cfa117" providerId="ADAL" clId="{E6E8073F-7C41-487F-81D5-FBC6F4266331}" dt="2025-05-12T14:54:11.707" v="2364" actId="1038"/>
        <pc:sldMkLst>
          <pc:docMk/>
          <pc:sldMk cId="1641156487" sldId="285"/>
        </pc:sldMkLst>
        <pc:spChg chg="add mod">
          <ac:chgData name="Liang,Dr.,Hongzi (HP Medicine) BII-CN-S" userId="29bc0a18-5096-49d5-ae49-3e5745cfa117" providerId="ADAL" clId="{E6E8073F-7C41-487F-81D5-FBC6F4266331}" dt="2025-05-12T06:04:53.943" v="1802" actId="1076"/>
          <ac:spMkLst>
            <pc:docMk/>
            <pc:sldMk cId="1641156487" sldId="285"/>
            <ac:spMk id="8" creationId="{810E3023-3884-4E2E-21F6-E6F3EA1C0EA1}"/>
          </ac:spMkLst>
        </pc:spChg>
        <pc:spChg chg="mod">
          <ac:chgData name="Liang,Dr.,Hongzi (HP Medicine) BII-CN-S" userId="29bc0a18-5096-49d5-ae49-3e5745cfa117" providerId="ADAL" clId="{E6E8073F-7C41-487F-81D5-FBC6F4266331}" dt="2025-05-12T14:54:11.707" v="2364" actId="1038"/>
          <ac:spMkLst>
            <pc:docMk/>
            <pc:sldMk cId="1641156487" sldId="285"/>
            <ac:spMk id="15" creationId="{280B89BC-DB8E-E9E0-8EF0-65D02C4D4CCB}"/>
          </ac:spMkLst>
        </pc:spChg>
        <pc:spChg chg="mod">
          <ac:chgData name="Liang,Dr.,Hongzi (HP Medicine) BII-CN-S" userId="29bc0a18-5096-49d5-ae49-3e5745cfa117" providerId="ADAL" clId="{E6E8073F-7C41-487F-81D5-FBC6F4266331}" dt="2025-05-12T14:54:11.707" v="2364" actId="1038"/>
          <ac:spMkLst>
            <pc:docMk/>
            <pc:sldMk cId="1641156487" sldId="285"/>
            <ac:spMk id="16" creationId="{73742A8E-45FA-A73B-6033-3DFCD85339A0}"/>
          </ac:spMkLst>
        </pc:spChg>
        <pc:spChg chg="mod">
          <ac:chgData name="Liang,Dr.,Hongzi (HP Medicine) BII-CN-S" userId="29bc0a18-5096-49d5-ae49-3e5745cfa117" providerId="ADAL" clId="{E6E8073F-7C41-487F-81D5-FBC6F4266331}" dt="2025-05-12T14:42:23.562" v="1917" actId="1037"/>
          <ac:spMkLst>
            <pc:docMk/>
            <pc:sldMk cId="1641156487" sldId="285"/>
            <ac:spMk id="267" creationId="{AD216439-406C-8F4D-4311-FB9D777DEB33}"/>
          </ac:spMkLst>
        </pc:spChg>
        <pc:spChg chg="mod">
          <ac:chgData name="Liang,Dr.,Hongzi (HP Medicine) BII-CN-S" userId="29bc0a18-5096-49d5-ae49-3e5745cfa117" providerId="ADAL" clId="{E6E8073F-7C41-487F-81D5-FBC6F4266331}" dt="2025-05-12T14:42:08.313" v="1896" actId="1035"/>
          <ac:spMkLst>
            <pc:docMk/>
            <pc:sldMk cId="1641156487" sldId="285"/>
            <ac:spMk id="268" creationId="{B44AF04D-397E-8144-6514-D1F2652DEBFA}"/>
          </ac:spMkLst>
        </pc:spChg>
        <pc:spChg chg="mod">
          <ac:chgData name="Liang,Dr.,Hongzi (HP Medicine) BII-CN-S" userId="29bc0a18-5096-49d5-ae49-3e5745cfa117" providerId="ADAL" clId="{E6E8073F-7C41-487F-81D5-FBC6F4266331}" dt="2025-05-12T06:03:48.056" v="1795" actId="1035"/>
          <ac:spMkLst>
            <pc:docMk/>
            <pc:sldMk cId="1641156487" sldId="285"/>
            <ac:spMk id="301" creationId="{05B74FFD-CDF7-493B-CAD7-142E16DF219D}"/>
          </ac:spMkLst>
        </pc:spChg>
        <pc:spChg chg="mod">
          <ac:chgData name="Liang,Dr.,Hongzi (HP Medicine) BII-CN-S" userId="29bc0a18-5096-49d5-ae49-3e5745cfa117" providerId="ADAL" clId="{E6E8073F-7C41-487F-81D5-FBC6F4266331}" dt="2025-05-12T14:42:08.313" v="1896" actId="1035"/>
          <ac:spMkLst>
            <pc:docMk/>
            <pc:sldMk cId="1641156487" sldId="285"/>
            <ac:spMk id="302" creationId="{140BC178-A8F5-57B7-CA9F-9C2C3DC19E46}"/>
          </ac:spMkLst>
        </pc:spChg>
        <pc:cxnChg chg="mod">
          <ac:chgData name="Liang,Dr.,Hongzi (HP Medicine) BII-CN-S" userId="29bc0a18-5096-49d5-ae49-3e5745cfa117" providerId="ADAL" clId="{E6E8073F-7C41-487F-81D5-FBC6F4266331}" dt="2025-05-12T14:42:23.562" v="1917" actId="1037"/>
          <ac:cxnSpMkLst>
            <pc:docMk/>
            <pc:sldMk cId="1641156487" sldId="285"/>
            <ac:cxnSpMk id="269" creationId="{32E36679-BC52-A692-F85C-3A4A82FD8BF6}"/>
          </ac:cxnSpMkLst>
        </pc:cxnChg>
      </pc:sldChg>
      <pc:sldChg chg="del">
        <pc:chgData name="Liang,Dr.,Hongzi (HP Medicine) BII-CN-S" userId="29bc0a18-5096-49d5-ae49-3e5745cfa117" providerId="ADAL" clId="{E6E8073F-7C41-487F-81D5-FBC6F4266331}" dt="2025-05-12T03:29:21.948" v="1760" actId="47"/>
        <pc:sldMkLst>
          <pc:docMk/>
          <pc:sldMk cId="913957600" sldId="286"/>
        </pc:sldMkLst>
      </pc:sldChg>
      <pc:sldChg chg="del">
        <pc:chgData name="Liang,Dr.,Hongzi (HP Medicine) BII-CN-S" userId="29bc0a18-5096-49d5-ae49-3e5745cfa117" providerId="ADAL" clId="{E6E8073F-7C41-487F-81D5-FBC6F4266331}" dt="2025-05-12T03:33:00.698" v="1767" actId="47"/>
        <pc:sldMkLst>
          <pc:docMk/>
          <pc:sldMk cId="2782873624" sldId="287"/>
        </pc:sldMkLst>
      </pc:sldChg>
      <pc:sldChg chg="del">
        <pc:chgData name="Liang,Dr.,Hongzi (HP Medicine) BII-CN-S" userId="29bc0a18-5096-49d5-ae49-3e5745cfa117" providerId="ADAL" clId="{E6E8073F-7C41-487F-81D5-FBC6F4266331}" dt="2025-05-12T03:31:32.865" v="1765" actId="47"/>
        <pc:sldMkLst>
          <pc:docMk/>
          <pc:sldMk cId="704315739" sldId="290"/>
        </pc:sldMkLst>
      </pc:sldChg>
      <pc:sldChg chg="modSp mod">
        <pc:chgData name="Liang,Dr.,Hongzi (HP Medicine) BII-CN-S" userId="29bc0a18-5096-49d5-ae49-3e5745cfa117" providerId="ADAL" clId="{E6E8073F-7C41-487F-81D5-FBC6F4266331}" dt="2025-05-12T14:55:32.711" v="2374" actId="1076"/>
        <pc:sldMkLst>
          <pc:docMk/>
          <pc:sldMk cId="445340350" sldId="295"/>
        </pc:sldMkLst>
        <pc:picChg chg="mod">
          <ac:chgData name="Liang,Dr.,Hongzi (HP Medicine) BII-CN-S" userId="29bc0a18-5096-49d5-ae49-3e5745cfa117" providerId="ADAL" clId="{E6E8073F-7C41-487F-81D5-FBC6F4266331}" dt="2025-05-12T14:55:32.711" v="2374" actId="1076"/>
          <ac:picMkLst>
            <pc:docMk/>
            <pc:sldMk cId="445340350" sldId="295"/>
            <ac:picMk id="19" creationId="{8572E3DF-6F03-9243-599D-A71D54AD9463}"/>
          </ac:picMkLst>
        </pc:picChg>
      </pc:sldChg>
      <pc:sldChg chg="del">
        <pc:chgData name="Liang,Dr.,Hongzi (HP Medicine) BII-CN-S" userId="29bc0a18-5096-49d5-ae49-3e5745cfa117" providerId="ADAL" clId="{E6E8073F-7C41-487F-81D5-FBC6F4266331}" dt="2025-05-12T02:13:45.758" v="6"/>
        <pc:sldMkLst>
          <pc:docMk/>
          <pc:sldMk cId="1514917994" sldId="330"/>
        </pc:sldMkLst>
      </pc:sldChg>
      <pc:sldChg chg="del">
        <pc:chgData name="Liang,Dr.,Hongzi (HP Medicine) BII-CN-S" userId="29bc0a18-5096-49d5-ae49-3e5745cfa117" providerId="ADAL" clId="{E6E8073F-7C41-487F-81D5-FBC6F4266331}" dt="2025-05-12T03:31:44.933" v="1766" actId="47"/>
        <pc:sldMkLst>
          <pc:docMk/>
          <pc:sldMk cId="2796641412" sldId="334"/>
        </pc:sldMkLst>
      </pc:sldChg>
      <pc:sldChg chg="modSp mod">
        <pc:chgData name="Liang,Dr.,Hongzi (HP Medicine) BII-CN-S" userId="29bc0a18-5096-49d5-ae49-3e5745cfa117" providerId="ADAL" clId="{E6E8073F-7C41-487F-81D5-FBC6F4266331}" dt="2025-05-07T08:43:09.250" v="4" actId="20577"/>
        <pc:sldMkLst>
          <pc:docMk/>
          <pc:sldMk cId="1922158299" sldId="9848"/>
        </pc:sldMkLst>
        <pc:spChg chg="mod">
          <ac:chgData name="Liang,Dr.,Hongzi (HP Medicine) BII-CN-S" userId="29bc0a18-5096-49d5-ae49-3e5745cfa117" providerId="ADAL" clId="{E6E8073F-7C41-487F-81D5-FBC6F4266331}" dt="2025-05-07T08:43:09.250" v="4" actId="20577"/>
          <ac:spMkLst>
            <pc:docMk/>
            <pc:sldMk cId="1922158299" sldId="9848"/>
            <ac:spMk id="3" creationId="{692796CB-E2C8-8508-DF5A-FC10693F0AFB}"/>
          </ac:spMkLst>
        </pc:spChg>
      </pc:sldChg>
      <pc:sldChg chg="del">
        <pc:chgData name="Liang,Dr.,Hongzi (HP Medicine) BII-CN-S" userId="29bc0a18-5096-49d5-ae49-3e5745cfa117" providerId="ADAL" clId="{E6E8073F-7C41-487F-81D5-FBC6F4266331}" dt="2025-05-12T14:53:04.327" v="2337" actId="47"/>
        <pc:sldMkLst>
          <pc:docMk/>
          <pc:sldMk cId="237015709" sldId="2147377272"/>
        </pc:sldMkLst>
      </pc:sldChg>
      <pc:sldChg chg="del">
        <pc:chgData name="Liang,Dr.,Hongzi (HP Medicine) BII-CN-S" userId="29bc0a18-5096-49d5-ae49-3e5745cfa117" providerId="ADAL" clId="{E6E8073F-7C41-487F-81D5-FBC6F4266331}" dt="2025-05-12T14:53:04.327" v="2337" actId="47"/>
        <pc:sldMkLst>
          <pc:docMk/>
          <pc:sldMk cId="1721228860" sldId="2147377273"/>
        </pc:sldMkLst>
      </pc:sldChg>
      <pc:sldChg chg="del">
        <pc:chgData name="Liang,Dr.,Hongzi (HP Medicine) BII-CN-S" userId="29bc0a18-5096-49d5-ae49-3e5745cfa117" providerId="ADAL" clId="{E6E8073F-7C41-487F-81D5-FBC6F4266331}" dt="2025-05-12T14:53:04.327" v="2337" actId="47"/>
        <pc:sldMkLst>
          <pc:docMk/>
          <pc:sldMk cId="967392581" sldId="2147377301"/>
        </pc:sldMkLst>
      </pc:sldChg>
      <pc:sldChg chg="delSp mod modShow">
        <pc:chgData name="Liang,Dr.,Hongzi (HP Medicine) BII-CN-S" userId="29bc0a18-5096-49d5-ae49-3e5745cfa117" providerId="ADAL" clId="{E6E8073F-7C41-487F-81D5-FBC6F4266331}" dt="2025-05-12T14:51:27.783" v="2336" actId="478"/>
        <pc:sldMkLst>
          <pc:docMk/>
          <pc:sldMk cId="947271029" sldId="2147481587"/>
        </pc:sldMkLst>
      </pc:sldChg>
      <pc:sldChg chg="mod modShow">
        <pc:chgData name="Liang,Dr.,Hongzi (HP Medicine) BII-CN-S" userId="29bc0a18-5096-49d5-ae49-3e5745cfa117" providerId="ADAL" clId="{E6E8073F-7C41-487F-81D5-FBC6F4266331}" dt="2025-05-12T03:31:16.002" v="1764" actId="729"/>
        <pc:sldMkLst>
          <pc:docMk/>
          <pc:sldMk cId="380782672" sldId="2147481591"/>
        </pc:sldMkLst>
      </pc:sldChg>
      <pc:sldChg chg="ord">
        <pc:chgData name="Liang,Dr.,Hongzi (HP Medicine) BII-CN-S" userId="29bc0a18-5096-49d5-ae49-3e5745cfa117" providerId="ADAL" clId="{E6E8073F-7C41-487F-81D5-FBC6F4266331}" dt="2025-05-12T03:27:40.869" v="1755"/>
        <pc:sldMkLst>
          <pc:docMk/>
          <pc:sldMk cId="2036152829" sldId="2147482625"/>
        </pc:sldMkLst>
      </pc:sldChg>
      <pc:sldChg chg="del">
        <pc:chgData name="Liang,Dr.,Hongzi (HP Medicine) BII-CN-S" userId="29bc0a18-5096-49d5-ae49-3e5745cfa117" providerId="ADAL" clId="{E6E8073F-7C41-487F-81D5-FBC6F4266331}" dt="2025-05-12T03:29:44.146" v="1763" actId="47"/>
        <pc:sldMkLst>
          <pc:docMk/>
          <pc:sldMk cId="3503911874" sldId="2147482885"/>
        </pc:sldMkLst>
      </pc:sldChg>
      <pc:sldChg chg="del">
        <pc:chgData name="Liang,Dr.,Hongzi (HP Medicine) BII-CN-S" userId="29bc0a18-5096-49d5-ae49-3e5745cfa117" providerId="ADAL" clId="{E6E8073F-7C41-487F-81D5-FBC6F4266331}" dt="2025-05-12T02:18:06.694" v="28" actId="47"/>
        <pc:sldMkLst>
          <pc:docMk/>
          <pc:sldMk cId="3173502099" sldId="2147482895"/>
        </pc:sldMkLst>
      </pc:sldChg>
      <pc:sldChg chg="del">
        <pc:chgData name="Liang,Dr.,Hongzi (HP Medicine) BII-CN-S" userId="29bc0a18-5096-49d5-ae49-3e5745cfa117" providerId="ADAL" clId="{E6E8073F-7C41-487F-81D5-FBC6F4266331}" dt="2025-05-12T02:18:02.865" v="27" actId="47"/>
        <pc:sldMkLst>
          <pc:docMk/>
          <pc:sldMk cId="1815055798" sldId="2147482899"/>
        </pc:sldMkLst>
      </pc:sldChg>
      <pc:sldChg chg="del">
        <pc:chgData name="Liang,Dr.,Hongzi (HP Medicine) BII-CN-S" userId="29bc0a18-5096-49d5-ae49-3e5745cfa117" providerId="ADAL" clId="{E6E8073F-7C41-487F-81D5-FBC6F4266331}" dt="2025-05-12T03:26:21.838" v="1751" actId="47"/>
        <pc:sldMkLst>
          <pc:docMk/>
          <pc:sldMk cId="3172372034" sldId="2147482914"/>
        </pc:sldMkLst>
      </pc:sldChg>
      <pc:sldChg chg="del">
        <pc:chgData name="Liang,Dr.,Hongzi (HP Medicine) BII-CN-S" userId="29bc0a18-5096-49d5-ae49-3e5745cfa117" providerId="ADAL" clId="{E6E8073F-7C41-487F-81D5-FBC6F4266331}" dt="2025-05-12T02:16:34.159" v="10" actId="47"/>
        <pc:sldMkLst>
          <pc:docMk/>
          <pc:sldMk cId="359266217" sldId="2147483590"/>
        </pc:sldMkLst>
      </pc:sldChg>
      <pc:sldChg chg="del">
        <pc:chgData name="Liang,Dr.,Hongzi (HP Medicine) BII-CN-S" userId="29bc0a18-5096-49d5-ae49-3e5745cfa117" providerId="ADAL" clId="{E6E8073F-7C41-487F-81D5-FBC6F4266331}" dt="2025-05-12T03:34:55.939" v="1783" actId="47"/>
        <pc:sldMkLst>
          <pc:docMk/>
          <pc:sldMk cId="2950047883" sldId="2147483616"/>
        </pc:sldMkLst>
      </pc:sldChg>
      <pc:sldChg chg="del">
        <pc:chgData name="Liang,Dr.,Hongzi (HP Medicine) BII-CN-S" userId="29bc0a18-5096-49d5-ae49-3e5745cfa117" providerId="ADAL" clId="{E6E8073F-7C41-487F-81D5-FBC6F4266331}" dt="2025-05-12T03:28:39.866" v="1758" actId="47"/>
        <pc:sldMkLst>
          <pc:docMk/>
          <pc:sldMk cId="3144942056" sldId="2147483625"/>
        </pc:sldMkLst>
      </pc:sldChg>
      <pc:sldChg chg="modSp mod modCm">
        <pc:chgData name="Liang,Dr.,Hongzi (HP Medicine) BII-CN-S" userId="29bc0a18-5096-49d5-ae49-3e5745cfa117" providerId="ADAL" clId="{E6E8073F-7C41-487F-81D5-FBC6F4266331}" dt="2025-05-12T03:22:01.182" v="1747"/>
        <pc:sldMkLst>
          <pc:docMk/>
          <pc:sldMk cId="4236112654" sldId="2147483632"/>
        </pc:sldMkLst>
        <pc:spChg chg="mod">
          <ac:chgData name="Liang,Dr.,Hongzi (HP Medicine) BII-CN-S" userId="29bc0a18-5096-49d5-ae49-3e5745cfa117" providerId="ADAL" clId="{E6E8073F-7C41-487F-81D5-FBC6F4266331}" dt="2025-05-12T02:17:35.193" v="20" actId="20577"/>
          <ac:spMkLst>
            <pc:docMk/>
            <pc:sldMk cId="4236112654" sldId="2147483632"/>
            <ac:spMk id="2" creationId="{7D0090C6-31CD-BEC9-9B09-3B126FB20F52}"/>
          </ac:spMkLst>
        </pc:spChg>
      </pc:sldChg>
      <pc:sldChg chg="del">
        <pc:chgData name="Liang,Dr.,Hongzi (HP Medicine) BII-CN-S" userId="29bc0a18-5096-49d5-ae49-3e5745cfa117" providerId="ADAL" clId="{E6E8073F-7C41-487F-81D5-FBC6F4266331}" dt="2025-05-12T03:29:37.791" v="1761" actId="47"/>
        <pc:sldMkLst>
          <pc:docMk/>
          <pc:sldMk cId="534699991" sldId="2147483634"/>
        </pc:sldMkLst>
      </pc:sldChg>
      <pc:sldChg chg="del">
        <pc:chgData name="Liang,Dr.,Hongzi (HP Medicine) BII-CN-S" userId="29bc0a18-5096-49d5-ae49-3e5745cfa117" providerId="ADAL" clId="{E6E8073F-7C41-487F-81D5-FBC6F4266331}" dt="2025-05-12T03:33:00.698" v="1767" actId="47"/>
        <pc:sldMkLst>
          <pc:docMk/>
          <pc:sldMk cId="3397631894" sldId="2147483635"/>
        </pc:sldMkLst>
      </pc:sldChg>
      <pc:sldChg chg="del">
        <pc:chgData name="Liang,Dr.,Hongzi (HP Medicine) BII-CN-S" userId="29bc0a18-5096-49d5-ae49-3e5745cfa117" providerId="ADAL" clId="{E6E8073F-7C41-487F-81D5-FBC6F4266331}" dt="2025-05-12T03:33:00.698" v="1767" actId="47"/>
        <pc:sldMkLst>
          <pc:docMk/>
          <pc:sldMk cId="4020218068" sldId="2147483636"/>
        </pc:sldMkLst>
      </pc:sldChg>
      <pc:sldChg chg="del">
        <pc:chgData name="Liang,Dr.,Hongzi (HP Medicine) BII-CN-S" userId="29bc0a18-5096-49d5-ae49-3e5745cfa117" providerId="ADAL" clId="{E6E8073F-7C41-487F-81D5-FBC6F4266331}" dt="2025-05-12T03:28:48.560" v="1759" actId="47"/>
        <pc:sldMkLst>
          <pc:docMk/>
          <pc:sldMk cId="3066202526" sldId="2147483637"/>
        </pc:sldMkLst>
      </pc:sldChg>
      <pc:sldChg chg="del">
        <pc:chgData name="Liang,Dr.,Hongzi (HP Medicine) BII-CN-S" userId="29bc0a18-5096-49d5-ae49-3e5745cfa117" providerId="ADAL" clId="{E6E8073F-7C41-487F-81D5-FBC6F4266331}" dt="2025-05-12T03:27:50.005" v="1756" actId="47"/>
        <pc:sldMkLst>
          <pc:docMk/>
          <pc:sldMk cId="157728988" sldId="2147483638"/>
        </pc:sldMkLst>
      </pc:sldChg>
      <pc:sldChg chg="del">
        <pc:chgData name="Liang,Dr.,Hongzi (HP Medicine) BII-CN-S" userId="29bc0a18-5096-49d5-ae49-3e5745cfa117" providerId="ADAL" clId="{E6E8073F-7C41-487F-81D5-FBC6F4266331}" dt="2025-05-12T03:27:50.005" v="1756" actId="47"/>
        <pc:sldMkLst>
          <pc:docMk/>
          <pc:sldMk cId="1978109983" sldId="2147483642"/>
        </pc:sldMkLst>
      </pc:sldChg>
      <pc:sldChg chg="del">
        <pc:chgData name="Liang,Dr.,Hongzi (HP Medicine) BII-CN-S" userId="29bc0a18-5096-49d5-ae49-3e5745cfa117" providerId="ADAL" clId="{E6E8073F-7C41-487F-81D5-FBC6F4266331}" dt="2025-05-12T03:29:42.427" v="1762" actId="47"/>
        <pc:sldMkLst>
          <pc:docMk/>
          <pc:sldMk cId="3787915510" sldId="2147483643"/>
        </pc:sldMkLst>
      </pc:sldChg>
      <pc:sldChg chg="del">
        <pc:chgData name="Liang,Dr.,Hongzi (HP Medicine) BII-CN-S" userId="29bc0a18-5096-49d5-ae49-3e5745cfa117" providerId="ADAL" clId="{E6E8073F-7C41-487F-81D5-FBC6F4266331}" dt="2025-05-12T03:33:00.698" v="1767" actId="47"/>
        <pc:sldMkLst>
          <pc:docMk/>
          <pc:sldMk cId="2230309328" sldId="2147483644"/>
        </pc:sldMkLst>
      </pc:sldChg>
      <pc:sldChg chg="del">
        <pc:chgData name="Liang,Dr.,Hongzi (HP Medicine) BII-CN-S" userId="29bc0a18-5096-49d5-ae49-3e5745cfa117" providerId="ADAL" clId="{E6E8073F-7C41-487F-81D5-FBC6F4266331}" dt="2025-05-12T03:33:00.698" v="1767" actId="47"/>
        <pc:sldMkLst>
          <pc:docMk/>
          <pc:sldMk cId="2366924295" sldId="2147483645"/>
        </pc:sldMkLst>
      </pc:sldChg>
      <pc:sldChg chg="del">
        <pc:chgData name="Liang,Dr.,Hongzi (HP Medicine) BII-CN-S" userId="29bc0a18-5096-49d5-ae49-3e5745cfa117" providerId="ADAL" clId="{E6E8073F-7C41-487F-81D5-FBC6F4266331}" dt="2025-05-12T03:33:00.698" v="1767" actId="47"/>
        <pc:sldMkLst>
          <pc:docMk/>
          <pc:sldMk cId="2779093530" sldId="2147483646"/>
        </pc:sldMkLst>
      </pc:sldChg>
      <pc:sldChg chg="modSp mod modCm">
        <pc:chgData name="Liang,Dr.,Hongzi (HP Medicine) BII-CN-S" userId="29bc0a18-5096-49d5-ae49-3e5745cfa117" providerId="ADAL" clId="{E6E8073F-7C41-487F-81D5-FBC6F4266331}" dt="2025-05-12T03:22:24.990" v="1748"/>
        <pc:sldMkLst>
          <pc:docMk/>
          <pc:sldMk cId="159678277" sldId="2147483647"/>
        </pc:sldMkLst>
        <pc:spChg chg="mod">
          <ac:chgData name="Liang,Dr.,Hongzi (HP Medicine) BII-CN-S" userId="29bc0a18-5096-49d5-ae49-3e5745cfa117" providerId="ADAL" clId="{E6E8073F-7C41-487F-81D5-FBC6F4266331}" dt="2025-05-12T02:17:38.889" v="22" actId="20577"/>
          <ac:spMkLst>
            <pc:docMk/>
            <pc:sldMk cId="159678277" sldId="2147483647"/>
            <ac:spMk id="2" creationId="{F21898E5-9C8E-8148-A30F-569CBB00227E}"/>
          </ac:spMkLst>
        </pc:spChg>
      </pc:sldChg>
      <pc:sldMasterChg chg="del delSldLayout">
        <pc:chgData name="Liang,Dr.,Hongzi (HP Medicine) BII-CN-S" userId="29bc0a18-5096-49d5-ae49-3e5745cfa117" providerId="ADAL" clId="{E6E8073F-7C41-487F-81D5-FBC6F4266331}" dt="2025-05-12T03:33:00.698" v="1767" actId="47"/>
        <pc:sldMasterMkLst>
          <pc:docMk/>
          <pc:sldMasterMk cId="1497141167" sldId="2147484097"/>
        </pc:sldMasterMkLst>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26654355" sldId="2147484098"/>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959910407" sldId="2147484099"/>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83741826" sldId="2147484100"/>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1672580447" sldId="2147484101"/>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913922453" sldId="2147484102"/>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609566534" sldId="2147484103"/>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883715572" sldId="2147484104"/>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08548470" sldId="2147484105"/>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13588060" sldId="2147484106"/>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828462625" sldId="2147484107"/>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824937700" sldId="2147484108"/>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775161928" sldId="2147484109"/>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016023530" sldId="2147484110"/>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654270000" sldId="2147484111"/>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55226935" sldId="2147484112"/>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545561401" sldId="2147484113"/>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987173268" sldId="2147484114"/>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559294387" sldId="2147484115"/>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467869371" sldId="2147484116"/>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4220949117" sldId="2147484117"/>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712880965" sldId="2147484118"/>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4031416074" sldId="2147484119"/>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185904094" sldId="2147484120"/>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907694428" sldId="2147484121"/>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687648878" sldId="2147484122"/>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808274506" sldId="2147484123"/>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044970803" sldId="2147484124"/>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504981330" sldId="2147484125"/>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711609269" sldId="2147484126"/>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035342090" sldId="2147484127"/>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356198704" sldId="2147484128"/>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254995193" sldId="2147484129"/>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69037068" sldId="2147484130"/>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909802610" sldId="2147484131"/>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1755985822" sldId="2147484132"/>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696748429" sldId="2147484133"/>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4269068661" sldId="2147484134"/>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143840169" sldId="2147484135"/>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1058744509" sldId="2147484136"/>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373742523" sldId="2147484137"/>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3448900232" sldId="2147484138"/>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2673215229" sldId="2147484139"/>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1002989060" sldId="2147484140"/>
          </pc:sldLayoutMkLst>
        </pc:sldLayoutChg>
        <pc:sldLayoutChg chg="del">
          <pc:chgData name="Liang,Dr.,Hongzi (HP Medicine) BII-CN-S" userId="29bc0a18-5096-49d5-ae49-3e5745cfa117" providerId="ADAL" clId="{E6E8073F-7C41-487F-81D5-FBC6F4266331}" dt="2025-05-12T03:33:00.698" v="1767" actId="47"/>
          <pc:sldLayoutMkLst>
            <pc:docMk/>
            <pc:sldMasterMk cId="1497141167" sldId="2147484097"/>
            <pc:sldLayoutMk cId="1190224742" sldId="2147484141"/>
          </pc:sldLayoutMkLst>
        </pc:sldLayoutChg>
      </pc:sldMasterChg>
      <pc:sldMasterChg chg="del delSldLayout">
        <pc:chgData name="Liang,Dr.,Hongzi (HP Medicine) BII-CN-S" userId="29bc0a18-5096-49d5-ae49-3e5745cfa117" providerId="ADAL" clId="{E6E8073F-7C41-487F-81D5-FBC6F4266331}" dt="2025-05-12T03:27:50.005" v="1756" actId="47"/>
        <pc:sldMasterMkLst>
          <pc:docMk/>
          <pc:sldMasterMk cId="2374453718" sldId="2147484211"/>
        </pc:sldMasterMkLst>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578932968" sldId="2147484212"/>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542042610" sldId="2147484213"/>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359045302" sldId="2147484214"/>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4075022011" sldId="2147484215"/>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271526079" sldId="2147484216"/>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547489688" sldId="2147484217"/>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51630946" sldId="2147484218"/>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614996556" sldId="2147484219"/>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919568405" sldId="2147484220"/>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944195970" sldId="2147484221"/>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390698619" sldId="2147484222"/>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230061655" sldId="2147484223"/>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200498902" sldId="2147484224"/>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659289133" sldId="2147484225"/>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738569428" sldId="2147484226"/>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4152108987" sldId="2147484227"/>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973183804" sldId="2147484228"/>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939442090" sldId="2147484229"/>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266917826" sldId="2147484230"/>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421429908" sldId="2147484231"/>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75290369" sldId="2147484232"/>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4210941341" sldId="2147484233"/>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951135635" sldId="2147484234"/>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779277745" sldId="2147484235"/>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4027236350" sldId="2147484236"/>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035313455" sldId="2147484237"/>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61794813" sldId="2147484238"/>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417740057" sldId="2147484239"/>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3095839559" sldId="2147484240"/>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228321681" sldId="2147484241"/>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328350675" sldId="2147484242"/>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312214746" sldId="2147484243"/>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2666696098" sldId="2147484244"/>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596668494" sldId="2147484245"/>
          </pc:sldLayoutMkLst>
        </pc:sldLayoutChg>
        <pc:sldLayoutChg chg="del">
          <pc:chgData name="Liang,Dr.,Hongzi (HP Medicine) BII-CN-S" userId="29bc0a18-5096-49d5-ae49-3e5745cfa117" providerId="ADAL" clId="{E6E8073F-7C41-487F-81D5-FBC6F4266331}" dt="2025-05-12T03:27:50.005" v="1756" actId="47"/>
          <pc:sldLayoutMkLst>
            <pc:docMk/>
            <pc:sldMasterMk cId="2374453718" sldId="2147484211"/>
            <pc:sldLayoutMk cId="1328114253" sldId="2147484246"/>
          </pc:sldLayoutMkLst>
        </pc:sldLayoutChg>
      </pc:sldMasterChg>
      <pc:sldMasterChg chg="del delSldLayout">
        <pc:chgData name="Liang,Dr.,Hongzi (HP Medicine) BII-CN-S" userId="29bc0a18-5096-49d5-ae49-3e5745cfa117" providerId="ADAL" clId="{E6E8073F-7C41-487F-81D5-FBC6F4266331}" dt="2025-05-12T03:29:21.948" v="1760" actId="47"/>
        <pc:sldMasterMkLst>
          <pc:docMk/>
          <pc:sldMasterMk cId="3643821625" sldId="2147484371"/>
        </pc:sldMasterMkLst>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788252330" sldId="2147484372"/>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718729364" sldId="2147484373"/>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4232130409" sldId="2147484374"/>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411079743" sldId="2147484375"/>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4108852627" sldId="2147484376"/>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57691532" sldId="2147484377"/>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986856005" sldId="2147484378"/>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959523934" sldId="2147484379"/>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058521348" sldId="2147484380"/>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589902916" sldId="2147484381"/>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4151428997" sldId="2147484382"/>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402127646" sldId="2147484383"/>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948089706" sldId="2147484384"/>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892337091" sldId="2147484385"/>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543765794" sldId="2147484386"/>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39733724" sldId="2147484387"/>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292291989" sldId="2147484388"/>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924651568" sldId="2147484389"/>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4237323089" sldId="2147484390"/>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274371444" sldId="2147484391"/>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331792922" sldId="2147484392"/>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471282653" sldId="2147484393"/>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052684168" sldId="2147484394"/>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819702663" sldId="2147484395"/>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883676962" sldId="2147484396"/>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519014316" sldId="2147484397"/>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72655895" sldId="2147484398"/>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723290652" sldId="2147484399"/>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120001308" sldId="2147484400"/>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853105718" sldId="2147484401"/>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808009606" sldId="2147484402"/>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85010216" sldId="2147484403"/>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1955379394" sldId="2147484404"/>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2699778893" sldId="2147484405"/>
          </pc:sldLayoutMkLst>
        </pc:sldLayoutChg>
        <pc:sldLayoutChg chg="del">
          <pc:chgData name="Liang,Dr.,Hongzi (HP Medicine) BII-CN-S" userId="29bc0a18-5096-49d5-ae49-3e5745cfa117" providerId="ADAL" clId="{E6E8073F-7C41-487F-81D5-FBC6F4266331}" dt="2025-05-12T03:29:21.948" v="1760" actId="47"/>
          <pc:sldLayoutMkLst>
            <pc:docMk/>
            <pc:sldMasterMk cId="3643821625" sldId="2147484371"/>
            <pc:sldLayoutMk cId="3505965221" sldId="2147484406"/>
          </pc:sldLayoutMkLst>
        </pc:sldLayoutChg>
      </pc:sldMasterChg>
      <pc:sldMasterChg chg="del delSldLayout">
        <pc:chgData name="Liang,Dr.,Hongzi (HP Medicine) BII-CN-S" userId="29bc0a18-5096-49d5-ae49-3e5745cfa117" providerId="ADAL" clId="{E6E8073F-7C41-487F-81D5-FBC6F4266331}" dt="2025-05-12T03:31:32.865" v="1765" actId="47"/>
        <pc:sldMasterMkLst>
          <pc:docMk/>
          <pc:sldMasterMk cId="1650552881" sldId="2147484412"/>
        </pc:sldMasterMkLst>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827624303" sldId="2147484413"/>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549744579" sldId="2147484414"/>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223236836" sldId="2147484415"/>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75381103" sldId="2147484416"/>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996926259" sldId="2147484417"/>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341882783" sldId="2147484418"/>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803156676" sldId="2147484419"/>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619718949" sldId="2147484420"/>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027642591" sldId="2147484421"/>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944985619" sldId="2147484422"/>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155571540" sldId="2147484423"/>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912329885" sldId="2147484424"/>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372170670" sldId="2147484425"/>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96642955" sldId="2147484426"/>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548452103" sldId="2147484427"/>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568685620" sldId="2147484428"/>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401470165" sldId="2147484429"/>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07976081" sldId="2147484430"/>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936636952" sldId="2147484431"/>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725686626" sldId="2147484432"/>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105394794" sldId="2147484433"/>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486887658" sldId="2147484434"/>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584210191" sldId="2147484435"/>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988447511" sldId="2147484436"/>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282638926" sldId="2147484437"/>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131877707" sldId="2147484438"/>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2030498966" sldId="2147484439"/>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309393412" sldId="2147484440"/>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702562617" sldId="2147484441"/>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9295862" sldId="2147484442"/>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3525088204" sldId="2147484443"/>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027987850" sldId="2147484444"/>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1680754872" sldId="2147484445"/>
          </pc:sldLayoutMkLst>
        </pc:sldLayoutChg>
        <pc:sldLayoutChg chg="del">
          <pc:chgData name="Liang,Dr.,Hongzi (HP Medicine) BII-CN-S" userId="29bc0a18-5096-49d5-ae49-3e5745cfa117" providerId="ADAL" clId="{E6E8073F-7C41-487F-81D5-FBC6F4266331}" dt="2025-05-12T03:31:32.865" v="1765" actId="47"/>
          <pc:sldLayoutMkLst>
            <pc:docMk/>
            <pc:sldMasterMk cId="1650552881" sldId="2147484412"/>
            <pc:sldLayoutMk cId="4041245992" sldId="2147484446"/>
          </pc:sldLayoutMkLst>
        </pc:sldLayoutChg>
      </pc:sldMasterChg>
    </pc:docChg>
  </pc:docChgLst>
  <pc:docChgLst>
    <pc:chgData name="Liang,Dr.,Hongzi (HP Medicine) BII-CN-S" userId="29bc0a18-5096-49d5-ae49-3e5745cfa117" providerId="ADAL" clId="{FC967BE6-A60C-4BED-A417-C0AF2D2CCCEA}"/>
    <pc:docChg chg="undo redo custSel addSld delSld modSld sldOrd delMainMaster delSection modSection">
      <pc:chgData name="Liang,Dr.,Hongzi (HP Medicine) BII-CN-S" userId="29bc0a18-5096-49d5-ae49-3e5745cfa117" providerId="ADAL" clId="{FC967BE6-A60C-4BED-A417-C0AF2D2CCCEA}" dt="2025-03-17T08:45:29.844" v="6086"/>
      <pc:docMkLst>
        <pc:docMk/>
      </pc:docMkLst>
      <pc:sldChg chg="del">
        <pc:chgData name="Liang,Dr.,Hongzi (HP Medicine) BII-CN-S" userId="29bc0a18-5096-49d5-ae49-3e5745cfa117" providerId="ADAL" clId="{FC967BE6-A60C-4BED-A417-C0AF2D2CCCEA}" dt="2025-03-14T08:08:10.393" v="4053" actId="47"/>
        <pc:sldMkLst>
          <pc:docMk/>
          <pc:sldMk cId="4088733649" sldId="261"/>
        </pc:sldMkLst>
      </pc:sldChg>
      <pc:sldChg chg="modSp add del mod">
        <pc:chgData name="Liang,Dr.,Hongzi (HP Medicine) BII-CN-S" userId="29bc0a18-5096-49d5-ae49-3e5745cfa117" providerId="ADAL" clId="{FC967BE6-A60C-4BED-A417-C0AF2D2CCCEA}" dt="2025-03-17T05:30:30.158" v="5970" actId="47"/>
        <pc:sldMkLst>
          <pc:docMk/>
          <pc:sldMk cId="1245687963" sldId="262"/>
        </pc:sldMkLst>
      </pc:sldChg>
      <pc:sldChg chg="addSp delSp modSp add mod">
        <pc:chgData name="Liang,Dr.,Hongzi (HP Medicine) BII-CN-S" userId="29bc0a18-5096-49d5-ae49-3e5745cfa117" providerId="ADAL" clId="{FC967BE6-A60C-4BED-A417-C0AF2D2CCCEA}" dt="2025-03-17T05:31:48.842" v="6009" actId="1035"/>
        <pc:sldMkLst>
          <pc:docMk/>
          <pc:sldMk cId="2240190528" sldId="265"/>
        </pc:sldMkLst>
      </pc:sldChg>
      <pc:sldChg chg="mod ord replTag delTag modShow">
        <pc:chgData name="Liang,Dr.,Hongzi (HP Medicine) BII-CN-S" userId="29bc0a18-5096-49d5-ae49-3e5745cfa117" providerId="ADAL" clId="{FC967BE6-A60C-4BED-A417-C0AF2D2CCCEA}" dt="2025-03-17T08:45:11.419" v="6082"/>
        <pc:sldMkLst>
          <pc:docMk/>
          <pc:sldMk cId="2271580531" sldId="271"/>
        </pc:sldMkLst>
      </pc:sldChg>
      <pc:sldChg chg="modSp mod ord modShow">
        <pc:chgData name="Liang,Dr.,Hongzi (HP Medicine) BII-CN-S" userId="29bc0a18-5096-49d5-ae49-3e5745cfa117" providerId="ADAL" clId="{FC967BE6-A60C-4BED-A417-C0AF2D2CCCEA}" dt="2025-03-17T08:44:08.994" v="6078"/>
        <pc:sldMkLst>
          <pc:docMk/>
          <pc:sldMk cId="2421347898" sldId="272"/>
        </pc:sldMkLst>
        <pc:spChg chg="mod">
          <ac:chgData name="Liang,Dr.,Hongzi (HP Medicine) BII-CN-S" userId="29bc0a18-5096-49d5-ae49-3e5745cfa117" providerId="ADAL" clId="{FC967BE6-A60C-4BED-A417-C0AF2D2CCCEA}" dt="2025-03-14T08:59:16.496" v="5125" actId="20577"/>
          <ac:spMkLst>
            <pc:docMk/>
            <pc:sldMk cId="2421347898" sldId="272"/>
            <ac:spMk id="3" creationId="{3BF5050B-829F-7911-2B8B-FAA5FA9E965D}"/>
          </ac:spMkLst>
        </pc:spChg>
      </pc:sldChg>
      <pc:sldChg chg="addSp modSp new mod">
        <pc:chgData name="Liang,Dr.,Hongzi (HP Medicine) BII-CN-S" userId="29bc0a18-5096-49d5-ae49-3e5745cfa117" providerId="ADAL" clId="{FC967BE6-A60C-4BED-A417-C0AF2D2CCCEA}" dt="2025-03-17T08:41:20.289" v="6066" actId="14100"/>
        <pc:sldMkLst>
          <pc:docMk/>
          <pc:sldMk cId="3290672345" sldId="273"/>
        </pc:sldMkLst>
      </pc:sldChg>
      <pc:sldChg chg="del">
        <pc:chgData name="Liang,Dr.,Hongzi (HP Medicine) BII-CN-S" userId="29bc0a18-5096-49d5-ae49-3e5745cfa117" providerId="ADAL" clId="{FC967BE6-A60C-4BED-A417-C0AF2D2CCCEA}" dt="2025-03-14T08:08:10.393" v="4053" actId="47"/>
        <pc:sldMkLst>
          <pc:docMk/>
          <pc:sldMk cId="3587405924" sldId="279"/>
        </pc:sldMkLst>
      </pc:sldChg>
      <pc:sldChg chg="add replTag delTag">
        <pc:chgData name="Liang,Dr.,Hongzi (HP Medicine) BII-CN-S" userId="29bc0a18-5096-49d5-ae49-3e5745cfa117" providerId="ADAL" clId="{FC967BE6-A60C-4BED-A417-C0AF2D2CCCEA}" dt="2025-03-14T09:25:20.009" v="5404"/>
        <pc:sldMkLst>
          <pc:docMk/>
          <pc:sldMk cId="2770401380" sldId="280"/>
        </pc:sldMkLst>
      </pc:sldChg>
      <pc:sldChg chg="add">
        <pc:chgData name="Liang,Dr.,Hongzi (HP Medicine) BII-CN-S" userId="29bc0a18-5096-49d5-ae49-3e5745cfa117" providerId="ADAL" clId="{FC967BE6-A60C-4BED-A417-C0AF2D2CCCEA}" dt="2025-03-14T09:25:15.987" v="5400"/>
        <pc:sldMkLst>
          <pc:docMk/>
          <pc:sldMk cId="3138272985" sldId="283"/>
        </pc:sldMkLst>
      </pc:sldChg>
      <pc:sldChg chg="addSp delSp modSp add mod">
        <pc:chgData name="Liang,Dr.,Hongzi (HP Medicine) BII-CN-S" userId="29bc0a18-5096-49d5-ae49-3e5745cfa117" providerId="ADAL" clId="{FC967BE6-A60C-4BED-A417-C0AF2D2CCCEA}" dt="2025-03-14T03:50:07.555" v="2994" actId="478"/>
        <pc:sldMkLst>
          <pc:docMk/>
          <pc:sldMk cId="1641156487" sldId="285"/>
        </pc:sldMkLst>
        <pc:spChg chg="add mod">
          <ac:chgData name="Liang,Dr.,Hongzi (HP Medicine) BII-CN-S" userId="29bc0a18-5096-49d5-ae49-3e5745cfa117" providerId="ADAL" clId="{FC967BE6-A60C-4BED-A417-C0AF2D2CCCEA}" dt="2025-03-13T02:01:36.115" v="237" actId="20577"/>
          <ac:spMkLst>
            <pc:docMk/>
            <pc:sldMk cId="1641156487" sldId="285"/>
            <ac:spMk id="7" creationId="{227BB49A-C593-C9A7-E4D1-B677856DBABA}"/>
          </ac:spMkLst>
        </pc:spChg>
        <pc:spChg chg="add mod">
          <ac:chgData name="Liang,Dr.,Hongzi (HP Medicine) BII-CN-S" userId="29bc0a18-5096-49d5-ae49-3e5745cfa117" providerId="ADAL" clId="{FC967BE6-A60C-4BED-A417-C0AF2D2CCCEA}" dt="2025-03-13T02:02:10.403" v="239" actId="207"/>
          <ac:spMkLst>
            <pc:docMk/>
            <pc:sldMk cId="1641156487" sldId="285"/>
            <ac:spMk id="9" creationId="{06657469-525F-5413-B30F-2EE7E5963187}"/>
          </ac:spMkLst>
        </pc:spChg>
        <pc:spChg chg="mod">
          <ac:chgData name="Liang,Dr.,Hongzi (HP Medicine) BII-CN-S" userId="29bc0a18-5096-49d5-ae49-3e5745cfa117" providerId="ADAL" clId="{FC967BE6-A60C-4BED-A417-C0AF2D2CCCEA}" dt="2025-03-13T01:49:28.088" v="36" actId="20577"/>
          <ac:spMkLst>
            <pc:docMk/>
            <pc:sldMk cId="1641156487" sldId="285"/>
            <ac:spMk id="11" creationId="{AD019107-5291-604F-58F6-0325FE94AE6E}"/>
          </ac:spMkLst>
        </pc:spChg>
        <pc:spChg chg="add mod">
          <ac:chgData name="Liang,Dr.,Hongzi (HP Medicine) BII-CN-S" userId="29bc0a18-5096-49d5-ae49-3e5745cfa117" providerId="ADAL" clId="{FC967BE6-A60C-4BED-A417-C0AF2D2CCCEA}" dt="2025-03-14T03:38:22.261" v="2508"/>
          <ac:spMkLst>
            <pc:docMk/>
            <pc:sldMk cId="1641156487" sldId="285"/>
            <ac:spMk id="15" creationId="{280B89BC-DB8E-E9E0-8EF0-65D02C4D4CCB}"/>
          </ac:spMkLst>
        </pc:spChg>
        <pc:spChg chg="add mod">
          <ac:chgData name="Liang,Dr.,Hongzi (HP Medicine) BII-CN-S" userId="29bc0a18-5096-49d5-ae49-3e5745cfa117" providerId="ADAL" clId="{FC967BE6-A60C-4BED-A417-C0AF2D2CCCEA}" dt="2025-03-14T03:38:22.261" v="2508"/>
          <ac:spMkLst>
            <pc:docMk/>
            <pc:sldMk cId="1641156487" sldId="285"/>
            <ac:spMk id="16" creationId="{73742A8E-45FA-A73B-6033-3DFCD85339A0}"/>
          </ac:spMkLst>
        </pc:spChg>
        <pc:spChg chg="add mod">
          <ac:chgData name="Liang,Dr.,Hongzi (HP Medicine) BII-CN-S" userId="29bc0a18-5096-49d5-ae49-3e5745cfa117" providerId="ADAL" clId="{FC967BE6-A60C-4BED-A417-C0AF2D2CCCEA}" dt="2025-03-14T03:49:50.389" v="2992"/>
          <ac:spMkLst>
            <pc:docMk/>
            <pc:sldMk cId="1641156487" sldId="285"/>
            <ac:spMk id="18" creationId="{E4DA7F25-F380-F39A-5966-5B7E130E5C94}"/>
          </ac:spMkLst>
        </pc:spChg>
        <pc:spChg chg="add mod">
          <ac:chgData name="Liang,Dr.,Hongzi (HP Medicine) BII-CN-S" userId="29bc0a18-5096-49d5-ae49-3e5745cfa117" providerId="ADAL" clId="{FC967BE6-A60C-4BED-A417-C0AF2D2CCCEA}" dt="2025-03-14T03:50:03.254" v="2993"/>
          <ac:spMkLst>
            <pc:docMk/>
            <pc:sldMk cId="1641156487" sldId="285"/>
            <ac:spMk id="20" creationId="{16656234-A952-60EE-7906-87A4C7911E25}"/>
          </ac:spMkLst>
        </pc:spChg>
        <pc:spChg chg="mod">
          <ac:chgData name="Liang,Dr.,Hongzi (HP Medicine) BII-CN-S" userId="29bc0a18-5096-49d5-ae49-3e5745cfa117" providerId="ADAL" clId="{FC967BE6-A60C-4BED-A417-C0AF2D2CCCEA}" dt="2025-03-13T01:52:50.990" v="114" actId="207"/>
          <ac:spMkLst>
            <pc:docMk/>
            <pc:sldMk cId="1641156487" sldId="285"/>
            <ac:spMk id="204" creationId="{2711EF9E-4395-71F8-6698-8E85E24239CB}"/>
          </ac:spMkLst>
        </pc:spChg>
        <pc:spChg chg="mod">
          <ac:chgData name="Liang,Dr.,Hongzi (HP Medicine) BII-CN-S" userId="29bc0a18-5096-49d5-ae49-3e5745cfa117" providerId="ADAL" clId="{FC967BE6-A60C-4BED-A417-C0AF2D2CCCEA}" dt="2025-03-13T02:02:21.681" v="241" actId="207"/>
          <ac:spMkLst>
            <pc:docMk/>
            <pc:sldMk cId="1641156487" sldId="285"/>
            <ac:spMk id="258" creationId="{10520E98-AC31-F0A3-F0D9-DE40F84E7CDC}"/>
          </ac:spMkLst>
        </pc:spChg>
        <pc:spChg chg="mod">
          <ac:chgData name="Liang,Dr.,Hongzi (HP Medicine) BII-CN-S" userId="29bc0a18-5096-49d5-ae49-3e5745cfa117" providerId="ADAL" clId="{FC967BE6-A60C-4BED-A417-C0AF2D2CCCEA}" dt="2025-03-13T02:02:13.948" v="240" actId="207"/>
          <ac:spMkLst>
            <pc:docMk/>
            <pc:sldMk cId="1641156487" sldId="285"/>
            <ac:spMk id="292" creationId="{497CDE46-B58E-BC43-88EF-43DEE198DD18}"/>
          </ac:spMkLst>
        </pc:spChg>
        <pc:spChg chg="mod">
          <ac:chgData name="Liang,Dr.,Hongzi (HP Medicine) BII-CN-S" userId="29bc0a18-5096-49d5-ae49-3e5745cfa117" providerId="ADAL" clId="{FC967BE6-A60C-4BED-A417-C0AF2D2CCCEA}" dt="2025-03-13T01:52:59.203" v="115" actId="1037"/>
          <ac:spMkLst>
            <pc:docMk/>
            <pc:sldMk cId="1641156487" sldId="285"/>
            <ac:spMk id="295" creationId="{E5453F5B-94F0-2330-2E03-3C6ECDB00764}"/>
          </ac:spMkLst>
        </pc:spChg>
        <pc:spChg chg="mod">
          <ac:chgData name="Liang,Dr.,Hongzi (HP Medicine) BII-CN-S" userId="29bc0a18-5096-49d5-ae49-3e5745cfa117" providerId="ADAL" clId="{FC967BE6-A60C-4BED-A417-C0AF2D2CCCEA}" dt="2025-03-13T01:52:59.203" v="115" actId="1037"/>
          <ac:spMkLst>
            <pc:docMk/>
            <pc:sldMk cId="1641156487" sldId="285"/>
            <ac:spMk id="296" creationId="{0D50A7F1-1AF2-1A27-E2FE-9A9C3610B13D}"/>
          </ac:spMkLst>
        </pc:spChg>
        <pc:cxnChg chg="add mod">
          <ac:chgData name="Liang,Dr.,Hongzi (HP Medicine) BII-CN-S" userId="29bc0a18-5096-49d5-ae49-3e5745cfa117" providerId="ADAL" clId="{FC967BE6-A60C-4BED-A417-C0AF2D2CCCEA}" dt="2025-03-14T03:49:50.389" v="2992"/>
          <ac:cxnSpMkLst>
            <pc:docMk/>
            <pc:sldMk cId="1641156487" sldId="285"/>
            <ac:cxnSpMk id="17" creationId="{925C5B7A-0F57-D8A0-3DD2-34566311AF53}"/>
          </ac:cxnSpMkLst>
        </pc:cxnChg>
        <pc:cxnChg chg="mod">
          <ac:chgData name="Liang,Dr.,Hongzi (HP Medicine) BII-CN-S" userId="29bc0a18-5096-49d5-ae49-3e5745cfa117" providerId="ADAL" clId="{FC967BE6-A60C-4BED-A417-C0AF2D2CCCEA}" dt="2025-03-13T02:01:48.573" v="238" actId="14100"/>
          <ac:cxnSpMkLst>
            <pc:docMk/>
            <pc:sldMk cId="1641156487" sldId="285"/>
            <ac:cxnSpMk id="210" creationId="{BD449D73-15B8-2ADE-A306-C3272114EDFC}"/>
          </ac:cxnSpMkLst>
        </pc:cxnChg>
        <pc:cxnChg chg="mod">
          <ac:chgData name="Liang,Dr.,Hongzi (HP Medicine) BII-CN-S" userId="29bc0a18-5096-49d5-ae49-3e5745cfa117" providerId="ADAL" clId="{FC967BE6-A60C-4BED-A417-C0AF2D2CCCEA}" dt="2025-03-13T01:52:59.203" v="115" actId="1037"/>
          <ac:cxnSpMkLst>
            <pc:docMk/>
            <pc:sldMk cId="1641156487" sldId="285"/>
            <ac:cxnSpMk id="294" creationId="{1A3A2DFE-2EB2-D3C3-5A29-DB08CEA0D72F}"/>
          </ac:cxnSpMkLst>
        </pc:cxnChg>
      </pc:sldChg>
      <pc:sldChg chg="addSp delSp modSp mod replTag delTag">
        <pc:chgData name="Liang,Dr.,Hongzi (HP Medicine) BII-CN-S" userId="29bc0a18-5096-49d5-ae49-3e5745cfa117" providerId="ADAL" clId="{FC967BE6-A60C-4BED-A417-C0AF2D2CCCEA}" dt="2025-03-17T05:40:51.936" v="6029"/>
        <pc:sldMkLst>
          <pc:docMk/>
          <pc:sldMk cId="2782873624" sldId="287"/>
        </pc:sldMkLst>
      </pc:sldChg>
      <pc:sldChg chg="del">
        <pc:chgData name="Liang,Dr.,Hongzi (HP Medicine) BII-CN-S" userId="29bc0a18-5096-49d5-ae49-3e5745cfa117" providerId="ADAL" clId="{FC967BE6-A60C-4BED-A417-C0AF2D2CCCEA}" dt="2025-03-14T08:08:10.393" v="4053" actId="47"/>
        <pc:sldMkLst>
          <pc:docMk/>
          <pc:sldMk cId="2418248561" sldId="304"/>
        </pc:sldMkLst>
      </pc:sldChg>
      <pc:sldChg chg="modSp mod">
        <pc:chgData name="Liang,Dr.,Hongzi (HP Medicine) BII-CN-S" userId="29bc0a18-5096-49d5-ae49-3e5745cfa117" providerId="ADAL" clId="{FC967BE6-A60C-4BED-A417-C0AF2D2CCCEA}" dt="2025-03-13T01:47:07.420" v="7" actId="20577"/>
        <pc:sldMkLst>
          <pc:docMk/>
          <pc:sldMk cId="1922158299" sldId="9848"/>
        </pc:sldMkLst>
        <pc:spChg chg="mod">
          <ac:chgData name="Liang,Dr.,Hongzi (HP Medicine) BII-CN-S" userId="29bc0a18-5096-49d5-ae49-3e5745cfa117" providerId="ADAL" clId="{FC967BE6-A60C-4BED-A417-C0AF2D2CCCEA}" dt="2025-03-13T01:47:07.420" v="7" actId="20577"/>
          <ac:spMkLst>
            <pc:docMk/>
            <pc:sldMk cId="1922158299" sldId="9848"/>
            <ac:spMk id="3" creationId="{692796CB-E2C8-8508-DF5A-FC10693F0AFB}"/>
          </ac:spMkLst>
        </pc:spChg>
      </pc:sldChg>
      <pc:sldChg chg="del">
        <pc:chgData name="Liang,Dr.,Hongzi (HP Medicine) BII-CN-S" userId="29bc0a18-5096-49d5-ae49-3e5745cfa117" providerId="ADAL" clId="{FC967BE6-A60C-4BED-A417-C0AF2D2CCCEA}" dt="2025-03-14T08:08:10.393" v="4053" actId="47"/>
        <pc:sldMkLst>
          <pc:docMk/>
          <pc:sldMk cId="1409916241" sldId="9854"/>
        </pc:sldMkLst>
      </pc:sldChg>
      <pc:sldChg chg="del">
        <pc:chgData name="Liang,Dr.,Hongzi (HP Medicine) BII-CN-S" userId="29bc0a18-5096-49d5-ae49-3e5745cfa117" providerId="ADAL" clId="{FC967BE6-A60C-4BED-A417-C0AF2D2CCCEA}" dt="2025-03-14T08:08:10.393" v="4053" actId="47"/>
        <pc:sldMkLst>
          <pc:docMk/>
          <pc:sldMk cId="3656350805" sldId="2145705765"/>
        </pc:sldMkLst>
      </pc:sldChg>
      <pc:sldChg chg="del">
        <pc:chgData name="Liang,Dr.,Hongzi (HP Medicine) BII-CN-S" userId="29bc0a18-5096-49d5-ae49-3e5745cfa117" providerId="ADAL" clId="{FC967BE6-A60C-4BED-A417-C0AF2D2CCCEA}" dt="2025-03-14T08:08:10.393" v="4053" actId="47"/>
        <pc:sldMkLst>
          <pc:docMk/>
          <pc:sldMk cId="1099247377" sldId="2145705770"/>
        </pc:sldMkLst>
      </pc:sldChg>
      <pc:sldChg chg="del">
        <pc:chgData name="Liang,Dr.,Hongzi (HP Medicine) BII-CN-S" userId="29bc0a18-5096-49d5-ae49-3e5745cfa117" providerId="ADAL" clId="{FC967BE6-A60C-4BED-A417-C0AF2D2CCCEA}" dt="2025-03-14T08:08:10.393" v="4053" actId="47"/>
        <pc:sldMkLst>
          <pc:docMk/>
          <pc:sldMk cId="3407766127" sldId="2145705771"/>
        </pc:sldMkLst>
      </pc:sldChg>
      <pc:sldChg chg="add">
        <pc:chgData name="Liang,Dr.,Hongzi (HP Medicine) BII-CN-S" userId="29bc0a18-5096-49d5-ae49-3e5745cfa117" providerId="ADAL" clId="{FC967BE6-A60C-4BED-A417-C0AF2D2CCCEA}" dt="2025-03-14T09:24:15.095" v="5395"/>
        <pc:sldMkLst>
          <pc:docMk/>
          <pc:sldMk cId="207090329" sldId="2145705774"/>
        </pc:sldMkLst>
      </pc:sldChg>
      <pc:sldChg chg="del">
        <pc:chgData name="Liang,Dr.,Hongzi (HP Medicine) BII-CN-S" userId="29bc0a18-5096-49d5-ae49-3e5745cfa117" providerId="ADAL" clId="{FC967BE6-A60C-4BED-A417-C0AF2D2CCCEA}" dt="2025-03-14T08:08:10.393" v="4053" actId="47"/>
        <pc:sldMkLst>
          <pc:docMk/>
          <pc:sldMk cId="3042873740" sldId="2147475001"/>
        </pc:sldMkLst>
      </pc:sldChg>
      <pc:sldChg chg="addSp delSp modSp mod">
        <pc:chgData name="Liang,Dr.,Hongzi (HP Medicine) BII-CN-S" userId="29bc0a18-5096-49d5-ae49-3e5745cfa117" providerId="ADAL" clId="{FC967BE6-A60C-4BED-A417-C0AF2D2CCCEA}" dt="2025-03-14T08:08:50.754" v="4056" actId="478"/>
        <pc:sldMkLst>
          <pc:docMk/>
          <pc:sldMk cId="884907692" sldId="2147475075"/>
        </pc:sldMkLst>
      </pc:sldChg>
      <pc:sldChg chg="delSp modSp mod ord delAnim modShow">
        <pc:chgData name="Liang,Dr.,Hongzi (HP Medicine) BII-CN-S" userId="29bc0a18-5096-49d5-ae49-3e5745cfa117" providerId="ADAL" clId="{FC967BE6-A60C-4BED-A417-C0AF2D2CCCEA}" dt="2025-03-17T08:45:11.419" v="6082"/>
        <pc:sldMkLst>
          <pc:docMk/>
          <pc:sldMk cId="2036152829" sldId="2147482625"/>
        </pc:sldMkLst>
        <pc:spChg chg="mod">
          <ac:chgData name="Liang,Dr.,Hongzi (HP Medicine) BII-CN-S" userId="29bc0a18-5096-49d5-ae49-3e5745cfa117" providerId="ADAL" clId="{FC967BE6-A60C-4BED-A417-C0AF2D2CCCEA}" dt="2025-03-14T08:51:39.061" v="5073" actId="403"/>
          <ac:spMkLst>
            <pc:docMk/>
            <pc:sldMk cId="2036152829" sldId="2147482625"/>
            <ac:spMk id="3" creationId="{3BF5050B-829F-7911-2B8B-FAA5FA9E965D}"/>
          </ac:spMkLst>
        </pc:spChg>
        <pc:spChg chg="mod">
          <ac:chgData name="Liang,Dr.,Hongzi (HP Medicine) BII-CN-S" userId="29bc0a18-5096-49d5-ae49-3e5745cfa117" providerId="ADAL" clId="{FC967BE6-A60C-4BED-A417-C0AF2D2CCCEA}" dt="2025-03-14T08:51:01.605" v="5045" actId="20577"/>
          <ac:spMkLst>
            <pc:docMk/>
            <pc:sldMk cId="2036152829" sldId="2147482625"/>
            <ac:spMk id="13" creationId="{5209A682-7AE2-410E-527B-F0BF4092B40C}"/>
          </ac:spMkLst>
        </pc:spChg>
        <pc:spChg chg="mod">
          <ac:chgData name="Liang,Dr.,Hongzi (HP Medicine) BII-CN-S" userId="29bc0a18-5096-49d5-ae49-3e5745cfa117" providerId="ADAL" clId="{FC967BE6-A60C-4BED-A417-C0AF2D2CCCEA}" dt="2025-03-14T08:50:57.505" v="5044" actId="20577"/>
          <ac:spMkLst>
            <pc:docMk/>
            <pc:sldMk cId="2036152829" sldId="2147482625"/>
            <ac:spMk id="41" creationId="{CEB5FAB7-CCD7-4A40-446D-6A5804B1B20E}"/>
          </ac:spMkLst>
        </pc:spChg>
      </pc:sldChg>
      <pc:sldChg chg="modSp add mod ord modShow">
        <pc:chgData name="Liang,Dr.,Hongzi (HP Medicine) BII-CN-S" userId="29bc0a18-5096-49d5-ae49-3e5745cfa117" providerId="ADAL" clId="{FC967BE6-A60C-4BED-A417-C0AF2D2CCCEA}" dt="2025-03-17T08:45:29.844" v="6086"/>
        <pc:sldMkLst>
          <pc:docMk/>
          <pc:sldMk cId="644340515" sldId="2147482732"/>
        </pc:sldMkLst>
        <pc:spChg chg="mod">
          <ac:chgData name="Liang,Dr.,Hongzi (HP Medicine) BII-CN-S" userId="29bc0a18-5096-49d5-ae49-3e5745cfa117" providerId="ADAL" clId="{FC967BE6-A60C-4BED-A417-C0AF2D2CCCEA}" dt="2025-03-14T09:03:01.814" v="5222" actId="6549"/>
          <ac:spMkLst>
            <pc:docMk/>
            <pc:sldMk cId="644340515" sldId="2147482732"/>
            <ac:spMk id="24" creationId="{97E939D8-7783-6C7F-9776-02CA84DD8683}"/>
          </ac:spMkLst>
        </pc:spChg>
      </pc:sldChg>
      <pc:sldChg chg="add del">
        <pc:chgData name="Liang,Dr.,Hongzi (HP Medicine) BII-CN-S" userId="29bc0a18-5096-49d5-ae49-3e5745cfa117" providerId="ADAL" clId="{FC967BE6-A60C-4BED-A417-C0AF2D2CCCEA}" dt="2025-03-14T06:46:31.538" v="4016" actId="47"/>
        <pc:sldMkLst>
          <pc:docMk/>
          <pc:sldMk cId="1781565927" sldId="2147482865"/>
        </pc:sldMkLst>
      </pc:sldChg>
      <pc:sldChg chg="mod modShow">
        <pc:chgData name="Liang,Dr.,Hongzi (HP Medicine) BII-CN-S" userId="29bc0a18-5096-49d5-ae49-3e5745cfa117" providerId="ADAL" clId="{FC967BE6-A60C-4BED-A417-C0AF2D2CCCEA}" dt="2025-03-14T09:05:06.667" v="5248" actId="729"/>
        <pc:sldMkLst>
          <pc:docMk/>
          <pc:sldMk cId="3503911874" sldId="2147482885"/>
        </pc:sldMkLst>
      </pc:sldChg>
      <pc:sldChg chg="add">
        <pc:chgData name="Liang,Dr.,Hongzi (HP Medicine) BII-CN-S" userId="29bc0a18-5096-49d5-ae49-3e5745cfa117" providerId="ADAL" clId="{FC967BE6-A60C-4BED-A417-C0AF2D2CCCEA}" dt="2025-03-14T09:25:15.987" v="5400"/>
        <pc:sldMkLst>
          <pc:docMk/>
          <pc:sldMk cId="3232457380" sldId="2147482893"/>
        </pc:sldMkLst>
      </pc:sldChg>
      <pc:sldChg chg="add">
        <pc:chgData name="Liang,Dr.,Hongzi (HP Medicine) BII-CN-S" userId="29bc0a18-5096-49d5-ae49-3e5745cfa117" providerId="ADAL" clId="{FC967BE6-A60C-4BED-A417-C0AF2D2CCCEA}" dt="2025-03-14T09:24:15.095" v="5395"/>
        <pc:sldMkLst>
          <pc:docMk/>
          <pc:sldMk cId="2423500094" sldId="2147482909"/>
        </pc:sldMkLst>
      </pc:sldChg>
      <pc:sldChg chg="addSp delSp modSp mod">
        <pc:chgData name="Liang,Dr.,Hongzi (HP Medicine) BII-CN-S" userId="29bc0a18-5096-49d5-ae49-3e5745cfa117" providerId="ADAL" clId="{FC967BE6-A60C-4BED-A417-C0AF2D2CCCEA}" dt="2025-03-14T08:36:58.462" v="4757" actId="1076"/>
        <pc:sldMkLst>
          <pc:docMk/>
          <pc:sldMk cId="3172372034" sldId="2147482914"/>
        </pc:sldMkLst>
      </pc:sldChg>
      <pc:sldChg chg="add mod ord modShow">
        <pc:chgData name="Liang,Dr.,Hongzi (HP Medicine) BII-CN-S" userId="29bc0a18-5096-49d5-ae49-3e5745cfa117" providerId="ADAL" clId="{FC967BE6-A60C-4BED-A417-C0AF2D2CCCEA}" dt="2025-03-17T08:45:29.844" v="6086"/>
        <pc:sldMkLst>
          <pc:docMk/>
          <pc:sldMk cId="1820659547" sldId="2147483519"/>
        </pc:sldMkLst>
      </pc:sldChg>
      <pc:sldChg chg="addSp modSp">
        <pc:chgData name="Liang,Dr.,Hongzi (HP Medicine) BII-CN-S" userId="29bc0a18-5096-49d5-ae49-3e5745cfa117" providerId="ADAL" clId="{FC967BE6-A60C-4BED-A417-C0AF2D2CCCEA}" dt="2025-03-13T02:06:21.515" v="287"/>
        <pc:sldMkLst>
          <pc:docMk/>
          <pc:sldMk cId="359266217" sldId="2147483590"/>
        </pc:sldMkLst>
      </pc:sldChg>
      <pc:sldChg chg="del">
        <pc:chgData name="Liang,Dr.,Hongzi (HP Medicine) BII-CN-S" userId="29bc0a18-5096-49d5-ae49-3e5745cfa117" providerId="ADAL" clId="{FC967BE6-A60C-4BED-A417-C0AF2D2CCCEA}" dt="2025-03-14T08:08:10.393" v="4053" actId="47"/>
        <pc:sldMkLst>
          <pc:docMk/>
          <pc:sldMk cId="3992941061" sldId="2147483614"/>
        </pc:sldMkLst>
      </pc:sldChg>
      <pc:sldChg chg="add">
        <pc:chgData name="Liang,Dr.,Hongzi (HP Medicine) BII-CN-S" userId="29bc0a18-5096-49d5-ae49-3e5745cfa117" providerId="ADAL" clId="{FC967BE6-A60C-4BED-A417-C0AF2D2CCCEA}" dt="2025-03-14T09:24:15.095" v="5395"/>
        <pc:sldMkLst>
          <pc:docMk/>
          <pc:sldMk cId="2950047883" sldId="2147483616"/>
        </pc:sldMkLst>
      </pc:sldChg>
      <pc:sldChg chg="addSp modSp mod ord replTag delTag modShow">
        <pc:chgData name="Liang,Dr.,Hongzi (HP Medicine) BII-CN-S" userId="29bc0a18-5096-49d5-ae49-3e5745cfa117" providerId="ADAL" clId="{FC967BE6-A60C-4BED-A417-C0AF2D2CCCEA}" dt="2025-03-17T08:44:08.994" v="6078"/>
        <pc:sldMkLst>
          <pc:docMk/>
          <pc:sldMk cId="3144942056" sldId="2147483625"/>
        </pc:sldMkLst>
      </pc:sldChg>
      <pc:sldChg chg="del">
        <pc:chgData name="Liang,Dr.,Hongzi (HP Medicine) BII-CN-S" userId="29bc0a18-5096-49d5-ae49-3e5745cfa117" providerId="ADAL" clId="{FC967BE6-A60C-4BED-A417-C0AF2D2CCCEA}" dt="2025-03-13T01:47:24.531" v="8" actId="47"/>
        <pc:sldMkLst>
          <pc:docMk/>
          <pc:sldMk cId="3547089903" sldId="2147483628"/>
        </pc:sldMkLst>
      </pc:sldChg>
      <pc:sldChg chg="del ord">
        <pc:chgData name="Liang,Dr.,Hongzi (HP Medicine) BII-CN-S" userId="29bc0a18-5096-49d5-ae49-3e5745cfa117" providerId="ADAL" clId="{FC967BE6-A60C-4BED-A417-C0AF2D2CCCEA}" dt="2025-03-13T02:04:54.288" v="263" actId="47"/>
        <pc:sldMkLst>
          <pc:docMk/>
          <pc:sldMk cId="4090099710" sldId="2147483629"/>
        </pc:sldMkLst>
      </pc:sldChg>
      <pc:sldChg chg="del mod modShow">
        <pc:chgData name="Liang,Dr.,Hongzi (HP Medicine) BII-CN-S" userId="29bc0a18-5096-49d5-ae49-3e5745cfa117" providerId="ADAL" clId="{FC967BE6-A60C-4BED-A417-C0AF2D2CCCEA}" dt="2025-03-14T06:46:22.984" v="4015" actId="47"/>
        <pc:sldMkLst>
          <pc:docMk/>
          <pc:sldMk cId="3111562229" sldId="2147483631"/>
        </pc:sldMkLst>
      </pc:sldChg>
      <pc:sldChg chg="addSp modSp mod">
        <pc:chgData name="Liang,Dr.,Hongzi (HP Medicine) BII-CN-S" userId="29bc0a18-5096-49d5-ae49-3e5745cfa117" providerId="ADAL" clId="{FC967BE6-A60C-4BED-A417-C0AF2D2CCCEA}" dt="2025-03-13T02:06:10.544" v="286" actId="13926"/>
        <pc:sldMkLst>
          <pc:docMk/>
          <pc:sldMk cId="4236112654" sldId="2147483632"/>
        </pc:sldMkLst>
      </pc:sldChg>
      <pc:sldChg chg="del">
        <pc:chgData name="Liang,Dr.,Hongzi (HP Medicine) BII-CN-S" userId="29bc0a18-5096-49d5-ae49-3e5745cfa117" providerId="ADAL" clId="{FC967BE6-A60C-4BED-A417-C0AF2D2CCCEA}" dt="2025-03-14T08:08:10.393" v="4053" actId="47"/>
        <pc:sldMkLst>
          <pc:docMk/>
          <pc:sldMk cId="768170693" sldId="2147483633"/>
        </pc:sldMkLst>
      </pc:sldChg>
      <pc:sldChg chg="delSp modSp add mod ord">
        <pc:chgData name="Liang,Dr.,Hongzi (HP Medicine) BII-CN-S" userId="29bc0a18-5096-49d5-ae49-3e5745cfa117" providerId="ADAL" clId="{FC967BE6-A60C-4BED-A417-C0AF2D2CCCEA}" dt="2025-03-14T09:04:20.837" v="5246" actId="20577"/>
        <pc:sldMkLst>
          <pc:docMk/>
          <pc:sldMk cId="534699991" sldId="2147483634"/>
        </pc:sldMkLst>
      </pc:sldChg>
      <pc:sldChg chg="modSp new mod">
        <pc:chgData name="Liang,Dr.,Hongzi (HP Medicine) BII-CN-S" userId="29bc0a18-5096-49d5-ae49-3e5745cfa117" providerId="ADAL" clId="{FC967BE6-A60C-4BED-A417-C0AF2D2CCCEA}" dt="2025-03-14T03:39:45.990" v="2567" actId="20577"/>
        <pc:sldMkLst>
          <pc:docMk/>
          <pc:sldMk cId="3397631894" sldId="2147483635"/>
        </pc:sldMkLst>
      </pc:sldChg>
      <pc:sldChg chg="addSp delSp modSp add mod">
        <pc:chgData name="Liang,Dr.,Hongzi (HP Medicine) BII-CN-S" userId="29bc0a18-5096-49d5-ae49-3e5745cfa117" providerId="ADAL" clId="{FC967BE6-A60C-4BED-A417-C0AF2D2CCCEA}" dt="2025-03-14T05:25:44.905" v="3855" actId="20577"/>
        <pc:sldMkLst>
          <pc:docMk/>
          <pc:sldMk cId="4020218068" sldId="2147483636"/>
        </pc:sldMkLst>
      </pc:sldChg>
      <pc:sldChg chg="addSp modSp add mod ord">
        <pc:chgData name="Liang,Dr.,Hongzi (HP Medicine) BII-CN-S" userId="29bc0a18-5096-49d5-ae49-3e5745cfa117" providerId="ADAL" clId="{FC967BE6-A60C-4BED-A417-C0AF2D2CCCEA}" dt="2025-03-17T05:38:43.884" v="6017" actId="1076"/>
        <pc:sldMkLst>
          <pc:docMk/>
          <pc:sldMk cId="3066202526" sldId="2147483637"/>
        </pc:sldMkLst>
      </pc:sldChg>
      <pc:sldChg chg="addSp modSp new mod ord">
        <pc:chgData name="Liang,Dr.,Hongzi (HP Medicine) BII-CN-S" userId="29bc0a18-5096-49d5-ae49-3e5745cfa117" providerId="ADAL" clId="{FC967BE6-A60C-4BED-A417-C0AF2D2CCCEA}" dt="2025-03-17T08:38:51.718" v="6037" actId="207"/>
        <pc:sldMkLst>
          <pc:docMk/>
          <pc:sldMk cId="157728988" sldId="2147483638"/>
        </pc:sldMkLst>
      </pc:sldChg>
      <pc:sldChg chg="addSp modSp new del mod">
        <pc:chgData name="Liang,Dr.,Hongzi (HP Medicine) BII-CN-S" userId="29bc0a18-5096-49d5-ae49-3e5745cfa117" providerId="ADAL" clId="{FC967BE6-A60C-4BED-A417-C0AF2D2CCCEA}" dt="2025-03-14T08:50:07.722" v="5042" actId="47"/>
        <pc:sldMkLst>
          <pc:docMk/>
          <pc:sldMk cId="2203502742" sldId="2147483639"/>
        </pc:sldMkLst>
      </pc:sldChg>
      <pc:sldChg chg="mod ord modShow">
        <pc:chgData name="Liang,Dr.,Hongzi (HP Medicine) BII-CN-S" userId="29bc0a18-5096-49d5-ae49-3e5745cfa117" providerId="ADAL" clId="{FC967BE6-A60C-4BED-A417-C0AF2D2CCCEA}" dt="2025-03-17T08:45:15.842" v="6084"/>
        <pc:sldMkLst>
          <pc:docMk/>
          <pc:sldMk cId="1978109983" sldId="2147483642"/>
        </pc:sldMkLst>
      </pc:sldChg>
      <pc:sldChg chg="addSp modSp new mod ord modShow">
        <pc:chgData name="Liang,Dr.,Hongzi (HP Medicine) BII-CN-S" userId="29bc0a18-5096-49d5-ae49-3e5745cfa117" providerId="ADAL" clId="{FC967BE6-A60C-4BED-A417-C0AF2D2CCCEA}" dt="2025-03-17T08:39:05.333" v="6038" actId="207"/>
        <pc:sldMkLst>
          <pc:docMk/>
          <pc:sldMk cId="3787915510" sldId="2147483643"/>
        </pc:sldMkLst>
      </pc:sldChg>
      <pc:sldChg chg="addSp delSp modSp new mod modClrScheme chgLayout">
        <pc:chgData name="Liang,Dr.,Hongzi (HP Medicine) BII-CN-S" userId="29bc0a18-5096-49d5-ae49-3e5745cfa117" providerId="ADAL" clId="{FC967BE6-A60C-4BED-A417-C0AF2D2CCCEA}" dt="2025-03-14T09:22:46.427" v="5390" actId="1076"/>
        <pc:sldMkLst>
          <pc:docMk/>
          <pc:sldMk cId="2230309328" sldId="2147483644"/>
        </pc:sldMkLst>
      </pc:sldChg>
      <pc:sldChg chg="addSp delSp modSp add mod">
        <pc:chgData name="Liang,Dr.,Hongzi (HP Medicine) BII-CN-S" userId="29bc0a18-5096-49d5-ae49-3e5745cfa117" providerId="ADAL" clId="{FC967BE6-A60C-4BED-A417-C0AF2D2CCCEA}" dt="2025-03-14T09:20:06.157" v="5378" actId="20577"/>
        <pc:sldMkLst>
          <pc:docMk/>
          <pc:sldMk cId="2366924295" sldId="2147483645"/>
        </pc:sldMkLst>
      </pc:sldChg>
      <pc:sldChg chg="addSp delSp modSp add mod">
        <pc:chgData name="Liang,Dr.,Hongzi (HP Medicine) BII-CN-S" userId="29bc0a18-5096-49d5-ae49-3e5745cfa117" providerId="ADAL" clId="{FC967BE6-A60C-4BED-A417-C0AF2D2CCCEA}" dt="2025-03-14T09:20:13.692" v="5387" actId="20577"/>
        <pc:sldMkLst>
          <pc:docMk/>
          <pc:sldMk cId="2779093530" sldId="2147483646"/>
        </pc:sldMkLst>
      </pc:sldChg>
      <pc:sldMasterChg chg="del delSldLayout">
        <pc:chgData name="Liang,Dr.,Hongzi (HP Medicine) BII-CN-S" userId="29bc0a18-5096-49d5-ae49-3e5745cfa117" providerId="ADAL" clId="{FC967BE6-A60C-4BED-A417-C0AF2D2CCCEA}" dt="2025-03-14T06:46:31.538" v="4016" actId="47"/>
        <pc:sldMasterMkLst>
          <pc:docMk/>
          <pc:sldMasterMk cId="3960270537" sldId="2147483836"/>
        </pc:sldMasterMkLst>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93721565" sldId="2147483837"/>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75074091" sldId="2147483838"/>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129367230" sldId="2147483839"/>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010213905" sldId="2147483840"/>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835981675" sldId="2147483841"/>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295166947" sldId="2147483842"/>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504715512" sldId="2147483843"/>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789626200" sldId="2147483844"/>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599853171" sldId="2147483845"/>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900336947" sldId="2147483846"/>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154210649" sldId="2147483847"/>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527431116" sldId="2147483848"/>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141302791" sldId="2147483849"/>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324353424" sldId="2147483850"/>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551861644" sldId="2147483851"/>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906266003" sldId="2147483852"/>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168863520" sldId="2147483853"/>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174079042" sldId="2147483854"/>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9878589" sldId="2147483855"/>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200965947" sldId="2147483856"/>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817597723" sldId="2147483857"/>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179823489" sldId="2147483858"/>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266911567" sldId="2147483859"/>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132193113" sldId="2147483860"/>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67505255" sldId="2147483861"/>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779272243" sldId="2147483862"/>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608061350" sldId="2147483863"/>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470340218" sldId="2147483864"/>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190674450" sldId="2147483865"/>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974779348" sldId="2147483866"/>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589901866" sldId="2147483867"/>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806053047" sldId="2147483868"/>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627691127" sldId="2147483869"/>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790374910" sldId="2147483870"/>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4209809277" sldId="2147483871"/>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891476449" sldId="2147483872"/>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614250408" sldId="2147483873"/>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680864549" sldId="2147483874"/>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663280047" sldId="2147483875"/>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651542940" sldId="2147483876"/>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678450979" sldId="2147483877"/>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628183203" sldId="2147483878"/>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073346384" sldId="2147483879"/>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485728383" sldId="2147483880"/>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090237108" sldId="2147483881"/>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1438912138" sldId="2147483882"/>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015282889" sldId="2147483883"/>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120611331" sldId="2147483884"/>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256532364" sldId="2147483885"/>
          </pc:sldLayoutMkLst>
        </pc:sldLayoutChg>
        <pc:sldLayoutChg chg="del">
          <pc:chgData name="Liang,Dr.,Hongzi (HP Medicine) BII-CN-S" userId="29bc0a18-5096-49d5-ae49-3e5745cfa117" providerId="ADAL" clId="{FC967BE6-A60C-4BED-A417-C0AF2D2CCCEA}" dt="2025-03-14T06:46:31.538" v="4016" actId="47"/>
          <pc:sldLayoutMkLst>
            <pc:docMk/>
            <pc:sldMasterMk cId="3960270537" sldId="2147483836"/>
            <pc:sldLayoutMk cId="3822288855" sldId="2147483886"/>
          </pc:sldLayoutMkLst>
        </pc:sldLayoutChg>
      </pc:sldMasterChg>
      <pc:sldMasterChg chg="del delSldLayout">
        <pc:chgData name="Liang,Dr.,Hongzi (HP Medicine) BII-CN-S" userId="29bc0a18-5096-49d5-ae49-3e5745cfa117" providerId="ADAL" clId="{FC967BE6-A60C-4BED-A417-C0AF2D2CCCEA}" dt="2025-03-14T08:08:10.393" v="4053" actId="47"/>
        <pc:sldMasterMkLst>
          <pc:docMk/>
          <pc:sldMasterMk cId="1060810575" sldId="2147483887"/>
        </pc:sldMasterMkLst>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624613691" sldId="2147483888"/>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879164184" sldId="2147483889"/>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507574878" sldId="2147483890"/>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4195671566" sldId="2147483891"/>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534507479" sldId="2147483892"/>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832828731" sldId="2147483893"/>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217627519" sldId="2147483894"/>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957615693" sldId="2147483895"/>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364035892" sldId="2147483896"/>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475261103" sldId="2147483897"/>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71152569" sldId="2147483898"/>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670616928" sldId="2147483899"/>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691780112" sldId="2147483900"/>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986585020" sldId="2147483901"/>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8114783" sldId="2147483902"/>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961845604" sldId="2147483903"/>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573162443" sldId="2147483904"/>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770583969" sldId="2147483905"/>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42030663" sldId="2147483906"/>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935406435" sldId="2147483907"/>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245867005" sldId="2147483908"/>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939820939" sldId="2147483909"/>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643949952" sldId="2147483910"/>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603226013" sldId="2147483911"/>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70617444" sldId="2147483912"/>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649615153" sldId="2147483913"/>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937055399" sldId="2147483914"/>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187784700" sldId="2147483915"/>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163385282" sldId="2147483916"/>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1017123011" sldId="2147483917"/>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551028902" sldId="2147483918"/>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3910427440" sldId="2147483919"/>
          </pc:sldLayoutMkLst>
        </pc:sldLayoutChg>
        <pc:sldLayoutChg chg="del">
          <pc:chgData name="Liang,Dr.,Hongzi (HP Medicine) BII-CN-S" userId="29bc0a18-5096-49d5-ae49-3e5745cfa117" providerId="ADAL" clId="{FC967BE6-A60C-4BED-A417-C0AF2D2CCCEA}" dt="2025-03-14T08:08:10.393" v="4053" actId="47"/>
          <pc:sldLayoutMkLst>
            <pc:docMk/>
            <pc:sldMasterMk cId="1060810575" sldId="2147483887"/>
            <pc:sldLayoutMk cId="2423551959" sldId="2147483920"/>
          </pc:sldLayoutMkLst>
        </pc:sldLayoutChg>
      </pc:sldMasterChg>
      <pc:sldMasterChg chg="del delSldLayout">
        <pc:chgData name="Liang,Dr.,Hongzi (HP Medicine) BII-CN-S" userId="29bc0a18-5096-49d5-ae49-3e5745cfa117" providerId="ADAL" clId="{FC967BE6-A60C-4BED-A417-C0AF2D2CCCEA}" dt="2025-03-14T08:08:10.393" v="4053" actId="47"/>
        <pc:sldMasterMkLst>
          <pc:docMk/>
          <pc:sldMasterMk cId="466858488" sldId="2147483921"/>
        </pc:sldMasterMkLst>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427083919" sldId="2147483922"/>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4093493060" sldId="2147483923"/>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563275154" sldId="2147483924"/>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433438724" sldId="2147483925"/>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2494942410" sldId="2147483926"/>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806051561" sldId="2147483927"/>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990271497" sldId="2147483928"/>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849274732" sldId="2147483929"/>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2969169622" sldId="2147483930"/>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924596632" sldId="2147483931"/>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65258085" sldId="2147483932"/>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294176586" sldId="2147483933"/>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2685035642" sldId="2147483934"/>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375879097" sldId="2147483935"/>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212926605" sldId="2147483936"/>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182897528" sldId="2147483937"/>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971269218" sldId="2147483938"/>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53403696" sldId="2147483939"/>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745835551" sldId="2147483940"/>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257144968" sldId="2147483941"/>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164682768" sldId="2147483942"/>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137508939" sldId="2147483943"/>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3500325543" sldId="2147483944"/>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063049057" sldId="2147483945"/>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166077911" sldId="2147483946"/>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395698174" sldId="2147483947"/>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06593250" sldId="2147483948"/>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2492134727" sldId="2147483949"/>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549788088" sldId="2147483950"/>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000239387" sldId="2147483951"/>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802299695" sldId="2147483952"/>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838502810" sldId="2147483953"/>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2502550465" sldId="2147483954"/>
          </pc:sldLayoutMkLst>
        </pc:sldLayoutChg>
        <pc:sldLayoutChg chg="del">
          <pc:chgData name="Liang,Dr.,Hongzi (HP Medicine) BII-CN-S" userId="29bc0a18-5096-49d5-ae49-3e5745cfa117" providerId="ADAL" clId="{FC967BE6-A60C-4BED-A417-C0AF2D2CCCEA}" dt="2025-03-14T08:08:10.393" v="4053" actId="47"/>
          <pc:sldLayoutMkLst>
            <pc:docMk/>
            <pc:sldMasterMk cId="466858488" sldId="2147483921"/>
            <pc:sldLayoutMk cId="1169582857" sldId="2147483955"/>
          </pc:sldLayoutMkLst>
        </pc:sldLayoutChg>
      </pc:sldMasterChg>
      <pc:sldMasterChg chg="del delSldLayout">
        <pc:chgData name="Liang,Dr.,Hongzi (HP Medicine) BII-CN-S" userId="29bc0a18-5096-49d5-ae49-3e5745cfa117" providerId="ADAL" clId="{FC967BE6-A60C-4BED-A417-C0AF2D2CCCEA}" dt="2025-03-14T08:08:10.393" v="4053" actId="47"/>
        <pc:sldMasterMkLst>
          <pc:docMk/>
          <pc:sldMasterMk cId="1521878095" sldId="2147483956"/>
        </pc:sldMasterMkLst>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6036852" sldId="2147483957"/>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801196106" sldId="2147483958"/>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908927600" sldId="2147483959"/>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2659264" sldId="2147483960"/>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3367657778" sldId="2147483961"/>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182808807" sldId="2147483962"/>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693233360" sldId="2147483963"/>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692288339" sldId="2147483964"/>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4193769737" sldId="2147483965"/>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543784242" sldId="2147483966"/>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540663342" sldId="2147483967"/>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969183751" sldId="2147483968"/>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303840114" sldId="2147483969"/>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952787797" sldId="2147483970"/>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910993295" sldId="2147483971"/>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457200039" sldId="2147483972"/>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034593674" sldId="2147483973"/>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308327536" sldId="2147483974"/>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54590349" sldId="2147483975"/>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78141805" sldId="2147483976"/>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839892849" sldId="2147483977"/>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683651632" sldId="2147483978"/>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3353688040" sldId="2147483979"/>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384572719" sldId="2147483980"/>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3765214056" sldId="2147483981"/>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612443379" sldId="2147483982"/>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41302757" sldId="2147483983"/>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3836271303" sldId="2147483984"/>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077570283" sldId="2147483985"/>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194426901" sldId="2147483986"/>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289932805" sldId="2147483987"/>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161247976" sldId="2147483988"/>
          </pc:sldLayoutMkLst>
        </pc:sldLayoutChg>
        <pc:sldLayoutChg chg="del">
          <pc:chgData name="Liang,Dr.,Hongzi (HP Medicine) BII-CN-S" userId="29bc0a18-5096-49d5-ae49-3e5745cfa117" providerId="ADAL" clId="{FC967BE6-A60C-4BED-A417-C0AF2D2CCCEA}" dt="2025-03-14T08:08:10.393" v="4053" actId="47"/>
          <pc:sldLayoutMkLst>
            <pc:docMk/>
            <pc:sldMasterMk cId="1521878095" sldId="2147483956"/>
            <pc:sldLayoutMk cId="2253249645" sldId="2147483989"/>
          </pc:sldLayoutMkLst>
        </pc:sldLayoutChg>
      </pc:sldMasterChg>
      <pc:sldMasterChg chg="del delSldLayout">
        <pc:chgData name="Liang,Dr.,Hongzi (HP Medicine) BII-CN-S" userId="29bc0a18-5096-49d5-ae49-3e5745cfa117" providerId="ADAL" clId="{FC967BE6-A60C-4BED-A417-C0AF2D2CCCEA}" dt="2025-03-14T08:08:10.393" v="4053" actId="47"/>
        <pc:sldMasterMkLst>
          <pc:docMk/>
          <pc:sldMasterMk cId="1339968804" sldId="2147483990"/>
        </pc:sldMasterMkLst>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4162816102" sldId="2147483991"/>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4143696549" sldId="2147483992"/>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456830004" sldId="2147483993"/>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438779322" sldId="2147483994"/>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188869513" sldId="2147483995"/>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7092021" sldId="2147483996"/>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785320894" sldId="2147483997"/>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594668607" sldId="2147483998"/>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543299789" sldId="2147483999"/>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93469439" sldId="2147484000"/>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554036918" sldId="2147484001"/>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519682301" sldId="2147484002"/>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95257472" sldId="2147484003"/>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4165138166" sldId="2147484004"/>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964273654" sldId="2147484005"/>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528894617" sldId="2147484006"/>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499934096" sldId="2147484007"/>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299554523" sldId="2147484008"/>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772318717" sldId="2147484009"/>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852228982" sldId="2147484010"/>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347676477" sldId="2147484011"/>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457481081" sldId="2147484012"/>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799740364" sldId="2147484013"/>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423804291" sldId="2147484014"/>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008354512" sldId="2147484015"/>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772388165" sldId="2147484016"/>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2807955054" sldId="2147484017"/>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42945379" sldId="2147484018"/>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567810322" sldId="2147484019"/>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3446234059" sldId="2147484020"/>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107906730" sldId="2147484021"/>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475062015" sldId="2147484022"/>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807796839" sldId="2147484023"/>
          </pc:sldLayoutMkLst>
        </pc:sldLayoutChg>
        <pc:sldLayoutChg chg="del">
          <pc:chgData name="Liang,Dr.,Hongzi (HP Medicine) BII-CN-S" userId="29bc0a18-5096-49d5-ae49-3e5745cfa117" providerId="ADAL" clId="{FC967BE6-A60C-4BED-A417-C0AF2D2CCCEA}" dt="2025-03-14T08:08:10.393" v="4053" actId="47"/>
          <pc:sldLayoutMkLst>
            <pc:docMk/>
            <pc:sldMasterMk cId="1339968804" sldId="2147483990"/>
            <pc:sldLayoutMk cId="1468219633" sldId="2147484024"/>
          </pc:sldLayoutMkLst>
        </pc:sldLayoutChg>
      </pc:sldMasterChg>
    </pc:docChg>
  </pc:docChgLst>
  <pc:docChgLst>
    <pc:chgData name="Zheng,Dr.,Lian (HP Medicine) BII-CN-S" userId="S::lian.zheng@boehringer-ingelheim.com::767e6303-f142-4891-9997-ed32fd588418" providerId="AD" clId="Web-{8C433928-17D1-E228-13BE-FBDAA566DC2E}"/>
    <pc:docChg chg="sldOrd">
      <pc:chgData name="Zheng,Dr.,Lian (HP Medicine) BII-CN-S" userId="S::lian.zheng@boehringer-ingelheim.com::767e6303-f142-4891-9997-ed32fd588418" providerId="AD" clId="Web-{8C433928-17D1-E228-13BE-FBDAA566DC2E}" dt="2025-05-08T02:20:26.259" v="0"/>
      <pc:docMkLst>
        <pc:docMk/>
      </pc:docMkLst>
      <pc:sldChg chg="ord">
        <pc:chgData name="Zheng,Dr.,Lian (HP Medicine) BII-CN-S" userId="S::lian.zheng@boehringer-ingelheim.com::767e6303-f142-4891-9997-ed32fd588418" providerId="AD" clId="Web-{8C433928-17D1-E228-13BE-FBDAA566DC2E}" dt="2025-05-08T02:20:26.259" v="0"/>
        <pc:sldMkLst>
          <pc:docMk/>
          <pc:sldMk cId="3173502099" sldId="2147482895"/>
        </pc:sldMkLst>
      </pc:sldChg>
    </pc:docChg>
  </pc:docChgLst>
  <pc:docChgLst>
    <pc:chgData name="Liang,Dr.,Hongzi (HP Medicine) BII-CN-S" userId="29bc0a18-5096-49d5-ae49-3e5745cfa117" providerId="ADAL" clId="{E114FC3C-ABD2-41C8-BD01-7620B904C8A9}"/>
    <pc:docChg chg="undo custSel delSld modSld sldOrd modSection">
      <pc:chgData name="Liang,Dr.,Hongzi (HP Medicine) BII-CN-S" userId="29bc0a18-5096-49d5-ae49-3e5745cfa117" providerId="ADAL" clId="{E114FC3C-ABD2-41C8-BD01-7620B904C8A9}" dt="2025-05-14T09:23:58.932" v="146" actId="20577"/>
      <pc:docMkLst>
        <pc:docMk/>
      </pc:docMkLst>
      <pc:sldChg chg="mod ord modShow">
        <pc:chgData name="Liang,Dr.,Hongzi (HP Medicine) BII-CN-S" userId="29bc0a18-5096-49d5-ae49-3e5745cfa117" providerId="ADAL" clId="{E114FC3C-ABD2-41C8-BD01-7620B904C8A9}" dt="2025-05-14T03:12:47.778" v="12" actId="729"/>
        <pc:sldMkLst>
          <pc:docMk/>
          <pc:sldMk cId="2469602387" sldId="258"/>
        </pc:sldMkLst>
      </pc:sldChg>
      <pc:sldChg chg="modSp mod">
        <pc:chgData name="Liang,Dr.,Hongzi (HP Medicine) BII-CN-S" userId="29bc0a18-5096-49d5-ae49-3e5745cfa117" providerId="ADAL" clId="{E114FC3C-ABD2-41C8-BD01-7620B904C8A9}" dt="2025-05-14T03:16:32.595" v="119" actId="20577"/>
        <pc:sldMkLst>
          <pc:docMk/>
          <pc:sldMk cId="2702450067" sldId="259"/>
        </pc:sldMkLst>
        <pc:graphicFrameChg chg="modGraphic">
          <ac:chgData name="Liang,Dr.,Hongzi (HP Medicine) BII-CN-S" userId="29bc0a18-5096-49d5-ae49-3e5745cfa117" providerId="ADAL" clId="{E114FC3C-ABD2-41C8-BD01-7620B904C8A9}" dt="2025-05-14T03:16:32.595" v="119" actId="20577"/>
          <ac:graphicFrameMkLst>
            <pc:docMk/>
            <pc:sldMk cId="2702450067" sldId="259"/>
            <ac:graphicFrameMk id="15" creationId="{B16C4F7B-FFC9-8C91-F3C2-0272A3D6E47F}"/>
          </ac:graphicFrameMkLst>
        </pc:graphicFrameChg>
      </pc:sldChg>
      <pc:sldChg chg="mod modShow">
        <pc:chgData name="Liang,Dr.,Hongzi (HP Medicine) BII-CN-S" userId="29bc0a18-5096-49d5-ae49-3e5745cfa117" providerId="ADAL" clId="{E114FC3C-ABD2-41C8-BD01-7620B904C8A9}" dt="2025-05-14T03:13:39.581" v="13" actId="729"/>
        <pc:sldMkLst>
          <pc:docMk/>
          <pc:sldMk cId="201110797" sldId="260"/>
        </pc:sldMkLst>
      </pc:sldChg>
      <pc:sldChg chg="addSp delSp modSp mod">
        <pc:chgData name="Liang,Dr.,Hongzi (HP Medicine) BII-CN-S" userId="29bc0a18-5096-49d5-ae49-3e5745cfa117" providerId="ADAL" clId="{E114FC3C-ABD2-41C8-BD01-7620B904C8A9}" dt="2025-05-14T05:58:28.570" v="123" actId="478"/>
        <pc:sldMkLst>
          <pc:docMk/>
          <pc:sldMk cId="3794875250" sldId="261"/>
        </pc:sldMkLst>
        <pc:spChg chg="del">
          <ac:chgData name="Liang,Dr.,Hongzi (HP Medicine) BII-CN-S" userId="29bc0a18-5096-49d5-ae49-3e5745cfa117" providerId="ADAL" clId="{E114FC3C-ABD2-41C8-BD01-7620B904C8A9}" dt="2025-05-14T05:58:28.570" v="123" actId="478"/>
          <ac:spMkLst>
            <pc:docMk/>
            <pc:sldMk cId="3794875250" sldId="261"/>
            <ac:spMk id="3" creationId="{1553C127-8CEA-B52E-3381-7E81CE34CA3C}"/>
          </ac:spMkLst>
        </pc:spChg>
        <pc:spChg chg="add mod">
          <ac:chgData name="Liang,Dr.,Hongzi (HP Medicine) BII-CN-S" userId="29bc0a18-5096-49d5-ae49-3e5745cfa117" providerId="ADAL" clId="{E114FC3C-ABD2-41C8-BD01-7620B904C8A9}" dt="2025-05-14T05:54:53.688" v="122" actId="1076"/>
          <ac:spMkLst>
            <pc:docMk/>
            <pc:sldMk cId="3794875250" sldId="261"/>
            <ac:spMk id="6" creationId="{B41FF4F4-54C0-3D8A-E7C6-693A9441419D}"/>
          </ac:spMkLst>
        </pc:spChg>
      </pc:sldChg>
      <pc:sldChg chg="mod modShow">
        <pc:chgData name="Liang,Dr.,Hongzi (HP Medicine) BII-CN-S" userId="29bc0a18-5096-49d5-ae49-3e5745cfa117" providerId="ADAL" clId="{E114FC3C-ABD2-41C8-BD01-7620B904C8A9}" dt="2025-05-14T03:16:47.938" v="120" actId="729"/>
        <pc:sldMkLst>
          <pc:docMk/>
          <pc:sldMk cId="3519096605" sldId="271"/>
        </pc:sldMkLst>
      </pc:sldChg>
      <pc:sldChg chg="modSp mod">
        <pc:chgData name="Liang,Dr.,Hongzi (HP Medicine) BII-CN-S" userId="29bc0a18-5096-49d5-ae49-3e5745cfa117" providerId="ADAL" clId="{E114FC3C-ABD2-41C8-BD01-7620B904C8A9}" dt="2025-05-14T09:23:58.932" v="146" actId="20577"/>
        <pc:sldMkLst>
          <pc:docMk/>
          <pc:sldMk cId="3356285920" sldId="273"/>
        </pc:sldMkLst>
        <pc:spChg chg="mod">
          <ac:chgData name="Liang,Dr.,Hongzi (HP Medicine) BII-CN-S" userId="29bc0a18-5096-49d5-ae49-3e5745cfa117" providerId="ADAL" clId="{E114FC3C-ABD2-41C8-BD01-7620B904C8A9}" dt="2025-05-14T09:23:42.534" v="126" actId="207"/>
          <ac:spMkLst>
            <pc:docMk/>
            <pc:sldMk cId="3356285920" sldId="273"/>
            <ac:spMk id="5" creationId="{E666E67A-9857-D6E7-ABD0-3535791D50D2}"/>
          </ac:spMkLst>
        </pc:spChg>
        <pc:graphicFrameChg chg="modGraphic">
          <ac:chgData name="Liang,Dr.,Hongzi (HP Medicine) BII-CN-S" userId="29bc0a18-5096-49d5-ae49-3e5745cfa117" providerId="ADAL" clId="{E114FC3C-ABD2-41C8-BD01-7620B904C8A9}" dt="2025-05-14T09:23:58.932" v="146" actId="20577"/>
          <ac:graphicFrameMkLst>
            <pc:docMk/>
            <pc:sldMk cId="3356285920" sldId="273"/>
            <ac:graphicFrameMk id="3" creationId="{00000000-0000-0000-0000-000000000000}"/>
          </ac:graphicFrameMkLst>
        </pc:graphicFrameChg>
      </pc:sldChg>
      <pc:sldChg chg="del">
        <pc:chgData name="Liang,Dr.,Hongzi (HP Medicine) BII-CN-S" userId="29bc0a18-5096-49d5-ae49-3e5745cfa117" providerId="ADAL" clId="{E114FC3C-ABD2-41C8-BD01-7620B904C8A9}" dt="2025-05-14T09:19:29.408" v="124" actId="47"/>
        <pc:sldMkLst>
          <pc:docMk/>
          <pc:sldMk cId="4097777783" sldId="274"/>
        </pc:sldMkLst>
      </pc:sldChg>
      <pc:sldChg chg="modSp mod">
        <pc:chgData name="Liang,Dr.,Hongzi (HP Medicine) BII-CN-S" userId="29bc0a18-5096-49d5-ae49-3e5745cfa117" providerId="ADAL" clId="{E114FC3C-ABD2-41C8-BD01-7620B904C8A9}" dt="2025-05-14T03:11:34.232" v="7" actId="115"/>
        <pc:sldMkLst>
          <pc:docMk/>
          <pc:sldMk cId="3826449110" sldId="276"/>
        </pc:sldMkLst>
        <pc:graphicFrameChg chg="modGraphic">
          <ac:chgData name="Liang,Dr.,Hongzi (HP Medicine) BII-CN-S" userId="29bc0a18-5096-49d5-ae49-3e5745cfa117" providerId="ADAL" clId="{E114FC3C-ABD2-41C8-BD01-7620B904C8A9}" dt="2025-05-14T03:11:34.232" v="7" actId="115"/>
          <ac:graphicFrameMkLst>
            <pc:docMk/>
            <pc:sldMk cId="3826449110" sldId="276"/>
            <ac:graphicFrameMk id="6" creationId="{CBE3C37E-5F48-D08E-4B95-7B63244BABBE}"/>
          </ac:graphicFrameMkLst>
        </pc:graphicFrameChg>
      </pc:sldChg>
      <pc:sldChg chg="modSp mod">
        <pc:chgData name="Liang,Dr.,Hongzi (HP Medicine) BII-CN-S" userId="29bc0a18-5096-49d5-ae49-3e5745cfa117" providerId="ADAL" clId="{E114FC3C-ABD2-41C8-BD01-7620B904C8A9}" dt="2025-05-14T03:06:16.938" v="2" actId="207"/>
        <pc:sldMkLst>
          <pc:docMk/>
          <pc:sldMk cId="1641156487" sldId="285"/>
        </pc:sldMkLst>
        <pc:spChg chg="mod">
          <ac:chgData name="Liang,Dr.,Hongzi (HP Medicine) BII-CN-S" userId="29bc0a18-5096-49d5-ae49-3e5745cfa117" providerId="ADAL" clId="{E114FC3C-ABD2-41C8-BD01-7620B904C8A9}" dt="2025-05-14T03:06:16.938" v="2" actId="207"/>
          <ac:spMkLst>
            <pc:docMk/>
            <pc:sldMk cId="1641156487" sldId="285"/>
            <ac:spMk id="11" creationId="{AD019107-5291-604F-58F6-0325FE94AE6E}"/>
          </ac:spMkLst>
        </pc:spChg>
      </pc:sldChg>
      <pc:sldChg chg="modCm">
        <pc:chgData name="Liang,Dr.,Hongzi (HP Medicine) BII-CN-S" userId="29bc0a18-5096-49d5-ae49-3e5745cfa117" providerId="ADAL" clId="{E114FC3C-ABD2-41C8-BD01-7620B904C8A9}" dt="2025-05-13T10:11:41.492" v="0"/>
        <pc:sldMkLst>
          <pc:docMk/>
          <pc:sldMk cId="4236112654" sldId="2147483632"/>
        </pc:sldMkLst>
      </pc:sldChg>
    </pc:docChg>
  </pc:docChgLst>
  <pc:docChgLst>
    <pc:chgData name="Xie,Dr.,Emma (HP Medicine) BII-CN-S" userId="S::emma.xie@boehringer-ingelheim.com::af0d1509-0f1f-45c3-8dbe-a48c35975f00" providerId="AD" clId="Web-{5F986B21-EBEA-74F5-2551-7417946CDD7A}"/>
    <pc:docChg chg="addSld delSld modSld modSection">
      <pc:chgData name="Xie,Dr.,Emma (HP Medicine) BII-CN-S" userId="S::emma.xie@boehringer-ingelheim.com::af0d1509-0f1f-45c3-8dbe-a48c35975f00" providerId="AD" clId="Web-{5F986B21-EBEA-74F5-2551-7417946CDD7A}" dt="2025-05-15T02:03:58.429" v="223" actId="1076"/>
      <pc:docMkLst>
        <pc:docMk/>
      </pc:docMkLst>
      <pc:sldChg chg="modSp">
        <pc:chgData name="Xie,Dr.,Emma (HP Medicine) BII-CN-S" userId="S::emma.xie@boehringer-ingelheim.com::af0d1509-0f1f-45c3-8dbe-a48c35975f00" providerId="AD" clId="Web-{5F986B21-EBEA-74F5-2551-7417946CDD7A}" dt="2025-05-15T00:46:48.232" v="9"/>
        <pc:sldMkLst>
          <pc:docMk/>
          <pc:sldMk cId="3794875250" sldId="261"/>
        </pc:sldMkLst>
        <pc:graphicFrameChg chg="mod modGraphic">
          <ac:chgData name="Xie,Dr.,Emma (HP Medicine) BII-CN-S" userId="S::emma.xie@boehringer-ingelheim.com::af0d1509-0f1f-45c3-8dbe-a48c35975f00" providerId="AD" clId="Web-{5F986B21-EBEA-74F5-2551-7417946CDD7A}" dt="2025-05-15T00:46:48.232" v="9"/>
          <ac:graphicFrameMkLst>
            <pc:docMk/>
            <pc:sldMk cId="3794875250" sldId="261"/>
            <ac:graphicFrameMk id="7" creationId="{909957D2-540E-042B-88F2-6245C6A82F29}"/>
          </ac:graphicFrameMkLst>
        </pc:graphicFrameChg>
      </pc:sldChg>
      <pc:sldChg chg="addSp delSp modSp">
        <pc:chgData name="Xie,Dr.,Emma (HP Medicine) BII-CN-S" userId="S::emma.xie@boehringer-ingelheim.com::af0d1509-0f1f-45c3-8dbe-a48c35975f00" providerId="AD" clId="Web-{5F986B21-EBEA-74F5-2551-7417946CDD7A}" dt="2025-05-15T02:03:58.429" v="223" actId="1076"/>
        <pc:sldMkLst>
          <pc:docMk/>
          <pc:sldMk cId="239035658" sldId="265"/>
        </pc:sldMkLst>
        <pc:spChg chg="add del">
          <ac:chgData name="Xie,Dr.,Emma (HP Medicine) BII-CN-S" userId="S::emma.xie@boehringer-ingelheim.com::af0d1509-0f1f-45c3-8dbe-a48c35975f00" providerId="AD" clId="Web-{5F986B21-EBEA-74F5-2551-7417946CDD7A}" dt="2025-05-15T01:49:41.739" v="11"/>
          <ac:spMkLst>
            <pc:docMk/>
            <pc:sldMk cId="239035658" sldId="265"/>
            <ac:spMk id="2" creationId="{8CF7D96A-429C-571B-CF3C-B235460A0A59}"/>
          </ac:spMkLst>
        </pc:spChg>
        <pc:spChg chg="add mod">
          <ac:chgData name="Xie,Dr.,Emma (HP Medicine) BII-CN-S" userId="S::emma.xie@boehringer-ingelheim.com::af0d1509-0f1f-45c3-8dbe-a48c35975f00" providerId="AD" clId="Web-{5F986B21-EBEA-74F5-2551-7417946CDD7A}" dt="2025-05-15T02:03:58.429" v="223" actId="1076"/>
          <ac:spMkLst>
            <pc:docMk/>
            <pc:sldMk cId="239035658" sldId="265"/>
            <ac:spMk id="3" creationId="{614CC83F-645D-2CEB-D285-A227F481A347}"/>
          </ac:spMkLst>
        </pc:spChg>
        <pc:spChg chg="del">
          <ac:chgData name="Xie,Dr.,Emma (HP Medicine) BII-CN-S" userId="S::emma.xie@boehringer-ingelheim.com::af0d1509-0f1f-45c3-8dbe-a48c35975f00" providerId="AD" clId="Web-{5F986B21-EBEA-74F5-2551-7417946CDD7A}" dt="2025-05-15T02:02:59.162" v="190"/>
          <ac:spMkLst>
            <pc:docMk/>
            <pc:sldMk cId="239035658" sldId="265"/>
            <ac:spMk id="4" creationId="{AC2D6077-5438-81E7-68C7-803EC3696B95}"/>
          </ac:spMkLst>
        </pc:spChg>
        <pc:spChg chg="mod">
          <ac:chgData name="Xie,Dr.,Emma (HP Medicine) BII-CN-S" userId="S::emma.xie@boehringer-ingelheim.com::af0d1509-0f1f-45c3-8dbe-a48c35975f00" providerId="AD" clId="Web-{5F986B21-EBEA-74F5-2551-7417946CDD7A}" dt="2025-05-15T02:03:53.476" v="218" actId="1076"/>
          <ac:spMkLst>
            <pc:docMk/>
            <pc:sldMk cId="239035658" sldId="265"/>
            <ac:spMk id="6" creationId="{7DCB348B-DD2E-6F39-56D2-92D408F009CA}"/>
          </ac:spMkLst>
        </pc:spChg>
        <pc:spChg chg="del">
          <ac:chgData name="Xie,Dr.,Emma (HP Medicine) BII-CN-S" userId="S::emma.xie@boehringer-ingelheim.com::af0d1509-0f1f-45c3-8dbe-a48c35975f00" providerId="AD" clId="Web-{5F986B21-EBEA-74F5-2551-7417946CDD7A}" dt="2025-05-15T02:03:42.163" v="217"/>
          <ac:spMkLst>
            <pc:docMk/>
            <pc:sldMk cId="239035658" sldId="265"/>
            <ac:spMk id="7" creationId="{45A11A33-92FB-9DAF-F520-ECAE41FC2218}"/>
          </ac:spMkLst>
        </pc:spChg>
        <pc:graphicFrameChg chg="mod modGraphic">
          <ac:chgData name="Xie,Dr.,Emma (HP Medicine) BII-CN-S" userId="S::emma.xie@boehringer-ingelheim.com::af0d1509-0f1f-45c3-8dbe-a48c35975f00" providerId="AD" clId="Web-{5F986B21-EBEA-74F5-2551-7417946CDD7A}" dt="2025-05-15T02:03:40.991" v="216"/>
          <ac:graphicFrameMkLst>
            <pc:docMk/>
            <pc:sldMk cId="239035658" sldId="265"/>
            <ac:graphicFrameMk id="5" creationId="{D3DAFFB9-4E9F-9EB6-1273-2E3A376D9211}"/>
          </ac:graphicFrameMkLst>
        </pc:graphicFrameChg>
      </pc:sldChg>
      <pc:sldChg chg="add del replId">
        <pc:chgData name="Xie,Dr.,Emma (HP Medicine) BII-CN-S" userId="S::emma.xie@boehringer-ingelheim.com::af0d1509-0f1f-45c3-8dbe-a48c35975f00" providerId="AD" clId="Web-{5F986B21-EBEA-74F5-2551-7417946CDD7A}" dt="2025-05-15T01:53:15.077" v="41"/>
        <pc:sldMkLst>
          <pc:docMk/>
          <pc:sldMk cId="1140985427" sldId="274"/>
        </pc:sldMkLst>
      </pc:sldChg>
      <pc:sldChg chg="modSp">
        <pc:chgData name="Xie,Dr.,Emma (HP Medicine) BII-CN-S" userId="S::emma.xie@boehringer-ingelheim.com::af0d1509-0f1f-45c3-8dbe-a48c35975f00" providerId="AD" clId="Web-{5F986B21-EBEA-74F5-2551-7417946CDD7A}" dt="2025-05-15T00:32:57.138" v="7"/>
        <pc:sldMkLst>
          <pc:docMk/>
          <pc:sldMk cId="4236112654" sldId="2147483632"/>
        </pc:sldMkLst>
        <pc:graphicFrameChg chg="mod modGraphic">
          <ac:chgData name="Xie,Dr.,Emma (HP Medicine) BII-CN-S" userId="S::emma.xie@boehringer-ingelheim.com::af0d1509-0f1f-45c3-8dbe-a48c35975f00" providerId="AD" clId="Web-{5F986B21-EBEA-74F5-2551-7417946CDD7A}" dt="2025-05-15T00:32:57.138" v="7"/>
          <ac:graphicFrameMkLst>
            <pc:docMk/>
            <pc:sldMk cId="4236112654" sldId="2147483632"/>
            <ac:graphicFrameMk id="6" creationId="{FF1D5DBA-7CCF-B9E8-EE2F-3DF354626BF8}"/>
          </ac:graphicFrameMkLst>
        </pc:graphicFrameChg>
      </pc:sldChg>
    </pc:docChg>
  </pc:docChgLst>
  <pc:docChgLst>
    <pc:chgData name="Xie,Dr.,Emma (HP Medicine) BII-CN-S" userId="S::emma.xie@boehringer-ingelheim.com::af0d1509-0f1f-45c3-8dbe-a48c35975f00" providerId="AD" clId="Web-{55856652-D177-30C2-7162-3B28F214EC5B}"/>
    <pc:docChg chg="modSld">
      <pc:chgData name="Xie,Dr.,Emma (HP Medicine) BII-CN-S" userId="S::emma.xie@boehringer-ingelheim.com::af0d1509-0f1f-45c3-8dbe-a48c35975f00" providerId="AD" clId="Web-{55856652-D177-30C2-7162-3B28F214EC5B}" dt="2025-05-14T13:49:21.128" v="37"/>
      <pc:docMkLst>
        <pc:docMk/>
      </pc:docMkLst>
      <pc:sldChg chg="modSp">
        <pc:chgData name="Xie,Dr.,Emma (HP Medicine) BII-CN-S" userId="S::emma.xie@boehringer-ingelheim.com::af0d1509-0f1f-45c3-8dbe-a48c35975f00" providerId="AD" clId="Web-{55856652-D177-30C2-7162-3B28F214EC5B}" dt="2025-05-14T13:49:21.128" v="37"/>
        <pc:sldMkLst>
          <pc:docMk/>
          <pc:sldMk cId="2598082884" sldId="257"/>
        </pc:sldMkLst>
        <pc:graphicFrameChg chg="mod modGraphic">
          <ac:chgData name="Xie,Dr.,Emma (HP Medicine) BII-CN-S" userId="S::emma.xie@boehringer-ingelheim.com::af0d1509-0f1f-45c3-8dbe-a48c35975f00" providerId="AD" clId="Web-{55856652-D177-30C2-7162-3B28F214EC5B}" dt="2025-05-14T13:49:21.128" v="37"/>
          <ac:graphicFrameMkLst>
            <pc:docMk/>
            <pc:sldMk cId="2598082884" sldId="257"/>
            <ac:graphicFrameMk id="6" creationId="{03548376-02AA-4560-1270-A61A5F271A10}"/>
          </ac:graphicFrameMkLst>
        </pc:graphicFrameChg>
      </pc:sldChg>
    </pc:docChg>
  </pc:docChgLst>
  <pc:docChgLst>
    <pc:chgData name="Xie,Dr.,Emma (HP Medicine) BII-CN-S" userId="S::emma.xie@boehringer-ingelheim.com::af0d1509-0f1f-45c3-8dbe-a48c35975f00" providerId="AD" clId="Web-{0AFC3269-566D-5821-5A04-75DD3579AAAE}"/>
    <pc:docChg chg="addSld modSld sldOrd modSection">
      <pc:chgData name="Xie,Dr.,Emma (HP Medicine) BII-CN-S" userId="S::emma.xie@boehringer-ingelheim.com::af0d1509-0f1f-45c3-8dbe-a48c35975f00" providerId="AD" clId="Web-{0AFC3269-566D-5821-5A04-75DD3579AAAE}" dt="2025-05-14T08:53:29.401" v="413" actId="1076"/>
      <pc:docMkLst>
        <pc:docMk/>
      </pc:docMkLst>
      <pc:sldChg chg="modSp">
        <pc:chgData name="Xie,Dr.,Emma (HP Medicine) BII-CN-S" userId="S::emma.xie@boehringer-ingelheim.com::af0d1509-0f1f-45c3-8dbe-a48c35975f00" providerId="AD" clId="Web-{0AFC3269-566D-5821-5A04-75DD3579AAAE}" dt="2025-05-14T08:51:03.037" v="376"/>
        <pc:sldMkLst>
          <pc:docMk/>
          <pc:sldMk cId="2598082884" sldId="257"/>
        </pc:sldMkLst>
        <pc:graphicFrameChg chg="mod modGraphic">
          <ac:chgData name="Xie,Dr.,Emma (HP Medicine) BII-CN-S" userId="S::emma.xie@boehringer-ingelheim.com::af0d1509-0f1f-45c3-8dbe-a48c35975f00" providerId="AD" clId="Web-{0AFC3269-566D-5821-5A04-75DD3579AAAE}" dt="2025-05-14T08:51:03.037" v="376"/>
          <ac:graphicFrameMkLst>
            <pc:docMk/>
            <pc:sldMk cId="2598082884" sldId="257"/>
            <ac:graphicFrameMk id="6" creationId="{03548376-02AA-4560-1270-A61A5F271A10}"/>
          </ac:graphicFrameMkLst>
        </pc:graphicFrameChg>
      </pc:sldChg>
      <pc:sldChg chg="modSp">
        <pc:chgData name="Xie,Dr.,Emma (HP Medicine) BII-CN-S" userId="S::emma.xie@boehringer-ingelheim.com::af0d1509-0f1f-45c3-8dbe-a48c35975f00" providerId="AD" clId="Web-{0AFC3269-566D-5821-5A04-75DD3579AAAE}" dt="2025-05-14T08:44:58.119" v="305"/>
        <pc:sldMkLst>
          <pc:docMk/>
          <pc:sldMk cId="3794875250" sldId="261"/>
        </pc:sldMkLst>
        <pc:spChg chg="mod">
          <ac:chgData name="Xie,Dr.,Emma (HP Medicine) BII-CN-S" userId="S::emma.xie@boehringer-ingelheim.com::af0d1509-0f1f-45c3-8dbe-a48c35975f00" providerId="AD" clId="Web-{0AFC3269-566D-5821-5A04-75DD3579AAAE}" dt="2025-05-14T08:44:24.789" v="291" actId="1076"/>
          <ac:spMkLst>
            <pc:docMk/>
            <pc:sldMk cId="3794875250" sldId="261"/>
            <ac:spMk id="6" creationId="{B41FF4F4-54C0-3D8A-E7C6-693A9441419D}"/>
          </ac:spMkLst>
        </pc:spChg>
        <pc:graphicFrameChg chg="mod modGraphic">
          <ac:chgData name="Xie,Dr.,Emma (HP Medicine) BII-CN-S" userId="S::emma.xie@boehringer-ingelheim.com::af0d1509-0f1f-45c3-8dbe-a48c35975f00" providerId="AD" clId="Web-{0AFC3269-566D-5821-5A04-75DD3579AAAE}" dt="2025-05-14T08:44:58.119" v="305"/>
          <ac:graphicFrameMkLst>
            <pc:docMk/>
            <pc:sldMk cId="3794875250" sldId="261"/>
            <ac:graphicFrameMk id="7" creationId="{909957D2-540E-042B-88F2-6245C6A82F29}"/>
          </ac:graphicFrameMkLst>
        </pc:graphicFrameChg>
      </pc:sldChg>
      <pc:sldChg chg="modSp">
        <pc:chgData name="Xie,Dr.,Emma (HP Medicine) BII-CN-S" userId="S::emma.xie@boehringer-ingelheim.com::af0d1509-0f1f-45c3-8dbe-a48c35975f00" providerId="AD" clId="Web-{0AFC3269-566D-5821-5A04-75DD3579AAAE}" dt="2025-05-14T08:44:18.555" v="290"/>
        <pc:sldMkLst>
          <pc:docMk/>
          <pc:sldMk cId="1939105300" sldId="264"/>
        </pc:sldMkLst>
        <pc:spChg chg="mod">
          <ac:chgData name="Xie,Dr.,Emma (HP Medicine) BII-CN-S" userId="S::emma.xie@boehringer-ingelheim.com::af0d1509-0f1f-45c3-8dbe-a48c35975f00" providerId="AD" clId="Web-{0AFC3269-566D-5821-5A04-75DD3579AAAE}" dt="2025-05-14T08:44:16.008" v="282" actId="1076"/>
          <ac:spMkLst>
            <pc:docMk/>
            <pc:sldMk cId="1939105300" sldId="264"/>
            <ac:spMk id="16" creationId="{55FD0CB7-5422-1804-EA48-0EF5892C05A6}"/>
          </ac:spMkLst>
        </pc:spChg>
        <pc:graphicFrameChg chg="mod modGraphic">
          <ac:chgData name="Xie,Dr.,Emma (HP Medicine) BII-CN-S" userId="S::emma.xie@boehringer-ingelheim.com::af0d1509-0f1f-45c3-8dbe-a48c35975f00" providerId="AD" clId="Web-{0AFC3269-566D-5821-5A04-75DD3579AAAE}" dt="2025-05-14T08:44:18.555" v="290"/>
          <ac:graphicFrameMkLst>
            <pc:docMk/>
            <pc:sldMk cId="1939105300" sldId="264"/>
            <ac:graphicFrameMk id="6" creationId="{99E71C16-9E1E-F011-B398-2DD75D956D8F}"/>
          </ac:graphicFrameMkLst>
        </pc:graphicFrameChg>
      </pc:sldChg>
      <pc:sldChg chg="modSp">
        <pc:chgData name="Xie,Dr.,Emma (HP Medicine) BII-CN-S" userId="S::emma.xie@boehringer-ingelheim.com::af0d1509-0f1f-45c3-8dbe-a48c35975f00" providerId="AD" clId="Web-{0AFC3269-566D-5821-5A04-75DD3579AAAE}" dt="2025-05-14T08:52:55.790" v="392" actId="1076"/>
        <pc:sldMkLst>
          <pc:docMk/>
          <pc:sldMk cId="239035658" sldId="265"/>
        </pc:sldMkLst>
        <pc:spChg chg="mod">
          <ac:chgData name="Xie,Dr.,Emma (HP Medicine) BII-CN-S" userId="S::emma.xie@boehringer-ingelheim.com::af0d1509-0f1f-45c3-8dbe-a48c35975f00" providerId="AD" clId="Web-{0AFC3269-566D-5821-5A04-75DD3579AAAE}" dt="2025-05-14T08:52:55.790" v="392" actId="1076"/>
          <ac:spMkLst>
            <pc:docMk/>
            <pc:sldMk cId="239035658" sldId="265"/>
            <ac:spMk id="7" creationId="{45A11A33-92FB-9DAF-F520-ECAE41FC2218}"/>
          </ac:spMkLst>
        </pc:spChg>
        <pc:graphicFrameChg chg="mod modGraphic">
          <ac:chgData name="Xie,Dr.,Emma (HP Medicine) BII-CN-S" userId="S::emma.xie@boehringer-ingelheim.com::af0d1509-0f1f-45c3-8dbe-a48c35975f00" providerId="AD" clId="Web-{0AFC3269-566D-5821-5A04-75DD3579AAAE}" dt="2025-05-14T08:52:34.665" v="391"/>
          <ac:graphicFrameMkLst>
            <pc:docMk/>
            <pc:sldMk cId="239035658" sldId="265"/>
            <ac:graphicFrameMk id="5" creationId="{D3DAFFB9-4E9F-9EB6-1273-2E3A376D9211}"/>
          </ac:graphicFrameMkLst>
        </pc:graphicFrameChg>
      </pc:sldChg>
      <pc:sldChg chg="modSp">
        <pc:chgData name="Xie,Dr.,Emma (HP Medicine) BII-CN-S" userId="S::emma.xie@boehringer-ingelheim.com::af0d1509-0f1f-45c3-8dbe-a48c35975f00" providerId="AD" clId="Web-{0AFC3269-566D-5821-5A04-75DD3579AAAE}" dt="2025-05-14T08:53:29.401" v="413" actId="1076"/>
        <pc:sldMkLst>
          <pc:docMk/>
          <pc:sldMk cId="1749419817" sldId="269"/>
        </pc:sldMkLst>
        <pc:graphicFrameChg chg="mod modGraphic">
          <ac:chgData name="Xie,Dr.,Emma (HP Medicine) BII-CN-S" userId="S::emma.xie@boehringer-ingelheim.com::af0d1509-0f1f-45c3-8dbe-a48c35975f00" providerId="AD" clId="Web-{0AFC3269-566D-5821-5A04-75DD3579AAAE}" dt="2025-05-14T08:53:13.229" v="407"/>
          <ac:graphicFrameMkLst>
            <pc:docMk/>
            <pc:sldMk cId="1749419817" sldId="269"/>
            <ac:graphicFrameMk id="2" creationId="{04C1F5F4-E877-BD42-40AE-A94299608D53}"/>
          </ac:graphicFrameMkLst>
        </pc:graphicFrameChg>
        <pc:picChg chg="mod">
          <ac:chgData name="Xie,Dr.,Emma (HP Medicine) BII-CN-S" userId="S::emma.xie@boehringer-ingelheim.com::af0d1509-0f1f-45c3-8dbe-a48c35975f00" providerId="AD" clId="Web-{0AFC3269-566D-5821-5A04-75DD3579AAAE}" dt="2025-05-14T08:53:29.401" v="413" actId="1076"/>
          <ac:picMkLst>
            <pc:docMk/>
            <pc:sldMk cId="1749419817" sldId="269"/>
            <ac:picMk id="9" creationId="{71E904F1-729C-B65F-18AD-922D5F7A7E35}"/>
          </ac:picMkLst>
        </pc:picChg>
      </pc:sldChg>
      <pc:sldChg chg="modSp">
        <pc:chgData name="Xie,Dr.,Emma (HP Medicine) BII-CN-S" userId="S::emma.xie@boehringer-ingelheim.com::af0d1509-0f1f-45c3-8dbe-a48c35975f00" providerId="AD" clId="Web-{0AFC3269-566D-5821-5A04-75DD3579AAAE}" dt="2025-05-14T08:53:22.323" v="409" actId="1076"/>
        <pc:sldMkLst>
          <pc:docMk/>
          <pc:sldMk cId="3356285920" sldId="273"/>
        </pc:sldMkLst>
        <pc:graphicFrameChg chg="mod">
          <ac:chgData name="Xie,Dr.,Emma (HP Medicine) BII-CN-S" userId="S::emma.xie@boehringer-ingelheim.com::af0d1509-0f1f-45c3-8dbe-a48c35975f00" providerId="AD" clId="Web-{0AFC3269-566D-5821-5A04-75DD3579AAAE}" dt="2025-05-14T08:53:22.323" v="409" actId="1076"/>
          <ac:graphicFrameMkLst>
            <pc:docMk/>
            <pc:sldMk cId="3356285920" sldId="273"/>
            <ac:graphicFrameMk id="3" creationId="{00000000-0000-0000-0000-000000000000}"/>
          </ac:graphicFrameMkLst>
        </pc:graphicFrameChg>
      </pc:sldChg>
      <pc:sldChg chg="new">
        <pc:chgData name="Xie,Dr.,Emma (HP Medicine) BII-CN-S" userId="S::emma.xie@boehringer-ingelheim.com::af0d1509-0f1f-45c3-8dbe-a48c35975f00" providerId="AD" clId="Web-{0AFC3269-566D-5821-5A04-75DD3579AAAE}" dt="2025-05-14T07:34:59.184" v="0"/>
        <pc:sldMkLst>
          <pc:docMk/>
          <pc:sldMk cId="4097777783" sldId="274"/>
        </pc:sldMkLst>
      </pc:sldChg>
      <pc:sldChg chg="modSp">
        <pc:chgData name="Xie,Dr.,Emma (HP Medicine) BII-CN-S" userId="S::emma.xie@boehringer-ingelheim.com::af0d1509-0f1f-45c3-8dbe-a48c35975f00" providerId="AD" clId="Web-{0AFC3269-566D-5821-5A04-75DD3579AAAE}" dt="2025-05-14T08:37:03.212" v="155"/>
        <pc:sldMkLst>
          <pc:docMk/>
          <pc:sldMk cId="3826449110" sldId="276"/>
        </pc:sldMkLst>
        <pc:graphicFrameChg chg="mod modGraphic">
          <ac:chgData name="Xie,Dr.,Emma (HP Medicine) BII-CN-S" userId="S::emma.xie@boehringer-ingelheim.com::af0d1509-0f1f-45c3-8dbe-a48c35975f00" providerId="AD" clId="Web-{0AFC3269-566D-5821-5A04-75DD3579AAAE}" dt="2025-05-14T08:37:03.212" v="155"/>
          <ac:graphicFrameMkLst>
            <pc:docMk/>
            <pc:sldMk cId="3826449110" sldId="276"/>
            <ac:graphicFrameMk id="6" creationId="{CBE3C37E-5F48-D08E-4B95-7B63244BABBE}"/>
          </ac:graphicFrameMkLst>
        </pc:graphicFrameChg>
      </pc:sldChg>
      <pc:sldChg chg="add">
        <pc:chgData name="Xie,Dr.,Emma (HP Medicine) BII-CN-S" userId="S::emma.xie@boehringer-ingelheim.com::af0d1509-0f1f-45c3-8dbe-a48c35975f00" providerId="AD" clId="Web-{0AFC3269-566D-5821-5A04-75DD3579AAAE}" dt="2025-05-14T08:25:32.268" v="1"/>
        <pc:sldMkLst>
          <pc:docMk/>
          <pc:sldMk cId="461000080" sldId="277"/>
        </pc:sldMkLst>
      </pc:sldChg>
      <pc:sldChg chg="add">
        <pc:chgData name="Xie,Dr.,Emma (HP Medicine) BII-CN-S" userId="S::emma.xie@boehringer-ingelheim.com::af0d1509-0f1f-45c3-8dbe-a48c35975f00" providerId="AD" clId="Web-{0AFC3269-566D-5821-5A04-75DD3579AAAE}" dt="2025-05-14T08:25:57.113" v="2"/>
        <pc:sldMkLst>
          <pc:docMk/>
          <pc:sldMk cId="1384888703" sldId="278"/>
        </pc:sldMkLst>
      </pc:sldChg>
      <pc:sldChg chg="add mod modShow">
        <pc:chgData name="Xie,Dr.,Emma (HP Medicine) BII-CN-S" userId="S::emma.xie@boehringer-ingelheim.com::af0d1509-0f1f-45c3-8dbe-a48c35975f00" providerId="AD" clId="Web-{0AFC3269-566D-5821-5A04-75DD3579AAAE}" dt="2025-05-14T08:27:43.757" v="7"/>
        <pc:sldMkLst>
          <pc:docMk/>
          <pc:sldMk cId="3489247237" sldId="279"/>
        </pc:sldMkLst>
      </pc:sldChg>
      <pc:sldChg chg="add mod ord modShow">
        <pc:chgData name="Xie,Dr.,Emma (HP Medicine) BII-CN-S" userId="S::emma.xie@boehringer-ingelheim.com::af0d1509-0f1f-45c3-8dbe-a48c35975f00" providerId="AD" clId="Web-{0AFC3269-566D-5821-5A04-75DD3579AAAE}" dt="2025-05-14T08:27:56.648" v="9"/>
        <pc:sldMkLst>
          <pc:docMk/>
          <pc:sldMk cId="4192476610" sldId="280"/>
        </pc:sldMkLst>
      </pc:sldChg>
      <pc:sldChg chg="add mod modShow">
        <pc:chgData name="Xie,Dr.,Emma (HP Medicine) BII-CN-S" userId="S::emma.xie@boehringer-ingelheim.com::af0d1509-0f1f-45c3-8dbe-a48c35975f00" providerId="AD" clId="Web-{0AFC3269-566D-5821-5A04-75DD3579AAAE}" dt="2025-05-14T08:27:59.007" v="11"/>
        <pc:sldMkLst>
          <pc:docMk/>
          <pc:sldMk cId="263715742" sldId="281"/>
        </pc:sldMkLst>
      </pc:sldChg>
      <pc:sldChg chg="add mod modShow">
        <pc:chgData name="Xie,Dr.,Emma (HP Medicine) BII-CN-S" userId="S::emma.xie@boehringer-ingelheim.com::af0d1509-0f1f-45c3-8dbe-a48c35975f00" providerId="AD" clId="Web-{0AFC3269-566D-5821-5A04-75DD3579AAAE}" dt="2025-05-14T08:27:56.726" v="10"/>
        <pc:sldMkLst>
          <pc:docMk/>
          <pc:sldMk cId="2068242695" sldId="282"/>
        </pc:sldMkLst>
      </pc:sldChg>
      <pc:sldChg chg="modSp">
        <pc:chgData name="Xie,Dr.,Emma (HP Medicine) BII-CN-S" userId="S::emma.xie@boehringer-ingelheim.com::af0d1509-0f1f-45c3-8dbe-a48c35975f00" providerId="AD" clId="Web-{0AFC3269-566D-5821-5A04-75DD3579AAAE}" dt="2025-05-14T08:32:47.282" v="91"/>
        <pc:sldMkLst>
          <pc:docMk/>
          <pc:sldMk cId="159678277" sldId="2147483647"/>
        </pc:sldMkLst>
        <pc:graphicFrameChg chg="mod modGraphic">
          <ac:chgData name="Xie,Dr.,Emma (HP Medicine) BII-CN-S" userId="S::emma.xie@boehringer-ingelheim.com::af0d1509-0f1f-45c3-8dbe-a48c35975f00" providerId="AD" clId="Web-{0AFC3269-566D-5821-5A04-75DD3579AAAE}" dt="2025-05-14T08:32:47.282" v="91"/>
          <ac:graphicFrameMkLst>
            <pc:docMk/>
            <pc:sldMk cId="159678277" sldId="2147483647"/>
            <ac:graphicFrameMk id="6" creationId="{CBE3C37E-5F48-D08E-4B95-7B63244BABBE}"/>
          </ac:graphicFrameMkLst>
        </pc:graphicFrameChg>
      </pc:sldChg>
    </pc:docChg>
  </pc:docChgLst>
  <pc:docChgLst>
    <pc:chgData name="Xie,Dr.,Emma (HP Medicine) BII-CN-S" userId="S::emma.xie@boehringer-ingelheim.com::af0d1509-0f1f-45c3-8dbe-a48c35975f00" providerId="AD" clId="Web-{D664721A-E53B-AEE1-0B38-4E5DDFD2CAF1}"/>
    <pc:docChg chg="addSld delSld modSld sldOrd addMainMaster modMainMaster modSection">
      <pc:chgData name="Xie,Dr.,Emma (HP Medicine) BII-CN-S" userId="S::emma.xie@boehringer-ingelheim.com::af0d1509-0f1f-45c3-8dbe-a48c35975f00" providerId="AD" clId="Web-{D664721A-E53B-AEE1-0B38-4E5DDFD2CAF1}" dt="2025-03-17T05:48:35.016" v="3882" actId="20577"/>
      <pc:docMkLst>
        <pc:docMk/>
      </pc:docMkLst>
      <pc:sldChg chg="addSp delSp modSp add replId">
        <pc:chgData name="Xie,Dr.,Emma (HP Medicine) BII-CN-S" userId="S::emma.xie@boehringer-ingelheim.com::af0d1509-0f1f-45c3-8dbe-a48c35975f00" providerId="AD" clId="Web-{D664721A-E53B-AEE1-0B38-4E5DDFD2CAF1}" dt="2025-03-14T14:28:16.327" v="2057" actId="20577"/>
        <pc:sldMkLst>
          <pc:docMk/>
          <pc:sldMk cId="4093376736" sldId="256"/>
        </pc:sldMkLst>
      </pc:sldChg>
      <pc:sldChg chg="delSp modSp add del ord replId">
        <pc:chgData name="Xie,Dr.,Emma (HP Medicine) BII-CN-S" userId="S::emma.xie@boehringer-ingelheim.com::af0d1509-0f1f-45c3-8dbe-a48c35975f00" providerId="AD" clId="Web-{D664721A-E53B-AEE1-0B38-4E5DDFD2CAF1}" dt="2025-03-17T02:50:44.857" v="3065"/>
        <pc:sldMkLst>
          <pc:docMk/>
          <pc:sldMk cId="2598082884" sldId="257"/>
        </pc:sldMkLst>
      </pc:sldChg>
      <pc:sldChg chg="add">
        <pc:chgData name="Xie,Dr.,Emma (HP Medicine) BII-CN-S" userId="S::emma.xie@boehringer-ingelheim.com::af0d1509-0f1f-45c3-8dbe-a48c35975f00" providerId="AD" clId="Web-{D664721A-E53B-AEE1-0B38-4E5DDFD2CAF1}" dt="2025-03-14T14:51:53.981" v="2186"/>
        <pc:sldMkLst>
          <pc:docMk/>
          <pc:sldMk cId="549781755" sldId="258"/>
        </pc:sldMkLst>
      </pc:sldChg>
      <pc:sldChg chg="add">
        <pc:chgData name="Xie,Dr.,Emma (HP Medicine) BII-CN-S" userId="S::emma.xie@boehringer-ingelheim.com::af0d1509-0f1f-45c3-8dbe-a48c35975f00" providerId="AD" clId="Web-{D664721A-E53B-AEE1-0B38-4E5DDFD2CAF1}" dt="2025-03-14T14:53:11.390" v="2188"/>
        <pc:sldMkLst>
          <pc:docMk/>
          <pc:sldMk cId="1664645815" sldId="259"/>
        </pc:sldMkLst>
      </pc:sldChg>
      <pc:sldChg chg="add del">
        <pc:chgData name="Xie,Dr.,Emma (HP Medicine) BII-CN-S" userId="S::emma.xie@boehringer-ingelheim.com::af0d1509-0f1f-45c3-8dbe-a48c35975f00" providerId="AD" clId="Web-{D664721A-E53B-AEE1-0B38-4E5DDFD2CAF1}" dt="2025-03-14T14:56:25.524" v="2191"/>
        <pc:sldMkLst>
          <pc:docMk/>
          <pc:sldMk cId="1369297155" sldId="260"/>
        </pc:sldMkLst>
      </pc:sldChg>
      <pc:sldChg chg="add mod modShow">
        <pc:chgData name="Xie,Dr.,Emma (HP Medicine) BII-CN-S" userId="S::emma.xie@boehringer-ingelheim.com::af0d1509-0f1f-45c3-8dbe-a48c35975f00" providerId="AD" clId="Web-{D664721A-E53B-AEE1-0B38-4E5DDFD2CAF1}" dt="2025-03-14T14:57:33.730" v="2194"/>
        <pc:sldMkLst>
          <pc:docMk/>
          <pc:sldMk cId="1376912264" sldId="260"/>
        </pc:sldMkLst>
      </pc:sldChg>
      <pc:sldChg chg="addSp delSp modSp add replId">
        <pc:chgData name="Xie,Dr.,Emma (HP Medicine) BII-CN-S" userId="S::emma.xie@boehringer-ingelheim.com::af0d1509-0f1f-45c3-8dbe-a48c35975f00" providerId="AD" clId="Web-{D664721A-E53B-AEE1-0B38-4E5DDFD2CAF1}" dt="2025-03-17T02:11:54.188" v="3060"/>
        <pc:sldMkLst>
          <pc:docMk/>
          <pc:sldMk cId="3794875250" sldId="261"/>
        </pc:sldMkLst>
        <pc:spChg chg="mod">
          <ac:chgData name="Xie,Dr.,Emma (HP Medicine) BII-CN-S" userId="S::emma.xie@boehringer-ingelheim.com::af0d1509-0f1f-45c3-8dbe-a48c35975f00" providerId="AD" clId="Web-{D664721A-E53B-AEE1-0B38-4E5DDFD2CAF1}" dt="2025-03-14T14:59:15.265" v="2207" actId="20577"/>
          <ac:spMkLst>
            <pc:docMk/>
            <pc:sldMk cId="3794875250" sldId="261"/>
            <ac:spMk id="2" creationId="{3263E207-EF71-AD09-72F4-8C860F3312A1}"/>
          </ac:spMkLst>
        </pc:spChg>
      </pc:sldChg>
      <pc:sldChg chg="modSp new ord">
        <pc:chgData name="Xie,Dr.,Emma (HP Medicine) BII-CN-S" userId="S::emma.xie@boehringer-ingelheim.com::af0d1509-0f1f-45c3-8dbe-a48c35975f00" providerId="AD" clId="Web-{D664721A-E53B-AEE1-0B38-4E5DDFD2CAF1}" dt="2025-03-17T05:48:35.016" v="3882" actId="20577"/>
        <pc:sldMkLst>
          <pc:docMk/>
          <pc:sldMk cId="3903531978" sldId="262"/>
        </pc:sldMkLst>
        <pc:spChg chg="mod">
          <ac:chgData name="Xie,Dr.,Emma (HP Medicine) BII-CN-S" userId="S::emma.xie@boehringer-ingelheim.com::af0d1509-0f1f-45c3-8dbe-a48c35975f00" providerId="AD" clId="Web-{D664721A-E53B-AEE1-0B38-4E5DDFD2CAF1}" dt="2025-03-17T05:44:32.806" v="3863" actId="20577"/>
          <ac:spMkLst>
            <pc:docMk/>
            <pc:sldMk cId="3903531978" sldId="262"/>
            <ac:spMk id="2" creationId="{F8B73F96-4758-B5B0-FD11-46D1207B5004}"/>
          </ac:spMkLst>
        </pc:spChg>
        <pc:spChg chg="mod">
          <ac:chgData name="Xie,Dr.,Emma (HP Medicine) BII-CN-S" userId="S::emma.xie@boehringer-ingelheim.com::af0d1509-0f1f-45c3-8dbe-a48c35975f00" providerId="AD" clId="Web-{D664721A-E53B-AEE1-0B38-4E5DDFD2CAF1}" dt="2025-03-17T05:48:35.016" v="3882" actId="20577"/>
          <ac:spMkLst>
            <pc:docMk/>
            <pc:sldMk cId="3903531978" sldId="262"/>
            <ac:spMk id="3" creationId="{5E429A0F-0552-AD69-61B4-9FB8BC6C5A53}"/>
          </ac:spMkLst>
        </pc:spChg>
      </pc:sldChg>
      <pc:sldChg chg="addSp delSp modSp add">
        <pc:chgData name="Xie,Dr.,Emma (HP Medicine) BII-CN-S" userId="S::emma.xie@boehringer-ingelheim.com::af0d1509-0f1f-45c3-8dbe-a48c35975f00" providerId="AD" clId="Web-{D664721A-E53B-AEE1-0B38-4E5DDFD2CAF1}" dt="2025-03-14T15:04:08.700" v="2232"/>
        <pc:sldMkLst>
          <pc:docMk/>
          <pc:sldMk cId="2034294607" sldId="263"/>
        </pc:sldMkLst>
        <pc:spChg chg="add mod">
          <ac:chgData name="Xie,Dr.,Emma (HP Medicine) BII-CN-S" userId="S::emma.xie@boehringer-ingelheim.com::af0d1509-0f1f-45c3-8dbe-a48c35975f00" providerId="AD" clId="Web-{D664721A-E53B-AEE1-0B38-4E5DDFD2CAF1}" dt="2025-03-14T15:04:08.700" v="2232"/>
          <ac:spMkLst>
            <pc:docMk/>
            <pc:sldMk cId="2034294607" sldId="263"/>
            <ac:spMk id="4" creationId="{6E48F94C-7DB4-B80E-B6A1-3B768C0CF67C}"/>
          </ac:spMkLst>
        </pc:spChg>
      </pc:sldChg>
      <pc:sldChg chg="add">
        <pc:chgData name="Xie,Dr.,Emma (HP Medicine) BII-CN-S" userId="S::emma.xie@boehringer-ingelheim.com::af0d1509-0f1f-45c3-8dbe-a48c35975f00" providerId="AD" clId="Web-{D664721A-E53B-AEE1-0B38-4E5DDFD2CAF1}" dt="2025-03-17T02:06:41.108" v="2793"/>
        <pc:sldMkLst>
          <pc:docMk/>
          <pc:sldMk cId="2295419491" sldId="264"/>
        </pc:sldMkLst>
      </pc:sldChg>
      <pc:sldChg chg="new del">
        <pc:chgData name="Xie,Dr.,Emma (HP Medicine) BII-CN-S" userId="S::emma.xie@boehringer-ingelheim.com::af0d1509-0f1f-45c3-8dbe-a48c35975f00" providerId="AD" clId="Web-{D664721A-E53B-AEE1-0B38-4E5DDFD2CAF1}" dt="2025-03-17T05:30:21.471" v="3856"/>
        <pc:sldMkLst>
          <pc:docMk/>
          <pc:sldMk cId="2131823501" sldId="266"/>
        </pc:sldMkLst>
      </pc:sldChg>
      <pc:sldChg chg="addSp delSp modSp add">
        <pc:chgData name="Xie,Dr.,Emma (HP Medicine) BII-CN-S" userId="S::emma.xie@boehringer-ingelheim.com::af0d1509-0f1f-45c3-8dbe-a48c35975f00" providerId="AD" clId="Web-{D664721A-E53B-AEE1-0B38-4E5DDFD2CAF1}" dt="2025-03-17T05:28:26.874" v="3854"/>
        <pc:sldMkLst>
          <pc:docMk/>
          <pc:sldMk cId="237015709" sldId="2147377272"/>
        </pc:sldMkLst>
      </pc:sldChg>
      <pc:sldChg chg="modSp add">
        <pc:chgData name="Xie,Dr.,Emma (HP Medicine) BII-CN-S" userId="S::emma.xie@boehringer-ingelheim.com::af0d1509-0f1f-45c3-8dbe-a48c35975f00" providerId="AD" clId="Web-{D664721A-E53B-AEE1-0B38-4E5DDFD2CAF1}" dt="2025-03-17T05:27:36.341" v="3774"/>
        <pc:sldMkLst>
          <pc:docMk/>
          <pc:sldMk cId="1721228860" sldId="2147377273"/>
        </pc:sldMkLst>
      </pc:sldChg>
      <pc:sldChg chg="modSp add">
        <pc:chgData name="Xie,Dr.,Emma (HP Medicine) BII-CN-S" userId="S::emma.xie@boehringer-ingelheim.com::af0d1509-0f1f-45c3-8dbe-a48c35975f00" providerId="AD" clId="Web-{D664721A-E53B-AEE1-0B38-4E5DDFD2CAF1}" dt="2025-03-17T05:27:30.591" v="3772"/>
        <pc:sldMkLst>
          <pc:docMk/>
          <pc:sldMk cId="967392581" sldId="2147377301"/>
        </pc:sldMkLst>
      </pc:sldChg>
      <pc:sldChg chg="delSp modSp">
        <pc:chgData name="Xie,Dr.,Emma (HP Medicine) BII-CN-S" userId="S::emma.xie@boehringer-ingelheim.com::af0d1509-0f1f-45c3-8dbe-a48c35975f00" providerId="AD" clId="Web-{D664721A-E53B-AEE1-0B38-4E5DDFD2CAF1}" dt="2025-03-17T01:43:07.715" v="2674"/>
        <pc:sldMkLst>
          <pc:docMk/>
          <pc:sldMk cId="884907692" sldId="2147475075"/>
        </pc:sldMkLst>
      </pc:sldChg>
      <pc:sldChg chg="add mod modShow">
        <pc:chgData name="Xie,Dr.,Emma (HP Medicine) BII-CN-S" userId="S::emma.xie@boehringer-ingelheim.com::af0d1509-0f1f-45c3-8dbe-a48c35975f00" providerId="AD" clId="Web-{D664721A-E53B-AEE1-0B38-4E5DDFD2CAF1}" dt="2025-03-14T14:57:37.699" v="2195"/>
        <pc:sldMkLst>
          <pc:docMk/>
          <pc:sldMk cId="3173502099" sldId="2147482895"/>
        </pc:sldMkLst>
      </pc:sldChg>
      <pc:sldChg chg="add">
        <pc:chgData name="Xie,Dr.,Emma (HP Medicine) BII-CN-S" userId="S::emma.xie@boehringer-ingelheim.com::af0d1509-0f1f-45c3-8dbe-a48c35975f00" providerId="AD" clId="Web-{D664721A-E53B-AEE1-0B38-4E5DDFD2CAF1}" dt="2025-03-14T14:52:49.311" v="2187"/>
        <pc:sldMkLst>
          <pc:docMk/>
          <pc:sldMk cId="1815055798" sldId="2147482899"/>
        </pc:sldMkLst>
      </pc:sldChg>
      <pc:sldChg chg="modSp ord">
        <pc:chgData name="Xie,Dr.,Emma (HP Medicine) BII-CN-S" userId="S::emma.xie@boehringer-ingelheim.com::af0d1509-0f1f-45c3-8dbe-a48c35975f00" providerId="AD" clId="Web-{D664721A-E53B-AEE1-0B38-4E5DDFD2CAF1}" dt="2025-03-17T01:30:51.658" v="2634" actId="20577"/>
        <pc:sldMkLst>
          <pc:docMk/>
          <pc:sldMk cId="3172372034" sldId="2147482914"/>
        </pc:sldMkLst>
      </pc:sldChg>
      <pc:sldChg chg="delSp modSp">
        <pc:chgData name="Xie,Dr.,Emma (HP Medicine) BII-CN-S" userId="S::emma.xie@boehringer-ingelheim.com::af0d1509-0f1f-45c3-8dbe-a48c35975f00" providerId="AD" clId="Web-{D664721A-E53B-AEE1-0B38-4E5DDFD2CAF1}" dt="2025-03-17T01:25:13.451" v="2566"/>
        <pc:sldMkLst>
          <pc:docMk/>
          <pc:sldMk cId="359266217" sldId="2147483590"/>
        </pc:sldMkLst>
      </pc:sldChg>
      <pc:sldChg chg="delSp modSp">
        <pc:chgData name="Xie,Dr.,Emma (HP Medicine) BII-CN-S" userId="S::emma.xie@boehringer-ingelheim.com::af0d1509-0f1f-45c3-8dbe-a48c35975f00" providerId="AD" clId="Web-{D664721A-E53B-AEE1-0B38-4E5DDFD2CAF1}" dt="2025-03-14T14:27:36.029" v="2042" actId="20577"/>
        <pc:sldMkLst>
          <pc:docMk/>
          <pc:sldMk cId="4236112654" sldId="2147483632"/>
        </pc:sldMkLst>
        <pc:spChg chg="mod">
          <ac:chgData name="Xie,Dr.,Emma (HP Medicine) BII-CN-S" userId="S::emma.xie@boehringer-ingelheim.com::af0d1509-0f1f-45c3-8dbe-a48c35975f00" providerId="AD" clId="Web-{D664721A-E53B-AEE1-0B38-4E5DDFD2CAF1}" dt="2025-03-14T14:27:36.029" v="2042" actId="20577"/>
          <ac:spMkLst>
            <pc:docMk/>
            <pc:sldMk cId="4236112654" sldId="2147483632"/>
            <ac:spMk id="2" creationId="{7D0090C6-31CD-BEC9-9B09-3B126FB20F52}"/>
          </ac:spMkLst>
        </pc:spChg>
        <pc:graphicFrameChg chg="mod modGraphic">
          <ac:chgData name="Xie,Dr.,Emma (HP Medicine) BII-CN-S" userId="S::emma.xie@boehringer-ingelheim.com::af0d1509-0f1f-45c3-8dbe-a48c35975f00" providerId="AD" clId="Web-{D664721A-E53B-AEE1-0B38-4E5DDFD2CAF1}" dt="2025-03-14T10:11:25.559" v="1570"/>
          <ac:graphicFrameMkLst>
            <pc:docMk/>
            <pc:sldMk cId="4236112654" sldId="2147483632"/>
            <ac:graphicFrameMk id="6" creationId="{FF1D5DBA-7CCF-B9E8-EE2F-3DF354626BF8}"/>
          </ac:graphicFrameMkLst>
        </pc:graphicFrameChg>
      </pc:sldChg>
      <pc:sldChg chg="modSp">
        <pc:chgData name="Xie,Dr.,Emma (HP Medicine) BII-CN-S" userId="S::emma.xie@boehringer-ingelheim.com::af0d1509-0f1f-45c3-8dbe-a48c35975f00" providerId="AD" clId="Web-{D664721A-E53B-AEE1-0B38-4E5DDFD2CAF1}" dt="2025-03-17T01:31:19.956" v="2638" actId="20577"/>
        <pc:sldMkLst>
          <pc:docMk/>
          <pc:sldMk cId="534699991" sldId="2147483634"/>
        </pc:sldMkLst>
      </pc:sldChg>
      <pc:sldChg chg="modSp">
        <pc:chgData name="Xie,Dr.,Emma (HP Medicine) BII-CN-S" userId="S::emma.xie@boehringer-ingelheim.com::af0d1509-0f1f-45c3-8dbe-a48c35975f00" providerId="AD" clId="Web-{D664721A-E53B-AEE1-0B38-4E5DDFD2CAF1}" dt="2025-03-17T01:31:05.034" v="2636" actId="20577"/>
        <pc:sldMkLst>
          <pc:docMk/>
          <pc:sldMk cId="3066202526" sldId="2147483637"/>
        </pc:sldMkLst>
      </pc:sldChg>
      <pc:sldChg chg="delSp modSp add replId">
        <pc:chgData name="Xie,Dr.,Emma (HP Medicine) BII-CN-S" userId="S::emma.xie@boehringer-ingelheim.com::af0d1509-0f1f-45c3-8dbe-a48c35975f00" providerId="AD" clId="Web-{D664721A-E53B-AEE1-0B38-4E5DDFD2CAF1}" dt="2025-03-14T14:27:54.061" v="2046" actId="20577"/>
        <pc:sldMkLst>
          <pc:docMk/>
          <pc:sldMk cId="159678277" sldId="2147483647"/>
        </pc:sldMkLst>
        <pc:spChg chg="mod">
          <ac:chgData name="Xie,Dr.,Emma (HP Medicine) BII-CN-S" userId="S::emma.xie@boehringer-ingelheim.com::af0d1509-0f1f-45c3-8dbe-a48c35975f00" providerId="AD" clId="Web-{D664721A-E53B-AEE1-0B38-4E5DDFD2CAF1}" dt="2025-03-14T14:27:54.061" v="2046" actId="20577"/>
          <ac:spMkLst>
            <pc:docMk/>
            <pc:sldMk cId="159678277" sldId="2147483647"/>
            <ac:spMk id="2" creationId="{F21898E5-9C8E-8148-A30F-569CBB00227E}"/>
          </ac:spMkLst>
        </pc:spChg>
        <pc:graphicFrameChg chg="mod modGraphic">
          <ac:chgData name="Xie,Dr.,Emma (HP Medicine) BII-CN-S" userId="S::emma.xie@boehringer-ingelheim.com::af0d1509-0f1f-45c3-8dbe-a48c35975f00" providerId="AD" clId="Web-{D664721A-E53B-AEE1-0B38-4E5DDFD2CAF1}" dt="2025-03-14T10:11:52.279" v="1574"/>
          <ac:graphicFrameMkLst>
            <pc:docMk/>
            <pc:sldMk cId="159678277" sldId="2147483647"/>
            <ac:graphicFrameMk id="6" creationId="{CBE3C37E-5F48-D08E-4B95-7B63244BABBE}"/>
          </ac:graphicFrameMkLst>
        </pc:graphicFrameChg>
      </pc:sldChg>
      <pc:sldMasterChg chg="add addSldLayout">
        <pc:chgData name="Xie,Dr.,Emma (HP Medicine) BII-CN-S" userId="S::emma.xie@boehringer-ingelheim.com::af0d1509-0f1f-45c3-8dbe-a48c35975f00" providerId="AD" clId="Web-{D664721A-E53B-AEE1-0B38-4E5DDFD2CAF1}" dt="2025-03-14T14:56:09.679" v="2190"/>
        <pc:sldMasterMkLst>
          <pc:docMk/>
          <pc:sldMasterMk cId="3819377690" sldId="2147483695"/>
        </pc:sldMasterMkLst>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198946847" sldId="2147483696"/>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630540919" sldId="2147483697"/>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3322891018" sldId="2147483698"/>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859103091" sldId="2147483699"/>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4279003605" sldId="2147483700"/>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3541859507" sldId="2147483701"/>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366049458" sldId="2147483702"/>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153205412" sldId="2147483703"/>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924727301" sldId="2147483704"/>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114733597" sldId="2147483705"/>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568058214" sldId="2147483706"/>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974265914" sldId="2147483707"/>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652468088" sldId="2147483708"/>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702072365" sldId="2147483709"/>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930607504" sldId="2147483710"/>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897021576" sldId="2147483711"/>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289204327" sldId="2147483712"/>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970299170" sldId="2147483713"/>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312045989" sldId="2147483714"/>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797272348" sldId="2147483715"/>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298444008" sldId="2147483716"/>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2672170533" sldId="2147483717"/>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37940154" sldId="2147483718"/>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4103285603" sldId="2147483719"/>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536467670" sldId="2147483720"/>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784617609" sldId="2147483721"/>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832663820" sldId="2147483722"/>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4090344573" sldId="2147483723"/>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569302270" sldId="2147483724"/>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457621238" sldId="2147483725"/>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1723603759" sldId="2147483726"/>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3266655641" sldId="2147483727"/>
          </pc:sldLayoutMkLst>
        </pc:sldLayoutChg>
        <pc:sldLayoutChg chg="add">
          <pc:chgData name="Xie,Dr.,Emma (HP Medicine) BII-CN-S" userId="S::emma.xie@boehringer-ingelheim.com::af0d1509-0f1f-45c3-8dbe-a48c35975f00" providerId="AD" clId="Web-{D664721A-E53B-AEE1-0B38-4E5DDFD2CAF1}" dt="2025-03-14T14:56:09.679" v="2190"/>
          <pc:sldLayoutMkLst>
            <pc:docMk/>
            <pc:sldMasterMk cId="3819377690" sldId="2147483695"/>
            <pc:sldLayoutMk cId="4088703991" sldId="2147483728"/>
          </pc:sldLayoutMkLst>
        </pc:sldLayoutChg>
      </pc:sldMasterChg>
      <pc:sldMasterChg chg="replId addSldLayout modSldLayout">
        <pc:chgData name="Xie,Dr.,Emma (HP Medicine) BII-CN-S" userId="S::emma.xie@boehringer-ingelheim.com::af0d1509-0f1f-45c3-8dbe-a48c35975f00" providerId="AD" clId="Web-{D664721A-E53B-AEE1-0B38-4E5DDFD2CAF1}" dt="2025-03-14T14:56:09.679" v="2190"/>
        <pc:sldMasterMkLst>
          <pc:docMk/>
          <pc:sldMasterMk cId="3416164213" sldId="2147484247"/>
        </pc:sldMasterMkLst>
        <pc:sldLayoutChg chg="add">
          <pc:chgData name="Xie,Dr.,Emma (HP Medicine) BII-CN-S" userId="S::emma.xie@boehringer-ingelheim.com::af0d1509-0f1f-45c3-8dbe-a48c35975f00" providerId="AD" clId="Web-{D664721A-E53B-AEE1-0B38-4E5DDFD2CAF1}" dt="2025-03-14T14:51:53.981" v="2186"/>
          <pc:sldLayoutMkLst>
            <pc:docMk/>
            <pc:sldMasterMk cId="3416164213" sldId="2147484247"/>
            <pc:sldLayoutMk cId="190506124" sldId="2147483729"/>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888370356" sldId="2147484248"/>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090016314" sldId="2147484249"/>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677398494" sldId="2147484250"/>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49504307" sldId="2147484251"/>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946249047" sldId="2147484252"/>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057499073" sldId="2147484253"/>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211476339" sldId="2147484254"/>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920390775" sldId="2147484255"/>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764327324" sldId="2147484256"/>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781406891" sldId="2147484257"/>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606428027" sldId="2147484258"/>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119384329" sldId="2147484259"/>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904927904" sldId="2147484260"/>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449978483" sldId="2147484261"/>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286460429" sldId="2147484262"/>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602235986" sldId="2147484263"/>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323701756" sldId="2147484264"/>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398081746" sldId="2147484265"/>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490534545" sldId="2147484266"/>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428510573" sldId="2147484267"/>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370162255" sldId="2147484268"/>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614823635" sldId="2147484269"/>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1170481685" sldId="2147484270"/>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2143374635" sldId="2147484271"/>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848193276" sldId="2147484272"/>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335610682" sldId="2147484273"/>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249458263" sldId="2147484274"/>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909712852" sldId="2147484275"/>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312678790" sldId="2147484276"/>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477590010" sldId="2147484277"/>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331006198" sldId="2147484278"/>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4158041312" sldId="2147484279"/>
          </pc:sldLayoutMkLst>
        </pc:sldLayoutChg>
        <pc:sldLayoutChg chg="replId">
          <pc:chgData name="Xie,Dr.,Emma (HP Medicine) BII-CN-S" userId="S::emma.xie@boehringer-ingelheim.com::af0d1509-0f1f-45c3-8dbe-a48c35975f00" providerId="AD" clId="Web-{D664721A-E53B-AEE1-0B38-4E5DDFD2CAF1}" dt="2025-03-14T14:56:09.679" v="2190"/>
          <pc:sldLayoutMkLst>
            <pc:docMk/>
            <pc:sldMasterMk cId="3416164213" sldId="2147484247"/>
            <pc:sldLayoutMk cId="3740127793" sldId="2147484280"/>
          </pc:sldLayoutMkLst>
        </pc:sldLayoutChg>
      </pc:sldMasterChg>
    </pc:docChg>
  </pc:docChgLst>
  <pc:docChgLst>
    <pc:chgData name="Zhu,Yinan (HP Medicine) BII-CN-S" userId="S::yinan.zhu@boehringer-ingelheim.com::84fd82bc-0f33-4231-bc26-e12433039e09" providerId="AD" clId="Web-{EBB6F96B-16FF-2342-3AE2-4E4D0E77E1C0}"/>
    <pc:docChg chg="modSld">
      <pc:chgData name="Zhu,Yinan (HP Medicine) BII-CN-S" userId="S::yinan.zhu@boehringer-ingelheim.com::84fd82bc-0f33-4231-bc26-e12433039e09" providerId="AD" clId="Web-{EBB6F96B-16FF-2342-3AE2-4E4D0E77E1C0}" dt="2025-05-13T12:02:20.407" v="109"/>
      <pc:docMkLst>
        <pc:docMk/>
      </pc:docMkLst>
      <pc:sldChg chg="modSp">
        <pc:chgData name="Zhu,Yinan (HP Medicine) BII-CN-S" userId="S::yinan.zhu@boehringer-ingelheim.com::84fd82bc-0f33-4231-bc26-e12433039e09" providerId="AD" clId="Web-{EBB6F96B-16FF-2342-3AE2-4E4D0E77E1C0}" dt="2025-05-13T12:02:20.407" v="109"/>
        <pc:sldMkLst>
          <pc:docMk/>
          <pc:sldMk cId="4236112654" sldId="2147483632"/>
        </pc:sldMkLst>
        <pc:graphicFrameChg chg="mod modGraphic">
          <ac:chgData name="Zhu,Yinan (HP Medicine) BII-CN-S" userId="S::yinan.zhu@boehringer-ingelheim.com::84fd82bc-0f33-4231-bc26-e12433039e09" providerId="AD" clId="Web-{EBB6F96B-16FF-2342-3AE2-4E4D0E77E1C0}" dt="2025-05-13T12:02:20.407" v="109"/>
          <ac:graphicFrameMkLst>
            <pc:docMk/>
            <pc:sldMk cId="4236112654" sldId="2147483632"/>
            <ac:graphicFrameMk id="6" creationId="{FF1D5DBA-7CCF-B9E8-EE2F-3DF354626BF8}"/>
          </ac:graphicFrameMkLst>
        </pc:graphicFrameChg>
      </pc:sldChg>
    </pc:docChg>
  </pc:docChgLst>
  <pc:docChgLst>
    <pc:chgData name="Bao,Leo (HP Medicine) BII-CN-S" userId="304d67f6-22b5-442d-b505-93f46686c546" providerId="ADAL" clId="{DB34DB72-97EF-4959-A651-0BD55F56BCDC}"/>
    <pc:docChg chg="undo custSel modSld">
      <pc:chgData name="Bao,Leo (HP Medicine) BII-CN-S" userId="304d67f6-22b5-442d-b505-93f46686c546" providerId="ADAL" clId="{DB34DB72-97EF-4959-A651-0BD55F56BCDC}" dt="2025-03-14T15:02:13.448" v="153" actId="20577"/>
      <pc:docMkLst>
        <pc:docMk/>
      </pc:docMkLst>
      <pc:sldChg chg="delSp modSp mod">
        <pc:chgData name="Bao,Leo (HP Medicine) BII-CN-S" userId="304d67f6-22b5-442d-b505-93f46686c546" providerId="ADAL" clId="{DB34DB72-97EF-4959-A651-0BD55F56BCDC}" dt="2025-03-14T15:02:13.448" v="153" actId="20577"/>
        <pc:sldMkLst>
          <pc:docMk/>
          <pc:sldMk cId="2598082884" sldId="257"/>
        </pc:sldMkLst>
      </pc:sldChg>
    </pc:docChg>
  </pc:docChgLst>
  <pc:docChgLst>
    <pc:chgData name="Zheng,Dr.,Lian (HP Medicine) BII-CN-S" userId="S::lian.zheng@boehringer-ingelheim.com::767e6303-f142-4891-9997-ed32fd588418" providerId="AD" clId="Web-{4FF092F0-0F6E-1393-4268-3CA018CB1767}"/>
    <pc:docChg chg="modSld">
      <pc:chgData name="Zheng,Dr.,Lian (HP Medicine) BII-CN-S" userId="S::lian.zheng@boehringer-ingelheim.com::767e6303-f142-4891-9997-ed32fd588418" providerId="AD" clId="Web-{4FF092F0-0F6E-1393-4268-3CA018CB1767}" dt="2025-03-13T07:56:41.295" v="11"/>
      <pc:docMkLst>
        <pc:docMk/>
      </pc:docMkLst>
      <pc:sldChg chg="modSp">
        <pc:chgData name="Zheng,Dr.,Lian (HP Medicine) BII-CN-S" userId="S::lian.zheng@boehringer-ingelheim.com::767e6303-f142-4891-9997-ed32fd588418" providerId="AD" clId="Web-{4FF092F0-0F6E-1393-4268-3CA018CB1767}" dt="2025-03-13T07:56:41.295" v="11"/>
        <pc:sldMkLst>
          <pc:docMk/>
          <pc:sldMk cId="884907692" sldId="2147475075"/>
        </pc:sldMkLst>
      </pc:sldChg>
    </pc:docChg>
  </pc:docChgLst>
  <pc:docChgLst>
    <pc:chgData name="Zhu,Yinan (HP Medicine) BII-CN-S" userId="84fd82bc-0f33-4231-bc26-e12433039e09" providerId="ADAL" clId="{4064F59A-223A-4C87-A884-297FD8B6F55E}"/>
    <pc:docChg chg="undo custSel modSld">
      <pc:chgData name="Zhu,Yinan (HP Medicine) BII-CN-S" userId="84fd82bc-0f33-4231-bc26-e12433039e09" providerId="ADAL" clId="{4064F59A-223A-4C87-A884-297FD8B6F55E}" dt="2025-03-13T15:06:27.544" v="674" actId="20577"/>
      <pc:docMkLst>
        <pc:docMk/>
      </pc:docMkLst>
      <pc:sldChg chg="modSp mod">
        <pc:chgData name="Zhu,Yinan (HP Medicine) BII-CN-S" userId="84fd82bc-0f33-4231-bc26-e12433039e09" providerId="ADAL" clId="{4064F59A-223A-4C87-A884-297FD8B6F55E}" dt="2025-03-13T15:06:27.544" v="674" actId="20577"/>
        <pc:sldMkLst>
          <pc:docMk/>
          <pc:sldMk cId="884907692" sldId="2147475075"/>
        </pc:sldMkLst>
      </pc:sldChg>
    </pc:docChg>
  </pc:docChgLst>
  <pc:docChgLst>
    <pc:chgData name="Zhu,Yinan (HP Medicine) BII-CN-S" userId="84fd82bc-0f33-4231-bc26-e12433039e09" providerId="ADAL" clId="{E5CAB191-100D-4F5F-9C18-E55497CA4DEE}"/>
    <pc:docChg chg="undo custSel addSld delSld modSld modSection">
      <pc:chgData name="Zhu,Yinan (HP Medicine) BII-CN-S" userId="84fd82bc-0f33-4231-bc26-e12433039e09" providerId="ADAL" clId="{E5CAB191-100D-4F5F-9C18-E55497CA4DEE}" dt="2025-05-14T06:13:07.111" v="2146" actId="6549"/>
      <pc:docMkLst>
        <pc:docMk/>
      </pc:docMkLst>
      <pc:sldChg chg="modSp add mod">
        <pc:chgData name="Zhu,Yinan (HP Medicine) BII-CN-S" userId="84fd82bc-0f33-4231-bc26-e12433039e09" providerId="ADAL" clId="{E5CAB191-100D-4F5F-9C18-E55497CA4DEE}" dt="2025-05-14T06:13:07.111" v="2146" actId="6549"/>
        <pc:sldMkLst>
          <pc:docMk/>
          <pc:sldMk cId="1939105300" sldId="264"/>
        </pc:sldMkLst>
        <pc:graphicFrameChg chg="mod modGraphic">
          <ac:chgData name="Zhu,Yinan (HP Medicine) BII-CN-S" userId="84fd82bc-0f33-4231-bc26-e12433039e09" providerId="ADAL" clId="{E5CAB191-100D-4F5F-9C18-E55497CA4DEE}" dt="2025-05-14T06:13:07.111" v="2146" actId="6549"/>
          <ac:graphicFrameMkLst>
            <pc:docMk/>
            <pc:sldMk cId="1939105300" sldId="264"/>
            <ac:graphicFrameMk id="6" creationId="{99E71C16-9E1E-F011-B398-2DD75D956D8F}"/>
          </ac:graphicFrameMkLst>
        </pc:graphicFrameChg>
      </pc:sldChg>
      <pc:sldChg chg="del">
        <pc:chgData name="Zhu,Yinan (HP Medicine) BII-CN-S" userId="84fd82bc-0f33-4231-bc26-e12433039e09" providerId="ADAL" clId="{E5CAB191-100D-4F5F-9C18-E55497CA4DEE}" dt="2025-05-14T05:55:51.393" v="737" actId="47"/>
        <pc:sldMkLst>
          <pc:docMk/>
          <pc:sldMk cId="884907692" sldId="2147475075"/>
        </pc:sldMkLst>
      </pc:sldChg>
      <pc:sldChg chg="modSp mod">
        <pc:chgData name="Zhu,Yinan (HP Medicine) BII-CN-S" userId="84fd82bc-0f33-4231-bc26-e12433039e09" providerId="ADAL" clId="{E5CAB191-100D-4F5F-9C18-E55497CA4DEE}" dt="2025-05-12T08:54:33.493" v="735" actId="20577"/>
        <pc:sldMkLst>
          <pc:docMk/>
          <pc:sldMk cId="4236112654" sldId="2147483632"/>
        </pc:sldMkLst>
        <pc:graphicFrameChg chg="mod modGraphic">
          <ac:chgData name="Zhu,Yinan (HP Medicine) BII-CN-S" userId="84fd82bc-0f33-4231-bc26-e12433039e09" providerId="ADAL" clId="{E5CAB191-100D-4F5F-9C18-E55497CA4DEE}" dt="2025-05-12T08:54:33.493" v="735" actId="20577"/>
          <ac:graphicFrameMkLst>
            <pc:docMk/>
            <pc:sldMk cId="4236112654" sldId="2147483632"/>
            <ac:graphicFrameMk id="6" creationId="{FF1D5DBA-7CCF-B9E8-EE2F-3DF354626BF8}"/>
          </ac:graphicFrameMkLst>
        </pc:graphicFrameChg>
      </pc:sldChg>
    </pc:docChg>
  </pc:docChgLst>
  <pc:docChgLst>
    <pc:chgData name="Xie,Dr.,Emma (HP Medicine) BII-CN-S" userId="S::emma.xie@boehringer-ingelheim.com::af0d1509-0f1f-45c3-8dbe-a48c35975f00" providerId="AD" clId="Web-{6A81CA0B-F981-510B-1167-A3487F0409BF}"/>
    <pc:docChg chg="modSld">
      <pc:chgData name="Xie,Dr.,Emma (HP Medicine) BII-CN-S" userId="S::emma.xie@boehringer-ingelheim.com::af0d1509-0f1f-45c3-8dbe-a48c35975f00" providerId="AD" clId="Web-{6A81CA0B-F981-510B-1167-A3487F0409BF}" dt="2025-05-14T09:14:28.531" v="612"/>
      <pc:docMkLst>
        <pc:docMk/>
      </pc:docMkLst>
      <pc:sldChg chg="modSp">
        <pc:chgData name="Xie,Dr.,Emma (HP Medicine) BII-CN-S" userId="S::emma.xie@boehringer-ingelheim.com::af0d1509-0f1f-45c3-8dbe-a48c35975f00" providerId="AD" clId="Web-{6A81CA0B-F981-510B-1167-A3487F0409BF}" dt="2025-05-14T09:11:39.099" v="505"/>
        <pc:sldMkLst>
          <pc:docMk/>
          <pc:sldMk cId="2598082884" sldId="257"/>
        </pc:sldMkLst>
        <pc:graphicFrameChg chg="mod modGraphic">
          <ac:chgData name="Xie,Dr.,Emma (HP Medicine) BII-CN-S" userId="S::emma.xie@boehringer-ingelheim.com::af0d1509-0f1f-45c3-8dbe-a48c35975f00" providerId="AD" clId="Web-{6A81CA0B-F981-510B-1167-A3487F0409BF}" dt="2025-05-14T09:11:39.099" v="505"/>
          <ac:graphicFrameMkLst>
            <pc:docMk/>
            <pc:sldMk cId="2598082884" sldId="257"/>
            <ac:graphicFrameMk id="6" creationId="{03548376-02AA-4560-1270-A61A5F271A10}"/>
          </ac:graphicFrameMkLst>
        </pc:graphicFrameChg>
      </pc:sldChg>
      <pc:sldChg chg="addSp delSp modSp">
        <pc:chgData name="Xie,Dr.,Emma (HP Medicine) BII-CN-S" userId="S::emma.xie@boehringer-ingelheim.com::af0d1509-0f1f-45c3-8dbe-a48c35975f00" providerId="AD" clId="Web-{6A81CA0B-F981-510B-1167-A3487F0409BF}" dt="2025-05-14T09:11:55.287" v="508" actId="1076"/>
        <pc:sldMkLst>
          <pc:docMk/>
          <pc:sldMk cId="1749419817" sldId="269"/>
        </pc:sldMkLst>
        <pc:picChg chg="add mod">
          <ac:chgData name="Xie,Dr.,Emma (HP Medicine) BII-CN-S" userId="S::emma.xie@boehringer-ingelheim.com::af0d1509-0f1f-45c3-8dbe-a48c35975f00" providerId="AD" clId="Web-{6A81CA0B-F981-510B-1167-A3487F0409BF}" dt="2025-05-14T09:11:55.287" v="508" actId="1076"/>
          <ac:picMkLst>
            <pc:docMk/>
            <pc:sldMk cId="1749419817" sldId="269"/>
            <ac:picMk id="3" creationId="{BB627388-71AE-A97F-17D8-BEC13234714B}"/>
          </ac:picMkLst>
        </pc:picChg>
        <pc:picChg chg="del">
          <ac:chgData name="Xie,Dr.,Emma (HP Medicine) BII-CN-S" userId="S::emma.xie@boehringer-ingelheim.com::af0d1509-0f1f-45c3-8dbe-a48c35975f00" providerId="AD" clId="Web-{6A81CA0B-F981-510B-1167-A3487F0409BF}" dt="2025-05-14T09:11:42.709" v="506"/>
          <ac:picMkLst>
            <pc:docMk/>
            <pc:sldMk cId="1749419817" sldId="269"/>
            <ac:picMk id="9" creationId="{71E904F1-729C-B65F-18AD-922D5F7A7E35}"/>
          </ac:picMkLst>
        </pc:picChg>
      </pc:sldChg>
      <pc:sldChg chg="modSp">
        <pc:chgData name="Xie,Dr.,Emma (HP Medicine) BII-CN-S" userId="S::emma.xie@boehringer-ingelheim.com::af0d1509-0f1f-45c3-8dbe-a48c35975f00" providerId="AD" clId="Web-{6A81CA0B-F981-510B-1167-A3487F0409BF}" dt="2025-05-14T09:14:28.531" v="612"/>
        <pc:sldMkLst>
          <pc:docMk/>
          <pc:sldMk cId="3356285920" sldId="273"/>
        </pc:sldMkLst>
        <pc:graphicFrameChg chg="mod modGraphic">
          <ac:chgData name="Xie,Dr.,Emma (HP Medicine) BII-CN-S" userId="S::emma.xie@boehringer-ingelheim.com::af0d1509-0f1f-45c3-8dbe-a48c35975f00" providerId="AD" clId="Web-{6A81CA0B-F981-510B-1167-A3487F0409BF}" dt="2025-05-14T09:14:28.531" v="612"/>
          <ac:graphicFrameMkLst>
            <pc:docMk/>
            <pc:sldMk cId="3356285920" sldId="273"/>
            <ac:graphicFrameMk id="3" creationId="{00000000-0000-0000-0000-000000000000}"/>
          </ac:graphicFrameMkLst>
        </pc:graphicFrameChg>
      </pc:sldChg>
    </pc:docChg>
  </pc:docChgLst>
  <pc:docChgLst>
    <pc:chgData name="Zheng,Dr.,Lian (HP Medicine) BII-CN-S" userId="767e6303-f142-4891-9997-ed32fd588418" providerId="ADAL" clId="{769E6A58-6ECE-4241-9FA4-F0C91C81ED3B}"/>
    <pc:docChg chg="custSel modSld">
      <pc:chgData name="Zheng,Dr.,Lian (HP Medicine) BII-CN-S" userId="767e6303-f142-4891-9997-ed32fd588418" providerId="ADAL" clId="{769E6A58-6ECE-4241-9FA4-F0C91C81ED3B}" dt="2025-03-13T03:23:09.029" v="252" actId="20577"/>
      <pc:docMkLst>
        <pc:docMk/>
      </pc:docMkLst>
      <pc:sldChg chg="modSp mod">
        <pc:chgData name="Zheng,Dr.,Lian (HP Medicine) BII-CN-S" userId="767e6303-f142-4891-9997-ed32fd588418" providerId="ADAL" clId="{769E6A58-6ECE-4241-9FA4-F0C91C81ED3B}" dt="2025-03-13T03:23:09.029" v="252" actId="20577"/>
        <pc:sldMkLst>
          <pc:docMk/>
          <pc:sldMk cId="884907692" sldId="2147475075"/>
        </pc:sldMkLst>
      </pc:sldChg>
    </pc:docChg>
  </pc:docChgLst>
  <pc:docChgLst>
    <pc:chgData name="Xie,Dr.,Emma (HP Medicine) BII-CN-S" userId="S::emma.xie@boehringer-ingelheim.com::af0d1509-0f1f-45c3-8dbe-a48c35975f00" providerId="AD" clId="Web-{28CAFE57-8B58-D171-D773-DB4329B62D9C}"/>
    <pc:docChg chg="modSld">
      <pc:chgData name="Xie,Dr.,Emma (HP Medicine) BII-CN-S" userId="S::emma.xie@boehringer-ingelheim.com::af0d1509-0f1f-45c3-8dbe-a48c35975f00" providerId="AD" clId="Web-{28CAFE57-8B58-D171-D773-DB4329B62D9C}" dt="2025-03-14T08:41:11.329" v="10"/>
      <pc:docMkLst>
        <pc:docMk/>
      </pc:docMkLst>
      <pc:sldChg chg="modSp">
        <pc:chgData name="Xie,Dr.,Emma (HP Medicine) BII-CN-S" userId="S::emma.xie@boehringer-ingelheim.com::af0d1509-0f1f-45c3-8dbe-a48c35975f00" providerId="AD" clId="Web-{28CAFE57-8B58-D171-D773-DB4329B62D9C}" dt="2025-03-14T08:41:11.329" v="10"/>
        <pc:sldMkLst>
          <pc:docMk/>
          <pc:sldMk cId="4236112654" sldId="2147483632"/>
        </pc:sldMkLst>
        <pc:spChg chg="mod">
          <ac:chgData name="Xie,Dr.,Emma (HP Medicine) BII-CN-S" userId="S::emma.xie@boehringer-ingelheim.com::af0d1509-0f1f-45c3-8dbe-a48c35975f00" providerId="AD" clId="Web-{28CAFE57-8B58-D171-D773-DB4329B62D9C}" dt="2025-03-14T08:40:43.172" v="8" actId="20577"/>
          <ac:spMkLst>
            <pc:docMk/>
            <pc:sldMk cId="4236112654" sldId="2147483632"/>
            <ac:spMk id="2" creationId="{7D0090C6-31CD-BEC9-9B09-3B126FB20F52}"/>
          </ac:spMkLst>
        </pc:spChg>
        <pc:graphicFrameChg chg="mod modGraphic">
          <ac:chgData name="Xie,Dr.,Emma (HP Medicine) BII-CN-S" userId="S::emma.xie@boehringer-ingelheim.com::af0d1509-0f1f-45c3-8dbe-a48c35975f00" providerId="AD" clId="Web-{28CAFE57-8B58-D171-D773-DB4329B62D9C}" dt="2025-03-14T08:41:11.329" v="10"/>
          <ac:graphicFrameMkLst>
            <pc:docMk/>
            <pc:sldMk cId="4236112654" sldId="2147483632"/>
            <ac:graphicFrameMk id="6" creationId="{FF1D5DBA-7CCF-B9E8-EE2F-3DF354626BF8}"/>
          </ac:graphicFrameMkLst>
        </pc:graphicFrameChg>
      </pc:sldChg>
    </pc:docChg>
  </pc:docChgLst>
  <pc:docChgLst>
    <pc:chgData name="Zheng,Dr.,Lian (HP Medicine) BII-CN-S" userId="S::lian.zheng@boehringer-ingelheim.com::767e6303-f142-4891-9997-ed32fd588418" providerId="AD" clId="Web-{09229072-6D92-8CCD-A07D-00C2B1F07D1C}"/>
    <pc:docChg chg="modSld">
      <pc:chgData name="Zheng,Dr.,Lian (HP Medicine) BII-CN-S" userId="S::lian.zheng@boehringer-ingelheim.com::767e6303-f142-4891-9997-ed32fd588418" providerId="AD" clId="Web-{09229072-6D92-8CCD-A07D-00C2B1F07D1C}" dt="2025-03-13T03:17:25.860" v="257"/>
      <pc:docMkLst>
        <pc:docMk/>
      </pc:docMkLst>
      <pc:sldChg chg="modSp">
        <pc:chgData name="Zheng,Dr.,Lian (HP Medicine) BII-CN-S" userId="S::lian.zheng@boehringer-ingelheim.com::767e6303-f142-4891-9997-ed32fd588418" providerId="AD" clId="Web-{09229072-6D92-8CCD-A07D-00C2B1F07D1C}" dt="2025-03-13T03:17:25.860" v="257"/>
        <pc:sldMkLst>
          <pc:docMk/>
          <pc:sldMk cId="884907692" sldId="2147475075"/>
        </pc:sldMkLst>
      </pc:sldChg>
    </pc:docChg>
  </pc:docChgLst>
  <pc:docChgLst>
    <pc:chgData name="Xie,Dr.,Emma (HP Medicine) BII-CN-S" userId="S::emma.xie@boehringer-ingelheim.com::af0d1509-0f1f-45c3-8dbe-a48c35975f00" providerId="AD" clId="Web-{292F5A66-3B7C-51A2-E0DE-E985F44BD2DA}"/>
    <pc:docChg chg="addSld delSld modSld modSection">
      <pc:chgData name="Xie,Dr.,Emma (HP Medicine) BII-CN-S" userId="S::emma.xie@boehringer-ingelheim.com::af0d1509-0f1f-45c3-8dbe-a48c35975f00" providerId="AD" clId="Web-{292F5A66-3B7C-51A2-E0DE-E985F44BD2DA}" dt="2025-03-17T14:16:40.692" v="579"/>
      <pc:docMkLst>
        <pc:docMk/>
      </pc:docMkLst>
      <pc:sldChg chg="modSp">
        <pc:chgData name="Xie,Dr.,Emma (HP Medicine) BII-CN-S" userId="S::emma.xie@boehringer-ingelheim.com::af0d1509-0f1f-45c3-8dbe-a48c35975f00" providerId="AD" clId="Web-{292F5A66-3B7C-51A2-E0DE-E985F44BD2DA}" dt="2025-03-17T08:41:40.509" v="151" actId="14100"/>
        <pc:sldMkLst>
          <pc:docMk/>
          <pc:sldMk cId="4093376736" sldId="256"/>
        </pc:sldMkLst>
      </pc:sldChg>
      <pc:sldChg chg="modSp">
        <pc:chgData name="Xie,Dr.,Emma (HP Medicine) BII-CN-S" userId="S::emma.xie@boehringer-ingelheim.com::af0d1509-0f1f-45c3-8dbe-a48c35975f00" providerId="AD" clId="Web-{292F5A66-3B7C-51A2-E0DE-E985F44BD2DA}" dt="2025-03-17T12:57:58.259" v="350"/>
        <pc:sldMkLst>
          <pc:docMk/>
          <pc:sldMk cId="2598082884" sldId="257"/>
        </pc:sldMkLst>
      </pc:sldChg>
      <pc:sldChg chg="modSp">
        <pc:chgData name="Xie,Dr.,Emma (HP Medicine) BII-CN-S" userId="S::emma.xie@boehringer-ingelheim.com::af0d1509-0f1f-45c3-8dbe-a48c35975f00" providerId="AD" clId="Web-{292F5A66-3B7C-51A2-E0DE-E985F44BD2DA}" dt="2025-03-17T14:06:33.591" v="469"/>
        <pc:sldMkLst>
          <pc:docMk/>
          <pc:sldMk cId="3794875250" sldId="261"/>
        </pc:sldMkLst>
      </pc:sldChg>
      <pc:sldChg chg="modSp">
        <pc:chgData name="Xie,Dr.,Emma (HP Medicine) BII-CN-S" userId="S::emma.xie@boehringer-ingelheim.com::af0d1509-0f1f-45c3-8dbe-a48c35975f00" providerId="AD" clId="Web-{292F5A66-3B7C-51A2-E0DE-E985F44BD2DA}" dt="2025-03-17T07:07:03.551" v="29" actId="20577"/>
        <pc:sldMkLst>
          <pc:docMk/>
          <pc:sldMk cId="3903531978" sldId="262"/>
        </pc:sldMkLst>
        <pc:spChg chg="mod">
          <ac:chgData name="Xie,Dr.,Emma (HP Medicine) BII-CN-S" userId="S::emma.xie@boehringer-ingelheim.com::af0d1509-0f1f-45c3-8dbe-a48c35975f00" providerId="AD" clId="Web-{292F5A66-3B7C-51A2-E0DE-E985F44BD2DA}" dt="2025-03-17T07:07:03.551" v="29" actId="20577"/>
          <ac:spMkLst>
            <pc:docMk/>
            <pc:sldMk cId="3903531978" sldId="262"/>
            <ac:spMk id="3" creationId="{5E429A0F-0552-AD69-61B4-9FB8BC6C5A53}"/>
          </ac:spMkLst>
        </pc:spChg>
      </pc:sldChg>
      <pc:sldChg chg="mod modShow">
        <pc:chgData name="Xie,Dr.,Emma (HP Medicine) BII-CN-S" userId="S::emma.xie@boehringer-ingelheim.com::af0d1509-0f1f-45c3-8dbe-a48c35975f00" providerId="AD" clId="Web-{292F5A66-3B7C-51A2-E0DE-E985F44BD2DA}" dt="2025-03-17T07:17:19.681" v="45"/>
        <pc:sldMkLst>
          <pc:docMk/>
          <pc:sldMk cId="2034294607" sldId="263"/>
        </pc:sldMkLst>
      </pc:sldChg>
      <pc:sldChg chg="modSp">
        <pc:chgData name="Xie,Dr.,Emma (HP Medicine) BII-CN-S" userId="S::emma.xie@boehringer-ingelheim.com::af0d1509-0f1f-45c3-8dbe-a48c35975f00" providerId="AD" clId="Web-{292F5A66-3B7C-51A2-E0DE-E985F44BD2DA}" dt="2025-03-17T08:38:26.487" v="58" actId="20577"/>
        <pc:sldMkLst>
          <pc:docMk/>
          <pc:sldMk cId="2240190528" sldId="265"/>
        </pc:sldMkLst>
      </pc:sldChg>
      <pc:sldChg chg="modSp add replId">
        <pc:chgData name="Xie,Dr.,Emma (HP Medicine) BII-CN-S" userId="S::emma.xie@boehringer-ingelheim.com::af0d1509-0f1f-45c3-8dbe-a48c35975f00" providerId="AD" clId="Web-{292F5A66-3B7C-51A2-E0DE-E985F44BD2DA}" dt="2025-03-17T07:08:12.444" v="36" actId="20577"/>
        <pc:sldMkLst>
          <pc:docMk/>
          <pc:sldMk cId="1862893468" sldId="266"/>
        </pc:sldMkLst>
        <pc:spChg chg="mod">
          <ac:chgData name="Xie,Dr.,Emma (HP Medicine) BII-CN-S" userId="S::emma.xie@boehringer-ingelheim.com::af0d1509-0f1f-45c3-8dbe-a48c35975f00" providerId="AD" clId="Web-{292F5A66-3B7C-51A2-E0DE-E985F44BD2DA}" dt="2025-03-17T07:08:12.444" v="36" actId="20577"/>
          <ac:spMkLst>
            <pc:docMk/>
            <pc:sldMk cId="1862893468" sldId="266"/>
            <ac:spMk id="3" creationId="{C0E3C9F0-C8C8-CC7D-4F0E-A9D58F02E21E}"/>
          </ac:spMkLst>
        </pc:spChg>
      </pc:sldChg>
      <pc:sldChg chg="modSp add del replId">
        <pc:chgData name="Xie,Dr.,Emma (HP Medicine) BII-CN-S" userId="S::emma.xie@boehringer-ingelheim.com::af0d1509-0f1f-45c3-8dbe-a48c35975f00" providerId="AD" clId="Web-{292F5A66-3B7C-51A2-E0DE-E985F44BD2DA}" dt="2025-03-17T07:07:23.474" v="31"/>
        <pc:sldMkLst>
          <pc:docMk/>
          <pc:sldMk cId="3676633160" sldId="266"/>
        </pc:sldMkLst>
      </pc:sldChg>
      <pc:sldChg chg="modSp add replId">
        <pc:chgData name="Xie,Dr.,Emma (HP Medicine) BII-CN-S" userId="S::emma.xie@boehringer-ingelheim.com::af0d1509-0f1f-45c3-8dbe-a48c35975f00" providerId="AD" clId="Web-{292F5A66-3B7C-51A2-E0DE-E985F44BD2DA}" dt="2025-03-17T07:07:42.568" v="33" actId="20577"/>
        <pc:sldMkLst>
          <pc:docMk/>
          <pc:sldMk cId="346401263" sldId="267"/>
        </pc:sldMkLst>
        <pc:spChg chg="mod">
          <ac:chgData name="Xie,Dr.,Emma (HP Medicine) BII-CN-S" userId="S::emma.xie@boehringer-ingelheim.com::af0d1509-0f1f-45c3-8dbe-a48c35975f00" providerId="AD" clId="Web-{292F5A66-3B7C-51A2-E0DE-E985F44BD2DA}" dt="2025-03-17T07:07:42.568" v="33" actId="20577"/>
          <ac:spMkLst>
            <pc:docMk/>
            <pc:sldMk cId="346401263" sldId="267"/>
            <ac:spMk id="3" creationId="{9664E8BE-8A14-ED55-E2EA-F888FAADBD7B}"/>
          </ac:spMkLst>
        </pc:spChg>
      </pc:sldChg>
      <pc:sldChg chg="modSp add replId">
        <pc:chgData name="Xie,Dr.,Emma (HP Medicine) BII-CN-S" userId="S::emma.xie@boehringer-ingelheim.com::af0d1509-0f1f-45c3-8dbe-a48c35975f00" providerId="AD" clId="Web-{292F5A66-3B7C-51A2-E0DE-E985F44BD2DA}" dt="2025-03-17T07:08:39.242" v="39" actId="20577"/>
        <pc:sldMkLst>
          <pc:docMk/>
          <pc:sldMk cId="1640362205" sldId="268"/>
        </pc:sldMkLst>
        <pc:spChg chg="mod">
          <ac:chgData name="Xie,Dr.,Emma (HP Medicine) BII-CN-S" userId="S::emma.xie@boehringer-ingelheim.com::af0d1509-0f1f-45c3-8dbe-a48c35975f00" providerId="AD" clId="Web-{292F5A66-3B7C-51A2-E0DE-E985F44BD2DA}" dt="2025-03-17T07:08:39.242" v="39" actId="20577"/>
          <ac:spMkLst>
            <pc:docMk/>
            <pc:sldMk cId="1640362205" sldId="268"/>
            <ac:spMk id="3" creationId="{ECBE7DFF-A34E-0DCB-EF20-CDE44A7EC9A8}"/>
          </ac:spMkLst>
        </pc:spChg>
      </pc:sldChg>
      <pc:sldChg chg="modSp add replId">
        <pc:chgData name="Xie,Dr.,Emma (HP Medicine) BII-CN-S" userId="S::emma.xie@boehringer-ingelheim.com::af0d1509-0f1f-45c3-8dbe-a48c35975f00" providerId="AD" clId="Web-{292F5A66-3B7C-51A2-E0DE-E985F44BD2DA}" dt="2025-03-17T07:16:09.397" v="41" actId="20577"/>
        <pc:sldMkLst>
          <pc:docMk/>
          <pc:sldMk cId="1441842335" sldId="269"/>
        </pc:sldMkLst>
      </pc:sldChg>
      <pc:sldChg chg="modSp add replId">
        <pc:chgData name="Xie,Dr.,Emma (HP Medicine) BII-CN-S" userId="S::emma.xie@boehringer-ingelheim.com::af0d1509-0f1f-45c3-8dbe-a48c35975f00" providerId="AD" clId="Web-{292F5A66-3B7C-51A2-E0DE-E985F44BD2DA}" dt="2025-03-17T07:16:51.414" v="44" actId="20577"/>
        <pc:sldMkLst>
          <pc:docMk/>
          <pc:sldMk cId="1663301791" sldId="270"/>
        </pc:sldMkLst>
        <pc:spChg chg="mod">
          <ac:chgData name="Xie,Dr.,Emma (HP Medicine) BII-CN-S" userId="S::emma.xie@boehringer-ingelheim.com::af0d1509-0f1f-45c3-8dbe-a48c35975f00" providerId="AD" clId="Web-{292F5A66-3B7C-51A2-E0DE-E985F44BD2DA}" dt="2025-03-17T07:16:51.414" v="44" actId="20577"/>
          <ac:spMkLst>
            <pc:docMk/>
            <pc:sldMk cId="1663301791" sldId="270"/>
            <ac:spMk id="3" creationId="{68D29BD9-09B5-1E6C-4728-57B551065BB0}"/>
          </ac:spMkLst>
        </pc:spChg>
      </pc:sldChg>
      <pc:sldChg chg="modSp">
        <pc:chgData name="Xie,Dr.,Emma (HP Medicine) BII-CN-S" userId="S::emma.xie@boehringer-ingelheim.com::af0d1509-0f1f-45c3-8dbe-a48c35975f00" providerId="AD" clId="Web-{292F5A66-3B7C-51A2-E0DE-E985F44BD2DA}" dt="2025-03-17T14:16:40.692" v="579"/>
        <pc:sldMkLst>
          <pc:docMk/>
          <pc:sldMk cId="237015709" sldId="2147377272"/>
        </pc:sldMkLst>
      </pc:sldChg>
      <pc:sldChg chg="modSp">
        <pc:chgData name="Xie,Dr.,Emma (HP Medicine) BII-CN-S" userId="S::emma.xie@boehringer-ingelheim.com::af0d1509-0f1f-45c3-8dbe-a48c35975f00" providerId="AD" clId="Web-{292F5A66-3B7C-51A2-E0DE-E985F44BD2DA}" dt="2025-03-17T14:15:06.623" v="533"/>
        <pc:sldMkLst>
          <pc:docMk/>
          <pc:sldMk cId="967392581" sldId="2147377301"/>
        </pc:sldMkLst>
      </pc:sldChg>
      <pc:sldChg chg="modSp">
        <pc:chgData name="Xie,Dr.,Emma (HP Medicine) BII-CN-S" userId="S::emma.xie@boehringer-ingelheim.com::af0d1509-0f1f-45c3-8dbe-a48c35975f00" providerId="AD" clId="Web-{292F5A66-3B7C-51A2-E0DE-E985F44BD2DA}" dt="2025-03-17T14:05:48.510" v="465"/>
        <pc:sldMkLst>
          <pc:docMk/>
          <pc:sldMk cId="884907692" sldId="2147475075"/>
        </pc:sldMkLst>
      </pc:sldChg>
      <pc:sldChg chg="modSp">
        <pc:chgData name="Xie,Dr.,Emma (HP Medicine) BII-CN-S" userId="S::emma.xie@boehringer-ingelheim.com::af0d1509-0f1f-45c3-8dbe-a48c35975f00" providerId="AD" clId="Web-{292F5A66-3B7C-51A2-E0DE-E985F44BD2DA}" dt="2025-03-17T13:06:00.261" v="463" actId="20577"/>
        <pc:sldMkLst>
          <pc:docMk/>
          <pc:sldMk cId="1815055798" sldId="2147482899"/>
        </pc:sldMkLst>
      </pc:sldChg>
      <pc:sldChg chg="modSp">
        <pc:chgData name="Xie,Dr.,Emma (HP Medicine) BII-CN-S" userId="S::emma.xie@boehringer-ingelheim.com::af0d1509-0f1f-45c3-8dbe-a48c35975f00" providerId="AD" clId="Web-{292F5A66-3B7C-51A2-E0DE-E985F44BD2DA}" dt="2025-03-17T13:05:27.635" v="456"/>
        <pc:sldMkLst>
          <pc:docMk/>
          <pc:sldMk cId="359266217" sldId="2147483590"/>
        </pc:sldMkLst>
      </pc:sldChg>
      <pc:sldChg chg="modSp">
        <pc:chgData name="Xie,Dr.,Emma (HP Medicine) BII-CN-S" userId="S::emma.xie@boehringer-ingelheim.com::af0d1509-0f1f-45c3-8dbe-a48c35975f00" providerId="AD" clId="Web-{292F5A66-3B7C-51A2-E0DE-E985F44BD2DA}" dt="2025-03-17T08:46:01.924" v="232"/>
        <pc:sldMkLst>
          <pc:docMk/>
          <pc:sldMk cId="4236112654" sldId="2147483632"/>
        </pc:sldMkLst>
        <pc:graphicFrameChg chg="mod modGraphic">
          <ac:chgData name="Xie,Dr.,Emma (HP Medicine) BII-CN-S" userId="S::emma.xie@boehringer-ingelheim.com::af0d1509-0f1f-45c3-8dbe-a48c35975f00" providerId="AD" clId="Web-{292F5A66-3B7C-51A2-E0DE-E985F44BD2DA}" dt="2025-03-17T08:46:01.924" v="232"/>
          <ac:graphicFrameMkLst>
            <pc:docMk/>
            <pc:sldMk cId="4236112654" sldId="2147483632"/>
            <ac:graphicFrameMk id="6" creationId="{FF1D5DBA-7CCF-B9E8-EE2F-3DF354626BF8}"/>
          </ac:graphicFrameMkLst>
        </pc:graphicFrameChg>
      </pc:sldChg>
      <pc:sldChg chg="modSp">
        <pc:chgData name="Xie,Dr.,Emma (HP Medicine) BII-CN-S" userId="S::emma.xie@boehringer-ingelheim.com::af0d1509-0f1f-45c3-8dbe-a48c35975f00" providerId="AD" clId="Web-{292F5A66-3B7C-51A2-E0DE-E985F44BD2DA}" dt="2025-03-17T08:56:19.820" v="333"/>
        <pc:sldMkLst>
          <pc:docMk/>
          <pc:sldMk cId="159678277" sldId="2147483647"/>
        </pc:sldMkLst>
        <pc:graphicFrameChg chg="mod modGraphic">
          <ac:chgData name="Xie,Dr.,Emma (HP Medicine) BII-CN-S" userId="S::emma.xie@boehringer-ingelheim.com::af0d1509-0f1f-45c3-8dbe-a48c35975f00" providerId="AD" clId="Web-{292F5A66-3B7C-51A2-E0DE-E985F44BD2DA}" dt="2025-03-17T08:56:19.820" v="333"/>
          <ac:graphicFrameMkLst>
            <pc:docMk/>
            <pc:sldMk cId="159678277" sldId="2147483647"/>
            <ac:graphicFrameMk id="6" creationId="{CBE3C37E-5F48-D08E-4B95-7B63244BABBE}"/>
          </ac:graphicFrameMkLst>
        </pc:graphicFrameChg>
      </pc:sldChg>
    </pc:docChg>
  </pc:docChgLst>
  <pc:docChgLst>
    <pc:chgData name="Liang,Dr.,Hongzi (HP Medicine) BII-CN-S" userId="29bc0a18-5096-49d5-ae49-3e5745cfa117" providerId="ADAL" clId="{E231FA43-4BCE-491A-9EC7-D434CF665307}"/>
    <pc:docChg chg="custSel modSld">
      <pc:chgData name="Liang,Dr.,Hongzi (HP Medicine) BII-CN-S" userId="29bc0a18-5096-49d5-ae49-3e5745cfa117" providerId="ADAL" clId="{E231FA43-4BCE-491A-9EC7-D434CF665307}" dt="2025-05-15T02:24:09.904" v="301" actId="20577"/>
      <pc:docMkLst>
        <pc:docMk/>
      </pc:docMkLst>
      <pc:sldChg chg="addSp modSp mod">
        <pc:chgData name="Liang,Dr.,Hongzi (HP Medicine) BII-CN-S" userId="29bc0a18-5096-49d5-ae49-3e5745cfa117" providerId="ADAL" clId="{E231FA43-4BCE-491A-9EC7-D434CF665307}" dt="2025-05-15T02:21:46.244" v="300" actId="1035"/>
        <pc:sldMkLst>
          <pc:docMk/>
          <pc:sldMk cId="1394987295" sldId="275"/>
        </pc:sldMkLst>
        <pc:spChg chg="add mod">
          <ac:chgData name="Liang,Dr.,Hongzi (HP Medicine) BII-CN-S" userId="29bc0a18-5096-49d5-ae49-3e5745cfa117" providerId="ADAL" clId="{E231FA43-4BCE-491A-9EC7-D434CF665307}" dt="2025-05-15T02:21:34.393" v="295" actId="1036"/>
          <ac:spMkLst>
            <pc:docMk/>
            <pc:sldMk cId="1394987295" sldId="275"/>
            <ac:spMk id="10" creationId="{1B7F1AFB-059B-B129-F528-C267F26EBD7D}"/>
          </ac:spMkLst>
        </pc:spChg>
        <pc:spChg chg="add mod">
          <ac:chgData name="Liang,Dr.,Hongzi (HP Medicine) BII-CN-S" userId="29bc0a18-5096-49d5-ae49-3e5745cfa117" providerId="ADAL" clId="{E231FA43-4BCE-491A-9EC7-D434CF665307}" dt="2025-05-15T02:21:46.244" v="300" actId="1035"/>
          <ac:spMkLst>
            <pc:docMk/>
            <pc:sldMk cId="1394987295" sldId="275"/>
            <ac:spMk id="11" creationId="{EFF9D1D4-E50E-25B0-EB77-1AAC752F0A07}"/>
          </ac:spMkLst>
        </pc:spChg>
      </pc:sldChg>
      <pc:sldChg chg="addSp delSp modSp mod">
        <pc:chgData name="Liang,Dr.,Hongzi (HP Medicine) BII-CN-S" userId="29bc0a18-5096-49d5-ae49-3e5745cfa117" providerId="ADAL" clId="{E231FA43-4BCE-491A-9EC7-D434CF665307}" dt="2025-05-15T02:19:46.782" v="155" actId="1035"/>
        <pc:sldMkLst>
          <pc:docMk/>
          <pc:sldMk cId="1641156487" sldId="285"/>
        </pc:sldMkLst>
        <pc:spChg chg="mod">
          <ac:chgData name="Liang,Dr.,Hongzi (HP Medicine) BII-CN-S" userId="29bc0a18-5096-49d5-ae49-3e5745cfa117" providerId="ADAL" clId="{E231FA43-4BCE-491A-9EC7-D434CF665307}" dt="2025-05-15T02:15:16.267" v="113" actId="20577"/>
          <ac:spMkLst>
            <pc:docMk/>
            <pc:sldMk cId="1641156487" sldId="285"/>
            <ac:spMk id="2" creationId="{09A00E61-3881-AC22-D754-5D24A01C143F}"/>
          </ac:spMkLst>
        </pc:spChg>
        <pc:spChg chg="add mod">
          <ac:chgData name="Liang,Dr.,Hongzi (HP Medicine) BII-CN-S" userId="29bc0a18-5096-49d5-ae49-3e5745cfa117" providerId="ADAL" clId="{E231FA43-4BCE-491A-9EC7-D434CF665307}" dt="2025-05-15T02:18:23.749" v="139" actId="1037"/>
          <ac:spMkLst>
            <pc:docMk/>
            <pc:sldMk cId="1641156487" sldId="285"/>
            <ac:spMk id="225" creationId="{A2C2EE9B-AB67-7917-EED6-4525C7685CCF}"/>
          </ac:spMkLst>
        </pc:spChg>
        <pc:spChg chg="mod">
          <ac:chgData name="Liang,Dr.,Hongzi (HP Medicine) BII-CN-S" userId="29bc0a18-5096-49d5-ae49-3e5745cfa117" providerId="ADAL" clId="{E231FA43-4BCE-491A-9EC7-D434CF665307}" dt="2025-05-15T02:19:46.782" v="155" actId="1035"/>
          <ac:spMkLst>
            <pc:docMk/>
            <pc:sldMk cId="1641156487" sldId="285"/>
            <ac:spMk id="226" creationId="{4992C2EE-0AC3-3C99-52F0-04BB325A5F87}"/>
          </ac:spMkLst>
        </pc:spChg>
        <pc:spChg chg="add mod">
          <ac:chgData name="Liang,Dr.,Hongzi (HP Medicine) BII-CN-S" userId="29bc0a18-5096-49d5-ae49-3e5745cfa117" providerId="ADAL" clId="{E231FA43-4BCE-491A-9EC7-D434CF665307}" dt="2025-05-15T02:18:23.749" v="139" actId="1037"/>
          <ac:spMkLst>
            <pc:docMk/>
            <pc:sldMk cId="1641156487" sldId="285"/>
            <ac:spMk id="303" creationId="{E08CAD08-7A6A-A3D6-E583-3069AAD800D1}"/>
          </ac:spMkLst>
        </pc:spChg>
        <pc:spChg chg="add del mod">
          <ac:chgData name="Liang,Dr.,Hongzi (HP Medicine) BII-CN-S" userId="29bc0a18-5096-49d5-ae49-3e5745cfa117" providerId="ADAL" clId="{E231FA43-4BCE-491A-9EC7-D434CF665307}" dt="2025-05-15T02:17:34.660" v="116" actId="478"/>
          <ac:spMkLst>
            <pc:docMk/>
            <pc:sldMk cId="1641156487" sldId="285"/>
            <ac:spMk id="304" creationId="{BCB75463-5290-D0D0-08BF-253A638251E8}"/>
          </ac:spMkLst>
        </pc:spChg>
        <pc:spChg chg="add del mod">
          <ac:chgData name="Liang,Dr.,Hongzi (HP Medicine) BII-CN-S" userId="29bc0a18-5096-49d5-ae49-3e5745cfa117" providerId="ADAL" clId="{E231FA43-4BCE-491A-9EC7-D434CF665307}" dt="2025-05-15T02:17:38.946" v="117" actId="478"/>
          <ac:spMkLst>
            <pc:docMk/>
            <pc:sldMk cId="1641156487" sldId="285"/>
            <ac:spMk id="305" creationId="{A46E335D-172A-6060-1591-D80F2DC999BA}"/>
          </ac:spMkLst>
        </pc:spChg>
        <pc:spChg chg="add mod">
          <ac:chgData name="Liang,Dr.,Hongzi (HP Medicine) BII-CN-S" userId="29bc0a18-5096-49d5-ae49-3e5745cfa117" providerId="ADAL" clId="{E231FA43-4BCE-491A-9EC7-D434CF665307}" dt="2025-05-15T02:19:03.547" v="153" actId="1037"/>
          <ac:spMkLst>
            <pc:docMk/>
            <pc:sldMk cId="1641156487" sldId="285"/>
            <ac:spMk id="306" creationId="{020CE5A0-95BB-F4CB-975A-C29B731FE45C}"/>
          </ac:spMkLst>
        </pc:spChg>
        <pc:cxnChg chg="add mod">
          <ac:chgData name="Liang,Dr.,Hongzi (HP Medicine) BII-CN-S" userId="29bc0a18-5096-49d5-ae49-3e5745cfa117" providerId="ADAL" clId="{E231FA43-4BCE-491A-9EC7-D434CF665307}" dt="2025-05-15T02:18:27.753" v="141" actId="1037"/>
          <ac:cxnSpMkLst>
            <pc:docMk/>
            <pc:sldMk cId="1641156487" sldId="285"/>
            <ac:cxnSpMk id="224" creationId="{3EE46B58-69DE-5428-5AC1-97BA045861B8}"/>
          </ac:cxnSpMkLst>
        </pc:cxnChg>
      </pc:sldChg>
      <pc:sldChg chg="modSp mod">
        <pc:chgData name="Liang,Dr.,Hongzi (HP Medicine) BII-CN-S" userId="29bc0a18-5096-49d5-ae49-3e5745cfa117" providerId="ADAL" clId="{E231FA43-4BCE-491A-9EC7-D434CF665307}" dt="2025-05-15T02:24:09.904" v="301" actId="20577"/>
        <pc:sldMkLst>
          <pc:docMk/>
          <pc:sldMk cId="2832997277" sldId="2147475076"/>
        </pc:sldMkLst>
        <pc:graphicFrameChg chg="modGraphic">
          <ac:chgData name="Liang,Dr.,Hongzi (HP Medicine) BII-CN-S" userId="29bc0a18-5096-49d5-ae49-3e5745cfa117" providerId="ADAL" clId="{E231FA43-4BCE-491A-9EC7-D434CF665307}" dt="2025-05-15T02:24:09.904" v="301" actId="20577"/>
          <ac:graphicFrameMkLst>
            <pc:docMk/>
            <pc:sldMk cId="2832997277" sldId="2147475076"/>
            <ac:graphicFrameMk id="15" creationId="{B16C4F7B-FFC9-8C91-F3C2-0272A3D6E47F}"/>
          </ac:graphicFrameMkLst>
        </pc:graphicFrameChg>
      </pc:sldChg>
    </pc:docChg>
  </pc:docChgLst>
  <pc:docChgLst>
    <pc:chgData name="Zheng,Dr.,Lian (HP Medicine) BII-CN-S" userId="767e6303-f142-4891-9997-ed32fd588418" providerId="ADAL" clId="{C4AAEEF7-6E63-49BD-B42E-D7E14D743FE9}"/>
    <pc:docChg chg="custSel delSld modSld modSection">
      <pc:chgData name="Zheng,Dr.,Lian (HP Medicine) BII-CN-S" userId="767e6303-f142-4891-9997-ed32fd588418" providerId="ADAL" clId="{C4AAEEF7-6E63-49BD-B42E-D7E14D743FE9}" dt="2025-05-14T01:36:27.598" v="8" actId="948"/>
      <pc:docMkLst>
        <pc:docMk/>
      </pc:docMkLst>
      <pc:sldChg chg="addSp delSp modSp mod">
        <pc:chgData name="Zheng,Dr.,Lian (HP Medicine) BII-CN-S" userId="767e6303-f142-4891-9997-ed32fd588418" providerId="ADAL" clId="{C4AAEEF7-6E63-49BD-B42E-D7E14D743FE9}" dt="2025-05-14T01:36:27.598" v="8" actId="948"/>
        <pc:sldMkLst>
          <pc:docMk/>
          <pc:sldMk cId="3794875250" sldId="261"/>
        </pc:sldMkLst>
        <pc:graphicFrameChg chg="add mod modGraphic">
          <ac:chgData name="Zheng,Dr.,Lian (HP Medicine) BII-CN-S" userId="767e6303-f142-4891-9997-ed32fd588418" providerId="ADAL" clId="{C4AAEEF7-6E63-49BD-B42E-D7E14D743FE9}" dt="2025-05-14T01:36:27.598" v="8" actId="948"/>
          <ac:graphicFrameMkLst>
            <pc:docMk/>
            <pc:sldMk cId="3794875250" sldId="261"/>
            <ac:graphicFrameMk id="7" creationId="{909957D2-540E-042B-88F2-6245C6A82F29}"/>
          </ac:graphicFrameMkLst>
        </pc:graphicFrameChg>
      </pc:sldChg>
      <pc:sldChg chg="del">
        <pc:chgData name="Zheng,Dr.,Lian (HP Medicine) BII-CN-S" userId="767e6303-f142-4891-9997-ed32fd588418" providerId="ADAL" clId="{C4AAEEF7-6E63-49BD-B42E-D7E14D743FE9}" dt="2025-05-14T01:35:56.120" v="3" actId="47"/>
        <pc:sldMkLst>
          <pc:docMk/>
          <pc:sldMk cId="2295419491" sldId="264"/>
        </pc:sldMkLst>
      </pc:sldChg>
    </pc:docChg>
  </pc:docChgLst>
  <pc:docChgLst>
    <pc:chgData name="Bao,Leo (HP Medicine) BII-CN-S" userId="304d67f6-22b5-442d-b505-93f46686c546" providerId="ADAL" clId="{FBC3C29E-0DC3-487E-A06C-EBA5AB8FB8DB}"/>
    <pc:docChg chg="addSld delSld modSld modSection">
      <pc:chgData name="Bao,Leo (HP Medicine) BII-CN-S" userId="304d67f6-22b5-442d-b505-93f46686c546" providerId="ADAL" clId="{FBC3C29E-0DC3-487E-A06C-EBA5AB8FB8DB}" dt="2025-05-14T05:51:32.677" v="238" actId="20577"/>
      <pc:docMkLst>
        <pc:docMk/>
      </pc:docMkLst>
      <pc:sldChg chg="modSp add del mod">
        <pc:chgData name="Bao,Leo (HP Medicine) BII-CN-S" userId="304d67f6-22b5-442d-b505-93f46686c546" providerId="ADAL" clId="{FBC3C29E-0DC3-487E-A06C-EBA5AB8FB8DB}" dt="2025-05-12T10:11:16.999" v="116" actId="20577"/>
        <pc:sldMkLst>
          <pc:docMk/>
          <pc:sldMk cId="2598082884" sldId="257"/>
        </pc:sldMkLst>
        <pc:graphicFrameChg chg="modGraphic">
          <ac:chgData name="Bao,Leo (HP Medicine) BII-CN-S" userId="304d67f6-22b5-442d-b505-93f46686c546" providerId="ADAL" clId="{FBC3C29E-0DC3-487E-A06C-EBA5AB8FB8DB}" dt="2025-05-12T10:11:16.999" v="116" actId="20577"/>
          <ac:graphicFrameMkLst>
            <pc:docMk/>
            <pc:sldMk cId="2598082884" sldId="257"/>
            <ac:graphicFrameMk id="6" creationId="{03548376-02AA-4560-1270-A61A5F271A10}"/>
          </ac:graphicFrameMkLst>
        </pc:graphicFrameChg>
      </pc:sldChg>
      <pc:sldChg chg="modSp mod">
        <pc:chgData name="Bao,Leo (HP Medicine) BII-CN-S" userId="304d67f6-22b5-442d-b505-93f46686c546" providerId="ADAL" clId="{FBC3C29E-0DC3-487E-A06C-EBA5AB8FB8DB}" dt="2025-05-14T05:51:32.677" v="238" actId="20577"/>
        <pc:sldMkLst>
          <pc:docMk/>
          <pc:sldMk cId="3356285920" sldId="273"/>
        </pc:sldMkLst>
        <pc:graphicFrameChg chg="modGraphic">
          <ac:chgData name="Bao,Leo (HP Medicine) BII-CN-S" userId="304d67f6-22b5-442d-b505-93f46686c546" providerId="ADAL" clId="{FBC3C29E-0DC3-487E-A06C-EBA5AB8FB8DB}" dt="2025-05-14T05:51:32.677" v="238" actId="20577"/>
          <ac:graphicFrameMkLst>
            <pc:docMk/>
            <pc:sldMk cId="3356285920" sldId="273"/>
            <ac:graphicFrameMk id="3" creationId="{00000000-0000-0000-0000-000000000000}"/>
          </ac:graphicFrameMkLst>
        </pc:graphicFrameChg>
      </pc:sldChg>
      <pc:sldChg chg="add del">
        <pc:chgData name="Bao,Leo (HP Medicine) BII-CN-S" userId="304d67f6-22b5-442d-b505-93f46686c546" providerId="ADAL" clId="{FBC3C29E-0DC3-487E-A06C-EBA5AB8FB8DB}" dt="2025-05-11T14:12:53.938" v="1"/>
        <pc:sldMkLst>
          <pc:docMk/>
          <pc:sldMk cId="1200658283" sldId="274"/>
        </pc:sldMkLst>
      </pc:sldChg>
      <pc:sldChg chg="modSp add del mod">
        <pc:chgData name="Bao,Leo (HP Medicine) BII-CN-S" userId="304d67f6-22b5-442d-b505-93f46686c546" providerId="ADAL" clId="{FBC3C29E-0DC3-487E-A06C-EBA5AB8FB8DB}" dt="2025-05-12T10:14:07.720" v="117" actId="47"/>
        <pc:sldMkLst>
          <pc:docMk/>
          <pc:sldMk cId="2620525594" sldId="274"/>
        </pc:sldMkLst>
      </pc:sldChg>
      <pc:sldChg chg="modSp mod">
        <pc:chgData name="Bao,Leo (HP Medicine) BII-CN-S" userId="304d67f6-22b5-442d-b505-93f46686c546" providerId="ADAL" clId="{FBC3C29E-0DC3-487E-A06C-EBA5AB8FB8DB}" dt="2025-05-12T15:01:09.919" v="162" actId="20577"/>
        <pc:sldMkLst>
          <pc:docMk/>
          <pc:sldMk cId="159678277" sldId="2147483647"/>
        </pc:sldMkLst>
        <pc:graphicFrameChg chg="mod modGraphic">
          <ac:chgData name="Bao,Leo (HP Medicine) BII-CN-S" userId="304d67f6-22b5-442d-b505-93f46686c546" providerId="ADAL" clId="{FBC3C29E-0DC3-487E-A06C-EBA5AB8FB8DB}" dt="2025-05-12T15:01:09.919" v="162" actId="20577"/>
          <ac:graphicFrameMkLst>
            <pc:docMk/>
            <pc:sldMk cId="159678277" sldId="2147483647"/>
            <ac:graphicFrameMk id="6" creationId="{CBE3C37E-5F48-D08E-4B95-7B63244BABBE}"/>
          </ac:graphicFrameMkLst>
        </pc:graphicFrame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5" dt="2025-05-08T10:14:22.261" idx="5">
    <p:pos x="10" y="10"/>
    <p:text>[@Zhu,Yinan (HP Medicine) BII-CN-S] newly added and will be usded for MAP and TALT as well</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2025/5/14</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a:t>
            </a:fld>
            <a:endParaRPr lang="en-US" sz="800">
              <a:solidFill>
                <a:schemeClr val="bg2"/>
              </a:solidFill>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5633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91583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8</a:t>
            </a:fld>
            <a:endParaRPr lang="en-US" sz="800">
              <a:solidFill>
                <a:schemeClr val="bg2"/>
              </a:solidFill>
            </a:endParaRPr>
          </a:p>
        </p:txBody>
      </p:sp>
    </p:spTree>
    <p:extLst>
      <p:ext uri="{BB962C8B-B14F-4D97-AF65-F5344CB8AC3E}">
        <p14:creationId xmlns:p14="http://schemas.microsoft.com/office/powerpoint/2010/main" val="1710835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r>
              <a:rPr lang="en-US" sz="800">
                <a:solidFill>
                  <a:schemeClr val="bg2"/>
                </a:solidFill>
              </a:rPr>
              <a:t>Presentation title    |    ONLY FOR INTERNAL USE</a:t>
            </a:r>
          </a:p>
        </p:txBody>
      </p:sp>
      <p:sp>
        <p:nvSpPr>
          <p:cNvPr id="5" name="Slide Number Placeholder 4"/>
          <p:cNvSpPr>
            <a:spLocks noGrp="1"/>
          </p:cNvSpPr>
          <p:nvPr>
            <p:ph type="sldNum" sz="quarter" idx="5"/>
          </p:nvPr>
        </p:nvSpPr>
        <p:spPr/>
        <p:txBody>
          <a:bodyPr/>
          <a:lstStyle/>
          <a:p>
            <a:fld id="{D388EF01-4040-4B6C-80FD-9D313BD6F632}" type="slidenum">
              <a:rPr lang="en-US" sz="800" smtClean="0">
                <a:solidFill>
                  <a:schemeClr val="bg2"/>
                </a:solidFill>
              </a:rPr>
              <a:pPr/>
              <a:t>13</a:t>
            </a:fld>
            <a:endParaRPr lang="en-US" sz="800">
              <a:solidFill>
                <a:schemeClr val="bg2"/>
              </a:solidFill>
            </a:endParaRPr>
          </a:p>
        </p:txBody>
      </p:sp>
    </p:spTree>
    <p:extLst>
      <p:ext uri="{BB962C8B-B14F-4D97-AF65-F5344CB8AC3E}">
        <p14:creationId xmlns:p14="http://schemas.microsoft.com/office/powerpoint/2010/main" val="3271925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004A0-F591-FB7B-B9A4-7DA8A2F17B5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90CEC1B-3744-8529-DF5B-9464ED57C8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41CE6B-4BF8-93F5-F3EA-B3F9CD9737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E6B0E05-28E1-59EA-4E6B-D5673FC9C6B8}"/>
              </a:ext>
            </a:extLst>
          </p:cNvPr>
          <p:cNvSpPr>
            <a:spLocks noGrp="1"/>
          </p:cNvSpPr>
          <p:nvPr>
            <p:ph type="sldNum" sz="quarter" idx="5"/>
          </p:nvPr>
        </p:nvSpPr>
        <p:spPr/>
        <p:txBody>
          <a:bodyPr/>
          <a:lstStyle/>
          <a:p>
            <a:fld id="{F6CB4BB5-E309-45E5-BB7A-A4E8DEB85991}" type="slidenum">
              <a:rPr lang="zh-CN" altLang="en-US" smtClean="0"/>
              <a:t>18</a:t>
            </a:fld>
            <a:endParaRPr lang="zh-CN" altLang="en-US"/>
          </a:p>
        </p:txBody>
      </p:sp>
    </p:spTree>
    <p:extLst>
      <p:ext uri="{BB962C8B-B14F-4D97-AF65-F5344CB8AC3E}">
        <p14:creationId xmlns:p14="http://schemas.microsoft.com/office/powerpoint/2010/main" val="1002757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EC11-A314-2F84-3789-D5C8F4EE20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E64B4A-4CEA-349B-C52D-FDDBDC6E644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5BB1CE-09E2-9E09-4740-47D6C2418C4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79B7D45-0B9F-F705-5308-615E29DA05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3353048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740215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739835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1939231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0746C53-D1B9-4FA3-96A4-592C85350FA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11366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FD378-3A2D-0299-AEB2-547C1DC738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2C8B0A-3463-84E0-4903-6865DD7C7EFE}"/>
              </a:ext>
            </a:extLst>
          </p:cNvPr>
          <p:cNvSpPr>
            <a:spLocks noGrp="1" noRot="1" noChangeAspect="1"/>
          </p:cNvSpPr>
          <p:nvPr>
            <p:ph type="sldImg"/>
          </p:nvPr>
        </p:nvSpPr>
        <p:spPr>
          <a:xfrm>
            <a:off x="209550" y="669925"/>
            <a:ext cx="6465888" cy="3638550"/>
          </a:xfrm>
        </p:spPr>
      </p:sp>
      <p:sp>
        <p:nvSpPr>
          <p:cNvPr id="3" name="Notizenplatzhalter 2">
            <a:extLst>
              <a:ext uri="{FF2B5EF4-FFF2-40B4-BE49-F238E27FC236}">
                <a16:creationId xmlns:a16="http://schemas.microsoft.com/office/drawing/2014/main" id="{99D67F25-F4BC-DC6E-60DC-7CC43476D557}"/>
              </a:ext>
            </a:extLst>
          </p:cNvPr>
          <p:cNvSpPr>
            <a:spLocks noGrp="1"/>
          </p:cNvSpPr>
          <p:nvPr>
            <p:ph type="body" idx="1"/>
          </p:nvPr>
        </p:nvSpPr>
        <p:spPr/>
        <p:txBody>
          <a:bodyPr/>
          <a:lstStyle/>
          <a:p>
            <a:pPr marL="342900" lvl="0" indent="-342900">
              <a:lnSpc>
                <a:spcPct val="140000"/>
              </a:lnSpc>
              <a:spcAft>
                <a:spcPts val="600"/>
              </a:spcAft>
              <a:buSzPts val="1000"/>
              <a:buFont typeface="Symbol" panose="05050102010706020507" pitchFamily="18" charset="2"/>
              <a:buChar char=""/>
              <a:tabLst>
                <a:tab pos="457200" algn="l"/>
              </a:tabLst>
            </a:pPr>
            <a:endParaRPr lang="de-DE"/>
          </a:p>
        </p:txBody>
      </p:sp>
      <p:sp>
        <p:nvSpPr>
          <p:cNvPr id="4" name="Foliennummernplatzhalter 3">
            <a:extLst>
              <a:ext uri="{FF2B5EF4-FFF2-40B4-BE49-F238E27FC236}">
                <a16:creationId xmlns:a16="http://schemas.microsoft.com/office/drawing/2014/main" id="{4CDBDDAD-1253-8A13-13C3-235646318764}"/>
              </a:ext>
            </a:extLst>
          </p:cNvPr>
          <p:cNvSpPr>
            <a:spLocks noGrp="1"/>
          </p:cNvSpPr>
          <p:nvPr>
            <p:ph type="sldNum" sz="quarter" idx="5"/>
          </p:nvPr>
        </p:nvSpPr>
        <p:spPr/>
        <p:txBody>
          <a:bodyPr/>
          <a:lstStyle/>
          <a:p>
            <a:pPr marL="0" marR="0" lvl="0" indent="0" algn="r" defTabSz="965881" rtl="0" eaLnBrk="1" fontAlgn="auto" latinLnBrk="0" hangingPunct="1">
              <a:lnSpc>
                <a:spcPct val="100000"/>
              </a:lnSpc>
              <a:spcBef>
                <a:spcPts val="0"/>
              </a:spcBef>
              <a:spcAft>
                <a:spcPts val="0"/>
              </a:spcAft>
              <a:buClrTx/>
              <a:buSzTx/>
              <a:buFontTx/>
              <a:buNone/>
              <a:tabLst/>
              <a:defRPr/>
            </a:pPr>
            <a:fld id="{4B965B23-187E-43F5-B84F-879707B74871}" type="slidenum">
              <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pPr marL="0" marR="0" lvl="0" indent="0" algn="r" defTabSz="965881" rtl="0" eaLnBrk="1" fontAlgn="auto" latinLnBrk="0" hangingPunct="1">
                <a:lnSpc>
                  <a:spcPct val="100000"/>
                </a:lnSpc>
                <a:spcBef>
                  <a:spcPts val="0"/>
                </a:spcBef>
                <a:spcAft>
                  <a:spcPts val="0"/>
                </a:spcAft>
                <a:buClrTx/>
                <a:buSzTx/>
                <a:buFontTx/>
                <a:buNone/>
                <a:tabLst/>
                <a:defRPr/>
              </a:pPr>
              <a:t>28</a:t>
            </a:fld>
            <a:endPar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868742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6623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686253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735129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FD378-3A2D-0299-AEB2-547C1DC7389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2C8B0A-3463-84E0-4903-6865DD7C7EFE}"/>
              </a:ext>
            </a:extLst>
          </p:cNvPr>
          <p:cNvSpPr>
            <a:spLocks noGrp="1" noRot="1" noChangeAspect="1"/>
          </p:cNvSpPr>
          <p:nvPr>
            <p:ph type="sldImg"/>
          </p:nvPr>
        </p:nvSpPr>
        <p:spPr>
          <a:xfrm>
            <a:off x="209550" y="669925"/>
            <a:ext cx="6465888" cy="3638550"/>
          </a:xfrm>
        </p:spPr>
      </p:sp>
      <p:sp>
        <p:nvSpPr>
          <p:cNvPr id="3" name="Notizenplatzhalter 2">
            <a:extLst>
              <a:ext uri="{FF2B5EF4-FFF2-40B4-BE49-F238E27FC236}">
                <a16:creationId xmlns:a16="http://schemas.microsoft.com/office/drawing/2014/main" id="{99D67F25-F4BC-DC6E-60DC-7CC43476D557}"/>
              </a:ext>
            </a:extLst>
          </p:cNvPr>
          <p:cNvSpPr>
            <a:spLocks noGrp="1"/>
          </p:cNvSpPr>
          <p:nvPr>
            <p:ph type="body" idx="1"/>
          </p:nvPr>
        </p:nvSpPr>
        <p:spPr/>
        <p:txBody>
          <a:bodyPr/>
          <a:lstStyle/>
          <a:p>
            <a:pPr marL="342900" lvl="0" indent="-342900">
              <a:lnSpc>
                <a:spcPct val="140000"/>
              </a:lnSpc>
              <a:spcAft>
                <a:spcPts val="600"/>
              </a:spcAft>
              <a:buSzPts val="1000"/>
              <a:buFont typeface="Symbol" panose="05050102010706020507" pitchFamily="18" charset="2"/>
              <a:buChar char=""/>
              <a:tabLst>
                <a:tab pos="457200" algn="l"/>
              </a:tabLst>
            </a:pPr>
            <a:endParaRPr lang="de-DE"/>
          </a:p>
        </p:txBody>
      </p:sp>
      <p:sp>
        <p:nvSpPr>
          <p:cNvPr id="4" name="Foliennummernplatzhalter 3">
            <a:extLst>
              <a:ext uri="{FF2B5EF4-FFF2-40B4-BE49-F238E27FC236}">
                <a16:creationId xmlns:a16="http://schemas.microsoft.com/office/drawing/2014/main" id="{4CDBDDAD-1253-8A13-13C3-235646318764}"/>
              </a:ext>
            </a:extLst>
          </p:cNvPr>
          <p:cNvSpPr>
            <a:spLocks noGrp="1"/>
          </p:cNvSpPr>
          <p:nvPr>
            <p:ph type="sldNum" sz="quarter" idx="5"/>
          </p:nvPr>
        </p:nvSpPr>
        <p:spPr/>
        <p:txBody>
          <a:bodyPr/>
          <a:lstStyle/>
          <a:p>
            <a:pPr marL="0" marR="0" lvl="0" indent="0" algn="r" defTabSz="965881" rtl="0" eaLnBrk="1" fontAlgn="auto" latinLnBrk="0" hangingPunct="1">
              <a:lnSpc>
                <a:spcPct val="100000"/>
              </a:lnSpc>
              <a:spcBef>
                <a:spcPts val="0"/>
              </a:spcBef>
              <a:spcAft>
                <a:spcPts val="0"/>
              </a:spcAft>
              <a:buClrTx/>
              <a:buSzTx/>
              <a:buFontTx/>
              <a:buNone/>
              <a:tabLst/>
              <a:defRPr/>
            </a:pPr>
            <a:fld id="{4B965B23-187E-43F5-B84F-879707B74871}" type="slidenum">
              <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pPr marL="0" marR="0" lvl="0" indent="0" algn="r" defTabSz="965881" rtl="0" eaLnBrk="1" fontAlgn="auto" latinLnBrk="0" hangingPunct="1">
                <a:lnSpc>
                  <a:spcPct val="100000"/>
                </a:lnSpc>
                <a:spcBef>
                  <a:spcPts val="0"/>
                </a:spcBef>
                <a:spcAft>
                  <a:spcPts val="0"/>
                </a:spcAft>
                <a:buClrTx/>
                <a:buSzTx/>
                <a:buFontTx/>
                <a:buNone/>
                <a:tabLst/>
                <a:defRPr/>
              </a:pPr>
              <a:t>34</a:t>
            </a:fld>
            <a:endParaRPr kumimoji="0" lang="de-DE" sz="13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8687424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C2D1A66-AF7F-4473-AB3C-799DB8631C9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8545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44</a:t>
            </a:fld>
            <a:endParaRPr lang="zh-CN" altLang="en-US"/>
          </a:p>
        </p:txBody>
      </p:sp>
    </p:spTree>
    <p:extLst>
      <p:ext uri="{BB962C8B-B14F-4D97-AF65-F5344CB8AC3E}">
        <p14:creationId xmlns:p14="http://schemas.microsoft.com/office/powerpoint/2010/main" val="12471853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1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15.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jpeg"/><Relationship Id="rId1" Type="http://schemas.openxmlformats.org/officeDocument/2006/relationships/slideMaster" Target="../slideMasters/slideMaster3.xml"/><Relationship Id="rId4" Type="http://schemas.openxmlformats.org/officeDocument/2006/relationships/image" Target="../media/image25.emf"/></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jpeg"/><Relationship Id="rId1" Type="http://schemas.openxmlformats.org/officeDocument/2006/relationships/slideMaster" Target="../slideMasters/slideMaster3.xml"/><Relationship Id="rId4" Type="http://schemas.openxmlformats.org/officeDocument/2006/relationships/image" Target="../media/image25.emf"/></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emf"/><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4.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4.xml"/><Relationship Id="rId4" Type="http://schemas.openxmlformats.org/officeDocument/2006/relationships/image" Target="../media/image15.png"/></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5.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5.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5.png"/></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6.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6.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5.png"/></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7.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7.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7.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7.xml"/><Relationship Id="rId4" Type="http://schemas.openxmlformats.org/officeDocument/2006/relationships/image" Target="../media/image35.png"/></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8.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8.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8.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8.xml"/><Relationship Id="rId4" Type="http://schemas.openxmlformats.org/officeDocument/2006/relationships/image" Target="../media/image15.png"/></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8.xml"/><Relationship Id="rId1" Type="http://schemas.openxmlformats.org/officeDocument/2006/relationships/tags" Target="../tags/tag1.xml"/><Relationship Id="rId4" Type="http://schemas.openxmlformats.org/officeDocument/2006/relationships/image" Target="../media/image36.emf"/></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29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2.xml"/><Relationship Id="rId5" Type="http://schemas.openxmlformats.org/officeDocument/2006/relationships/image" Target="../media/image38.emf"/><Relationship Id="rId4" Type="http://schemas.openxmlformats.org/officeDocument/2006/relationships/image" Target="../media/image37.emf"/></Relationships>
</file>

<file path=ppt/slideLayouts/_rels/slideLayout29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3.xml"/><Relationship Id="rId5" Type="http://schemas.openxmlformats.org/officeDocument/2006/relationships/image" Target="../media/image38.emf"/><Relationship Id="rId4" Type="http://schemas.openxmlformats.org/officeDocument/2006/relationships/image" Target="../media/image39.emf"/></Relationships>
</file>

<file path=ppt/slideLayouts/_rels/slideLayout29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9.xml"/><Relationship Id="rId5" Type="http://schemas.openxmlformats.org/officeDocument/2006/relationships/image" Target="../media/image22.svg"/><Relationship Id="rId4" Type="http://schemas.openxmlformats.org/officeDocument/2006/relationships/image" Target="../media/image5.png"/></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9.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29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15.png"/><Relationship Id="rId5" Type="http://schemas.openxmlformats.org/officeDocument/2006/relationships/image" Target="../media/image22.svg"/><Relationship Id="rId4" Type="http://schemas.openxmlformats.org/officeDocument/2006/relationships/image" Target="../media/image5.png"/></Relationships>
</file>

<file path=ppt/slideLayouts/_rels/slideLayout29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3.png"/><Relationship Id="rId1" Type="http://schemas.openxmlformats.org/officeDocument/2006/relationships/slideMaster" Target="../slideMasters/slideMaster9.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9.xml"/></Relationships>
</file>

<file path=ppt/slideLayouts/_rels/slideLayout3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6.png"/><Relationship Id="rId1" Type="http://schemas.openxmlformats.org/officeDocument/2006/relationships/slideMaster" Target="../slideMasters/slideMaster9.xml"/><Relationship Id="rId4" Type="http://schemas.openxmlformats.org/officeDocument/2006/relationships/image" Target="../media/image15.png"/></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9.xml"/><Relationship Id="rId1" Type="http://schemas.openxmlformats.org/officeDocument/2006/relationships/tags" Target="../tags/tag5.xml"/><Relationship Id="rId5" Type="http://schemas.openxmlformats.org/officeDocument/2006/relationships/image" Target="../media/image20.png"/><Relationship Id="rId4" Type="http://schemas.openxmlformats.org/officeDocument/2006/relationships/image" Target="../media/image40.emf"/></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9.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9.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0.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0.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3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 Id="rId6" Type="http://schemas.openxmlformats.org/officeDocument/2006/relationships/image" Target="../media/image15.png"/><Relationship Id="rId5" Type="http://schemas.openxmlformats.org/officeDocument/2006/relationships/image" Target="../media/image19.svg"/><Relationship Id="rId4" Type="http://schemas.openxmlformats.org/officeDocument/2006/relationships/image" Target="../media/image18.png"/></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0.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0.xml"/></Relationships>
</file>

<file path=ppt/slideLayouts/_rels/slideLayout35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5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6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6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6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0.xml"/><Relationship Id="rId4" Type="http://schemas.openxmlformats.org/officeDocument/2006/relationships/image" Target="../media/image15.png"/></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7022956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1594334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6281037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098181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163031"/>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357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4748852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2554077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120615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2203213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MAP</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62468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24573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741783536"/>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78991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867471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98037640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MAP </a:t>
            </a:r>
            <a:r>
              <a:rPr lang="en-US"/>
              <a:t>|    ONLY FOR INTERNAL USE</a:t>
            </a:r>
          </a:p>
        </p:txBody>
      </p:sp>
    </p:spTree>
    <p:extLst>
      <p:ext uri="{BB962C8B-B14F-4D97-AF65-F5344CB8AC3E}">
        <p14:creationId xmlns:p14="http://schemas.microsoft.com/office/powerpoint/2010/main" val="703606034"/>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80836630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4813123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331708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4024118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04792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634716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38383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841462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9071367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100783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882558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7824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MAP </a:t>
            </a:r>
            <a:r>
              <a:rPr lang="en-US"/>
              <a:t>|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6670209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1049304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068801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348667501"/>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14/05/2025</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5711126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88837035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9001631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7739849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50430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MAP</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462490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05749907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211476339"/>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92039077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432732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7814068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6064280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19384329"/>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0492790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49978483"/>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86460429"/>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60223598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2370175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9808174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053454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285105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7016225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148236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048168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337463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481932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56106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4945826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971285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267879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77590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3100619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MAP </a:t>
            </a:r>
            <a:r>
              <a:rPr lang="en-US"/>
              <a:t>|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158041312"/>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2025/5/14</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740127793"/>
      </p:ext>
    </p:extLst>
  </p:cSld>
  <p:clrMapOvr>
    <a:masterClrMapping/>
  </p:clrMapOvr>
  <p:transition spd="med">
    <p:wipe dir="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AEA58-B09C-F79A-82CB-8D361A0A7C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53BB50-08C2-3266-A0DC-EADA76935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2413E-46A0-1260-66D0-8AC23F874DD9}"/>
              </a:ext>
            </a:extLst>
          </p:cNvPr>
          <p:cNvSpPr>
            <a:spLocks noGrp="1"/>
          </p:cNvSpPr>
          <p:nvPr>
            <p:ph type="dt" sz="half" idx="10"/>
          </p:nvPr>
        </p:nvSpPr>
        <p:spPr/>
        <p:txBody>
          <a:bodyPr/>
          <a:lstStyle/>
          <a:p>
            <a:fld id="{45033AB8-96B9-4F0C-8603-0D318F4211D3}" type="datetimeFigureOut">
              <a:rPr lang="en-US" smtClean="0"/>
              <a:t>5/14/2025</a:t>
            </a:fld>
            <a:endParaRPr lang="en-US"/>
          </a:p>
        </p:txBody>
      </p:sp>
      <p:sp>
        <p:nvSpPr>
          <p:cNvPr id="5" name="Footer Placeholder 4">
            <a:extLst>
              <a:ext uri="{FF2B5EF4-FFF2-40B4-BE49-F238E27FC236}">
                <a16:creationId xmlns:a16="http://schemas.microsoft.com/office/drawing/2014/main" id="{8739393F-CE8D-1B86-C8A9-93CC4046D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F8AAA5-E598-708C-2B46-0059FB742081}"/>
              </a:ext>
            </a:extLst>
          </p:cNvPr>
          <p:cNvSpPr>
            <a:spLocks noGrp="1"/>
          </p:cNvSpPr>
          <p:nvPr>
            <p:ph type="sldNum" sz="quarter" idx="12"/>
          </p:nvPr>
        </p:nvSpPr>
        <p:spPr/>
        <p:txBody>
          <a:bodyPr/>
          <a:lstStyle/>
          <a:p>
            <a:fld id="{E19C92A3-385F-403D-B278-718A5FE61D37}" type="slidenum">
              <a:rPr lang="en-US" smtClean="0"/>
              <a:t>‹#›</a:t>
            </a:fld>
            <a:endParaRPr lang="en-US"/>
          </a:p>
        </p:txBody>
      </p:sp>
    </p:spTree>
    <p:extLst>
      <p:ext uri="{BB962C8B-B14F-4D97-AF65-F5344CB8AC3E}">
        <p14:creationId xmlns:p14="http://schemas.microsoft.com/office/powerpoint/2010/main" val="19050612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483872657"/>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85273147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36256279"/>
      </p:ext>
    </p:extLst>
  </p:cSld>
  <p:clrMapOvr>
    <a:masterClrMapping/>
  </p:clrMapOvr>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2317945"/>
      </p:ext>
    </p:extLst>
  </p:cSld>
  <p:clrMapOvr>
    <a:masterClrMapping/>
  </p:clrMapOvr>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2073697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7781242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48415475"/>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10550437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92911425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9507065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80124530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217629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38166443"/>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8949786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72623541"/>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46447567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74292116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17160513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8482184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624100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825080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8503860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7132035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4547020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1933378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717740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4644691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7761191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93564082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5202693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9886140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5704049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99187987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951116827"/>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58141351"/>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76839242"/>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841625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4124229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879096861"/>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34592407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3652299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34646942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202841493"/>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_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11472900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070472445"/>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2509104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8145666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3638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2101417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932836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872601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403581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2730636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70362930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287664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630321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2751132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1985984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0F98BA-B618-4FB1-BB60-2584B932760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p:cNvSpPr>
            <a:spLocks noGrp="1"/>
          </p:cNvSpPr>
          <p:nvPr>
            <p:ph type="ctrTitle" hasCustomPrompt="1"/>
          </p:nvPr>
        </p:nvSpPr>
        <p:spPr>
          <a:xfrm>
            <a:off x="497863" y="1492896"/>
            <a:ext cx="7518351" cy="1895904"/>
          </a:xfrm>
        </p:spPr>
        <p:txBody>
          <a:bodyPr anchor="b">
            <a:noAutofit/>
          </a:bodyPr>
          <a:lstStyle>
            <a:lvl1pPr algn="l">
              <a:defRPr sz="6400"/>
            </a:lvl1pPr>
          </a:lstStyle>
          <a:p>
            <a:r>
              <a:rPr lang="en-GB"/>
              <a:t>Click to add presentation title</a:t>
            </a:r>
          </a:p>
        </p:txBody>
      </p:sp>
      <p:sp>
        <p:nvSpPr>
          <p:cNvPr id="3" name="Subtitle 2"/>
          <p:cNvSpPr>
            <a:spLocks noGrp="1"/>
          </p:cNvSpPr>
          <p:nvPr>
            <p:ph type="subTitle" idx="1"/>
          </p:nvPr>
        </p:nvSpPr>
        <p:spPr>
          <a:xfrm>
            <a:off x="497863" y="3508800"/>
            <a:ext cx="7518351" cy="614400"/>
          </a:xfrm>
        </p:spPr>
        <p:txBody>
          <a:bodyPr>
            <a:noAutofit/>
          </a:bodyPr>
          <a:lstStyle>
            <a:lvl1pPr marL="0" indent="0" algn="l">
              <a:buNone/>
              <a:defRPr sz="3200">
                <a:solidFill>
                  <a:schemeClr val="bg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FF7CD7CE-12E9-AF47-99E9-72FC00316F26}" type="datetime1">
              <a:rPr lang="en-GB" smtClean="0"/>
              <a:t>14/05/2025</a:t>
            </a:fld>
            <a:endParaRPr lang="en-GB"/>
          </a:p>
        </p:txBody>
      </p:sp>
      <p:sp>
        <p:nvSpPr>
          <p:cNvPr id="5" name="Footer Placeholder 4" hidden="1"/>
          <p:cNvSpPr>
            <a:spLocks noGrp="1"/>
          </p:cNvSpPr>
          <p:nvPr>
            <p:ph type="ftr" sz="quarter" idx="11"/>
          </p:nvPr>
        </p:nvSpPr>
        <p:spPr/>
        <p:txBody>
          <a:bodyPr/>
          <a:lstStyle/>
          <a:p>
            <a:endParaRPr lang="en-GB"/>
          </a:p>
        </p:txBody>
      </p:sp>
      <p:pic>
        <p:nvPicPr>
          <p:cNvPr id="12" name="Picture 11">
            <a:extLst>
              <a:ext uri="{FF2B5EF4-FFF2-40B4-BE49-F238E27FC236}">
                <a16:creationId xmlns:a16="http://schemas.microsoft.com/office/drawing/2014/main" id="{0EF0E214-85CE-47C4-891A-5BCF8C788B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13" name="Slide Number Placeholder 4">
            <a:extLst>
              <a:ext uri="{FF2B5EF4-FFF2-40B4-BE49-F238E27FC236}">
                <a16:creationId xmlns:a16="http://schemas.microsoft.com/office/drawing/2014/main" id="{3154CF60-D59A-47B4-9EB3-48FF9598A0E0}"/>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678678029"/>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7F98FF17-3E3E-C445-8673-DF746FCC145A}" type="datetime1">
              <a:rPr lang="en-GB" smtClean="0"/>
              <a:t>14/05/2025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17032353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tandard page 03">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1600" y="1598083"/>
            <a:ext cx="6580800" cy="4517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F60D3CD5-E95E-4640-B294-35FCA3B022BB}" type="datetime1">
              <a:rPr lang="en-GB" smtClean="0"/>
              <a:t>14/05/2025</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noAutofit/>
          </a:bodyPr>
          <a:lstStyle/>
          <a:p>
            <a:r>
              <a:rPr lang="en-US"/>
              <a:t>Insert title text here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
        <p:nvSpPr>
          <p:cNvPr id="11" name="Bildplatzhalter 20">
            <a:extLst>
              <a:ext uri="{FF2B5EF4-FFF2-40B4-BE49-F238E27FC236}">
                <a16:creationId xmlns:a16="http://schemas.microsoft.com/office/drawing/2014/main" id="{BD27250E-EF4E-3345-BC09-0AE1430F3609}"/>
              </a:ext>
            </a:extLst>
          </p:cNvPr>
          <p:cNvSpPr>
            <a:spLocks noGrp="1"/>
          </p:cNvSpPr>
          <p:nvPr>
            <p:ph type="pic" sz="quarter" idx="13"/>
          </p:nvPr>
        </p:nvSpPr>
        <p:spPr>
          <a:xfrm>
            <a:off x="11900" y="1073152"/>
            <a:ext cx="4673600" cy="505248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2489" baseline="0">
                <a:solidFill>
                  <a:schemeClr val="bg1"/>
                </a:solidFill>
              </a:defRPr>
            </a:lvl1pPr>
          </a:lstStyle>
          <a:p>
            <a:r>
              <a:rPr lang="en-US"/>
              <a:t>Click icon to add picture</a:t>
            </a:r>
            <a:endParaRPr lang="de-DE"/>
          </a:p>
        </p:txBody>
      </p:sp>
    </p:spTree>
    <p:extLst>
      <p:ext uri="{BB962C8B-B14F-4D97-AF65-F5344CB8AC3E}">
        <p14:creationId xmlns:p14="http://schemas.microsoft.com/office/powerpoint/2010/main" val="129626013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tandard page 0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9DF7A2-4045-4D3D-B360-DC31A153D7F8}"/>
              </a:ext>
            </a:extLst>
          </p:cNvPr>
          <p:cNvPicPr>
            <a:picLocks noChangeAspect="1"/>
          </p:cNvPicPr>
          <p:nvPr userDrawn="1"/>
        </p:nvPicPr>
        <p:blipFill>
          <a:blip r:embed="rId2"/>
          <a:stretch>
            <a:fillRect/>
          </a:stretch>
        </p:blipFill>
        <p:spPr>
          <a:xfrm>
            <a:off x="0" y="2"/>
            <a:ext cx="12192000" cy="1073151"/>
          </a:xfrm>
          <a:prstGeom prst="rect">
            <a:avLst/>
          </a:prstGeom>
        </p:spPr>
      </p:pic>
      <p:sp>
        <p:nvSpPr>
          <p:cNvPr id="2" name="Title 1"/>
          <p:cNvSpPr>
            <a:spLocks noGrp="1"/>
          </p:cNvSpPr>
          <p:nvPr>
            <p:ph type="title" hasCustomPrompt="1"/>
          </p:nvPr>
        </p:nvSpPr>
        <p:spPr/>
        <p:txBody>
          <a:bodyPr/>
          <a:lstStyle>
            <a:lvl1pPr>
              <a:defRPr/>
            </a:lvl1pPr>
          </a:lstStyle>
          <a:p>
            <a:r>
              <a:rPr lang="en-US"/>
              <a:t>Insert title text here</a:t>
            </a:r>
          </a:p>
        </p:txBody>
      </p:sp>
      <p:sp>
        <p:nvSpPr>
          <p:cNvPr id="4" name="Date Placeholder 3" hidden="1"/>
          <p:cNvSpPr>
            <a:spLocks noGrp="1"/>
          </p:cNvSpPr>
          <p:nvPr>
            <p:ph type="dt" sz="half" idx="10"/>
          </p:nvPr>
        </p:nvSpPr>
        <p:spPr>
          <a:xfrm>
            <a:off x="838200" y="6356352"/>
            <a:ext cx="2743200" cy="365125"/>
          </a:xfrm>
          <a:prstGeom prst="rect">
            <a:avLst/>
          </a:prstGeom>
        </p:spPr>
        <p:txBody>
          <a:bodyPr/>
          <a:lstStyle/>
          <a:p>
            <a:fld id="{B3A11613-25B2-9C4F-A1A5-F58EEB8EB6C1}" type="datetime1">
              <a:rPr lang="en-GB" smtClean="0"/>
              <a:t>14/05/2025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23830487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English)">
    <p:spTree>
      <p:nvGrpSpPr>
        <p:cNvPr id="1" name=""/>
        <p:cNvGrpSpPr/>
        <p:nvPr/>
      </p:nvGrpSpPr>
      <p:grpSpPr>
        <a:xfrm>
          <a:off x="0" y="0"/>
          <a:ext cx="0" cy="0"/>
          <a:chOff x="0" y="0"/>
          <a:chExt cx="0" cy="0"/>
        </a:xfrm>
      </p:grpSpPr>
      <p:pic>
        <p:nvPicPr>
          <p:cNvPr id="40" name="Picture 39" descr="A picture containing transport, aircraft&#10;&#10;Description automatically generated">
            <a:extLst>
              <a:ext uri="{FF2B5EF4-FFF2-40B4-BE49-F238E27FC236}">
                <a16:creationId xmlns:a16="http://schemas.microsoft.com/office/drawing/2014/main" id="{F3551687-547F-4A28-B863-92387478866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2" y="5313971"/>
            <a:ext cx="1800924" cy="205121"/>
          </a:xfrm>
          <a:prstGeom prst="rect">
            <a:avLst/>
          </a:prstGeom>
          <a:noFill/>
        </p:spPr>
        <p:txBody>
          <a:bodyPr wrap="square" lIns="0" tIns="0" rIns="0" bIns="0" rtlCol="0">
            <a:spAutoFit/>
          </a:bodyPr>
          <a:lstStyle/>
          <a:p>
            <a:pPr algn="just"/>
            <a:r>
              <a:rPr lang="de-DE" sz="1333">
                <a:solidFill>
                  <a:schemeClr val="bg1"/>
                </a:solidFill>
                <a:latin typeface="BISansOpti"/>
                <a:cs typeface="BISansOpti"/>
              </a:rPr>
              <a:t>© Boehringer Ingelheim</a:t>
            </a: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Telephone number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Fax-Nummer</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marL="0" marR="0" lvl="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Website-Adresse</a:t>
            </a:r>
          </a:p>
          <a:p>
            <a:pPr lvl="0"/>
            <a:endParaRPr lang="de-DE"/>
          </a:p>
        </p:txBody>
      </p:sp>
      <p:sp>
        <p:nvSpPr>
          <p:cNvPr id="21" name="Textplatzhalter 20"/>
          <p:cNvSpPr>
            <a:spLocks noGrp="1"/>
          </p:cNvSpPr>
          <p:nvPr>
            <p:ph type="body" sz="quarter" idx="18" hasCustomPrompt="1"/>
          </p:nvPr>
        </p:nvSpPr>
        <p:spPr>
          <a:xfrm>
            <a:off x="489600" y="2760002"/>
            <a:ext cx="7166400" cy="472017"/>
          </a:xfrm>
        </p:spPr>
        <p:txBody>
          <a:bodyPr>
            <a:noAutofit/>
          </a:bodyPr>
          <a:lstStyle>
            <a:lvl1pPr marL="0" indent="0">
              <a:buNone/>
              <a:defRPr baseline="0">
                <a:solidFill>
                  <a:schemeClr val="bg1"/>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en-GB" noProof="0"/>
              <a:t>Insert your domains here</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3"/>
            <a:ext cx="2304000" cy="548663"/>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Company Name</a:t>
            </a:r>
          </a:p>
          <a:p>
            <a:pPr lvl="0"/>
            <a:endParaRPr lang="de-DE"/>
          </a:p>
        </p:txBody>
      </p:sp>
      <p:sp>
        <p:nvSpPr>
          <p:cNvPr id="20" name="Textplatzhalter 6">
            <a:extLst>
              <a:ext uri="{FF2B5EF4-FFF2-40B4-BE49-F238E27FC236}">
                <a16:creationId xmlns:a16="http://schemas.microsoft.com/office/drawing/2014/main" id="{4EDC7ED1-24E2-5641-96BD-46D64149DCF4}"/>
              </a:ext>
            </a:extLst>
          </p:cNvPr>
          <p:cNvSpPr>
            <a:spLocks noGrp="1"/>
          </p:cNvSpPr>
          <p:nvPr>
            <p:ph type="body" sz="quarter" idx="23" hasCustomPrompt="1"/>
          </p:nvPr>
        </p:nvSpPr>
        <p:spPr>
          <a:xfrm>
            <a:off x="487139" y="5547612"/>
            <a:ext cx="3160216" cy="205184"/>
          </a:xfrm>
        </p:spPr>
        <p:txBody>
          <a:bodyPr anchor="ct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Click </a:t>
            </a:r>
            <a:r>
              <a:rPr lang="de-DE" err="1"/>
              <a:t>to</a:t>
            </a:r>
            <a:r>
              <a:rPr lang="de-DE"/>
              <a:t> </a:t>
            </a:r>
            <a:r>
              <a:rPr lang="de-DE" err="1"/>
              <a:t>add</a:t>
            </a:r>
            <a:r>
              <a:rPr lang="de-DE"/>
              <a:t> </a:t>
            </a:r>
            <a:r>
              <a:rPr lang="de-DE" err="1"/>
              <a:t>copyright</a:t>
            </a:r>
            <a:r>
              <a:rPr lang="de-DE"/>
              <a:t> </a:t>
            </a:r>
            <a:r>
              <a:rPr lang="de-DE" err="1"/>
              <a:t>information</a:t>
            </a:r>
            <a:endParaRPr lang="de-DE"/>
          </a:p>
        </p:txBody>
      </p:sp>
      <p:grpSp>
        <p:nvGrpSpPr>
          <p:cNvPr id="7" name="Group 6">
            <a:extLst>
              <a:ext uri="{FF2B5EF4-FFF2-40B4-BE49-F238E27FC236}">
                <a16:creationId xmlns:a16="http://schemas.microsoft.com/office/drawing/2014/main" id="{D4D4AC70-D876-DF4F-AB97-F68596193527}"/>
              </a:ext>
            </a:extLst>
          </p:cNvPr>
          <p:cNvGrpSpPr/>
          <p:nvPr userDrawn="1"/>
        </p:nvGrpSpPr>
        <p:grpSpPr>
          <a:xfrm>
            <a:off x="490103" y="1733173"/>
            <a:ext cx="3157253" cy="415443"/>
            <a:chOff x="367576" y="1233589"/>
            <a:chExt cx="2871722" cy="377872"/>
          </a:xfrm>
        </p:grpSpPr>
        <p:sp>
          <p:nvSpPr>
            <p:cNvPr id="34" name="Freeform 1">
              <a:extLst>
                <a:ext uri="{FF2B5EF4-FFF2-40B4-BE49-F238E27FC236}">
                  <a16:creationId xmlns:a16="http://schemas.microsoft.com/office/drawing/2014/main" id="{23997390-48C4-5648-BCEF-74D214795962}"/>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35" name="Freeform 2">
              <a:extLst>
                <a:ext uri="{FF2B5EF4-FFF2-40B4-BE49-F238E27FC236}">
                  <a16:creationId xmlns:a16="http://schemas.microsoft.com/office/drawing/2014/main" id="{E2621E1A-070D-5F47-BCB6-F3E348E76101}"/>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36" name="Freeform 2">
              <a:extLst>
                <a:ext uri="{FF2B5EF4-FFF2-40B4-BE49-F238E27FC236}">
                  <a16:creationId xmlns:a16="http://schemas.microsoft.com/office/drawing/2014/main" id="{1DAAE9F8-EEFF-5640-ABD4-C683F3C93882}"/>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37" name="Freeform 2">
              <a:extLst>
                <a:ext uri="{FF2B5EF4-FFF2-40B4-BE49-F238E27FC236}">
                  <a16:creationId xmlns:a16="http://schemas.microsoft.com/office/drawing/2014/main" id="{CE40BF37-00C4-E940-860A-E550D477F54B}"/>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39" name="Freeform 2">
              <a:extLst>
                <a:ext uri="{FF2B5EF4-FFF2-40B4-BE49-F238E27FC236}">
                  <a16:creationId xmlns:a16="http://schemas.microsoft.com/office/drawing/2014/main" id="{4590C141-B571-564D-806B-C71453F580A2}"/>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pic>
        <p:nvPicPr>
          <p:cNvPr id="43" name="Picture 42">
            <a:extLst>
              <a:ext uri="{FF2B5EF4-FFF2-40B4-BE49-F238E27FC236}">
                <a16:creationId xmlns:a16="http://schemas.microsoft.com/office/drawing/2014/main" id="{DA533275-901D-4D27-BF55-586DEB2F75A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44" name="Slide Number Placeholder 4">
            <a:extLst>
              <a:ext uri="{FF2B5EF4-FFF2-40B4-BE49-F238E27FC236}">
                <a16:creationId xmlns:a16="http://schemas.microsoft.com/office/drawing/2014/main" id="{8B62953A-772F-432B-8827-59ABAFD262B6}"/>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67988825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German)">
    <p:spTree>
      <p:nvGrpSpPr>
        <p:cNvPr id="1" name=""/>
        <p:cNvGrpSpPr/>
        <p:nvPr/>
      </p:nvGrpSpPr>
      <p:grpSpPr>
        <a:xfrm>
          <a:off x="0" y="0"/>
          <a:ext cx="0" cy="0"/>
          <a:chOff x="0" y="0"/>
          <a:chExt cx="0" cy="0"/>
        </a:xfrm>
      </p:grpSpPr>
      <p:pic>
        <p:nvPicPr>
          <p:cNvPr id="32" name="Picture 31" descr="A picture containing transport, aircraft&#10;&#10;Description automatically generated">
            <a:extLst>
              <a:ext uri="{FF2B5EF4-FFF2-40B4-BE49-F238E27FC236}">
                <a16:creationId xmlns:a16="http://schemas.microsoft.com/office/drawing/2014/main" id="{11AC220F-A326-4013-84F2-8328944C8CB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0" y="5313971"/>
            <a:ext cx="6163984" cy="636008"/>
          </a:xfrm>
          <a:prstGeom prst="rect">
            <a:avLst/>
          </a:prstGeom>
          <a:noFill/>
        </p:spPr>
        <p:txBody>
          <a:bodyPr wrap="square" lIns="0" tIns="0" rIns="0" bIns="0" rtlCol="0">
            <a:spAutoFit/>
          </a:bodyPr>
          <a:lstStyle/>
          <a:p>
            <a:pPr marL="0" marR="0" lvl="0" indent="0" algn="just" defTabSz="1219140" rtl="0" eaLnBrk="1" fontAlgn="auto" latinLnBrk="0" hangingPunct="1">
              <a:lnSpc>
                <a:spcPct val="100000"/>
              </a:lnSpc>
              <a:spcBef>
                <a:spcPts val="0"/>
              </a:spcBef>
              <a:spcAft>
                <a:spcPts val="0"/>
              </a:spcAft>
              <a:buClrTx/>
              <a:buSzTx/>
              <a:buFontTx/>
              <a:buNone/>
              <a:tabLst/>
              <a:defRPr/>
            </a:pPr>
            <a:r>
              <a:rPr lang="de-DE" sz="1333">
                <a:solidFill>
                  <a:schemeClr val="bg1"/>
                </a:solidFill>
                <a:latin typeface="BISansOpti"/>
                <a:cs typeface="BISansOpti"/>
              </a:rPr>
              <a:t>© Boehringer Ingelheim </a:t>
            </a:r>
            <a:r>
              <a:rPr lang="de-DE" sz="1400" noProof="0">
                <a:solidFill>
                  <a:schemeClr val="bg2"/>
                </a:solidFill>
              </a:rPr>
              <a:t>Zum Einfügen des Copyright-Jahres hier klicken</a:t>
            </a:r>
          </a:p>
          <a:p>
            <a:pPr marL="0" marR="0" lvl="0" indent="0" algn="just" defTabSz="1219140" rtl="0" eaLnBrk="1" fontAlgn="auto" latinLnBrk="0" hangingPunct="1">
              <a:lnSpc>
                <a:spcPct val="100000"/>
              </a:lnSpc>
              <a:spcBef>
                <a:spcPts val="0"/>
              </a:spcBef>
              <a:spcAft>
                <a:spcPts val="0"/>
              </a:spcAft>
              <a:buClrTx/>
              <a:buSzTx/>
              <a:buFontTx/>
              <a:buNone/>
              <a:tabLst/>
              <a:defRPr/>
            </a:pPr>
            <a:endParaRPr lang="de-DE" sz="1400" noProof="0">
              <a:solidFill>
                <a:schemeClr val="bg2"/>
              </a:solidFill>
            </a:endParaRPr>
          </a:p>
          <a:p>
            <a:pPr algn="just"/>
            <a:endParaRPr lang="de-DE" sz="1333">
              <a:solidFill>
                <a:schemeClr val="bg1"/>
              </a:solidFill>
              <a:latin typeface="BISansOpti"/>
              <a:cs typeface="BISansOpti"/>
            </a:endParaRP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Telefonnummer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 machine</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2"/>
            <a:ext cx="7166400" cy="472017"/>
          </a:xfrm>
        </p:spPr>
        <p:txBody>
          <a:bodyPr>
            <a:noAutofit/>
          </a:bodyPr>
          <a:lstStyle>
            <a:lvl1pPr marL="0" indent="0">
              <a:buNone/>
              <a:defRPr baseline="0">
                <a:solidFill>
                  <a:schemeClr val="bg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noProof="0"/>
              <a:t>Überschrift für weitere Informationen:</a:t>
            </a:r>
          </a:p>
          <a:p>
            <a:pPr lvl="0"/>
            <a:endParaRPr lang="en-GB" noProof="0"/>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de-DE"/>
              <a:t>Fügen Sie hier die Website-Adressen ein</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3"/>
            <a:ext cx="2304000" cy="548663"/>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Firmenbezeichnung</a:t>
            </a:r>
          </a:p>
        </p:txBody>
      </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sp>
        <p:nvSpPr>
          <p:cNvPr id="24" name="Textplatzhalter 6">
            <a:extLst>
              <a:ext uri="{FF2B5EF4-FFF2-40B4-BE49-F238E27FC236}">
                <a16:creationId xmlns:a16="http://schemas.microsoft.com/office/drawing/2014/main" id="{8A3A6A9D-FE9A-4651-8EBB-515BB8269E41}"/>
              </a:ext>
            </a:extLst>
          </p:cNvPr>
          <p:cNvSpPr>
            <a:spLocks noGrp="1"/>
          </p:cNvSpPr>
          <p:nvPr>
            <p:ph type="body" sz="quarter" idx="23" hasCustomPrompt="1"/>
          </p:nvPr>
        </p:nvSpPr>
        <p:spPr>
          <a:xfrm>
            <a:off x="487139" y="5547612"/>
            <a:ext cx="4260872" cy="316104"/>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Zum Einfügen des Copyright-Textes hier klicken</a:t>
            </a:r>
          </a:p>
        </p:txBody>
      </p:sp>
      <p:grpSp>
        <p:nvGrpSpPr>
          <p:cNvPr id="42" name="Group 41">
            <a:extLst>
              <a:ext uri="{FF2B5EF4-FFF2-40B4-BE49-F238E27FC236}">
                <a16:creationId xmlns:a16="http://schemas.microsoft.com/office/drawing/2014/main" id="{059F6757-A6A6-754E-AAAD-D335E6C6F19A}"/>
              </a:ext>
            </a:extLst>
          </p:cNvPr>
          <p:cNvGrpSpPr/>
          <p:nvPr userDrawn="1"/>
        </p:nvGrpSpPr>
        <p:grpSpPr>
          <a:xfrm>
            <a:off x="490103" y="1733173"/>
            <a:ext cx="3157253" cy="415443"/>
            <a:chOff x="367576" y="1233589"/>
            <a:chExt cx="2871722" cy="377872"/>
          </a:xfrm>
        </p:grpSpPr>
        <p:sp>
          <p:nvSpPr>
            <p:cNvPr id="43" name="Freeform 1">
              <a:extLst>
                <a:ext uri="{FF2B5EF4-FFF2-40B4-BE49-F238E27FC236}">
                  <a16:creationId xmlns:a16="http://schemas.microsoft.com/office/drawing/2014/main" id="{1B1174CA-AEBC-9743-831A-0EBAA305A7A9}"/>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44" name="Freeform 2">
              <a:extLst>
                <a:ext uri="{FF2B5EF4-FFF2-40B4-BE49-F238E27FC236}">
                  <a16:creationId xmlns:a16="http://schemas.microsoft.com/office/drawing/2014/main" id="{F2AD258C-A247-1443-A955-18353BAFDB15}"/>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45" name="Freeform 2">
              <a:extLst>
                <a:ext uri="{FF2B5EF4-FFF2-40B4-BE49-F238E27FC236}">
                  <a16:creationId xmlns:a16="http://schemas.microsoft.com/office/drawing/2014/main" id="{B7AE36FE-6275-BF49-863F-50F82FADCA9D}"/>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46" name="Freeform 2">
              <a:extLst>
                <a:ext uri="{FF2B5EF4-FFF2-40B4-BE49-F238E27FC236}">
                  <a16:creationId xmlns:a16="http://schemas.microsoft.com/office/drawing/2014/main" id="{776DE157-3D79-2040-A9BC-F4B92E244EF4}"/>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47" name="Freeform 2">
              <a:extLst>
                <a:ext uri="{FF2B5EF4-FFF2-40B4-BE49-F238E27FC236}">
                  <a16:creationId xmlns:a16="http://schemas.microsoft.com/office/drawing/2014/main" id="{7A221194-5F77-E742-928E-08B3F35958C4}"/>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36" name="Picture 35">
            <a:extLst>
              <a:ext uri="{FF2B5EF4-FFF2-40B4-BE49-F238E27FC236}">
                <a16:creationId xmlns:a16="http://schemas.microsoft.com/office/drawing/2014/main" id="{8344B219-7575-4A11-9F6C-B6823D47E73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37" name="Slide Number Placeholder 4">
            <a:extLst>
              <a:ext uri="{FF2B5EF4-FFF2-40B4-BE49-F238E27FC236}">
                <a16:creationId xmlns:a16="http://schemas.microsoft.com/office/drawing/2014/main" id="{2ABD6098-C0F1-4313-BB9B-906F9FF09CEC}"/>
              </a:ext>
            </a:extLst>
          </p:cNvPr>
          <p:cNvSpPr txBox="1">
            <a:spLocks/>
          </p:cNvSpPr>
          <p:nvPr userDrawn="1"/>
        </p:nvSpPr>
        <p:spPr>
          <a:xfrm>
            <a:off x="8943007"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2609579618"/>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userDrawn="1">
  <p:cSld name="Standard slide_0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02B2D0D8-B4D5-46B4-9DBE-A9EA9D9D5CA9}"/>
              </a:ext>
            </a:extLst>
          </p:cNvPr>
          <p:cNvSpPr>
            <a:spLocks noGrp="1"/>
          </p:cNvSpPr>
          <p:nvPr>
            <p:ph sz="quarter" idx="14"/>
          </p:nvPr>
        </p:nvSpPr>
        <p:spPr>
          <a:xfrm>
            <a:off x="478368" y="1219203"/>
            <a:ext cx="11223533" cy="4891617"/>
          </a:xfrm>
        </p:spPr>
        <p:txBody>
          <a:bodyPr vert="horz" lIns="0" tIns="0" rIns="0" bIns="0" rtlCol="0">
            <a:noAutofit/>
          </a:bodyPr>
          <a:lstStyle>
            <a:lvl1pPr>
              <a:defRPr lang="en-US" sz="2400" dirty="0" smtClean="0"/>
            </a:lvl1pPr>
            <a:lvl2pPr>
              <a:defRPr lang="en-US" dirty="0" smtClean="0">
                <a:solidFill>
                  <a:schemeClr val="tx2"/>
                </a:solidFill>
              </a:defRPr>
            </a:lvl2pPr>
            <a:lvl3pPr>
              <a:defRPr lang="en-US" sz="1867" dirty="0" smtClean="0">
                <a:solidFill>
                  <a:schemeClr val="tx2"/>
                </a:solidFill>
              </a:defRPr>
            </a:lvl3pPr>
            <a:lvl4pPr>
              <a:defRPr lang="en-US" sz="1867" dirty="0" smtClean="0">
                <a:solidFill>
                  <a:schemeClr val="tx2"/>
                </a:solidFill>
              </a:defRPr>
            </a:lvl4pPr>
            <a:lvl5pPr>
              <a:defRPr lang="en-GB" dirty="0">
                <a:solidFill>
                  <a:schemeClr val="tx2"/>
                </a:solidFill>
              </a:defRPr>
            </a:lvl5pPr>
          </a:lstStyle>
          <a:p>
            <a:pPr marL="455967" lvl="0" indent="-455967">
              <a:lnSpc>
                <a:spcPct val="130000"/>
              </a:lnSpc>
            </a:pPr>
            <a:r>
              <a:rPr lang="en-US"/>
              <a:t>Click to edit Master text styles</a:t>
            </a:r>
          </a:p>
          <a:p>
            <a:pPr marL="455967" lvl="1" indent="-455967">
              <a:lnSpc>
                <a:spcPct val="130000"/>
              </a:lnSpc>
            </a:pPr>
            <a:r>
              <a:rPr lang="en-US"/>
              <a:t>Second level</a:t>
            </a:r>
          </a:p>
          <a:p>
            <a:pPr marL="455967" lvl="2" indent="-455967">
              <a:lnSpc>
                <a:spcPct val="130000"/>
              </a:lnSpc>
            </a:pPr>
            <a:r>
              <a:rPr lang="en-US"/>
              <a:t>Third level</a:t>
            </a:r>
          </a:p>
          <a:p>
            <a:pPr marL="455967" lvl="3" indent="-455967">
              <a:lnSpc>
                <a:spcPct val="130000"/>
              </a:lnSpc>
            </a:pPr>
            <a:r>
              <a:rPr lang="en-US"/>
              <a:t>Fourth level</a:t>
            </a:r>
          </a:p>
        </p:txBody>
      </p:sp>
      <p:sp>
        <p:nvSpPr>
          <p:cNvPr id="11" name="Slide Number Placeholder 4">
            <a:extLst>
              <a:ext uri="{FF2B5EF4-FFF2-40B4-BE49-F238E27FC236}">
                <a16:creationId xmlns:a16="http://schemas.microsoft.com/office/drawing/2014/main" id="{0FE0D513-784E-4A2D-8CBA-841557958B9B}"/>
              </a:ext>
            </a:extLst>
          </p:cNvPr>
          <p:cNvSpPr txBox="1">
            <a:spLocks/>
          </p:cNvSpPr>
          <p:nvPr userDrawn="1"/>
        </p:nvSpPr>
        <p:spPr>
          <a:xfrm>
            <a:off x="10033755" y="6520184"/>
            <a:ext cx="1668149" cy="184666"/>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a:t>WE ARE MENTAL HEALTH 2.0</a:t>
            </a:r>
          </a:p>
        </p:txBody>
      </p:sp>
      <p:sp>
        <p:nvSpPr>
          <p:cNvPr id="9" name="Subtitle 2">
            <a:extLst>
              <a:ext uri="{FF2B5EF4-FFF2-40B4-BE49-F238E27FC236}">
                <a16:creationId xmlns:a16="http://schemas.microsoft.com/office/drawing/2014/main" id="{C3A4A958-8255-4545-BF38-D040F61E6A76}"/>
              </a:ext>
            </a:extLst>
          </p:cNvPr>
          <p:cNvSpPr txBox="1">
            <a:spLocks/>
          </p:cNvSpPr>
          <p:nvPr userDrawn="1"/>
        </p:nvSpPr>
        <p:spPr>
          <a:xfrm>
            <a:off x="529749" y="2044551"/>
            <a:ext cx="11753624" cy="205121"/>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b="0" i="0" kern="1200">
                <a:solidFill>
                  <a:srgbClr val="003366"/>
                </a:solidFill>
                <a:latin typeface="BISansOptiCond"/>
                <a:ea typeface="+mn-ea"/>
                <a:cs typeface="BISansOptiCond"/>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BISansOpti"/>
                <a:ea typeface="+mn-ea"/>
                <a:cs typeface="BISansOpti"/>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1333" baseline="0">
                <a:solidFill>
                  <a:schemeClr val="bg1"/>
                </a:solidFill>
              </a:rPr>
              <a:t>Mental Health 2.0</a:t>
            </a:r>
          </a:p>
        </p:txBody>
      </p:sp>
      <p:pic>
        <p:nvPicPr>
          <p:cNvPr id="10" name="Picture 9">
            <a:extLst>
              <a:ext uri="{FF2B5EF4-FFF2-40B4-BE49-F238E27FC236}">
                <a16:creationId xmlns:a16="http://schemas.microsoft.com/office/drawing/2014/main" id="{0FCA3A64-FC8B-9D43-9566-196DA53EC7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56675"/>
            <a:ext cx="12192000" cy="25400"/>
          </a:xfrm>
          <a:prstGeom prst="rect">
            <a:avLst/>
          </a:prstGeom>
        </p:spPr>
      </p:pic>
      <p:pic>
        <p:nvPicPr>
          <p:cNvPr id="13" name="Grafik 6">
            <a:extLst>
              <a:ext uri="{FF2B5EF4-FFF2-40B4-BE49-F238E27FC236}">
                <a16:creationId xmlns:a16="http://schemas.microsoft.com/office/drawing/2014/main" id="{4F6783F5-0CA4-4248-9645-CB9E41E13B3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0057" y="6485508"/>
            <a:ext cx="812091" cy="254013"/>
          </a:xfrm>
          <a:prstGeom prst="rect">
            <a:avLst/>
          </a:prstGeom>
        </p:spPr>
      </p:pic>
      <p:sp>
        <p:nvSpPr>
          <p:cNvPr id="14" name="Titel 7">
            <a:extLst>
              <a:ext uri="{FF2B5EF4-FFF2-40B4-BE49-F238E27FC236}">
                <a16:creationId xmlns:a16="http://schemas.microsoft.com/office/drawing/2014/main" id="{5CA51D93-1FDE-470D-8609-9D5EA01935A8}"/>
              </a:ext>
            </a:extLst>
          </p:cNvPr>
          <p:cNvSpPr>
            <a:spLocks noGrp="1"/>
          </p:cNvSpPr>
          <p:nvPr>
            <p:ph type="title" hasCustomPrompt="1"/>
          </p:nvPr>
        </p:nvSpPr>
        <p:spPr>
          <a:xfrm>
            <a:off x="490100" y="25405"/>
            <a:ext cx="11211800" cy="889145"/>
          </a:xfrm>
        </p:spPr>
        <p:txBody>
          <a:bodyPr anchor="b" anchorCtr="0">
            <a:noAutofit/>
          </a:bodyPr>
          <a:lstStyle>
            <a:lvl1pPr>
              <a:lnSpc>
                <a:spcPct val="80000"/>
              </a:lnSpc>
              <a:defRPr/>
            </a:lvl1pPr>
          </a:lstStyle>
          <a:p>
            <a:br>
              <a:rPr lang="en-GB" noProof="0"/>
            </a:br>
            <a:r>
              <a:rPr lang="en-GB" noProof="0"/>
              <a:t>Click to add headline</a:t>
            </a:r>
          </a:p>
        </p:txBody>
      </p:sp>
    </p:spTree>
    <p:extLst>
      <p:ext uri="{BB962C8B-B14F-4D97-AF65-F5344CB8AC3E}">
        <p14:creationId xmlns:p14="http://schemas.microsoft.com/office/powerpoint/2010/main" val="3054813249"/>
      </p:ext>
    </p:extLst>
  </p:cSld>
  <p:clrMapOvr>
    <a:masterClrMapping/>
  </p:clrMapOvr>
  <p:extLst>
    <p:ext uri="{DCECCB84-F9BA-43D5-87BE-67443E8EF086}">
      <p15:sldGuideLst xmlns:p15="http://schemas.microsoft.com/office/powerpoint/2012/main">
        <p15:guide id="1" orient="horz" pos="576">
          <p15:clr>
            <a:srgbClr val="FBAE40"/>
          </p15:clr>
        </p15:guide>
        <p15:guide id="2" pos="2880">
          <p15:clr>
            <a:srgbClr val="FBAE40"/>
          </p15:clr>
        </p15:guide>
        <p15:guide id="3" pos="5530">
          <p15:clr>
            <a:srgbClr val="FBAE40"/>
          </p15:clr>
        </p15:guide>
        <p15:guide id="4" orient="horz" pos="288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1_Standard page_03">
    <p:spTree>
      <p:nvGrpSpPr>
        <p:cNvPr id="1" name=""/>
        <p:cNvGrpSpPr/>
        <p:nvPr/>
      </p:nvGrpSpPr>
      <p:grpSpPr>
        <a:xfrm>
          <a:off x="0" y="0"/>
          <a:ext cx="0" cy="0"/>
          <a:chOff x="0" y="0"/>
          <a:chExt cx="0" cy="0"/>
        </a:xfrm>
      </p:grpSpPr>
      <p:sp>
        <p:nvSpPr>
          <p:cNvPr id="12" name="Rechteck 11"/>
          <p:cNvSpPr/>
          <p:nvPr userDrawn="1"/>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5" y="6578958"/>
            <a:ext cx="840361" cy="190511"/>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3" name="Fußzeilenplatzhalter 4"/>
          <p:cNvSpPr>
            <a:spLocks noGrp="1"/>
          </p:cNvSpPr>
          <p:nvPr>
            <p:ph type="ftr" sz="quarter" idx="3"/>
          </p:nvPr>
        </p:nvSpPr>
        <p:spPr>
          <a:xfrm>
            <a:off x="4052620" y="6631908"/>
            <a:ext cx="3724523" cy="346249"/>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4" name="Datumsplatzhalter 3"/>
          <p:cNvSpPr>
            <a:spLocks noGrp="1"/>
          </p:cNvSpPr>
          <p:nvPr>
            <p:ph type="dt" sz="half" idx="10"/>
          </p:nvPr>
        </p:nvSpPr>
        <p:spPr>
          <a:xfrm>
            <a:off x="10332885" y="6597269"/>
            <a:ext cx="605935" cy="153888"/>
          </a:xfrm>
          <a:prstGeom prst="rect">
            <a:avLst/>
          </a:prstGeo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211606589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a:xfrm>
            <a:off x="838200" y="6356351"/>
            <a:ext cx="2743200" cy="365125"/>
          </a:xfrm>
          <a:prstGeom prst="rect">
            <a:avLst/>
          </a:prstGeom>
        </p:spPr>
        <p:txBody>
          <a:bodyPr/>
          <a:lstStyle/>
          <a:p>
            <a:fld id="{4737E52C-13E7-4544-B37B-080AFD478AFE}" type="datetime1">
              <a:rPr lang="en-US" smtClean="0"/>
              <a:t>5/14/2025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6"/>
            <a:ext cx="840360" cy="254013"/>
          </a:xfrm>
          <a:prstGeom prst="rect">
            <a:avLst/>
          </a:prstGeom>
        </p:spPr>
      </p:pic>
    </p:spTree>
    <p:extLst>
      <p:ext uri="{BB962C8B-B14F-4D97-AF65-F5344CB8AC3E}">
        <p14:creationId xmlns:p14="http://schemas.microsoft.com/office/powerpoint/2010/main" val="1558558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2_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a:xfrm>
            <a:off x="838200" y="6356351"/>
            <a:ext cx="2743200" cy="365125"/>
          </a:xfrm>
          <a:prstGeom prst="rect">
            <a:avLst/>
          </a:prstGeom>
        </p:spPr>
        <p:txBody>
          <a:bodyPr/>
          <a:lstStyle/>
          <a:p>
            <a:fld id="{1C661359-A780-4E12-A6C3-DC4E2163D090}" type="datetime1">
              <a:rPr lang="en-GB" smtClean="0"/>
              <a:t>14/05/2025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775624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4" name="Inhaltsplatzhalter 2"/>
          <p:cNvSpPr>
            <a:spLocks noGrp="1"/>
          </p:cNvSpPr>
          <p:nvPr>
            <p:ph idx="1"/>
          </p:nvPr>
        </p:nvSpPr>
        <p:spPr>
          <a:xfrm>
            <a:off x="2362100" y="1600201"/>
            <a:ext cx="7488001" cy="4525963"/>
          </a:xfrm>
        </p:spPr>
        <p:txBody>
          <a:bodyPr/>
          <a:lstStyle>
            <a:lvl1pPr marL="0" indent="0">
              <a:spcBef>
                <a:spcPts val="800"/>
              </a:spcBef>
              <a:buNone/>
              <a:defRPr/>
            </a:lvl1pPr>
            <a:lvl2pPr marL="243405" indent="-243405">
              <a:spcBef>
                <a:spcPts val="800"/>
              </a:spcBef>
              <a:buFont typeface="BISans" panose="02000503040000020004" pitchFamily="2" charset="0"/>
              <a:buChar char="•"/>
              <a:defRPr/>
            </a:lvl2pPr>
            <a:lvl3pPr marL="478343" indent="-234939">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sp>
        <p:nvSpPr>
          <p:cNvPr id="3" name="Datumsplatzhalter 2"/>
          <p:cNvSpPr>
            <a:spLocks noGrp="1"/>
          </p:cNvSpPr>
          <p:nvPr>
            <p:ph type="dt" sz="half" idx="10"/>
          </p:nvPr>
        </p:nvSpPr>
        <p:spPr>
          <a:xfrm>
            <a:off x="838200" y="6356351"/>
            <a:ext cx="2743200" cy="365125"/>
          </a:xfrm>
          <a:prstGeom prst="rect">
            <a:avLst/>
          </a:prstGeom>
        </p:spPr>
        <p:txBody>
          <a:bodyPr/>
          <a:lstStyle/>
          <a:p>
            <a:fld id="{ABBB0F3E-C13F-4440-9895-CCCADA43F0B7}" type="datetime1">
              <a:rPr lang="en-GB" smtClean="0"/>
              <a:t>14/05/2025</a:t>
            </a:fld>
            <a:endParaRPr lang="en-GB"/>
          </a:p>
        </p:txBody>
      </p:sp>
      <p:sp>
        <p:nvSpPr>
          <p:cNvPr id="4" name="Fußzeilenplatzhalter 3"/>
          <p:cNvSpPr>
            <a:spLocks noGrp="1"/>
          </p:cNvSpPr>
          <p:nvPr>
            <p:ph type="ftr" sz="quarter" idx="11"/>
          </p:nvPr>
        </p:nvSpPr>
        <p:spPr/>
        <p:txBody>
          <a:bodyPr/>
          <a:lstStyle/>
          <a:p>
            <a:r>
              <a:rPr lang="en-GB"/>
              <a:t>BI 764524, anti SEMA3A Regional input- 2021</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7" name="Titel 6"/>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29608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userDrawn="1">
  <p:cSld name="1_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a:xfrm>
            <a:off x="838200" y="6356351"/>
            <a:ext cx="2743200" cy="365125"/>
          </a:xfrm>
          <a:prstGeom prst="rect">
            <a:avLst/>
          </a:prstGeom>
        </p:spPr>
        <p:txBody>
          <a:bodyPr/>
          <a:lstStyle/>
          <a:p>
            <a:r>
              <a:rPr lang="en-US" altLang="zh-CN" noProof="0"/>
              <a:t>19 Jan 2023</a:t>
            </a:r>
            <a:endParaRPr lang="en-GB" noProof="0"/>
          </a:p>
        </p:txBody>
      </p:sp>
      <p:sp>
        <p:nvSpPr>
          <p:cNvPr id="5" name="Fußzeilenplatzhalter 4"/>
          <p:cNvSpPr>
            <a:spLocks noGrp="1"/>
          </p:cNvSpPr>
          <p:nvPr>
            <p:ph type="ftr" sz="quarter" idx="11"/>
          </p:nvPr>
        </p:nvSpPr>
        <p:spPr/>
        <p:txBody>
          <a:bodyPr/>
          <a:lstStyle/>
          <a:p>
            <a:r>
              <a:rPr lang="en-US" noProof="0"/>
              <a:t>Metalyse Update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38290218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57BA168-1EC1-C882-F58F-EF313DF85B30}"/>
              </a:ext>
            </a:extLst>
          </p:cNvPr>
          <p:cNvSpPr>
            <a:spLocks noGrp="1"/>
          </p:cNvSpPr>
          <p:nvPr>
            <p:ph type="ftr" sz="quarter" idx="10"/>
          </p:nvPr>
        </p:nvSpPr>
        <p:spPr/>
        <p:txBody>
          <a:bodyPr/>
          <a:lstStyle/>
          <a:p>
            <a:r>
              <a:rPr lang="en-US"/>
              <a:t>Presentation title    |    ONLY FOR INTERNAL USE</a:t>
            </a:r>
          </a:p>
        </p:txBody>
      </p:sp>
      <p:sp>
        <p:nvSpPr>
          <p:cNvPr id="3" name="灯片编号占位符 2">
            <a:extLst>
              <a:ext uri="{FF2B5EF4-FFF2-40B4-BE49-F238E27FC236}">
                <a16:creationId xmlns:a16="http://schemas.microsoft.com/office/drawing/2014/main" id="{93230E86-6C4B-C810-486F-B757DBFD5789}"/>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4721266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6614170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2614581106"/>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96258123"/>
      </p:ext>
    </p:extLst>
  </p:cSld>
  <p:clrMapOvr>
    <a:masterClrMapping/>
  </p:clrMapOvr>
  <p:extLst>
    <p:ext uri="{DCECCB84-F9BA-43D5-87BE-67443E8EF086}">
      <p15:sldGuideLst xmlns:p15="http://schemas.microsoft.com/office/powerpoint/2012/main"/>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TA CMR Avenciguat_sGC activator_Glomerulonephritides, 18th February 2025 - CONFIDENTIAL -</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791064"/>
      </p:ext>
    </p:extLst>
  </p:cSld>
  <p:clrMapOvr>
    <a:masterClrMapping/>
  </p:clrMapOvr>
  <p:extLst>
    <p:ext uri="{DCECCB84-F9BA-43D5-87BE-67443E8EF086}">
      <p15:sldGuideLst xmlns:p15="http://schemas.microsoft.com/office/powerpoint/2012/main"/>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TA CMR Avenciguat_sGC activator_Glomerulonephritides, 18th February 2025 - CONFIDENTIAL -</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4448189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TA CMR Avenciguat_sGC activator_Glomerulonephritides, 18th February 2025 - CONFIDENTIAL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07944404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15150731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292942020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TA CMR Avenciguat_sGC activator_Glomerulonephritides, 18th February 2025 - CONFIDENTIAL -</a:t>
            </a:r>
          </a:p>
        </p:txBody>
      </p:sp>
    </p:spTree>
    <p:extLst>
      <p:ext uri="{BB962C8B-B14F-4D97-AF65-F5344CB8AC3E}">
        <p14:creationId xmlns:p14="http://schemas.microsoft.com/office/powerpoint/2010/main" val="50307276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0817179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TA CMR Avenciguat_sGC activator_Glomerulonephritides, 18th February 2025 - CONFIDENTIAL -</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92051328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69328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118128579"/>
      </p:ext>
    </p:extLst>
  </p:cSld>
  <p:clrMapOvr>
    <a:masterClrMapping/>
  </p:clrMapOvr>
  <p:extLst>
    <p:ext uri="{DCECCB84-F9BA-43D5-87BE-67443E8EF086}">
      <p15:sldGuideLst xmlns:p15="http://schemas.microsoft.com/office/powerpoint/2012/main"/>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TA CMR Avenciguat_sGC activator_Glomerulonephritides, 18th February 2025 - CONFIDENTIAL -</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892019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TA CMR Avenciguat_sGC activator_Glomerulonephritides, 18th February 2025 - CONFIDENTIAL -</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655604986"/>
      </p:ext>
    </p:extLst>
  </p:cSld>
  <p:clrMapOvr>
    <a:masterClrMapping/>
  </p:clrMapOvr>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TA CMR Avenciguat_sGC activator_Glomerulonephritides, 18th February 2025 - CONFIDENTIAL -</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28265631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317760785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TA CMR Avenciguat_sGC activator_Glomerulonephritides, 18th February 2025 - CONFIDENTIAL -</a:t>
            </a:r>
          </a:p>
        </p:txBody>
      </p:sp>
    </p:spTree>
    <p:extLst>
      <p:ext uri="{BB962C8B-B14F-4D97-AF65-F5344CB8AC3E}">
        <p14:creationId xmlns:p14="http://schemas.microsoft.com/office/powerpoint/2010/main" val="155962124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93307861"/>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6077676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1248406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TA CMR Avenciguat_sGC activator_Glomerulonephritides, 18th February 2025 - CONFIDENTIAL -</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3516626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892893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TA CMR Avenciguat_sGC activator_Glomerulonephritides, 18th February 2025 - CONFIDENTIAL -</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4111787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5834960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91374352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4909085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18557309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5617860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70099897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23213702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TA CMR Avenciguat_sGC activator_Glomerulonephritides, 18th February 2025 - CONFIDENTIAL -</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32799565"/>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TA CMR Avenciguat_sGC activator_Glomerulonephritides, 18th February 2025 - CONFIDENTIAL -</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257783090"/>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TRPC6 | All Staff Meeting March 2025 | confidential</a:t>
            </a:r>
          </a:p>
        </p:txBody>
      </p:sp>
    </p:spTree>
    <p:extLst>
      <p:ext uri="{BB962C8B-B14F-4D97-AF65-F5344CB8AC3E}">
        <p14:creationId xmlns:p14="http://schemas.microsoft.com/office/powerpoint/2010/main" val="3391159010"/>
      </p:ext>
    </p:extLst>
  </p:cSld>
  <p:clrMapOvr>
    <a:masterClrMapping/>
  </p:clrMapOvr>
  <p:extLst>
    <p:ext uri="{DCECCB84-F9BA-43D5-87BE-67443E8EF086}">
      <p15:sldGuideLst xmlns:p15="http://schemas.microsoft.com/office/powerpoint/2012/main"/>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TRPC6 | All Staff Meeting March 2025 | confidential</a:t>
            </a:r>
          </a:p>
        </p:txBody>
      </p:sp>
    </p:spTree>
    <p:extLst>
      <p:ext uri="{BB962C8B-B14F-4D97-AF65-F5344CB8AC3E}">
        <p14:creationId xmlns:p14="http://schemas.microsoft.com/office/powerpoint/2010/main" val="3850193110"/>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TRPC6 | All Staff Meeting March 2025 | confidential</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71934895"/>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TRPC6 | All Staff Meeting March 2025 | confidential</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56314064"/>
      </p:ext>
    </p:extLst>
  </p:cSld>
  <p:clrMapOvr>
    <a:masterClrMapping/>
  </p:clrMapOvr>
  <p:extLst>
    <p:ext uri="{DCECCB84-F9BA-43D5-87BE-67443E8EF086}">
      <p15:sldGuideLst xmlns:p15="http://schemas.microsoft.com/office/powerpoint/2012/main"/>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TRPC6 | All Staff Meeting March 2025 | confidential</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0684357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TRPC6 | All Staff Meeting March 2025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05791138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TRPC6 | All Staff Meeting March 2025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1131307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TRPC6 | All Staff Meeting March 2025 | confidential</a:t>
            </a:r>
          </a:p>
        </p:txBody>
      </p:sp>
    </p:spTree>
    <p:extLst>
      <p:ext uri="{BB962C8B-B14F-4D97-AF65-F5344CB8AC3E}">
        <p14:creationId xmlns:p14="http://schemas.microsoft.com/office/powerpoint/2010/main" val="91937325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TRPC6 | All Staff Meeting March 2025 | confidential</a:t>
            </a:r>
          </a:p>
        </p:txBody>
      </p:sp>
    </p:spTree>
    <p:extLst>
      <p:ext uri="{BB962C8B-B14F-4D97-AF65-F5344CB8AC3E}">
        <p14:creationId xmlns:p14="http://schemas.microsoft.com/office/powerpoint/2010/main" val="312000053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TRPC6 | All Staff Meeting March 2025 | confidential</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3852016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TRPC6 | All Staff Meeting March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53064702"/>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TRPC6 | All Staff Meeting March 2025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57330594"/>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TRPC6 | All Staff Meeting March 2025 | confidential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991414724"/>
      </p:ext>
    </p:extLst>
  </p:cSld>
  <p:clrMapOvr>
    <a:masterClrMapping/>
  </p:clrMapOvr>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TRPC6 | All Staff Meeting March 2025 | confidential</a:t>
            </a:r>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157375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TRPC6 | All Staff Meeting March 2025 | confidential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9052826"/>
      </p:ext>
    </p:extLst>
  </p:cSld>
  <p:clrMapOvr>
    <a:masterClrMapping/>
  </p:clrMapOvr>
  <p:extLst>
    <p:ext uri="{DCECCB84-F9BA-43D5-87BE-67443E8EF086}">
      <p15:sldGuideLst xmlns:p15="http://schemas.microsoft.com/office/powerpoint/2012/main"/>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TRPC6 | All Staff Meeting March 2025 | confidential</a:t>
            </a:r>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1880216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TRPC6 | All Staff Meeting March 2025 | confidential</a:t>
            </a:r>
          </a:p>
        </p:txBody>
      </p:sp>
    </p:spTree>
    <p:extLst>
      <p:ext uri="{BB962C8B-B14F-4D97-AF65-F5344CB8AC3E}">
        <p14:creationId xmlns:p14="http://schemas.microsoft.com/office/powerpoint/2010/main" val="394308395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TRPC6 | All Staff Meeting March 2025 | confidential</a:t>
            </a:r>
          </a:p>
        </p:txBody>
      </p:sp>
    </p:spTree>
    <p:extLst>
      <p:ext uri="{BB962C8B-B14F-4D97-AF65-F5344CB8AC3E}">
        <p14:creationId xmlns:p14="http://schemas.microsoft.com/office/powerpoint/2010/main" val="428922535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TRPC6 | All Staff Meeting March 2025 | confidential</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1196550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TRPC6 | All Staff Meeting March 2025 | confidential</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3393674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TRPC6 | All Staff Meeting March 2025 | confidential</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995237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TRPC6 | All Staff Meeting March 2025 | confidential</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138566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TRPC6 | All Staff Meeting March 2025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368104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TRPC6 | All Staff Meeting March 2025 | confidential</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574251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TRPC6 | All Staff Meeting March 2025 | confidential</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5699649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TRPC6 | All Staff Meeting March 2025 | confidential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8287532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TRPC6 | All Staff Meeting March 2025 | confidential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2702458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TRPC6 | All Staff Meeting March 2025 | confidential</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15082141"/>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TRPC6 | All Staff Meeting March 2025 | confidential</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05445442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TRPC6 | All Staff Meeting March 2025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256708864"/>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TRPC6 | All Staff Meeting March 2025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45169549"/>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TRPC6 | All Staff Meeting March 2025 | confidential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3001067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TRPC6 | All Staff Meeting March 2025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179112870"/>
      </p:ext>
    </p:extLst>
  </p:cSld>
  <p:clrMapOvr>
    <a:masterClrMapping/>
  </p:clrMapOvr>
  <p:extLst>
    <p:ext uri="{DCECCB84-F9BA-43D5-87BE-67443E8EF086}">
      <p15:sldGuideLst xmlns:p15="http://schemas.microsoft.com/office/powerpoint/2012/main"/>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TRPC6 | All Staff Meeting March 2025 | 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25038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Tree>
    <p:extLst>
      <p:ext uri="{BB962C8B-B14F-4D97-AF65-F5344CB8AC3E}">
        <p14:creationId xmlns:p14="http://schemas.microsoft.com/office/powerpoint/2010/main" val="2920905768"/>
      </p:ext>
    </p:extLst>
  </p:cSld>
  <p:clrMapOvr>
    <a:masterClrMapping/>
  </p:clrMapOvr>
  <p:extLst>
    <p:ext uri="{DCECCB84-F9BA-43D5-87BE-67443E8EF086}">
      <p15:sldGuideLst xmlns:p15="http://schemas.microsoft.com/office/powerpoint/2012/main"/>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solidFill>
                  <a:schemeClr val="bg1"/>
                </a:solidFill>
              </a:rPr>
              <a:t>TA CEC Portfolio Update|    ONLY FOR INTERNAL USE</a:t>
            </a:r>
          </a:p>
        </p:txBody>
      </p:sp>
    </p:spTree>
    <p:extLst>
      <p:ext uri="{BB962C8B-B14F-4D97-AF65-F5344CB8AC3E}">
        <p14:creationId xmlns:p14="http://schemas.microsoft.com/office/powerpoint/2010/main" val="301350887"/>
      </p:ext>
    </p:extLst>
  </p:cSld>
  <p:clrMapOvr>
    <a:masterClrMapping/>
  </p:clrMapOvr>
  <p:extLst>
    <p:ext uri="{DCECCB84-F9BA-43D5-87BE-67443E8EF086}">
      <p15:sldGuideLst xmlns:p15="http://schemas.microsoft.com/office/powerpoint/2012/main"/>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57915913"/>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0144640"/>
      </p:ext>
    </p:extLst>
  </p:cSld>
  <p:clrMapOvr>
    <a:masterClrMapping/>
  </p:clrMapOvr>
  <p:extLst>
    <p:ext uri="{DCECCB84-F9BA-43D5-87BE-67443E8EF086}">
      <p15:sldGuideLst xmlns:p15="http://schemas.microsoft.com/office/powerpoint/2012/main"/>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213172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6284774"/>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86817263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1442753052"/>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spTree>
    <p:extLst>
      <p:ext uri="{BB962C8B-B14F-4D97-AF65-F5344CB8AC3E}">
        <p14:creationId xmlns:p14="http://schemas.microsoft.com/office/powerpoint/2010/main" val="420882937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9431528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 CEC Portfolio Update|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556875572"/>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5708374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450749221"/>
      </p:ext>
    </p:extLst>
  </p:cSld>
  <p:clrMapOvr>
    <a:masterClrMapping/>
  </p:clrMapOvr>
  <p:extLst>
    <p:ext uri="{DCECCB84-F9BA-43D5-87BE-67443E8EF086}">
      <p15:sldGuideLst xmlns:p15="http://schemas.microsoft.com/office/powerpoint/2012/main"/>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 CEC Portfolio Update|    </a:t>
            </a:r>
          </a:p>
          <a:p>
            <a:r>
              <a:rPr lang="en-US" altLang="zh-CN"/>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736009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294484042"/>
      </p:ext>
    </p:extLst>
  </p:cSld>
  <p:clrMapOvr>
    <a:masterClrMapping/>
  </p:clrMapOvr>
  <p:extLst>
    <p:ext uri="{DCECCB84-F9BA-43D5-87BE-67443E8EF086}">
      <p15:sldGuideLst xmlns:p15="http://schemas.microsoft.com/office/powerpoint/2012/main"/>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 CEC Portfolio Update|   </a:t>
            </a:r>
          </a:p>
          <a:p>
            <a:r>
              <a:rPr lang="en-US" altLang="zh-CN"/>
              <a:t>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54613363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373935875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64968478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ltLang="zh-CN"/>
              <a:t>TA CEC Portfolio Update|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07556043"/>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4471291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535556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ltLang="zh-CN"/>
              <a:t>TA CEC Portfolio Update|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0251492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6088171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1393657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0238454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936870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3106042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636000279"/>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9180240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8157643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59899973"/>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4873220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695162007"/>
      </p:ext>
    </p:extLst>
  </p:cSld>
  <p:clrMapOvr>
    <a:masterClrMapping/>
  </p:clrMapOvr>
  <p:extLst>
    <p:ext uri="{DCECCB84-F9BA-43D5-87BE-67443E8EF086}">
      <p15:sldGuideLst xmlns:p15="http://schemas.microsoft.com/office/powerpoint/2012/main"/>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6" name="Fußzeilenplatzhalter 3">
            <a:extLst>
              <a:ext uri="{FF2B5EF4-FFF2-40B4-BE49-F238E27FC236}">
                <a16:creationId xmlns:a16="http://schemas.microsoft.com/office/drawing/2014/main" id="{E8FFF073-C347-4E95-6D0F-0027DFBABA61}"/>
              </a:ext>
            </a:extLst>
          </p:cNvPr>
          <p:cNvSpPr txBox="1">
            <a:spLocks/>
          </p:cNvSpPr>
          <p:nvPr userDrawn="1"/>
        </p:nvSpPr>
        <p:spPr bwMode="gray">
          <a:xfrm>
            <a:off x="4439816" y="6547507"/>
            <a:ext cx="3132348" cy="216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algn="ctr"/>
            <a:r>
              <a:rPr lang="en-US">
                <a:solidFill>
                  <a:schemeClr val="tx1"/>
                </a:solidFill>
              </a:rPr>
              <a:t>Cardiovascular. Renal. Metabolic.</a:t>
            </a:r>
          </a:p>
        </p:txBody>
      </p:sp>
    </p:spTree>
    <p:extLst>
      <p:ext uri="{BB962C8B-B14F-4D97-AF65-F5344CB8AC3E}">
        <p14:creationId xmlns:p14="http://schemas.microsoft.com/office/powerpoint/2010/main" val="3262375256"/>
      </p:ext>
    </p:extLst>
  </p:cSld>
  <p:clrMapOvr>
    <a:masterClrMapping/>
  </p:clrMapOvr>
  <p:extLst>
    <p:ext uri="{DCECCB84-F9BA-43D5-87BE-67443E8EF086}">
      <p15:sldGuideLst xmlns:p15="http://schemas.microsoft.com/office/powerpoint/2012/main"/>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06466207"/>
      </p:ext>
    </p:extLst>
  </p:cSld>
  <p:clrMapOvr>
    <a:masterClrMapping/>
  </p:clrMapOvr>
  <p:extLst>
    <p:ext uri="{DCECCB84-F9BA-43D5-87BE-67443E8EF086}">
      <p15:sldGuideLst xmlns:p15="http://schemas.microsoft.com/office/powerpoint/2012/main"/>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Box 4">
            <a:extLst>
              <a:ext uri="{FF2B5EF4-FFF2-40B4-BE49-F238E27FC236}">
                <a16:creationId xmlns:a16="http://schemas.microsoft.com/office/drawing/2014/main" id="{2BB6BD8C-4FF0-CC6F-926D-EA5EFE2DCD69}"/>
              </a:ext>
            </a:extLst>
          </p:cNvPr>
          <p:cNvSpPr txBox="1"/>
          <p:nvPr userDrawn="1"/>
        </p:nvSpPr>
        <p:spPr bwMode="gray">
          <a:xfrm>
            <a:off x="4110847" y="6591594"/>
            <a:ext cx="3970306" cy="169277"/>
          </a:xfrm>
          <a:prstGeom prst="rect">
            <a:avLst/>
          </a:prstGeom>
          <a:noFill/>
        </p:spPr>
        <p:txBody>
          <a:bodyPr wrap="square" rIns="0" bIns="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bg1"/>
                </a:solidFill>
                <a:effectLst/>
                <a:uLnTx/>
                <a:uFillTx/>
                <a:latin typeface="Boehringer Forward Text"/>
                <a:ea typeface="+mn-ea"/>
                <a:cs typeface="+mn-cs"/>
              </a:rPr>
              <a:t>Copyright © 2024 Boehringer Ingelheim International GmbH. All rights reserved.</a:t>
            </a:r>
            <a:endParaRPr kumimoji="0" lang="en-US" sz="800" b="0" i="0" u="none" strike="noStrike" kern="1200" cap="none" spc="0" normalizeH="0" baseline="0" noProof="0">
              <a:ln>
                <a:noFill/>
              </a:ln>
              <a:solidFill>
                <a:schemeClr val="bg1"/>
              </a:solidFill>
              <a:effectLst/>
              <a:uLnTx/>
              <a:uFillTx/>
              <a:latin typeface="Boehringer Forward Text"/>
              <a:ea typeface="+mn-ea"/>
              <a:cs typeface="+mn-cs"/>
            </a:endParaRPr>
          </a:p>
        </p:txBody>
      </p:sp>
    </p:spTree>
    <p:extLst>
      <p:ext uri="{BB962C8B-B14F-4D97-AF65-F5344CB8AC3E}">
        <p14:creationId xmlns:p14="http://schemas.microsoft.com/office/powerpoint/2010/main" val="1228299056"/>
      </p:ext>
    </p:extLst>
  </p:cSld>
  <p:clrMapOvr>
    <a:masterClrMapping/>
  </p:clrMapOvr>
  <p:extLst>
    <p:ext uri="{DCECCB84-F9BA-43D5-87BE-67443E8EF086}">
      <p15:sldGuideLst xmlns:p15="http://schemas.microsoft.com/office/powerpoint/2012/main"/>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5" name="Fußzeilenplatzhalter 3">
            <a:extLst>
              <a:ext uri="{FF2B5EF4-FFF2-40B4-BE49-F238E27FC236}">
                <a16:creationId xmlns:a16="http://schemas.microsoft.com/office/drawing/2014/main" id="{FFE067E4-D0F9-7BF2-BEB0-EF8FC521ABE2}"/>
              </a:ext>
            </a:extLst>
          </p:cNvPr>
          <p:cNvSpPr txBox="1">
            <a:spLocks/>
          </p:cNvSpPr>
          <p:nvPr userDrawn="1"/>
        </p:nvSpPr>
        <p:spPr bwMode="gray">
          <a:xfrm>
            <a:off x="4439816" y="6547507"/>
            <a:ext cx="3132348" cy="216000"/>
          </a:xfrm>
          <a:prstGeom prst="rect">
            <a:avLst/>
          </a:prstGeom>
        </p:spPr>
        <p:txBody>
          <a:bodyPr vert="horz" lIns="0" tIns="0" rIns="0" bIns="0" rtlCol="0" anchor="b">
            <a:noAutofit/>
          </a:bodyPr>
          <a:lstStyle>
            <a:defPPr>
              <a:defRPr lang="en-US"/>
            </a:defPPr>
            <a:lvl1pPr marL="0" indent="0" algn="r" defTabSz="914400" rtl="0" eaLnBrk="1" latinLnBrk="0" hangingPunct="1">
              <a:spcAft>
                <a:spcPts val="300"/>
              </a:spcAft>
              <a:defRPr sz="800" kern="1200">
                <a:solidFill>
                  <a:schemeClr val="bg1"/>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Cardiovascular. Renal. Metabolic.    |     ONLY FOR INTERNAL USE</a:t>
            </a:r>
          </a:p>
        </p:txBody>
      </p:sp>
    </p:spTree>
    <p:extLst>
      <p:ext uri="{BB962C8B-B14F-4D97-AF65-F5344CB8AC3E}">
        <p14:creationId xmlns:p14="http://schemas.microsoft.com/office/powerpoint/2010/main" val="352747567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TextBox 1">
            <a:extLst>
              <a:ext uri="{FF2B5EF4-FFF2-40B4-BE49-F238E27FC236}">
                <a16:creationId xmlns:a16="http://schemas.microsoft.com/office/drawing/2014/main" id="{AD2CCB27-616D-3ECB-BB99-26ED82257C7B}"/>
              </a:ext>
            </a:extLst>
          </p:cNvPr>
          <p:cNvSpPr txBox="1"/>
          <p:nvPr userDrawn="1"/>
        </p:nvSpPr>
        <p:spPr bwMode="gray">
          <a:xfrm>
            <a:off x="4110847" y="6591594"/>
            <a:ext cx="3970306" cy="169277"/>
          </a:xfrm>
          <a:prstGeom prst="rect">
            <a:avLst/>
          </a:prstGeom>
          <a:noFill/>
        </p:spPr>
        <p:txBody>
          <a:bodyPr wrap="square" rIns="0" bIns="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bg1"/>
                </a:solidFill>
                <a:effectLst/>
                <a:uLnTx/>
                <a:uFillTx/>
                <a:latin typeface="Boehringer Forward Text"/>
                <a:ea typeface="+mn-ea"/>
                <a:cs typeface="+mn-cs"/>
              </a:rPr>
              <a:t>Copyright © 2024 Boehringer Ingelheim International GmbH. All rights reserved.</a:t>
            </a:r>
            <a:endParaRPr kumimoji="0" lang="en-US" sz="800" b="0" i="0" u="none" strike="noStrike" kern="1200" cap="none" spc="0" normalizeH="0" baseline="0" noProof="0">
              <a:ln>
                <a:noFill/>
              </a:ln>
              <a:solidFill>
                <a:schemeClr val="bg1"/>
              </a:solidFill>
              <a:effectLst/>
              <a:uLnTx/>
              <a:uFillTx/>
              <a:latin typeface="Boehringer Forward Text"/>
              <a:ea typeface="+mn-ea"/>
              <a:cs typeface="+mn-cs"/>
            </a:endParaRPr>
          </a:p>
        </p:txBody>
      </p:sp>
    </p:spTree>
    <p:extLst>
      <p:ext uri="{BB962C8B-B14F-4D97-AF65-F5344CB8AC3E}">
        <p14:creationId xmlns:p14="http://schemas.microsoft.com/office/powerpoint/2010/main" val="2830473456"/>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5" name="Textplatzhalter 7">
            <a:extLst>
              <a:ext uri="{FF2B5EF4-FFF2-40B4-BE49-F238E27FC236}">
                <a16:creationId xmlns:a16="http://schemas.microsoft.com/office/drawing/2014/main" id="{2449BD67-C941-FA2A-538E-A72F6FA7F454}"/>
              </a:ext>
            </a:extLst>
          </p:cNvPr>
          <p:cNvSpPr>
            <a:spLocks noGrp="1"/>
          </p:cNvSpPr>
          <p:nvPr>
            <p:ph type="body" sz="quarter" idx="23" hasCustomPrompt="1"/>
          </p:nvPr>
        </p:nvSpPr>
        <p:spPr bwMode="gray">
          <a:xfrm>
            <a:off x="4008436" y="6246836"/>
            <a:ext cx="7312026" cy="288000"/>
          </a:xfrm>
        </p:spPr>
        <p:txBody>
          <a:bodyPr anchor="b"/>
          <a:lstStyle>
            <a:lvl1pPr marL="0" indent="0" algn="l">
              <a:lnSpc>
                <a:spcPct val="9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TextBox 3">
            <a:extLst>
              <a:ext uri="{FF2B5EF4-FFF2-40B4-BE49-F238E27FC236}">
                <a16:creationId xmlns:a16="http://schemas.microsoft.com/office/drawing/2014/main" id="{3DAB5D73-577F-55D2-A9AB-4317B8B1A87D}"/>
              </a:ext>
            </a:extLst>
          </p:cNvPr>
          <p:cNvSpPr txBox="1"/>
          <p:nvPr userDrawn="1"/>
        </p:nvSpPr>
        <p:spPr bwMode="gray">
          <a:xfrm>
            <a:off x="4008436" y="6591594"/>
            <a:ext cx="7312026" cy="169277"/>
          </a:xfrm>
          <a:prstGeom prst="rect">
            <a:avLst/>
          </a:prstGeom>
          <a:noFill/>
        </p:spPr>
        <p:txBody>
          <a:bodyPr wrap="square" rIns="0" bIns="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Boehringer Forward Text"/>
                <a:ea typeface="+mn-ea"/>
                <a:cs typeface="+mn-cs"/>
              </a:rPr>
              <a:t>Copyright © 2024 Boehringer Ingelheim International GmbH. All rights reserved.</a:t>
            </a:r>
          </a:p>
        </p:txBody>
      </p:sp>
    </p:spTree>
    <p:extLst>
      <p:ext uri="{BB962C8B-B14F-4D97-AF65-F5344CB8AC3E}">
        <p14:creationId xmlns:p14="http://schemas.microsoft.com/office/powerpoint/2010/main" val="2298570740"/>
      </p:ext>
    </p:extLst>
  </p:cSld>
  <p:clrMapOvr>
    <a:masterClrMapping/>
  </p:clrMapOvr>
  <p:extLst>
    <p:ext uri="{DCECCB84-F9BA-43D5-87BE-67443E8EF086}">
      <p15:sldGuideLst xmlns:p15="http://schemas.microsoft.com/office/powerpoint/2012/main"/>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3283940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5_Only title">
    <p:spTree>
      <p:nvGrpSpPr>
        <p:cNvPr id="1" name=""/>
        <p:cNvGrpSpPr/>
        <p:nvPr/>
      </p:nvGrpSpPr>
      <p:grpSpPr>
        <a:xfrm>
          <a:off x="0" y="0"/>
          <a:ext cx="0" cy="0"/>
          <a:chOff x="0" y="0"/>
          <a:chExt cx="0" cy="0"/>
        </a:xfrm>
      </p:grpSpPr>
      <p:sp>
        <p:nvSpPr>
          <p:cNvPr id="6" name="Rechteck 7">
            <a:extLst>
              <a:ext uri="{FF2B5EF4-FFF2-40B4-BE49-F238E27FC236}">
                <a16:creationId xmlns:a16="http://schemas.microsoft.com/office/drawing/2014/main" id="{C87817A9-A29C-365A-D98E-AC04E4AB413F}"/>
              </a:ext>
            </a:extLst>
          </p:cNvPr>
          <p:cNvSpPr/>
          <p:nvPr userDrawn="1"/>
        </p:nvSpPr>
        <p:spPr bwMode="ltGray">
          <a:xfrm>
            <a:off x="6096000" y="0"/>
            <a:ext cx="6095999"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a:xfrm>
            <a:off x="11424592" y="6246836"/>
            <a:ext cx="288000" cy="288000"/>
          </a:xfrm>
        </p:spPr>
        <p:txBody>
          <a:bodyPr/>
          <a:lstStyle>
            <a:lvl1pPr>
              <a:defRPr>
                <a:solidFill>
                  <a:schemeClr val="tx1"/>
                </a:solidFill>
              </a:defRPr>
            </a:lvl1pPr>
          </a:lstStyle>
          <a:p>
            <a:fld id="{8FF9B0DE-3FEB-4AA0-B465-B80EF7C1333D}" type="slidenum">
              <a:rPr lang="en-US" smtClean="0"/>
              <a:pPr/>
              <a:t>‹#›</a:t>
            </a:fld>
            <a:endParaRPr lang="en-US"/>
          </a:p>
        </p:txBody>
      </p:sp>
      <p:sp>
        <p:nvSpPr>
          <p:cNvPr id="3" name="Textplatzhalter 7">
            <a:extLst>
              <a:ext uri="{FF2B5EF4-FFF2-40B4-BE49-F238E27FC236}">
                <a16:creationId xmlns:a16="http://schemas.microsoft.com/office/drawing/2014/main" id="{716FE7A9-E266-E79E-A3AC-6CA1C4E6CA65}"/>
              </a:ext>
            </a:extLst>
          </p:cNvPr>
          <p:cNvSpPr>
            <a:spLocks noGrp="1"/>
          </p:cNvSpPr>
          <p:nvPr>
            <p:ph type="body" sz="quarter" idx="14" hasCustomPrompt="1"/>
          </p:nvPr>
        </p:nvSpPr>
        <p:spPr bwMode="gray">
          <a:xfrm>
            <a:off x="2063552" y="5975927"/>
            <a:ext cx="3960440" cy="558909"/>
          </a:xfrm>
        </p:spPr>
        <p:txBody>
          <a:bodyPr anchor="b"/>
          <a:lstStyle>
            <a:lvl1pPr marL="0" indent="0" algn="l">
              <a:lnSpc>
                <a:spcPct val="9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TextBox 6">
            <a:extLst>
              <a:ext uri="{FF2B5EF4-FFF2-40B4-BE49-F238E27FC236}">
                <a16:creationId xmlns:a16="http://schemas.microsoft.com/office/drawing/2014/main" id="{F812F8C3-48BE-0348-C956-6BDFB991F561}"/>
              </a:ext>
            </a:extLst>
          </p:cNvPr>
          <p:cNvSpPr txBox="1"/>
          <p:nvPr userDrawn="1"/>
        </p:nvSpPr>
        <p:spPr bwMode="gray">
          <a:xfrm>
            <a:off x="1453344" y="6591594"/>
            <a:ext cx="9174480" cy="169277"/>
          </a:xfrm>
          <a:prstGeom prst="rect">
            <a:avLst/>
          </a:prstGeom>
          <a:noFill/>
        </p:spPr>
        <p:txBody>
          <a:bodyPr wrap="square" rIns="0" bIns="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Boehringer Forward Text"/>
                <a:ea typeface="+mn-ea"/>
                <a:cs typeface="+mn-cs"/>
              </a:rPr>
              <a:t>Copyright © </a:t>
            </a:r>
            <a:r>
              <a:rPr kumimoji="0" lang="en-GB" sz="800" b="0" i="0" u="none" strike="noStrike" kern="1200" cap="none" spc="0" normalizeH="0" baseline="0" noProof="0">
                <a:ln>
                  <a:noFill/>
                </a:ln>
                <a:solidFill>
                  <a:schemeClr val="tx1"/>
                </a:solidFill>
                <a:effectLst/>
                <a:uLnTx/>
                <a:uFillTx/>
                <a:latin typeface="Boehringer Forward Text"/>
                <a:ea typeface="+mn-ea"/>
                <a:cs typeface="+mn-cs"/>
              </a:rPr>
              <a:t>2024 Boehringer Ingelheim   </a:t>
            </a:r>
            <a:r>
              <a:rPr kumimoji="0" lang="en-GB" sz="800" b="0" i="0" u="none" strike="noStrike" kern="1200" cap="none" spc="0" normalizeH="0" baseline="0" noProof="0">
                <a:ln>
                  <a:noFill/>
                </a:ln>
                <a:solidFill>
                  <a:schemeClr val="bg1"/>
                </a:solidFill>
                <a:effectLst/>
                <a:uLnTx/>
                <a:uFillTx/>
                <a:latin typeface="Boehringer Forward Text"/>
                <a:ea typeface="+mn-ea"/>
                <a:cs typeface="+mn-cs"/>
              </a:rPr>
              <a:t>International GmbH. All rights reserved.          </a:t>
            </a:r>
          </a:p>
        </p:txBody>
      </p:sp>
    </p:spTree>
    <p:extLst>
      <p:ext uri="{BB962C8B-B14F-4D97-AF65-F5344CB8AC3E}">
        <p14:creationId xmlns:p14="http://schemas.microsoft.com/office/powerpoint/2010/main" val="4291920267"/>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FOOTNOTE: Copyright © 2024 Boehringer Ingelheim International GmbH. All rights reserved.">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Foliennummernplatzhalter 9">
            <a:extLst>
              <a:ext uri="{FF2B5EF4-FFF2-40B4-BE49-F238E27FC236}">
                <a16:creationId xmlns:a16="http://schemas.microsoft.com/office/drawing/2014/main" id="{2D0FEF93-0074-7A62-B8CC-B4955367862A}"/>
              </a:ext>
            </a:extLst>
          </p:cNvPr>
          <p:cNvSpPr>
            <a:spLocks noGrp="1"/>
          </p:cNvSpPr>
          <p:nvPr>
            <p:ph type="sldNum" sz="quarter" idx="11"/>
          </p:nvPr>
        </p:nvSpPr>
        <p:spPr bwMode="gray">
          <a:xfrm>
            <a:off x="11424592" y="6246836"/>
            <a:ext cx="288000" cy="288000"/>
          </a:xfrm>
        </p:spPr>
        <p:txBody>
          <a:bodyPr/>
          <a:lstStyle>
            <a:lvl1pPr>
              <a:defRPr>
                <a:solidFill>
                  <a:schemeClr val="tx1"/>
                </a:solidFill>
              </a:defRPr>
            </a:lvl1pPr>
          </a:lstStyle>
          <a:p>
            <a:fld id="{8FF9B0DE-3FEB-4AA0-B465-B80EF7C1333D}" type="slidenum">
              <a:rPr lang="en-US" smtClean="0"/>
              <a:pPr/>
              <a:t>‹#›</a:t>
            </a:fld>
            <a:endParaRPr lang="en-US"/>
          </a:p>
        </p:txBody>
      </p:sp>
      <p:sp>
        <p:nvSpPr>
          <p:cNvPr id="4" name="Textplatzhalter 7">
            <a:extLst>
              <a:ext uri="{FF2B5EF4-FFF2-40B4-BE49-F238E27FC236}">
                <a16:creationId xmlns:a16="http://schemas.microsoft.com/office/drawing/2014/main" id="{49EADB44-A38A-9B98-DBBF-FEECA997595C}"/>
              </a:ext>
            </a:extLst>
          </p:cNvPr>
          <p:cNvSpPr>
            <a:spLocks noGrp="1"/>
          </p:cNvSpPr>
          <p:nvPr>
            <p:ph type="body" sz="quarter" idx="14" hasCustomPrompt="1"/>
          </p:nvPr>
        </p:nvSpPr>
        <p:spPr bwMode="gray">
          <a:xfrm>
            <a:off x="2063551" y="6246836"/>
            <a:ext cx="9256911" cy="288000"/>
          </a:xfrm>
        </p:spPr>
        <p:txBody>
          <a:bodyPr anchor="b"/>
          <a:lstStyle>
            <a:lvl1pPr marL="0" indent="0" algn="l">
              <a:lnSpc>
                <a:spcPct val="9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TextBox 4">
            <a:extLst>
              <a:ext uri="{FF2B5EF4-FFF2-40B4-BE49-F238E27FC236}">
                <a16:creationId xmlns:a16="http://schemas.microsoft.com/office/drawing/2014/main" id="{59BC3EE9-01F1-692D-679D-80935019488A}"/>
              </a:ext>
            </a:extLst>
          </p:cNvPr>
          <p:cNvSpPr txBox="1"/>
          <p:nvPr userDrawn="1"/>
        </p:nvSpPr>
        <p:spPr bwMode="gray">
          <a:xfrm>
            <a:off x="1508760" y="6591594"/>
            <a:ext cx="9174480" cy="169277"/>
          </a:xfrm>
          <a:prstGeom prst="rect">
            <a:avLst/>
          </a:prstGeom>
          <a:noFill/>
        </p:spPr>
        <p:txBody>
          <a:bodyPr wrap="square" rIns="0" bIns="0" anchor="b"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Boehringer Forward Text"/>
                <a:ea typeface="+mn-ea"/>
                <a:cs typeface="+mn-cs"/>
              </a:rPr>
              <a:t>Copyright © 2024 Boehringer Ingelheim International GmbH. All rights reserved.</a:t>
            </a:r>
          </a:p>
        </p:txBody>
      </p:sp>
    </p:spTree>
    <p:extLst>
      <p:ext uri="{BB962C8B-B14F-4D97-AF65-F5344CB8AC3E}">
        <p14:creationId xmlns:p14="http://schemas.microsoft.com/office/powerpoint/2010/main" val="1035335737"/>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a:xfrm>
            <a:off x="11424592" y="6246836"/>
            <a:ext cx="288000" cy="288000"/>
          </a:xfrm>
        </p:spPr>
        <p:txBody>
          <a:bodyPr/>
          <a:lstStyle>
            <a:lvl1pPr>
              <a:defRPr>
                <a:solidFill>
                  <a:schemeClr val="tx1"/>
                </a:solidFill>
              </a:defRPr>
            </a:lvl1pPr>
          </a:lstStyle>
          <a:p>
            <a:fld id="{8FF9B0DE-3FEB-4AA0-B465-B80EF7C1333D}" type="slidenum">
              <a:rPr lang="en-US" smtClean="0"/>
              <a:pPr/>
              <a:t>‹#›</a:t>
            </a:fld>
            <a:endParaRPr lang="en-US"/>
          </a:p>
        </p:txBody>
      </p:sp>
      <p:sp>
        <p:nvSpPr>
          <p:cNvPr id="4" name="Textplatzhalter 7">
            <a:extLst>
              <a:ext uri="{FF2B5EF4-FFF2-40B4-BE49-F238E27FC236}">
                <a16:creationId xmlns:a16="http://schemas.microsoft.com/office/drawing/2014/main" id="{B62831BA-7416-C47B-FA5A-852636111BE4}"/>
              </a:ext>
            </a:extLst>
          </p:cNvPr>
          <p:cNvSpPr>
            <a:spLocks noGrp="1"/>
          </p:cNvSpPr>
          <p:nvPr>
            <p:ph type="body" sz="quarter" idx="14" hasCustomPrompt="1"/>
          </p:nvPr>
        </p:nvSpPr>
        <p:spPr bwMode="gray">
          <a:xfrm>
            <a:off x="2063551" y="6246836"/>
            <a:ext cx="9263209" cy="288000"/>
          </a:xfrm>
        </p:spPr>
        <p:txBody>
          <a:bodyPr anchor="b"/>
          <a:lstStyle>
            <a:lvl1pPr marL="0" indent="0" algn="l">
              <a:lnSpc>
                <a:spcPct val="9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039007646"/>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userDrawn="1">
  <p:cSld name="1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6212665"/>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4344828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83149171"/>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userDrawn="1">
  <p:cSld name="Only title - INTERNAL">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a:xfrm>
            <a:off x="11424592" y="6246836"/>
            <a:ext cx="288000" cy="288000"/>
          </a:xfrm>
        </p:spPr>
        <p:txBody>
          <a:bodyPr/>
          <a:lstStyle>
            <a:lvl1pPr>
              <a:defRPr>
                <a:solidFill>
                  <a:schemeClr val="tx1"/>
                </a:solidFill>
              </a:defRPr>
            </a:lvl1pPr>
          </a:lstStyle>
          <a:p>
            <a:fld id="{8FF9B0DE-3FEB-4AA0-B465-B80EF7C1333D}" type="slidenum">
              <a:rPr lang="en-US" smtClean="0"/>
              <a:pPr/>
              <a:t>‹#›</a:t>
            </a:fld>
            <a:endParaRPr lang="en-US"/>
          </a:p>
        </p:txBody>
      </p:sp>
      <p:sp>
        <p:nvSpPr>
          <p:cNvPr id="4" name="Textplatzhalter 7">
            <a:extLst>
              <a:ext uri="{FF2B5EF4-FFF2-40B4-BE49-F238E27FC236}">
                <a16:creationId xmlns:a16="http://schemas.microsoft.com/office/drawing/2014/main" id="{B62831BA-7416-C47B-FA5A-852636111BE4}"/>
              </a:ext>
            </a:extLst>
          </p:cNvPr>
          <p:cNvSpPr>
            <a:spLocks noGrp="1"/>
          </p:cNvSpPr>
          <p:nvPr>
            <p:ph type="body" sz="quarter" idx="14" hasCustomPrompt="1"/>
          </p:nvPr>
        </p:nvSpPr>
        <p:spPr bwMode="gray">
          <a:xfrm>
            <a:off x="2063552" y="6246836"/>
            <a:ext cx="7873404" cy="288000"/>
          </a:xfrm>
        </p:spPr>
        <p:txBody>
          <a:bodyPr anchor="b"/>
          <a:lstStyle>
            <a:lvl1pPr marL="0" indent="0" algn="l">
              <a:lnSpc>
                <a:spcPct val="9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TextBox 7">
            <a:extLst>
              <a:ext uri="{FF2B5EF4-FFF2-40B4-BE49-F238E27FC236}">
                <a16:creationId xmlns:a16="http://schemas.microsoft.com/office/drawing/2014/main" id="{B983F546-D58E-AD8C-AE2F-080B87EFF2BE}"/>
              </a:ext>
            </a:extLst>
          </p:cNvPr>
          <p:cNvSpPr txBox="1"/>
          <p:nvPr userDrawn="1"/>
        </p:nvSpPr>
        <p:spPr bwMode="gray">
          <a:xfrm>
            <a:off x="10095854" y="6365559"/>
            <a:ext cx="1328738" cy="169277"/>
          </a:xfrm>
          <a:prstGeom prst="rect">
            <a:avLst/>
          </a:prstGeom>
          <a:noFill/>
        </p:spPr>
        <p:txBody>
          <a:bodyPr wrap="square" rIns="0" bIns="0" anchor="b"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Boehringer Forward Text"/>
                <a:ea typeface="+mn-ea"/>
                <a:cs typeface="+mn-cs"/>
              </a:rPr>
              <a:t>ONLY FOR INTERNAL USE</a:t>
            </a:r>
          </a:p>
        </p:txBody>
      </p:sp>
    </p:spTree>
    <p:extLst>
      <p:ext uri="{BB962C8B-B14F-4D97-AF65-F5344CB8AC3E}">
        <p14:creationId xmlns:p14="http://schemas.microsoft.com/office/powerpoint/2010/main" val="1235383621"/>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userDrawn="1">
  <p:cSld name="2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Obesity Strategy and Portfolio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44854008"/>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47A69F-526A-7228-459E-ED3356CB2F00}"/>
              </a:ext>
            </a:extLst>
          </p:cNvPr>
          <p:cNvSpPr>
            <a:spLocks noGrp="1"/>
          </p:cNvSpPr>
          <p:nvPr>
            <p:ph type="title" hasCustomPrompt="1"/>
          </p:nvPr>
        </p:nvSpPr>
        <p:spPr bwMode="gray">
          <a:xfrm>
            <a:off x="479424" y="447821"/>
            <a:ext cx="11233151" cy="720000"/>
          </a:xfrm>
          <a:prstGeom prst="rect">
            <a:avLst/>
          </a:prstGeom>
        </p:spPr>
        <p:txBody>
          <a:bodyPr/>
          <a:lstStyle>
            <a:lvl1pPr>
              <a:defRPr>
                <a:solidFill>
                  <a:srgbClr val="0D3730"/>
                </a:solidFill>
                <a:latin typeface="Boehringer Forward Head" panose="02000500000000020000" pitchFamily="2" charset="0"/>
              </a:defRPr>
            </a:lvl1pPr>
          </a:lstStyle>
          <a:p>
            <a:r>
              <a:rPr lang="en-US"/>
              <a:t>Add agenda title</a:t>
            </a:r>
          </a:p>
        </p:txBody>
      </p:sp>
      <p:sp>
        <p:nvSpPr>
          <p:cNvPr id="3" name="Textplatzhalter 9">
            <a:extLst>
              <a:ext uri="{FF2B5EF4-FFF2-40B4-BE49-F238E27FC236}">
                <a16:creationId xmlns:a16="http://schemas.microsoft.com/office/drawing/2014/main" id="{AFDBD542-5E6A-EBF0-173E-20F0B94E8D5A}"/>
              </a:ext>
            </a:extLst>
          </p:cNvPr>
          <p:cNvSpPr>
            <a:spLocks noGrp="1"/>
          </p:cNvSpPr>
          <p:nvPr>
            <p:ph type="body" sz="quarter" idx="15" hasCustomPrompt="1"/>
          </p:nvPr>
        </p:nvSpPr>
        <p:spPr bwMode="gray">
          <a:xfrm>
            <a:off x="479424" y="1383697"/>
            <a:ext cx="11233151" cy="4537074"/>
          </a:xfrm>
          <a:prstGeom prst="rect">
            <a:avLst/>
          </a:prstGeom>
        </p:spPr>
        <p:txBody>
          <a:bodyPr/>
          <a:lstStyle>
            <a:lvl1pPr marL="360000" indent="-360000">
              <a:spcBef>
                <a:spcPts val="1800"/>
              </a:spcBef>
              <a:buFont typeface="+mj-lt"/>
              <a:buAutoNum type="arabicPeriod"/>
              <a:defRPr sz="2000">
                <a:solidFill>
                  <a:srgbClr val="0D3730"/>
                </a:solidFill>
                <a:latin typeface="Boehringer Forward Text" panose="02000500000000020000" pitchFamily="2" charset="0"/>
              </a:defRPr>
            </a:lvl1pPr>
            <a:lvl2pPr marL="540000" indent="-180000">
              <a:spcBef>
                <a:spcPts val="200"/>
              </a:spcBef>
              <a:spcAft>
                <a:spcPts val="200"/>
              </a:spcAft>
              <a:buFont typeface="Arial" panose="020B0604020202020204" pitchFamily="34" charset="0"/>
              <a:buChar char="•"/>
              <a:defRPr>
                <a:solidFill>
                  <a:srgbClr val="0D3730"/>
                </a:solidFill>
                <a:latin typeface="Boehringer Forward Text" panose="02000500000000020000" pitchFamily="2" charset="0"/>
              </a:defRPr>
            </a:lvl2pPr>
            <a:lvl3pPr marL="540000" indent="-180000">
              <a:spcBef>
                <a:spcPts val="200"/>
              </a:spcBef>
              <a:spcAft>
                <a:spcPts val="200"/>
              </a:spcAft>
              <a:buFont typeface="Arial" panose="020B0604020202020204" pitchFamily="34" charset="0"/>
              <a:buChar char="•"/>
              <a:defRPr>
                <a:solidFill>
                  <a:srgbClr val="0D3730"/>
                </a:solidFill>
                <a:latin typeface="Boehringer Forward Text" panose="02000500000000020000" pitchFamily="2" charset="0"/>
              </a:defRPr>
            </a:lvl3pPr>
            <a:lvl4pPr marL="540000" indent="-180000">
              <a:spcBef>
                <a:spcPts val="200"/>
              </a:spcBef>
              <a:spcAft>
                <a:spcPts val="200"/>
              </a:spcAft>
              <a:buFont typeface="Arial" panose="020B0604020202020204" pitchFamily="34" charset="0"/>
              <a:buChar char="•"/>
              <a:defRPr>
                <a:solidFill>
                  <a:srgbClr val="0D3730"/>
                </a:solidFill>
                <a:latin typeface="Boehringer Forward Text" panose="02000500000000020000" pitchFamily="2" charset="0"/>
              </a:defRPr>
            </a:lvl4pPr>
            <a:lvl5pPr marL="540000" indent="-180000">
              <a:spcBef>
                <a:spcPts val="200"/>
              </a:spcBef>
              <a:spcAft>
                <a:spcPts val="200"/>
              </a:spcAft>
              <a:buFont typeface="Arial" panose="020B0604020202020204" pitchFamily="34" charset="0"/>
              <a:buChar char="•"/>
              <a:defRPr sz="1600">
                <a:solidFill>
                  <a:srgbClr val="0D3730"/>
                </a:solidFill>
                <a:latin typeface="Boehringer Forward Text" panose="02000500000000020000" pitchFamily="2" charset="0"/>
              </a:defRPr>
            </a:lvl5pPr>
            <a:lvl6pPr marL="540000" indent="-180000">
              <a:spcBef>
                <a:spcPts val="200"/>
              </a:spcBef>
              <a:spcAft>
                <a:spcPts val="200"/>
              </a:spcAft>
              <a:buFont typeface="Arial" panose="020B0604020202020204" pitchFamily="34" charset="0"/>
              <a:buChar char="•"/>
              <a:defRPr sz="1600">
                <a:solidFill>
                  <a:srgbClr val="0D3730"/>
                </a:solidFill>
                <a:latin typeface="Boehringer Forward Text" panose="02000500000000020000" pitchFamily="2" charset="0"/>
              </a:defRPr>
            </a:lvl6pPr>
            <a:lvl7pPr marL="540000" indent="-180000">
              <a:spcBef>
                <a:spcPts val="200"/>
              </a:spcBef>
              <a:spcAft>
                <a:spcPts val="200"/>
              </a:spcAft>
              <a:buFont typeface="Arial" panose="020B0604020202020204" pitchFamily="34" charset="0"/>
              <a:buChar char="•"/>
              <a:defRPr sz="1600">
                <a:solidFill>
                  <a:srgbClr val="0D3730"/>
                </a:solidFill>
                <a:latin typeface="Boehringer Forward Text" panose="02000500000000020000" pitchFamily="2" charset="0"/>
              </a:defRPr>
            </a:lvl7pPr>
            <a:lvl8pPr marL="540000" indent="-180000">
              <a:spcBef>
                <a:spcPts val="200"/>
              </a:spcBef>
              <a:spcAft>
                <a:spcPts val="200"/>
              </a:spcAft>
              <a:buFont typeface="Arial" panose="020B0604020202020204" pitchFamily="34" charset="0"/>
              <a:buChar char="•"/>
              <a:defRPr sz="1600">
                <a:solidFill>
                  <a:srgbClr val="0D3730"/>
                </a:solidFill>
                <a:latin typeface="Boehringer Forward Text" panose="02000500000000020000" pitchFamily="2" charset="0"/>
              </a:defRPr>
            </a:lvl8pPr>
            <a:lvl9pPr marL="540000" indent="-180000">
              <a:spcBef>
                <a:spcPts val="200"/>
              </a:spcBef>
              <a:spcAft>
                <a:spcPts val="200"/>
              </a:spcAft>
              <a:buFont typeface="Arial" panose="020B0604020202020204" pitchFamily="34" charset="0"/>
              <a:buChar char="•"/>
              <a:defRPr sz="1600">
                <a:solidFill>
                  <a:srgbClr val="0D3730"/>
                </a:solidFill>
                <a:latin typeface="Boehringer Forward Text" panose="02000500000000020000" pitchFamily="2" charset="0"/>
              </a:defRPr>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04848994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pic>
        <p:nvPicPr>
          <p:cNvPr id="3" name="图片 2" descr="海上的风景&#10;&#10;AI 生成的内容可能不正确。">
            <a:extLst>
              <a:ext uri="{FF2B5EF4-FFF2-40B4-BE49-F238E27FC236}">
                <a16:creationId xmlns:a16="http://schemas.microsoft.com/office/drawing/2014/main" id="{C3B01037-24DD-11B0-D8CE-52568E73EC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a:extLst>
              <a:ext uri="{FF2B5EF4-FFF2-40B4-BE49-F238E27FC236}">
                <a16:creationId xmlns:a16="http://schemas.microsoft.com/office/drawing/2014/main" id="{F0BB766A-039B-2C8E-A667-84279FE3E916}"/>
              </a:ext>
            </a:extLst>
          </p:cNvPr>
          <p:cNvSpPr/>
          <p:nvPr userDrawn="1"/>
        </p:nvSpPr>
        <p:spPr>
          <a:xfrm>
            <a:off x="-2582" y="0"/>
            <a:ext cx="12191999" cy="6858000"/>
          </a:xfrm>
          <a:prstGeom prst="rect">
            <a:avLst/>
          </a:prstGeom>
          <a:solidFill>
            <a:schemeClr val="bg1">
              <a:alpha val="6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itel 1">
            <a:extLst>
              <a:ext uri="{FF2B5EF4-FFF2-40B4-BE49-F238E27FC236}">
                <a16:creationId xmlns:a16="http://schemas.microsoft.com/office/drawing/2014/main" id="{46EA790E-3769-80B6-38EF-D7ED3A6A325C}"/>
              </a:ext>
            </a:extLst>
          </p:cNvPr>
          <p:cNvSpPr>
            <a:spLocks noGrp="1"/>
          </p:cNvSpPr>
          <p:nvPr>
            <p:ph type="ctrTitle" hasCustomPrompt="1"/>
          </p:nvPr>
        </p:nvSpPr>
        <p:spPr bwMode="gray">
          <a:xfrm>
            <a:off x="2496000" y="1461531"/>
            <a:ext cx="7200000" cy="1584000"/>
          </a:xfrm>
          <a:prstGeom prst="rect">
            <a:avLst/>
          </a:prstGeom>
        </p:spPr>
        <p:txBody>
          <a:bodyPr anchor="ctr"/>
          <a:lstStyle>
            <a:lvl1pPr algn="ctr">
              <a:defRPr sz="4800" b="1" i="0">
                <a:solidFill>
                  <a:srgbClr val="08312A"/>
                </a:solidFill>
                <a:latin typeface="Boehringer Forward Head" panose="02000500000000020000" pitchFamily="2" charset="0"/>
              </a:defRPr>
            </a:lvl1pPr>
          </a:lstStyle>
          <a:p>
            <a:r>
              <a:rPr lang="en-US"/>
              <a:t>Presentation title</a:t>
            </a:r>
          </a:p>
        </p:txBody>
      </p:sp>
      <p:sp>
        <p:nvSpPr>
          <p:cNvPr id="6" name="Untertitel 2">
            <a:extLst>
              <a:ext uri="{FF2B5EF4-FFF2-40B4-BE49-F238E27FC236}">
                <a16:creationId xmlns:a16="http://schemas.microsoft.com/office/drawing/2014/main" id="{A9AB9702-E5E1-8D42-790A-FDBB83B1D7B6}"/>
              </a:ext>
            </a:extLst>
          </p:cNvPr>
          <p:cNvSpPr>
            <a:spLocks noGrp="1"/>
          </p:cNvSpPr>
          <p:nvPr>
            <p:ph type="subTitle" idx="1" hasCustomPrompt="1"/>
          </p:nvPr>
        </p:nvSpPr>
        <p:spPr bwMode="gray">
          <a:xfrm>
            <a:off x="2496000" y="3261651"/>
            <a:ext cx="7200000" cy="936000"/>
          </a:xfrm>
          <a:prstGeom prst="rect">
            <a:avLst/>
          </a:prstGeom>
        </p:spPr>
        <p:txBody>
          <a:bodyPr anchor="ctr"/>
          <a:lstStyle>
            <a:lvl1pPr marL="0" indent="0" algn="ctr">
              <a:lnSpc>
                <a:spcPct val="100000"/>
              </a:lnSpc>
              <a:spcBef>
                <a:spcPts val="0"/>
              </a:spcBef>
              <a:spcAft>
                <a:spcPts val="2400"/>
              </a:spcAft>
              <a:buFont typeface="Arial" panose="020B0604020202020204" pitchFamily="34" charset="0"/>
              <a:buNone/>
              <a:defRPr sz="2400" b="0">
                <a:solidFill>
                  <a:srgbClr val="0D3730"/>
                </a:solidFill>
                <a:latin typeface="Boehringer Forward Text" panose="02000500000000020000" pitchFamily="2" charset="0"/>
              </a:defRPr>
            </a:lvl1pPr>
            <a:lvl2pPr marL="0" indent="0" algn="ctr">
              <a:lnSpc>
                <a:spcPct val="100000"/>
              </a:lnSpc>
              <a:spcBef>
                <a:spcPts val="0"/>
              </a:spcBef>
              <a:spcAft>
                <a:spcPts val="0"/>
              </a:spcAft>
              <a:buFont typeface="Arial" panose="020B0604020202020204" pitchFamily="34" charset="0"/>
              <a:buNone/>
              <a:defRPr sz="1600" b="0">
                <a:solidFill>
                  <a:srgbClr val="0D3730"/>
                </a:solidFill>
                <a:latin typeface="Boehringer Forward Text" panose="02000500000000020000" pitchFamily="2" charset="0"/>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pic>
        <p:nvPicPr>
          <p:cNvPr id="5" name="图片 4" descr="文本&#10;&#10;AI 生成的内容可能不正确。">
            <a:extLst>
              <a:ext uri="{FF2B5EF4-FFF2-40B4-BE49-F238E27FC236}">
                <a16:creationId xmlns:a16="http://schemas.microsoft.com/office/drawing/2014/main" id="{58146F85-4E56-1FAF-63C2-E5E1E9303D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61126" y="143775"/>
            <a:ext cx="1058364" cy="720000"/>
          </a:xfrm>
          <a:prstGeom prst="rect">
            <a:avLst/>
          </a:prstGeom>
        </p:spPr>
      </p:pic>
      <p:pic>
        <p:nvPicPr>
          <p:cNvPr id="9" name="图片 8" descr="图片包含 文本&#10;&#10;AI 生成的内容可能不正确。">
            <a:extLst>
              <a:ext uri="{FF2B5EF4-FFF2-40B4-BE49-F238E27FC236}">
                <a16:creationId xmlns:a16="http://schemas.microsoft.com/office/drawing/2014/main" id="{8B33F4AD-634F-8DB7-D4AA-67B012D2DE9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74904" y="305775"/>
            <a:ext cx="1311248" cy="396000"/>
          </a:xfrm>
          <a:prstGeom prst="rect">
            <a:avLst/>
          </a:prstGeom>
        </p:spPr>
      </p:pic>
    </p:spTree>
    <p:extLst>
      <p:ext uri="{BB962C8B-B14F-4D97-AF65-F5344CB8AC3E}">
        <p14:creationId xmlns:p14="http://schemas.microsoft.com/office/powerpoint/2010/main" val="3823326116"/>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Avenciguat_Update FDA lnteraction_December 2024_Internal use only</a:t>
            </a:r>
          </a:p>
        </p:txBody>
      </p:sp>
    </p:spTree>
    <p:extLst>
      <p:ext uri="{BB962C8B-B14F-4D97-AF65-F5344CB8AC3E}">
        <p14:creationId xmlns:p14="http://schemas.microsoft.com/office/powerpoint/2010/main" val="332317190"/>
      </p:ext>
    </p:extLst>
  </p:cSld>
  <p:clrMapOvr>
    <a:masterClrMapping/>
  </p:clrMapOvr>
  <p:extLst>
    <p:ext uri="{DCECCB84-F9BA-43D5-87BE-67443E8EF086}">
      <p15:sldGuideLst xmlns:p15="http://schemas.microsoft.com/office/powerpoint/2012/main"/>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Avenciguat_Update FDA lnteraction_December 2024_Internal use only</a:t>
            </a:r>
          </a:p>
        </p:txBody>
      </p:sp>
    </p:spTree>
    <p:extLst>
      <p:ext uri="{BB962C8B-B14F-4D97-AF65-F5344CB8AC3E}">
        <p14:creationId xmlns:p14="http://schemas.microsoft.com/office/powerpoint/2010/main" val="3802053909"/>
      </p:ext>
    </p:extLst>
  </p:cSld>
  <p:clrMapOvr>
    <a:masterClrMapping/>
  </p:clrMapOvr>
  <p:extLst>
    <p:ext uri="{DCECCB84-F9BA-43D5-87BE-67443E8EF086}">
      <p15:sldGuideLst xmlns:p15="http://schemas.microsoft.com/office/powerpoint/2012/main"/>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Avenciguat_Update FDA lnteraction_December 2024_Internal use only</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05053934"/>
      </p:ext>
    </p:extLst>
  </p:cSld>
  <p:clrMapOvr>
    <a:masterClrMapping/>
  </p:clrMapOvr>
  <p:extLst>
    <p:ext uri="{DCECCB84-F9BA-43D5-87BE-67443E8EF086}">
      <p15:sldGuideLst xmlns:p15="http://schemas.microsoft.com/office/powerpoint/2012/main"/>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Avenciguat_Update FDA lnteraction_December 2024_Internal use only</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67197888"/>
      </p:ext>
    </p:extLst>
  </p:cSld>
  <p:clrMapOvr>
    <a:masterClrMapping/>
  </p:clrMapOvr>
  <p:extLst>
    <p:ext uri="{DCECCB84-F9BA-43D5-87BE-67443E8EF086}">
      <p15:sldGuideLst xmlns:p15="http://schemas.microsoft.com/office/powerpoint/2012/main"/>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Avenciguat_Update FDA lnteraction_December 2024_Internal use only</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8244474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Avenciguat_Update FDA lnteraction_December 2024_Internal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52085873"/>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Avenciguat_Update FDA lnteraction_December 2024_Internal use only</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535214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Avenciguat_Update FDA lnteraction_December 2024_Internal use only</a:t>
            </a:r>
          </a:p>
        </p:txBody>
      </p:sp>
    </p:spTree>
    <p:extLst>
      <p:ext uri="{BB962C8B-B14F-4D97-AF65-F5344CB8AC3E}">
        <p14:creationId xmlns:p14="http://schemas.microsoft.com/office/powerpoint/2010/main" val="327898867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Avenciguat_Update FDA lnteraction_December 2024_Internal use only</a:t>
            </a:r>
          </a:p>
        </p:txBody>
      </p:sp>
    </p:spTree>
    <p:extLst>
      <p:ext uri="{BB962C8B-B14F-4D97-AF65-F5344CB8AC3E}">
        <p14:creationId xmlns:p14="http://schemas.microsoft.com/office/powerpoint/2010/main" val="18314914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Avenciguat_Update FDA lnteraction_December 2024_Internal use only</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082198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Avenciguat_Update FDA lnteraction_December 2024_Internal use only</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290796974"/>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Avenciguat_Update FDA lnteraction_December 2024_Internal use only</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69657839"/>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Avenciguat_Update FDA lnteraction_December 2024_Internal use only</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16147101"/>
      </p:ext>
    </p:extLst>
  </p:cSld>
  <p:clrMapOvr>
    <a:masterClrMapping/>
  </p:clrMapOvr>
  <p:extLst>
    <p:ext uri="{DCECCB84-F9BA-43D5-87BE-67443E8EF086}">
      <p15:sldGuideLst xmlns:p15="http://schemas.microsoft.com/office/powerpoint/2012/main"/>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Avenciguat_Update FDA lnteraction_December 2024_Internal use only</a:t>
            </a:r>
          </a:p>
        </p:txBody>
      </p:sp>
      <p:sp>
        <p:nvSpPr>
          <p:cNvPr id="6" name="Arrow: Pentagon 5">
            <a:extLst>
              <a:ext uri="{FF2B5EF4-FFF2-40B4-BE49-F238E27FC236}">
                <a16:creationId xmlns:a16="http://schemas.microsoft.com/office/drawing/2014/main" id="{D538B7FC-6B3A-8F3A-BBDC-1EEFED308F78}"/>
              </a:ext>
            </a:extLst>
          </p:cNvPr>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69300975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Avenciguat_Update FDA lnteraction_December 2024_Internal use only</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34272285"/>
      </p:ext>
    </p:extLst>
  </p:cSld>
  <p:clrMapOvr>
    <a:masterClrMapping/>
  </p:clrMapOvr>
  <p:extLst>
    <p:ext uri="{DCECCB84-F9BA-43D5-87BE-67443E8EF086}">
      <p15:sldGuideLst xmlns:p15="http://schemas.microsoft.com/office/powerpoint/2012/main"/>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Avenciguat_Update FDA lnteraction_December 2024_Internal use only</a:t>
            </a:r>
          </a:p>
        </p:txBody>
      </p:sp>
      <p:sp>
        <p:nvSpPr>
          <p:cNvPr id="7" name="Arrow: Pentagon 6">
            <a:extLst>
              <a:ext uri="{FF2B5EF4-FFF2-40B4-BE49-F238E27FC236}">
                <a16:creationId xmlns:a16="http://schemas.microsoft.com/office/drawing/2014/main" id="{1C2F19D9-5B8F-D889-26A0-5956F75299B0}"/>
              </a:ext>
            </a:extLst>
          </p:cNvPr>
          <p:cNvSpPr/>
          <p:nvPr/>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71917463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Avenciguat_Update FDA lnteraction_December 2024_Internal use only</a:t>
            </a:r>
          </a:p>
        </p:txBody>
      </p:sp>
    </p:spTree>
    <p:extLst>
      <p:ext uri="{BB962C8B-B14F-4D97-AF65-F5344CB8AC3E}">
        <p14:creationId xmlns:p14="http://schemas.microsoft.com/office/powerpoint/2010/main" val="300872965"/>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Avenciguat_Update FDA lnteraction_December 2024_Internal use only</a:t>
            </a:r>
          </a:p>
        </p:txBody>
      </p:sp>
    </p:spTree>
    <p:extLst>
      <p:ext uri="{BB962C8B-B14F-4D97-AF65-F5344CB8AC3E}">
        <p14:creationId xmlns:p14="http://schemas.microsoft.com/office/powerpoint/2010/main" val="243589159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Avenciguat_Update FDA lnteraction_December 2024_Internal use only</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789795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Avenciguat_Update FDA lnteraction_December 2024_Internal use only</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8409145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Avenciguat_Update FDA lnteraction_December 2024_Internal use only</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136751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Avenciguat_Update FDA lnteraction_December 2024_Internal use only</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0183367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Avenciguat_Update FDA lnteraction_December 2024_Internal use only</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1532001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Avenciguat_Update FDA lnteraction_December 2024_Internal use only</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4593020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Avenciguat_Update FDA lnteraction_December 2024_Internal use only</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1417703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Avenciguat_Update FDA lnteraction_December 2024_Internal use only</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77891499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Avenciguat_Update FDA lnteraction_December 2024_Internal use only</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258072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Avenciguat_Update FDA lnteraction_December 2024_Internal use only</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637334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Avenciguat_Update FDA lnteraction_December 2024_Internal use only</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29946812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Avenciguat_Update FDA lnteraction_December 2024_Internal use only</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912860407"/>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Avenciguat_Update FDA lnteraction_December 2024_Internal use only</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25028792"/>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Avenciguat_Update FDA lnteraction_December 2024_Internal use only</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658976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Avenciguat_Update FDA lnteraction_December 2024_Internal use only</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3838423253"/>
      </p:ext>
    </p:extLst>
  </p:cSld>
  <p:clrMapOvr>
    <a:masterClrMapping/>
  </p:clrMapOvr>
  <p:extLst>
    <p:ext uri="{DCECCB84-F9BA-43D5-87BE-67443E8EF086}">
      <p15:sldGuideLst xmlns:p15="http://schemas.microsoft.com/office/powerpoint/2012/main"/>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B4C44C6-D813-4050-83A1-7BDF2A7A7E5D}"/>
              </a:ext>
            </a:extLst>
          </p:cNvPr>
          <p:cNvGraphicFramePr>
            <a:graphicFrameLocks noChangeAspect="1"/>
          </p:cNvGraphicFramePr>
          <p:nvPr userDrawn="1">
            <p:custDataLst>
              <p:tags r:id="rId1"/>
            </p:custDataLst>
            <p:extLst>
              <p:ext uri="{D42A27DB-BD31-4B8C-83A1-F6EECF244321}">
                <p14:modId xmlns:p14="http://schemas.microsoft.com/office/powerpoint/2010/main" val="2945420862"/>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21" imgH="423" progId="TCLayout.ActiveDocument.1">
                  <p:embed/>
                </p:oleObj>
              </mc:Choice>
              <mc:Fallback>
                <p:oleObj name="think-cell Slide" r:id="rId3" imgW="421" imgH="423" progId="TCLayout.ActiveDocument.1">
                  <p:embed/>
                  <p:pic>
                    <p:nvPicPr>
                      <p:cNvPr id="3" name="Object 2" hidden="1">
                        <a:extLst>
                          <a:ext uri="{FF2B5EF4-FFF2-40B4-BE49-F238E27FC236}">
                            <a16:creationId xmlns:a16="http://schemas.microsoft.com/office/drawing/2014/main" id="{8B4C44C6-D813-4050-83A1-7BDF2A7A7E5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7" name="Copyright" hidden="1"/>
          <p:cNvSpPr txBox="1"/>
          <p:nvPr userDrawn="1"/>
        </p:nvSpPr>
        <p:spPr>
          <a:xfrm rot="16200000">
            <a:off x="9486902" y="3541497"/>
            <a:ext cx="5133975" cy="96950"/>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ea typeface="+mn-ea"/>
                <a:cs typeface="+mn-cs"/>
                <a:sym typeface="+mn-lt"/>
              </a:rPr>
              <a:t>Copyright © 2022 by Boston Consulting Group. All rights reserved.</a:t>
            </a:r>
          </a:p>
        </p:txBody>
      </p:sp>
      <p:sp>
        <p:nvSpPr>
          <p:cNvPr id="5" name="Title 4">
            <a:extLst>
              <a:ext uri="{FF2B5EF4-FFF2-40B4-BE49-F238E27FC236}">
                <a16:creationId xmlns:a16="http://schemas.microsoft.com/office/drawing/2014/main" id="{99656ACA-ABFC-4A04-AC93-EF22A9DA2F82}"/>
              </a:ext>
            </a:extLst>
          </p:cNvPr>
          <p:cNvSpPr>
            <a:spLocks noGrp="1"/>
          </p:cNvSpPr>
          <p:nvPr>
            <p:ph type="title"/>
          </p:nvPr>
        </p:nvSpPr>
        <p:spPr/>
        <p:txBody>
          <a:bodyPr vert="horz"/>
          <a:lstStyle/>
          <a:p>
            <a:r>
              <a:rPr lang="en-US"/>
              <a:t>Click to edit Master title style</a:t>
            </a:r>
          </a:p>
        </p:txBody>
      </p:sp>
      <p:sp>
        <p:nvSpPr>
          <p:cNvPr id="8" name="Datumsplatzhalter 2">
            <a:extLst>
              <a:ext uri="{FF2B5EF4-FFF2-40B4-BE49-F238E27FC236}">
                <a16:creationId xmlns:a16="http://schemas.microsoft.com/office/drawing/2014/main" id="{317FA8AD-26FA-493D-8DE5-A1D0F7993533}"/>
              </a:ext>
            </a:extLst>
          </p:cNvPr>
          <p:cNvSpPr>
            <a:spLocks noGrp="1"/>
          </p:cNvSpPr>
          <p:nvPr>
            <p:ph type="dt" sz="half" idx="2"/>
          </p:nvPr>
        </p:nvSpPr>
        <p:spPr>
          <a:xfrm>
            <a:off x="9782862" y="6518125"/>
            <a:ext cx="1155953" cy="189177"/>
          </a:xfrm>
          <a:prstGeom prst="rect">
            <a:avLst/>
          </a:prstGeom>
        </p:spPr>
        <p:txBody>
          <a:bodyPr anchor="ctr"/>
          <a:lstStyle>
            <a:lvl1pPr>
              <a:defRPr sz="1067">
                <a:solidFill>
                  <a:schemeClr val="bg1">
                    <a:lumMod val="50000"/>
                  </a:schemeClr>
                </a:solidFill>
              </a:defRPr>
            </a:lvl1pPr>
          </a:lstStyle>
          <a:p>
            <a:endParaRPr lang="en-GB"/>
          </a:p>
        </p:txBody>
      </p:sp>
    </p:spTree>
    <p:extLst>
      <p:ext uri="{BB962C8B-B14F-4D97-AF65-F5344CB8AC3E}">
        <p14:creationId xmlns:p14="http://schemas.microsoft.com/office/powerpoint/2010/main" val="83439321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DCECCB84-F9BA-43D5-87BE-67443E8EF086}">
      <p15:sldGuideLst xmlns:p15="http://schemas.microsoft.com/office/powerpoint/2012/main">
        <p15:guide id="1" orient="horz" pos="3240">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Title and Content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006A104-EB2E-4D2A-BC7D-4B0E21063193}" type="slidenum">
              <a:rPr lang="en-GB" smtClean="0"/>
              <a:t>‹#›</a:t>
            </a:fld>
            <a:endParaRPr lang="en-GB"/>
          </a:p>
        </p:txBody>
      </p:sp>
      <p:sp>
        <p:nvSpPr>
          <p:cNvPr id="5" name="Text Placeholder 2"/>
          <p:cNvSpPr>
            <a:spLocks noGrp="1"/>
          </p:cNvSpPr>
          <p:nvPr>
            <p:ph idx="1"/>
          </p:nvPr>
        </p:nvSpPr>
        <p:spPr>
          <a:xfrm>
            <a:off x="965200" y="1271784"/>
            <a:ext cx="10292081" cy="4889977"/>
          </a:xfrm>
          <a:prstGeom prst="rect">
            <a:avLst/>
          </a:prstGeom>
        </p:spPr>
        <p:txBody>
          <a:bodyPr vert="horz" lIns="0" tIns="45720" rIns="91440" bIns="45720" rtlCol="0">
            <a:noAutofit/>
          </a:bodyPr>
          <a:lstStyle>
            <a:lvl1pPr>
              <a:defRPr>
                <a:solidFill>
                  <a:srgbClr val="231F20"/>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637BDED0-25CE-4A1B-921B-CE1BBC4CB2A9}"/>
              </a:ext>
            </a:extLst>
          </p:cNvPr>
          <p:cNvSpPr>
            <a:spLocks noGrp="1"/>
          </p:cNvSpPr>
          <p:nvPr>
            <p:ph type="title"/>
          </p:nvPr>
        </p:nvSpPr>
        <p:spPr/>
        <p:txBody>
          <a:bodyPr/>
          <a:lstStyle>
            <a:lvl1pPr>
              <a:defRPr sz="2400" baseline="0"/>
            </a:lvl1pPr>
          </a:lstStyle>
          <a:p>
            <a:r>
              <a:rPr lang="en-US"/>
              <a:t>Click to edit Master title style</a:t>
            </a:r>
          </a:p>
        </p:txBody>
      </p:sp>
      <p:sp>
        <p:nvSpPr>
          <p:cNvPr id="2" name="Slide Number Placeholder 5">
            <a:extLst>
              <a:ext uri="{FF2B5EF4-FFF2-40B4-BE49-F238E27FC236}">
                <a16:creationId xmlns:a16="http://schemas.microsoft.com/office/drawing/2014/main" id="{1DCCCD90-7318-FB91-F1CE-C96927024C53}"/>
              </a:ext>
            </a:extLst>
          </p:cNvPr>
          <p:cNvSpPr txBox="1">
            <a:spLocks/>
          </p:cNvSpPr>
          <p:nvPr userDrawn="1"/>
        </p:nvSpPr>
        <p:spPr>
          <a:xfrm>
            <a:off x="4107896" y="6439743"/>
            <a:ext cx="2844800" cy="366183"/>
          </a:xfrm>
          <a:prstGeom prst="rect">
            <a:avLst/>
          </a:prstGeom>
        </p:spPr>
        <p:txBody>
          <a:bodyPr vert="horz" lIns="121920" tIns="60960" rIns="121920" bIns="60960" rtlCol="0" anchor="ctr">
            <a:noAutofit/>
          </a:bodyPr>
          <a:lstStyle>
            <a:defPPr>
              <a:defRPr lang="en-US"/>
            </a:defPPr>
            <a:lvl1pPr marL="0" algn="r" defTabSz="457200" rtl="0" eaLnBrk="1" latinLnBrk="0" hangingPunct="1">
              <a:defRPr sz="8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006A104-EB2E-4D2A-BC7D-4B0E21063193}" type="slidenum">
              <a:rPr lang="en-GB" sz="1067" smtClean="0"/>
              <a:pPr/>
              <a:t>‹#›</a:t>
            </a:fld>
            <a:endParaRPr lang="en-GB" sz="1067"/>
          </a:p>
        </p:txBody>
      </p:sp>
      <p:sp>
        <p:nvSpPr>
          <p:cNvPr id="4" name="Slide Number Placeholder 5">
            <a:extLst>
              <a:ext uri="{FF2B5EF4-FFF2-40B4-BE49-F238E27FC236}">
                <a16:creationId xmlns:a16="http://schemas.microsoft.com/office/drawing/2014/main" id="{D35904E2-9E71-A4D3-F217-8D94B5844A03}"/>
              </a:ext>
            </a:extLst>
          </p:cNvPr>
          <p:cNvSpPr txBox="1">
            <a:spLocks/>
          </p:cNvSpPr>
          <p:nvPr userDrawn="1"/>
        </p:nvSpPr>
        <p:spPr>
          <a:xfrm>
            <a:off x="4974671" y="6348018"/>
            <a:ext cx="2844800" cy="366183"/>
          </a:xfrm>
          <a:prstGeom prst="rect">
            <a:avLst/>
          </a:prstGeom>
        </p:spPr>
        <p:txBody>
          <a:bodyPr vert="horz" lIns="121920" tIns="60960" rIns="121920" bIns="60960" rtlCol="0" anchor="ctr">
            <a:noAutofit/>
          </a:bodyPr>
          <a:lstStyle>
            <a:defPPr>
              <a:defRPr lang="en-US"/>
            </a:defPPr>
            <a:lvl1pPr marL="0" algn="r" defTabSz="457200" rtl="0" eaLnBrk="1" latinLnBrk="0" hangingPunct="1">
              <a:defRPr sz="800" b="1"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006A104-EB2E-4D2A-BC7D-4B0E21063193}" type="slidenum">
              <a:rPr lang="en-GB" sz="1067" smtClean="0"/>
              <a:pPr/>
              <a:t>‹#›</a:t>
            </a:fld>
            <a:r>
              <a:rPr lang="en-GB" sz="1067"/>
              <a:t>V</a:t>
            </a:r>
          </a:p>
        </p:txBody>
      </p:sp>
      <p:sp>
        <p:nvSpPr>
          <p:cNvPr id="8" name="Textfeld 7">
            <a:extLst>
              <a:ext uri="{FF2B5EF4-FFF2-40B4-BE49-F238E27FC236}">
                <a16:creationId xmlns:a16="http://schemas.microsoft.com/office/drawing/2014/main" id="{2123C20E-DB52-A591-E458-D3F3B7ABAF62}"/>
              </a:ext>
            </a:extLst>
          </p:cNvPr>
          <p:cNvSpPr txBox="1"/>
          <p:nvPr userDrawn="1"/>
        </p:nvSpPr>
        <p:spPr>
          <a:xfrm>
            <a:off x="2431473" y="6527783"/>
            <a:ext cx="6542116" cy="261610"/>
          </a:xfrm>
          <a:prstGeom prst="rect">
            <a:avLst/>
          </a:prstGeom>
          <a:noFill/>
        </p:spPr>
        <p:txBody>
          <a:bodyPr wrap="square">
            <a:spAutoFit/>
          </a:bodyPr>
          <a:lstStyle/>
          <a:p>
            <a:pPr algn="ctr"/>
            <a:r>
              <a:rPr lang="en-US" sz="1100"/>
              <a:t>VITALISScE™-update/ Confidential</a:t>
            </a:r>
            <a:endParaRPr lang="en-GB" sz="1100"/>
          </a:p>
        </p:txBody>
      </p:sp>
    </p:spTree>
    <p:extLst>
      <p:ext uri="{BB962C8B-B14F-4D97-AF65-F5344CB8AC3E}">
        <p14:creationId xmlns:p14="http://schemas.microsoft.com/office/powerpoint/2010/main" val="384951338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p>
        </p:txBody>
      </p:sp>
      <p:sp>
        <p:nvSpPr>
          <p:cNvPr id="7" name="Fußzeilenplatzhalter 6"/>
          <p:cNvSpPr>
            <a:spLocks noGrp="1"/>
          </p:cNvSpPr>
          <p:nvPr>
            <p:ph type="ftr" sz="quarter" idx="11"/>
          </p:nvPr>
        </p:nvSpPr>
        <p:spPr/>
        <p:txBody>
          <a:bodyPr/>
          <a:lstStyle/>
          <a:p>
            <a:r>
              <a:rPr lang="en-US"/>
              <a:t>Avenciguat_Update FDA lnteraction_December 2024_Internal use only</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8932363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3" name="Object 2" hidden="1"/>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291491" y="6454651"/>
            <a:ext cx="1290911" cy="240000"/>
          </a:xfrm>
          <a:prstGeom prst="rect">
            <a:avLst/>
          </a:prstGeom>
        </p:spPr>
      </p:pic>
      <p:sp>
        <p:nvSpPr>
          <p:cNvPr id="5" name="Slide Number Placeholder 5">
            <a:extLst>
              <a:ext uri="{FF2B5EF4-FFF2-40B4-BE49-F238E27FC236}">
                <a16:creationId xmlns:a16="http://schemas.microsoft.com/office/drawing/2014/main" id="{5FB73666-A07F-4472-8FF2-346C57287590}"/>
              </a:ext>
            </a:extLst>
          </p:cNvPr>
          <p:cNvSpPr>
            <a:spLocks noGrp="1"/>
          </p:cNvSpPr>
          <p:nvPr>
            <p:ph type="sldNum" sz="quarter" idx="4"/>
          </p:nvPr>
        </p:nvSpPr>
        <p:spPr>
          <a:xfrm>
            <a:off x="394180" y="6483323"/>
            <a:ext cx="377952" cy="219456"/>
          </a:xfrm>
          <a:prstGeom prst="rect">
            <a:avLst/>
          </a:prstGeom>
        </p:spPr>
        <p:txBody>
          <a:bodyPr vert="horz" lIns="0" tIns="0" rIns="0" bIns="0" rtlCol="0" anchor="b" anchorCtr="0"/>
          <a:lstStyle>
            <a:lvl1pPr algn="l">
              <a:defRPr sz="1100">
                <a:solidFill>
                  <a:schemeClr val="bg1">
                    <a:lumMod val="50000"/>
                  </a:schemeClr>
                </a:solidFill>
                <a:latin typeface="+mj-lt"/>
              </a:defRPr>
            </a:lvl1pPr>
          </a:lstStyle>
          <a:p>
            <a:fld id="{88B07781-9051-42E7-B3A7-296398EE0D6C}" type="slidenum">
              <a:rPr lang="en-US" smtClean="0">
                <a:solidFill>
                  <a:srgbClr val="FFFFFF">
                    <a:lumMod val="50000"/>
                  </a:srgbClr>
                </a:solidFill>
              </a:rPr>
              <a:pPr/>
              <a:t>‹#›</a:t>
            </a:fld>
            <a:endParaRPr lang="en-US">
              <a:solidFill>
                <a:srgbClr val="FFFFFF">
                  <a:lumMod val="50000"/>
                </a:srgbClr>
              </a:solidFill>
            </a:endParaRPr>
          </a:p>
        </p:txBody>
      </p:sp>
    </p:spTree>
    <p:extLst>
      <p:ext uri="{BB962C8B-B14F-4D97-AF65-F5344CB8AC3E}">
        <p14:creationId xmlns:p14="http://schemas.microsoft.com/office/powerpoint/2010/main" val="219171109"/>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22" y="1589"/>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22" y="1589"/>
                        <a:ext cx="2116"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1" y="1295400"/>
            <a:ext cx="10972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291491" y="6454651"/>
            <a:ext cx="1290911" cy="240000"/>
          </a:xfrm>
          <a:prstGeom prst="rect">
            <a:avLst/>
          </a:prstGeom>
        </p:spPr>
      </p:pic>
      <p:sp>
        <p:nvSpPr>
          <p:cNvPr id="6" name="Slide Number Placeholder 5">
            <a:extLst>
              <a:ext uri="{FF2B5EF4-FFF2-40B4-BE49-F238E27FC236}">
                <a16:creationId xmlns:a16="http://schemas.microsoft.com/office/drawing/2014/main" id="{5FB73666-A07F-4472-8FF2-346C57287590}"/>
              </a:ext>
            </a:extLst>
          </p:cNvPr>
          <p:cNvSpPr>
            <a:spLocks noGrp="1"/>
          </p:cNvSpPr>
          <p:nvPr>
            <p:ph type="sldNum" sz="quarter" idx="4"/>
          </p:nvPr>
        </p:nvSpPr>
        <p:spPr>
          <a:xfrm>
            <a:off x="394180" y="6483323"/>
            <a:ext cx="377952" cy="219456"/>
          </a:xfrm>
          <a:prstGeom prst="rect">
            <a:avLst/>
          </a:prstGeom>
        </p:spPr>
        <p:txBody>
          <a:bodyPr vert="horz" lIns="0" tIns="0" rIns="0" bIns="0" rtlCol="0" anchor="b" anchorCtr="0"/>
          <a:lstStyle>
            <a:lvl1pPr algn="l">
              <a:defRPr sz="1100">
                <a:solidFill>
                  <a:schemeClr val="bg1">
                    <a:lumMod val="50000"/>
                  </a:schemeClr>
                </a:solidFill>
                <a:latin typeface="+mj-lt"/>
              </a:defRPr>
            </a:lvl1pPr>
          </a:lstStyle>
          <a:p>
            <a:fld id="{88B07781-9051-42E7-B3A7-296398EE0D6C}" type="slidenum">
              <a:rPr lang="en-US" smtClean="0">
                <a:solidFill>
                  <a:srgbClr val="FFFFFF">
                    <a:lumMod val="50000"/>
                  </a:srgbClr>
                </a:solidFill>
              </a:rPr>
              <a:pPr/>
              <a:t>‹#›</a:t>
            </a:fld>
            <a:endParaRPr lang="en-US">
              <a:solidFill>
                <a:srgbClr val="FFFFFF">
                  <a:lumMod val="50000"/>
                </a:srgbClr>
              </a:solidFill>
            </a:endParaRPr>
          </a:p>
        </p:txBody>
      </p:sp>
    </p:spTree>
    <p:extLst>
      <p:ext uri="{BB962C8B-B14F-4D97-AF65-F5344CB8AC3E}">
        <p14:creationId xmlns:p14="http://schemas.microsoft.com/office/powerpoint/2010/main" val="2575997265"/>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Release of Proof of Clinical Principle at HPSC |  CONFIDENTIAL</a:t>
            </a:r>
          </a:p>
        </p:txBody>
      </p:sp>
    </p:spTree>
    <p:extLst>
      <p:ext uri="{BB962C8B-B14F-4D97-AF65-F5344CB8AC3E}">
        <p14:creationId xmlns:p14="http://schemas.microsoft.com/office/powerpoint/2010/main" val="3931136818"/>
      </p:ext>
    </p:extLst>
  </p:cSld>
  <p:clrMapOvr>
    <a:masterClrMapping/>
  </p:clrMapOvr>
  <p:extLst>
    <p:ext uri="{DCECCB84-F9BA-43D5-87BE-67443E8EF086}">
      <p15:sldGuideLst xmlns:p15="http://schemas.microsoft.com/office/powerpoint/2012/main"/>
    </p:ext>
  </p:extLst>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Release of Proof of Clinical Principle at HPSC |  CONFIDENTIAL</a:t>
            </a:r>
          </a:p>
        </p:txBody>
      </p:sp>
    </p:spTree>
    <p:extLst>
      <p:ext uri="{BB962C8B-B14F-4D97-AF65-F5344CB8AC3E}">
        <p14:creationId xmlns:p14="http://schemas.microsoft.com/office/powerpoint/2010/main" val="1189537667"/>
      </p:ext>
    </p:extLst>
  </p:cSld>
  <p:clrMapOvr>
    <a:masterClrMapping/>
  </p:clrMapOvr>
  <p:extLst>
    <p:ext uri="{DCECCB84-F9BA-43D5-87BE-67443E8EF086}">
      <p15:sldGuideLst xmlns:p15="http://schemas.microsoft.com/office/powerpoint/2012/main"/>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Release of Proof of Clinical Principle at HPSC |  CONFIDENTIAL</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32986738"/>
      </p:ext>
    </p:extLst>
  </p:cSld>
  <p:clrMapOvr>
    <a:masterClrMapping/>
  </p:clrMapOvr>
  <p:extLst>
    <p:ext uri="{DCECCB84-F9BA-43D5-87BE-67443E8EF086}">
      <p15:sldGuideLst xmlns:p15="http://schemas.microsoft.com/office/powerpoint/2012/main"/>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Release of Proof of Clinical Principle at HPSC |  CONFIDENTIAL</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5989812"/>
      </p:ext>
    </p:extLst>
  </p:cSld>
  <p:clrMapOvr>
    <a:masterClrMapping/>
  </p:clrMapOvr>
  <p:extLst>
    <p:ext uri="{DCECCB84-F9BA-43D5-87BE-67443E8EF086}">
      <p15:sldGuideLst xmlns:p15="http://schemas.microsoft.com/office/powerpoint/2012/main"/>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Release of Proof of Clinical Principle at HPSC |  CONFIDENTIAL</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2795719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Release of Proof of Clinical Principle at HPSC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663946863"/>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Release of Proof of Clinical Principle at HPSC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6385613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Release of Proof of Clinical Principle at HPSC |  CONFIDENTIAL</a:t>
            </a:r>
          </a:p>
        </p:txBody>
      </p:sp>
    </p:spTree>
    <p:extLst>
      <p:ext uri="{BB962C8B-B14F-4D97-AF65-F5344CB8AC3E}">
        <p14:creationId xmlns:p14="http://schemas.microsoft.com/office/powerpoint/2010/main" val="28625779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Release of Proof of Clinical Principle at HPSC |  CONFIDENTIAL</a:t>
            </a:r>
          </a:p>
        </p:txBody>
      </p:sp>
    </p:spTree>
    <p:extLst>
      <p:ext uri="{BB962C8B-B14F-4D97-AF65-F5344CB8AC3E}">
        <p14:creationId xmlns:p14="http://schemas.microsoft.com/office/powerpoint/2010/main" val="342919871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Release of Proof of Clinical Principle at HPSC |  CONFIDENTIAL</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307955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Release of Proof of Clinical Principle at HPSC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6655048"/>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Release of Proof of Clinical Principle at HPSC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88911075"/>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Release of Proof of Clinical Principle at HPSC |  CONFIDENTIAL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706783246"/>
      </p:ext>
    </p:extLst>
  </p:cSld>
  <p:clrMapOvr>
    <a:masterClrMapping/>
  </p:clrMapOvr>
  <p:extLst>
    <p:ext uri="{DCECCB84-F9BA-43D5-87BE-67443E8EF086}">
      <p15:sldGuideLst xmlns:p15="http://schemas.microsoft.com/office/powerpoint/2012/main"/>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Release of Proof of Clinical Principle at HPSC |  CONFIDENTIAL</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69896470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Release of Proof of Clinical Principle at HPSC |  CONFIDENTIAL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86160395"/>
      </p:ext>
    </p:extLst>
  </p:cSld>
  <p:clrMapOvr>
    <a:masterClrMapping/>
  </p:clrMapOvr>
  <p:extLst>
    <p:ext uri="{DCECCB84-F9BA-43D5-87BE-67443E8EF086}">
      <p15:sldGuideLst xmlns:p15="http://schemas.microsoft.com/office/powerpoint/2012/main"/>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Release of Proof of Clinical Principle at HPSC |  CONFIDENTIAL</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675982032"/>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Release of Proof of Clinical Principle at HPSC |  CONFIDENTIAL</a:t>
            </a:r>
          </a:p>
        </p:txBody>
      </p:sp>
    </p:spTree>
    <p:extLst>
      <p:ext uri="{BB962C8B-B14F-4D97-AF65-F5344CB8AC3E}">
        <p14:creationId xmlns:p14="http://schemas.microsoft.com/office/powerpoint/2010/main" val="349438415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Release of Proof of Clinical Principle at HPSC |  CONFIDENTIAL</a:t>
            </a:r>
          </a:p>
        </p:txBody>
      </p:sp>
    </p:spTree>
    <p:extLst>
      <p:ext uri="{BB962C8B-B14F-4D97-AF65-F5344CB8AC3E}">
        <p14:creationId xmlns:p14="http://schemas.microsoft.com/office/powerpoint/2010/main" val="162326698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Release of Proof of Clinical Principle at HPSC |  CONFIDENTIAL</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327809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Release of Proof of Clinical Principle at HPSC |  CONFIDENTIAL</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72106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Release of Proof of Clinical Principle at HPSC |  CONFIDENTIAL</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4727041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Release of Proof of Clinical Principle at HPSC |  CONFIDENTIAL</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418384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Release of Proof of Clinical Principle at HPSC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2379263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Release of Proof of Clinical Principle at HPSC |  CONFIDENTIAL</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4076548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Release of Proof of Clinical Principle at HPSC |  CONFIDENTIAL</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1807192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Release of Proof of Clinical Principle at HPSC |  CONFIDENTIAL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38955731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Release of Proof of Clinical Principle at HPSC |  CONFIDENTIAL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8130842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Release of Proof of Clinical Principle at HPSC |  CONFIDENTIAL</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72996071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Release of Proof of Clinical Principle at HPSC |  CONFIDENTIAL</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185957664"/>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solidFill>
                  <a:schemeClr val="bg2"/>
                </a:solidFill>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Release of Proof of Clinical Principle at HPSC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996136227"/>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Release of Proof of Clinical Principle at HPSC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161931095"/>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Release of Proof of Clinical Principle at HPSC |  CONFIDENTIAL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3169636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Release of Proof of Clinical Principle at HPSC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426945210"/>
      </p:ext>
    </p:extLst>
  </p:cSld>
  <p:clrMapOvr>
    <a:masterClrMapping/>
  </p:clrMapOvr>
  <p:extLst>
    <p:ext uri="{DCECCB84-F9BA-43D5-87BE-67443E8EF086}">
      <p15:sldGuideLst xmlns:p15="http://schemas.microsoft.com/office/powerpoint/2012/main"/>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userDrawn="1">
  <p:cSld name="Title only 20 pt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A834F0A-3AAE-76F9-DBB2-1572F13A2942}"/>
              </a:ext>
            </a:extLst>
          </p:cNvPr>
          <p:cNvGraphicFramePr>
            <a:graphicFrameLocks noChangeAspect="1"/>
          </p:cNvGraphicFramePr>
          <p:nvPr userDrawn="1">
            <p:custDataLst>
              <p:tags r:id="rId1"/>
            </p:custDataLst>
            <p:extLst>
              <p:ext uri="{D42A27DB-BD31-4B8C-83A1-F6EECF244321}">
                <p14:modId xmlns:p14="http://schemas.microsoft.com/office/powerpoint/2010/main" val="87523428"/>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A834F0A-3AAE-76F9-DBB2-1572F13A2942}"/>
                          </a:ext>
                        </a:extLst>
                      </p:cNvPr>
                      <p:cNvPicPr/>
                      <p:nvPr/>
                    </p:nvPicPr>
                    <p:blipFill>
                      <a:blip r:embed="rId4"/>
                      <a:stretch>
                        <a:fillRect/>
                      </a:stretch>
                    </p:blipFill>
                    <p:spPr>
                      <a:xfrm>
                        <a:off x="2118" y="2118"/>
                        <a:ext cx="2117" cy="2117"/>
                      </a:xfrm>
                      <a:prstGeom prst="rect">
                        <a:avLst/>
                      </a:prstGeom>
                    </p:spPr>
                  </p:pic>
                </p:oleObj>
              </mc:Fallback>
            </mc:AlternateContent>
          </a:graphicData>
        </a:graphic>
      </p:graphicFrame>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Release of Proof of Clinical Principle at HPSC |  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469504"/>
            <a:ext cx="11211800" cy="410369"/>
          </a:xfrm>
        </p:spPr>
        <p:txBody>
          <a:bodyPr vert="horz" anchor="b"/>
          <a:lstStyle>
            <a:lvl1pPr>
              <a:defRPr sz="2667"/>
            </a:lvl1pPr>
          </a:lstStyle>
          <a:p>
            <a:r>
              <a:rPr lang="en-GB" noProof="0"/>
              <a:t>Click to add headline</a:t>
            </a:r>
          </a:p>
        </p:txBody>
      </p:sp>
      <p:pic>
        <p:nvPicPr>
          <p:cNvPr id="10" name="Grafik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347654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8.xml><?xml version="1.0" encoding="utf-8"?>
<p:sldLayout xmlns:a="http://schemas.openxmlformats.org/drawingml/2006/main" xmlns:r="http://schemas.openxmlformats.org/officeDocument/2006/relationships" xmlns:p="http://schemas.openxmlformats.org/presentationml/2006/main"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1213024"/>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60651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5285988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Textplatzhalter 7">
            <a:extLst>
              <a:ext uri="{FF2B5EF4-FFF2-40B4-BE49-F238E27FC236}">
                <a16:creationId xmlns:a16="http://schemas.microsoft.com/office/drawing/2014/main" id="{C9AEBDC5-1632-8E50-B4E7-9A1BC2610F12}"/>
              </a:ext>
            </a:extLst>
          </p:cNvPr>
          <p:cNvSpPr>
            <a:spLocks noGrp="1"/>
          </p:cNvSpPr>
          <p:nvPr>
            <p:ph type="body" sz="quarter" idx="13" hasCustomPrompt="1"/>
          </p:nvPr>
        </p:nvSpPr>
        <p:spPr bwMode="gray">
          <a:xfrm>
            <a:off x="2099557" y="6165305"/>
            <a:ext cx="9253028" cy="369532"/>
          </a:xfrm>
        </p:spPr>
        <p:txBody>
          <a:bodyPr anchor="b"/>
          <a:lstStyle>
            <a:lvl1pPr marL="0" indent="0" algn="r">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547234919"/>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Release of Proof of Clinical Principle at HPSC |  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839712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1.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Release of Proof of Clinical Principle at HPSC |  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882376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2.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endParaRPr lang="en-GB" noProof="0"/>
          </a:p>
        </p:txBody>
      </p:sp>
      <p:sp>
        <p:nvSpPr>
          <p:cNvPr id="5" name="Fußzeilenplatzhalter 4"/>
          <p:cNvSpPr>
            <a:spLocks noGrp="1"/>
          </p:cNvSpPr>
          <p:nvPr>
            <p:ph type="ftr" sz="quarter" idx="11"/>
          </p:nvPr>
        </p:nvSpPr>
        <p:spPr/>
        <p:txBody>
          <a:bodyPr/>
          <a:lstStyle/>
          <a:p>
            <a:r>
              <a:rPr lang="en-US" noProof="0"/>
              <a:t>Release of Proof of Clinical Principle at HPSC |  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8973140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Release of Proof of Clinical Principle at HPSC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2397159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555865117"/>
      </p:ext>
    </p:extLst>
  </p:cSld>
  <p:clrMapOvr>
    <a:masterClrMapping/>
  </p:clrMapOvr>
  <p:extLst>
    <p:ext uri="{DCECCB84-F9BA-43D5-87BE-67443E8EF086}">
      <p15:sldGuideLst xmlns:p15="http://schemas.microsoft.com/office/powerpoint/2012/main"/>
    </p:ext>
  </p:extLst>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950331916"/>
      </p:ext>
    </p:extLst>
  </p:cSld>
  <p:clrMapOvr>
    <a:masterClrMapping/>
  </p:clrMapOvr>
  <p:extLst>
    <p:ext uri="{DCECCB84-F9BA-43D5-87BE-67443E8EF086}">
      <p15:sldGuideLst xmlns:p15="http://schemas.microsoft.com/office/powerpoint/2012/main"/>
    </p:ext>
  </p:extLst>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4637004"/>
      </p:ext>
    </p:extLst>
  </p:cSld>
  <p:clrMapOvr>
    <a:masterClrMapping/>
  </p:clrMapOvr>
  <p:extLst>
    <p:ext uri="{DCECCB84-F9BA-43D5-87BE-67443E8EF086}">
      <p15:sldGuideLst xmlns:p15="http://schemas.microsoft.com/office/powerpoint/2012/main"/>
    </p:ext>
  </p:extLst>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97601291"/>
      </p:ext>
    </p:extLst>
  </p:cSld>
  <p:clrMapOvr>
    <a:masterClrMapping/>
  </p:clrMapOvr>
  <p:extLst>
    <p:ext uri="{DCECCB84-F9BA-43D5-87BE-67443E8EF086}">
      <p15:sldGuideLst xmlns:p15="http://schemas.microsoft.com/office/powerpoint/2012/main"/>
    </p:ext>
  </p:extLst>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7680973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96064146"/>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70253189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58741774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99520752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3207688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634468031"/>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672250703"/>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09118538"/>
      </p:ext>
    </p:extLst>
  </p:cSld>
  <p:clrMapOvr>
    <a:masterClrMapping/>
  </p:clrMapOvr>
  <p:extLst>
    <p:ext uri="{DCECCB84-F9BA-43D5-87BE-67443E8EF086}">
      <p15:sldGuideLst xmlns:p15="http://schemas.microsoft.com/office/powerpoint/2012/main"/>
    </p:ext>
  </p:extLst>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3687867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42482112"/>
      </p:ext>
    </p:extLst>
  </p:cSld>
  <p:clrMapOvr>
    <a:masterClrMapping/>
  </p:clrMapOvr>
  <p:extLst>
    <p:ext uri="{DCECCB84-F9BA-43D5-87BE-67443E8EF086}">
      <p15:sldGuideLst xmlns:p15="http://schemas.microsoft.com/office/powerpoint/2012/main"/>
    </p:ext>
  </p:extLst>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7102144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72646730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1545043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56509533"/>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845757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1739466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140286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09348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4341517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612136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09293725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440743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315796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5278469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57773208"/>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219699817"/>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7346485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1608270016"/>
      </p:ext>
    </p:extLst>
  </p:cSld>
  <p:clrMapOvr>
    <a:masterClrMapping/>
  </p:clrMapOvr>
  <p:extLst>
    <p:ext uri="{DCECCB84-F9BA-43D5-87BE-67443E8EF086}">
      <p15:sldGuideLst xmlns:p15="http://schemas.microsoft.com/office/powerpoint/2012/main"/>
    </p:ext>
  </p:extLst>
</p:sldLayout>
</file>

<file path=ppt/slideLayouts/slideLayout36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61215320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2.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image" Target="../media/image1.png"/><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theme" Target="../theme/theme2.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94.xml"/><Relationship Id="rId21" Type="http://schemas.openxmlformats.org/officeDocument/2006/relationships/slideLayout" Target="../slideLayouts/slideLayout89.xml"/><Relationship Id="rId42" Type="http://schemas.openxmlformats.org/officeDocument/2006/relationships/slideLayout" Target="../slideLayouts/slideLayout110.xml"/><Relationship Id="rId47" Type="http://schemas.openxmlformats.org/officeDocument/2006/relationships/slideLayout" Target="../slideLayouts/slideLayout115.xml"/><Relationship Id="rId63" Type="http://schemas.openxmlformats.org/officeDocument/2006/relationships/slideLayout" Target="../slideLayouts/slideLayout131.xml"/><Relationship Id="rId68" Type="http://schemas.openxmlformats.org/officeDocument/2006/relationships/slideLayout" Target="../slideLayouts/slideLayout136.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9" Type="http://schemas.openxmlformats.org/officeDocument/2006/relationships/slideLayout" Target="../slideLayouts/slideLayout97.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slideLayout" Target="../slideLayouts/slideLayout105.xml"/><Relationship Id="rId40" Type="http://schemas.openxmlformats.org/officeDocument/2006/relationships/slideLayout" Target="../slideLayouts/slideLayout108.xml"/><Relationship Id="rId45" Type="http://schemas.openxmlformats.org/officeDocument/2006/relationships/slideLayout" Target="../slideLayouts/slideLayout113.xml"/><Relationship Id="rId53" Type="http://schemas.openxmlformats.org/officeDocument/2006/relationships/slideLayout" Target="../slideLayouts/slideLayout121.xml"/><Relationship Id="rId58" Type="http://schemas.openxmlformats.org/officeDocument/2006/relationships/slideLayout" Target="../slideLayouts/slideLayout126.xml"/><Relationship Id="rId66" Type="http://schemas.openxmlformats.org/officeDocument/2006/relationships/slideLayout" Target="../slideLayouts/slideLayout134.xml"/><Relationship Id="rId74" Type="http://schemas.openxmlformats.org/officeDocument/2006/relationships/image" Target="../media/image2.svg"/><Relationship Id="rId5" Type="http://schemas.openxmlformats.org/officeDocument/2006/relationships/slideLayout" Target="../slideLayouts/slideLayout73.xml"/><Relationship Id="rId61" Type="http://schemas.openxmlformats.org/officeDocument/2006/relationships/slideLayout" Target="../slideLayouts/slideLayout129.xml"/><Relationship Id="rId19" Type="http://schemas.openxmlformats.org/officeDocument/2006/relationships/slideLayout" Target="../slideLayouts/slideLayout8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43" Type="http://schemas.openxmlformats.org/officeDocument/2006/relationships/slideLayout" Target="../slideLayouts/slideLayout111.xml"/><Relationship Id="rId48" Type="http://schemas.openxmlformats.org/officeDocument/2006/relationships/slideLayout" Target="../slideLayouts/slideLayout116.xml"/><Relationship Id="rId56" Type="http://schemas.openxmlformats.org/officeDocument/2006/relationships/slideLayout" Target="../slideLayouts/slideLayout124.xml"/><Relationship Id="rId64" Type="http://schemas.openxmlformats.org/officeDocument/2006/relationships/slideLayout" Target="../slideLayouts/slideLayout132.xml"/><Relationship Id="rId69" Type="http://schemas.openxmlformats.org/officeDocument/2006/relationships/slideLayout" Target="../slideLayouts/slideLayout137.xml"/><Relationship Id="rId8" Type="http://schemas.openxmlformats.org/officeDocument/2006/relationships/slideLayout" Target="../slideLayouts/slideLayout76.xml"/><Relationship Id="rId51" Type="http://schemas.openxmlformats.org/officeDocument/2006/relationships/slideLayout" Target="../slideLayouts/slideLayout119.xml"/><Relationship Id="rId72" Type="http://schemas.openxmlformats.org/officeDocument/2006/relationships/theme" Target="../theme/theme3.xml"/><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slideLayout" Target="../slideLayouts/slideLayout106.xml"/><Relationship Id="rId46" Type="http://schemas.openxmlformats.org/officeDocument/2006/relationships/slideLayout" Target="../slideLayouts/slideLayout114.xml"/><Relationship Id="rId59" Type="http://schemas.openxmlformats.org/officeDocument/2006/relationships/slideLayout" Target="../slideLayouts/slideLayout127.xml"/><Relationship Id="rId67" Type="http://schemas.openxmlformats.org/officeDocument/2006/relationships/slideLayout" Target="../slideLayouts/slideLayout135.xml"/><Relationship Id="rId20" Type="http://schemas.openxmlformats.org/officeDocument/2006/relationships/slideLayout" Target="../slideLayouts/slideLayout88.xml"/><Relationship Id="rId41" Type="http://schemas.openxmlformats.org/officeDocument/2006/relationships/slideLayout" Target="../slideLayouts/slideLayout109.xml"/><Relationship Id="rId54" Type="http://schemas.openxmlformats.org/officeDocument/2006/relationships/slideLayout" Target="../slideLayouts/slideLayout122.xml"/><Relationship Id="rId62" Type="http://schemas.openxmlformats.org/officeDocument/2006/relationships/slideLayout" Target="../slideLayouts/slideLayout130.xml"/><Relationship Id="rId70" Type="http://schemas.openxmlformats.org/officeDocument/2006/relationships/slideLayout" Target="../slideLayouts/slideLayout138.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slideLayout" Target="../slideLayouts/slideLayout104.xml"/><Relationship Id="rId49" Type="http://schemas.openxmlformats.org/officeDocument/2006/relationships/slideLayout" Target="../slideLayouts/slideLayout117.xml"/><Relationship Id="rId57" Type="http://schemas.openxmlformats.org/officeDocument/2006/relationships/slideLayout" Target="../slideLayouts/slideLayout125.xml"/><Relationship Id="rId10" Type="http://schemas.openxmlformats.org/officeDocument/2006/relationships/slideLayout" Target="../slideLayouts/slideLayout78.xml"/><Relationship Id="rId31" Type="http://schemas.openxmlformats.org/officeDocument/2006/relationships/slideLayout" Target="../slideLayouts/slideLayout99.xml"/><Relationship Id="rId44" Type="http://schemas.openxmlformats.org/officeDocument/2006/relationships/slideLayout" Target="../slideLayouts/slideLayout112.xml"/><Relationship Id="rId52" Type="http://schemas.openxmlformats.org/officeDocument/2006/relationships/slideLayout" Target="../slideLayouts/slideLayout120.xml"/><Relationship Id="rId60" Type="http://schemas.openxmlformats.org/officeDocument/2006/relationships/slideLayout" Target="../slideLayouts/slideLayout128.xml"/><Relationship Id="rId65" Type="http://schemas.openxmlformats.org/officeDocument/2006/relationships/slideLayout" Target="../slideLayouts/slideLayout133.xml"/><Relationship Id="rId73" Type="http://schemas.openxmlformats.org/officeDocument/2006/relationships/image" Target="../media/image1.png"/><Relationship Id="rId4" Type="http://schemas.openxmlformats.org/officeDocument/2006/relationships/slideLayout" Target="../slideLayouts/slideLayout72.xml"/><Relationship Id="rId9" Type="http://schemas.openxmlformats.org/officeDocument/2006/relationships/slideLayout" Target="../slideLayouts/slideLayout77.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9" Type="http://schemas.openxmlformats.org/officeDocument/2006/relationships/slideLayout" Target="../slideLayouts/slideLayout107.xml"/><Relationship Id="rId34" Type="http://schemas.openxmlformats.org/officeDocument/2006/relationships/slideLayout" Target="../slideLayouts/slideLayout102.xml"/><Relationship Id="rId50" Type="http://schemas.openxmlformats.org/officeDocument/2006/relationships/slideLayout" Target="../slideLayouts/slideLayout118.xml"/><Relationship Id="rId55" Type="http://schemas.openxmlformats.org/officeDocument/2006/relationships/slideLayout" Target="../slideLayouts/slideLayout123.xml"/><Relationship Id="rId7" Type="http://schemas.openxmlformats.org/officeDocument/2006/relationships/slideLayout" Target="../slideLayouts/slideLayout75.xml"/><Relationship Id="rId71" Type="http://schemas.openxmlformats.org/officeDocument/2006/relationships/slideLayout" Target="../slideLayouts/slideLayout13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52.xml"/><Relationship Id="rId18" Type="http://schemas.openxmlformats.org/officeDocument/2006/relationships/slideLayout" Target="../slideLayouts/slideLayout157.xml"/><Relationship Id="rId26" Type="http://schemas.openxmlformats.org/officeDocument/2006/relationships/slideLayout" Target="../slideLayouts/slideLayout165.xml"/><Relationship Id="rId3" Type="http://schemas.openxmlformats.org/officeDocument/2006/relationships/slideLayout" Target="../slideLayouts/slideLayout142.xml"/><Relationship Id="rId21" Type="http://schemas.openxmlformats.org/officeDocument/2006/relationships/slideLayout" Target="../slideLayouts/slideLayout160.xml"/><Relationship Id="rId34" Type="http://schemas.openxmlformats.org/officeDocument/2006/relationships/theme" Target="../theme/theme4.xml"/><Relationship Id="rId7" Type="http://schemas.openxmlformats.org/officeDocument/2006/relationships/slideLayout" Target="../slideLayouts/slideLayout146.xml"/><Relationship Id="rId12" Type="http://schemas.openxmlformats.org/officeDocument/2006/relationships/slideLayout" Target="../slideLayouts/slideLayout151.xml"/><Relationship Id="rId17" Type="http://schemas.openxmlformats.org/officeDocument/2006/relationships/slideLayout" Target="../slideLayouts/slideLayout156.xml"/><Relationship Id="rId25" Type="http://schemas.openxmlformats.org/officeDocument/2006/relationships/slideLayout" Target="../slideLayouts/slideLayout164.xml"/><Relationship Id="rId33" Type="http://schemas.openxmlformats.org/officeDocument/2006/relationships/slideLayout" Target="../slideLayouts/slideLayout172.xml"/><Relationship Id="rId2" Type="http://schemas.openxmlformats.org/officeDocument/2006/relationships/slideLayout" Target="../slideLayouts/slideLayout141.xml"/><Relationship Id="rId16" Type="http://schemas.openxmlformats.org/officeDocument/2006/relationships/slideLayout" Target="../slideLayouts/slideLayout155.xml"/><Relationship Id="rId20" Type="http://schemas.openxmlformats.org/officeDocument/2006/relationships/slideLayout" Target="../slideLayouts/slideLayout159.xml"/><Relationship Id="rId29" Type="http://schemas.openxmlformats.org/officeDocument/2006/relationships/slideLayout" Target="../slideLayouts/slideLayout168.xml"/><Relationship Id="rId1" Type="http://schemas.openxmlformats.org/officeDocument/2006/relationships/slideLayout" Target="../slideLayouts/slideLayout140.xml"/><Relationship Id="rId6" Type="http://schemas.openxmlformats.org/officeDocument/2006/relationships/slideLayout" Target="../slideLayouts/slideLayout145.xml"/><Relationship Id="rId11" Type="http://schemas.openxmlformats.org/officeDocument/2006/relationships/slideLayout" Target="../slideLayouts/slideLayout150.xml"/><Relationship Id="rId24" Type="http://schemas.openxmlformats.org/officeDocument/2006/relationships/slideLayout" Target="../slideLayouts/slideLayout163.xml"/><Relationship Id="rId32" Type="http://schemas.openxmlformats.org/officeDocument/2006/relationships/slideLayout" Target="../slideLayouts/slideLayout171.xml"/><Relationship Id="rId5" Type="http://schemas.openxmlformats.org/officeDocument/2006/relationships/slideLayout" Target="../slideLayouts/slideLayout144.xml"/><Relationship Id="rId15" Type="http://schemas.openxmlformats.org/officeDocument/2006/relationships/slideLayout" Target="../slideLayouts/slideLayout154.xml"/><Relationship Id="rId23" Type="http://schemas.openxmlformats.org/officeDocument/2006/relationships/slideLayout" Target="../slideLayouts/slideLayout162.xml"/><Relationship Id="rId28" Type="http://schemas.openxmlformats.org/officeDocument/2006/relationships/slideLayout" Target="../slideLayouts/slideLayout167.xml"/><Relationship Id="rId36" Type="http://schemas.openxmlformats.org/officeDocument/2006/relationships/image" Target="../media/image2.svg"/><Relationship Id="rId10" Type="http://schemas.openxmlformats.org/officeDocument/2006/relationships/slideLayout" Target="../slideLayouts/slideLayout149.xml"/><Relationship Id="rId19" Type="http://schemas.openxmlformats.org/officeDocument/2006/relationships/slideLayout" Target="../slideLayouts/slideLayout158.xml"/><Relationship Id="rId31" Type="http://schemas.openxmlformats.org/officeDocument/2006/relationships/slideLayout" Target="../slideLayouts/slideLayout170.xml"/><Relationship Id="rId4" Type="http://schemas.openxmlformats.org/officeDocument/2006/relationships/slideLayout" Target="../slideLayouts/slideLayout143.xml"/><Relationship Id="rId9" Type="http://schemas.openxmlformats.org/officeDocument/2006/relationships/slideLayout" Target="../slideLayouts/slideLayout148.xml"/><Relationship Id="rId14" Type="http://schemas.openxmlformats.org/officeDocument/2006/relationships/slideLayout" Target="../slideLayouts/slideLayout153.xml"/><Relationship Id="rId22" Type="http://schemas.openxmlformats.org/officeDocument/2006/relationships/slideLayout" Target="../slideLayouts/slideLayout161.xml"/><Relationship Id="rId27" Type="http://schemas.openxmlformats.org/officeDocument/2006/relationships/slideLayout" Target="../slideLayouts/slideLayout166.xml"/><Relationship Id="rId30" Type="http://schemas.openxmlformats.org/officeDocument/2006/relationships/slideLayout" Target="../slideLayouts/slideLayout169.xml"/><Relationship Id="rId35" Type="http://schemas.openxmlformats.org/officeDocument/2006/relationships/image" Target="../media/image1.png"/><Relationship Id="rId8" Type="http://schemas.openxmlformats.org/officeDocument/2006/relationships/slideLayout" Target="../slideLayouts/slideLayout14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85.xml"/><Relationship Id="rId18" Type="http://schemas.openxmlformats.org/officeDocument/2006/relationships/slideLayout" Target="../slideLayouts/slideLayout190.xml"/><Relationship Id="rId26" Type="http://schemas.openxmlformats.org/officeDocument/2006/relationships/slideLayout" Target="../slideLayouts/slideLayout198.xml"/><Relationship Id="rId21" Type="http://schemas.openxmlformats.org/officeDocument/2006/relationships/slideLayout" Target="../slideLayouts/slideLayout193.xml"/><Relationship Id="rId34" Type="http://schemas.openxmlformats.org/officeDocument/2006/relationships/slideLayout" Target="../slideLayouts/slideLayout206.xml"/><Relationship Id="rId7" Type="http://schemas.openxmlformats.org/officeDocument/2006/relationships/slideLayout" Target="../slideLayouts/slideLayout179.xml"/><Relationship Id="rId12" Type="http://schemas.openxmlformats.org/officeDocument/2006/relationships/slideLayout" Target="../slideLayouts/slideLayout184.xml"/><Relationship Id="rId17" Type="http://schemas.openxmlformats.org/officeDocument/2006/relationships/slideLayout" Target="../slideLayouts/slideLayout189.xml"/><Relationship Id="rId25" Type="http://schemas.openxmlformats.org/officeDocument/2006/relationships/slideLayout" Target="../slideLayouts/slideLayout197.xml"/><Relationship Id="rId33" Type="http://schemas.openxmlformats.org/officeDocument/2006/relationships/slideLayout" Target="../slideLayouts/slideLayout205.xml"/><Relationship Id="rId2" Type="http://schemas.openxmlformats.org/officeDocument/2006/relationships/slideLayout" Target="../slideLayouts/slideLayout174.xml"/><Relationship Id="rId16" Type="http://schemas.openxmlformats.org/officeDocument/2006/relationships/slideLayout" Target="../slideLayouts/slideLayout188.xml"/><Relationship Id="rId20" Type="http://schemas.openxmlformats.org/officeDocument/2006/relationships/slideLayout" Target="../slideLayouts/slideLayout192.xml"/><Relationship Id="rId29" Type="http://schemas.openxmlformats.org/officeDocument/2006/relationships/slideLayout" Target="../slideLayouts/slideLayout201.xml"/><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24" Type="http://schemas.openxmlformats.org/officeDocument/2006/relationships/slideLayout" Target="../slideLayouts/slideLayout196.xml"/><Relationship Id="rId32" Type="http://schemas.openxmlformats.org/officeDocument/2006/relationships/slideLayout" Target="../slideLayouts/slideLayout204.xml"/><Relationship Id="rId37" Type="http://schemas.openxmlformats.org/officeDocument/2006/relationships/image" Target="../media/image2.svg"/><Relationship Id="rId5" Type="http://schemas.openxmlformats.org/officeDocument/2006/relationships/slideLayout" Target="../slideLayouts/slideLayout177.xml"/><Relationship Id="rId15" Type="http://schemas.openxmlformats.org/officeDocument/2006/relationships/slideLayout" Target="../slideLayouts/slideLayout187.xml"/><Relationship Id="rId23" Type="http://schemas.openxmlformats.org/officeDocument/2006/relationships/slideLayout" Target="../slideLayouts/slideLayout195.xml"/><Relationship Id="rId28" Type="http://schemas.openxmlformats.org/officeDocument/2006/relationships/slideLayout" Target="../slideLayouts/slideLayout200.xml"/><Relationship Id="rId36" Type="http://schemas.openxmlformats.org/officeDocument/2006/relationships/image" Target="../media/image1.png"/><Relationship Id="rId10" Type="http://schemas.openxmlformats.org/officeDocument/2006/relationships/slideLayout" Target="../slideLayouts/slideLayout182.xml"/><Relationship Id="rId19" Type="http://schemas.openxmlformats.org/officeDocument/2006/relationships/slideLayout" Target="../slideLayouts/slideLayout191.xml"/><Relationship Id="rId31" Type="http://schemas.openxmlformats.org/officeDocument/2006/relationships/slideLayout" Target="../slideLayouts/slideLayout203.xml"/><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 Id="rId22" Type="http://schemas.openxmlformats.org/officeDocument/2006/relationships/slideLayout" Target="../slideLayouts/slideLayout194.xml"/><Relationship Id="rId27" Type="http://schemas.openxmlformats.org/officeDocument/2006/relationships/slideLayout" Target="../slideLayouts/slideLayout199.xml"/><Relationship Id="rId30" Type="http://schemas.openxmlformats.org/officeDocument/2006/relationships/slideLayout" Target="../slideLayouts/slideLayout202.xml"/><Relationship Id="rId35" Type="http://schemas.openxmlformats.org/officeDocument/2006/relationships/theme" Target="../theme/theme5.xml"/><Relationship Id="rId8" Type="http://schemas.openxmlformats.org/officeDocument/2006/relationships/slideLayout" Target="../slideLayouts/slideLayout180.xml"/><Relationship Id="rId3" Type="http://schemas.openxmlformats.org/officeDocument/2006/relationships/slideLayout" Target="../slideLayouts/slideLayout175.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219.xml"/><Relationship Id="rId18" Type="http://schemas.openxmlformats.org/officeDocument/2006/relationships/slideLayout" Target="../slideLayouts/slideLayout224.xml"/><Relationship Id="rId26" Type="http://schemas.openxmlformats.org/officeDocument/2006/relationships/slideLayout" Target="../slideLayouts/slideLayout232.xml"/><Relationship Id="rId3" Type="http://schemas.openxmlformats.org/officeDocument/2006/relationships/slideLayout" Target="../slideLayouts/slideLayout209.xml"/><Relationship Id="rId21" Type="http://schemas.openxmlformats.org/officeDocument/2006/relationships/slideLayout" Target="../slideLayouts/slideLayout227.xml"/><Relationship Id="rId34" Type="http://schemas.openxmlformats.org/officeDocument/2006/relationships/theme" Target="../theme/theme6.xml"/><Relationship Id="rId7" Type="http://schemas.openxmlformats.org/officeDocument/2006/relationships/slideLayout" Target="../slideLayouts/slideLayout213.xml"/><Relationship Id="rId12" Type="http://schemas.openxmlformats.org/officeDocument/2006/relationships/slideLayout" Target="../slideLayouts/slideLayout218.xml"/><Relationship Id="rId17" Type="http://schemas.openxmlformats.org/officeDocument/2006/relationships/slideLayout" Target="../slideLayouts/slideLayout223.xml"/><Relationship Id="rId25" Type="http://schemas.openxmlformats.org/officeDocument/2006/relationships/slideLayout" Target="../slideLayouts/slideLayout231.xml"/><Relationship Id="rId33" Type="http://schemas.openxmlformats.org/officeDocument/2006/relationships/slideLayout" Target="../slideLayouts/slideLayout239.xml"/><Relationship Id="rId2" Type="http://schemas.openxmlformats.org/officeDocument/2006/relationships/slideLayout" Target="../slideLayouts/slideLayout208.xml"/><Relationship Id="rId16" Type="http://schemas.openxmlformats.org/officeDocument/2006/relationships/slideLayout" Target="../slideLayouts/slideLayout222.xml"/><Relationship Id="rId20" Type="http://schemas.openxmlformats.org/officeDocument/2006/relationships/slideLayout" Target="../slideLayouts/slideLayout226.xml"/><Relationship Id="rId29" Type="http://schemas.openxmlformats.org/officeDocument/2006/relationships/slideLayout" Target="../slideLayouts/slideLayout235.xml"/><Relationship Id="rId1" Type="http://schemas.openxmlformats.org/officeDocument/2006/relationships/slideLayout" Target="../slideLayouts/slideLayout207.xml"/><Relationship Id="rId6" Type="http://schemas.openxmlformats.org/officeDocument/2006/relationships/slideLayout" Target="../slideLayouts/slideLayout212.xml"/><Relationship Id="rId11" Type="http://schemas.openxmlformats.org/officeDocument/2006/relationships/slideLayout" Target="../slideLayouts/slideLayout217.xml"/><Relationship Id="rId24" Type="http://schemas.openxmlformats.org/officeDocument/2006/relationships/slideLayout" Target="../slideLayouts/slideLayout230.xml"/><Relationship Id="rId32" Type="http://schemas.openxmlformats.org/officeDocument/2006/relationships/slideLayout" Target="../slideLayouts/slideLayout238.xml"/><Relationship Id="rId5" Type="http://schemas.openxmlformats.org/officeDocument/2006/relationships/slideLayout" Target="../slideLayouts/slideLayout211.xml"/><Relationship Id="rId15" Type="http://schemas.openxmlformats.org/officeDocument/2006/relationships/slideLayout" Target="../slideLayouts/slideLayout221.xml"/><Relationship Id="rId23" Type="http://schemas.openxmlformats.org/officeDocument/2006/relationships/slideLayout" Target="../slideLayouts/slideLayout229.xml"/><Relationship Id="rId28" Type="http://schemas.openxmlformats.org/officeDocument/2006/relationships/slideLayout" Target="../slideLayouts/slideLayout234.xml"/><Relationship Id="rId36" Type="http://schemas.openxmlformats.org/officeDocument/2006/relationships/image" Target="../media/image2.svg"/><Relationship Id="rId10" Type="http://schemas.openxmlformats.org/officeDocument/2006/relationships/slideLayout" Target="../slideLayouts/slideLayout216.xml"/><Relationship Id="rId19" Type="http://schemas.openxmlformats.org/officeDocument/2006/relationships/slideLayout" Target="../slideLayouts/slideLayout225.xml"/><Relationship Id="rId31" Type="http://schemas.openxmlformats.org/officeDocument/2006/relationships/slideLayout" Target="../slideLayouts/slideLayout237.xml"/><Relationship Id="rId4" Type="http://schemas.openxmlformats.org/officeDocument/2006/relationships/slideLayout" Target="../slideLayouts/slideLayout210.xml"/><Relationship Id="rId9" Type="http://schemas.openxmlformats.org/officeDocument/2006/relationships/slideLayout" Target="../slideLayouts/slideLayout215.xml"/><Relationship Id="rId14" Type="http://schemas.openxmlformats.org/officeDocument/2006/relationships/slideLayout" Target="../slideLayouts/slideLayout220.xml"/><Relationship Id="rId22" Type="http://schemas.openxmlformats.org/officeDocument/2006/relationships/slideLayout" Target="../slideLayouts/slideLayout228.xml"/><Relationship Id="rId27" Type="http://schemas.openxmlformats.org/officeDocument/2006/relationships/slideLayout" Target="../slideLayouts/slideLayout233.xml"/><Relationship Id="rId30" Type="http://schemas.openxmlformats.org/officeDocument/2006/relationships/slideLayout" Target="../slideLayouts/slideLayout236.xml"/><Relationship Id="rId35" Type="http://schemas.openxmlformats.org/officeDocument/2006/relationships/image" Target="../media/image1.png"/><Relationship Id="rId8" Type="http://schemas.openxmlformats.org/officeDocument/2006/relationships/slideLayout" Target="../slideLayouts/slideLayout21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47.xml"/><Relationship Id="rId13" Type="http://schemas.openxmlformats.org/officeDocument/2006/relationships/slideLayout" Target="../slideLayouts/slideLayout252.xml"/><Relationship Id="rId18" Type="http://schemas.openxmlformats.org/officeDocument/2006/relationships/image" Target="../media/image1.png"/><Relationship Id="rId3" Type="http://schemas.openxmlformats.org/officeDocument/2006/relationships/slideLayout" Target="../slideLayouts/slideLayout242.xml"/><Relationship Id="rId7" Type="http://schemas.openxmlformats.org/officeDocument/2006/relationships/slideLayout" Target="../slideLayouts/slideLayout246.xml"/><Relationship Id="rId12" Type="http://schemas.openxmlformats.org/officeDocument/2006/relationships/slideLayout" Target="../slideLayouts/slideLayout251.xml"/><Relationship Id="rId17" Type="http://schemas.openxmlformats.org/officeDocument/2006/relationships/theme" Target="../theme/theme7.xml"/><Relationship Id="rId2" Type="http://schemas.openxmlformats.org/officeDocument/2006/relationships/slideLayout" Target="../slideLayouts/slideLayout241.xml"/><Relationship Id="rId16" Type="http://schemas.openxmlformats.org/officeDocument/2006/relationships/slideLayout" Target="../slideLayouts/slideLayout255.xml"/><Relationship Id="rId1" Type="http://schemas.openxmlformats.org/officeDocument/2006/relationships/slideLayout" Target="../slideLayouts/slideLayout240.xml"/><Relationship Id="rId6" Type="http://schemas.openxmlformats.org/officeDocument/2006/relationships/slideLayout" Target="../slideLayouts/slideLayout245.xml"/><Relationship Id="rId11" Type="http://schemas.openxmlformats.org/officeDocument/2006/relationships/slideLayout" Target="../slideLayouts/slideLayout250.xml"/><Relationship Id="rId5" Type="http://schemas.openxmlformats.org/officeDocument/2006/relationships/slideLayout" Target="../slideLayouts/slideLayout244.xml"/><Relationship Id="rId15" Type="http://schemas.openxmlformats.org/officeDocument/2006/relationships/slideLayout" Target="../slideLayouts/slideLayout254.xml"/><Relationship Id="rId10" Type="http://schemas.openxmlformats.org/officeDocument/2006/relationships/slideLayout" Target="../slideLayouts/slideLayout249.xml"/><Relationship Id="rId19" Type="http://schemas.openxmlformats.org/officeDocument/2006/relationships/image" Target="../media/image2.svg"/><Relationship Id="rId4" Type="http://schemas.openxmlformats.org/officeDocument/2006/relationships/slideLayout" Target="../slideLayouts/slideLayout243.xml"/><Relationship Id="rId9" Type="http://schemas.openxmlformats.org/officeDocument/2006/relationships/slideLayout" Target="../slideLayouts/slideLayout248.xml"/><Relationship Id="rId14" Type="http://schemas.openxmlformats.org/officeDocument/2006/relationships/slideLayout" Target="../slideLayouts/slideLayout253.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268.xml"/><Relationship Id="rId18" Type="http://schemas.openxmlformats.org/officeDocument/2006/relationships/slideLayout" Target="../slideLayouts/slideLayout273.xml"/><Relationship Id="rId26" Type="http://schemas.openxmlformats.org/officeDocument/2006/relationships/slideLayout" Target="../slideLayouts/slideLayout281.xml"/><Relationship Id="rId39" Type="http://schemas.openxmlformats.org/officeDocument/2006/relationships/theme" Target="../theme/theme8.xml"/><Relationship Id="rId21" Type="http://schemas.openxmlformats.org/officeDocument/2006/relationships/slideLayout" Target="../slideLayouts/slideLayout276.xml"/><Relationship Id="rId34" Type="http://schemas.openxmlformats.org/officeDocument/2006/relationships/slideLayout" Target="../slideLayouts/slideLayout289.xml"/><Relationship Id="rId7" Type="http://schemas.openxmlformats.org/officeDocument/2006/relationships/slideLayout" Target="../slideLayouts/slideLayout262.xml"/><Relationship Id="rId2" Type="http://schemas.openxmlformats.org/officeDocument/2006/relationships/slideLayout" Target="../slideLayouts/slideLayout257.xml"/><Relationship Id="rId16" Type="http://schemas.openxmlformats.org/officeDocument/2006/relationships/slideLayout" Target="../slideLayouts/slideLayout271.xml"/><Relationship Id="rId20" Type="http://schemas.openxmlformats.org/officeDocument/2006/relationships/slideLayout" Target="../slideLayouts/slideLayout275.xml"/><Relationship Id="rId29" Type="http://schemas.openxmlformats.org/officeDocument/2006/relationships/slideLayout" Target="../slideLayouts/slideLayout284.xml"/><Relationship Id="rId41" Type="http://schemas.openxmlformats.org/officeDocument/2006/relationships/image" Target="../media/image2.svg"/><Relationship Id="rId1" Type="http://schemas.openxmlformats.org/officeDocument/2006/relationships/slideLayout" Target="../slideLayouts/slideLayout256.xml"/><Relationship Id="rId6" Type="http://schemas.openxmlformats.org/officeDocument/2006/relationships/slideLayout" Target="../slideLayouts/slideLayout261.xml"/><Relationship Id="rId11" Type="http://schemas.openxmlformats.org/officeDocument/2006/relationships/slideLayout" Target="../slideLayouts/slideLayout266.xml"/><Relationship Id="rId24" Type="http://schemas.openxmlformats.org/officeDocument/2006/relationships/slideLayout" Target="../slideLayouts/slideLayout279.xml"/><Relationship Id="rId32" Type="http://schemas.openxmlformats.org/officeDocument/2006/relationships/slideLayout" Target="../slideLayouts/slideLayout287.xml"/><Relationship Id="rId37" Type="http://schemas.openxmlformats.org/officeDocument/2006/relationships/slideLayout" Target="../slideLayouts/slideLayout292.xml"/><Relationship Id="rId40" Type="http://schemas.openxmlformats.org/officeDocument/2006/relationships/image" Target="../media/image1.png"/><Relationship Id="rId5" Type="http://schemas.openxmlformats.org/officeDocument/2006/relationships/slideLayout" Target="../slideLayouts/slideLayout260.xml"/><Relationship Id="rId15" Type="http://schemas.openxmlformats.org/officeDocument/2006/relationships/slideLayout" Target="../slideLayouts/slideLayout270.xml"/><Relationship Id="rId23" Type="http://schemas.openxmlformats.org/officeDocument/2006/relationships/slideLayout" Target="../slideLayouts/slideLayout278.xml"/><Relationship Id="rId28" Type="http://schemas.openxmlformats.org/officeDocument/2006/relationships/slideLayout" Target="../slideLayouts/slideLayout283.xml"/><Relationship Id="rId36" Type="http://schemas.openxmlformats.org/officeDocument/2006/relationships/slideLayout" Target="../slideLayouts/slideLayout291.xml"/><Relationship Id="rId10" Type="http://schemas.openxmlformats.org/officeDocument/2006/relationships/slideLayout" Target="../slideLayouts/slideLayout265.xml"/><Relationship Id="rId19" Type="http://schemas.openxmlformats.org/officeDocument/2006/relationships/slideLayout" Target="../slideLayouts/slideLayout274.xml"/><Relationship Id="rId31" Type="http://schemas.openxmlformats.org/officeDocument/2006/relationships/slideLayout" Target="../slideLayouts/slideLayout286.xml"/><Relationship Id="rId4" Type="http://schemas.openxmlformats.org/officeDocument/2006/relationships/slideLayout" Target="../slideLayouts/slideLayout259.xml"/><Relationship Id="rId9" Type="http://schemas.openxmlformats.org/officeDocument/2006/relationships/slideLayout" Target="../slideLayouts/slideLayout264.xml"/><Relationship Id="rId14" Type="http://schemas.openxmlformats.org/officeDocument/2006/relationships/slideLayout" Target="../slideLayouts/slideLayout269.xml"/><Relationship Id="rId22" Type="http://schemas.openxmlformats.org/officeDocument/2006/relationships/slideLayout" Target="../slideLayouts/slideLayout277.xml"/><Relationship Id="rId27" Type="http://schemas.openxmlformats.org/officeDocument/2006/relationships/slideLayout" Target="../slideLayouts/slideLayout282.xml"/><Relationship Id="rId30" Type="http://schemas.openxmlformats.org/officeDocument/2006/relationships/slideLayout" Target="../slideLayouts/slideLayout285.xml"/><Relationship Id="rId35" Type="http://schemas.openxmlformats.org/officeDocument/2006/relationships/slideLayout" Target="../slideLayouts/slideLayout290.xml"/><Relationship Id="rId8" Type="http://schemas.openxmlformats.org/officeDocument/2006/relationships/slideLayout" Target="../slideLayouts/slideLayout263.xml"/><Relationship Id="rId3" Type="http://schemas.openxmlformats.org/officeDocument/2006/relationships/slideLayout" Target="../slideLayouts/slideLayout258.xml"/><Relationship Id="rId12" Type="http://schemas.openxmlformats.org/officeDocument/2006/relationships/slideLayout" Target="../slideLayouts/slideLayout267.xml"/><Relationship Id="rId17" Type="http://schemas.openxmlformats.org/officeDocument/2006/relationships/slideLayout" Target="../slideLayouts/slideLayout272.xml"/><Relationship Id="rId25" Type="http://schemas.openxmlformats.org/officeDocument/2006/relationships/slideLayout" Target="../slideLayouts/slideLayout280.xml"/><Relationship Id="rId33" Type="http://schemas.openxmlformats.org/officeDocument/2006/relationships/slideLayout" Target="../slideLayouts/slideLayout288.xml"/><Relationship Id="rId38" Type="http://schemas.openxmlformats.org/officeDocument/2006/relationships/slideLayout" Target="../slideLayouts/slideLayout293.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306.xml"/><Relationship Id="rId18" Type="http://schemas.openxmlformats.org/officeDocument/2006/relationships/slideLayout" Target="../slideLayouts/slideLayout311.xml"/><Relationship Id="rId26" Type="http://schemas.openxmlformats.org/officeDocument/2006/relationships/slideLayout" Target="../slideLayouts/slideLayout319.xml"/><Relationship Id="rId39" Type="http://schemas.openxmlformats.org/officeDocument/2006/relationships/slideLayout" Target="../slideLayouts/slideLayout332.xml"/><Relationship Id="rId21" Type="http://schemas.openxmlformats.org/officeDocument/2006/relationships/slideLayout" Target="../slideLayouts/slideLayout314.xml"/><Relationship Id="rId34" Type="http://schemas.openxmlformats.org/officeDocument/2006/relationships/slideLayout" Target="../slideLayouts/slideLayout327.xml"/><Relationship Id="rId42" Type="http://schemas.openxmlformats.org/officeDocument/2006/relationships/tags" Target="../tags/tag4.xml"/><Relationship Id="rId7" Type="http://schemas.openxmlformats.org/officeDocument/2006/relationships/slideLayout" Target="../slideLayouts/slideLayout300.xml"/><Relationship Id="rId2" Type="http://schemas.openxmlformats.org/officeDocument/2006/relationships/slideLayout" Target="../slideLayouts/slideLayout295.xml"/><Relationship Id="rId16" Type="http://schemas.openxmlformats.org/officeDocument/2006/relationships/slideLayout" Target="../slideLayouts/slideLayout309.xml"/><Relationship Id="rId29" Type="http://schemas.openxmlformats.org/officeDocument/2006/relationships/slideLayout" Target="../slideLayouts/slideLayout322.xml"/><Relationship Id="rId1" Type="http://schemas.openxmlformats.org/officeDocument/2006/relationships/slideLayout" Target="../slideLayouts/slideLayout294.xml"/><Relationship Id="rId6" Type="http://schemas.openxmlformats.org/officeDocument/2006/relationships/slideLayout" Target="../slideLayouts/slideLayout299.xml"/><Relationship Id="rId11" Type="http://schemas.openxmlformats.org/officeDocument/2006/relationships/slideLayout" Target="../slideLayouts/slideLayout304.xml"/><Relationship Id="rId24" Type="http://schemas.openxmlformats.org/officeDocument/2006/relationships/slideLayout" Target="../slideLayouts/slideLayout317.xml"/><Relationship Id="rId32" Type="http://schemas.openxmlformats.org/officeDocument/2006/relationships/slideLayout" Target="../slideLayouts/slideLayout325.xml"/><Relationship Id="rId37" Type="http://schemas.openxmlformats.org/officeDocument/2006/relationships/slideLayout" Target="../slideLayouts/slideLayout330.xml"/><Relationship Id="rId40" Type="http://schemas.openxmlformats.org/officeDocument/2006/relationships/slideLayout" Target="../slideLayouts/slideLayout333.xml"/><Relationship Id="rId45" Type="http://schemas.openxmlformats.org/officeDocument/2006/relationships/image" Target="../media/image1.png"/><Relationship Id="rId5" Type="http://schemas.openxmlformats.org/officeDocument/2006/relationships/slideLayout" Target="../slideLayouts/slideLayout298.xml"/><Relationship Id="rId15" Type="http://schemas.openxmlformats.org/officeDocument/2006/relationships/slideLayout" Target="../slideLayouts/slideLayout308.xml"/><Relationship Id="rId23" Type="http://schemas.openxmlformats.org/officeDocument/2006/relationships/slideLayout" Target="../slideLayouts/slideLayout316.xml"/><Relationship Id="rId28" Type="http://schemas.openxmlformats.org/officeDocument/2006/relationships/slideLayout" Target="../slideLayouts/slideLayout321.xml"/><Relationship Id="rId36" Type="http://schemas.openxmlformats.org/officeDocument/2006/relationships/slideLayout" Target="../slideLayouts/slideLayout329.xml"/><Relationship Id="rId10" Type="http://schemas.openxmlformats.org/officeDocument/2006/relationships/slideLayout" Target="../slideLayouts/slideLayout303.xml"/><Relationship Id="rId19" Type="http://schemas.openxmlformats.org/officeDocument/2006/relationships/slideLayout" Target="../slideLayouts/slideLayout312.xml"/><Relationship Id="rId31" Type="http://schemas.openxmlformats.org/officeDocument/2006/relationships/slideLayout" Target="../slideLayouts/slideLayout324.xml"/><Relationship Id="rId44" Type="http://schemas.openxmlformats.org/officeDocument/2006/relationships/image" Target="../media/image40.emf"/><Relationship Id="rId4" Type="http://schemas.openxmlformats.org/officeDocument/2006/relationships/slideLayout" Target="../slideLayouts/slideLayout297.xml"/><Relationship Id="rId9" Type="http://schemas.openxmlformats.org/officeDocument/2006/relationships/slideLayout" Target="../slideLayouts/slideLayout302.xml"/><Relationship Id="rId14" Type="http://schemas.openxmlformats.org/officeDocument/2006/relationships/slideLayout" Target="../slideLayouts/slideLayout307.xml"/><Relationship Id="rId22" Type="http://schemas.openxmlformats.org/officeDocument/2006/relationships/slideLayout" Target="../slideLayouts/slideLayout315.xml"/><Relationship Id="rId27" Type="http://schemas.openxmlformats.org/officeDocument/2006/relationships/slideLayout" Target="../slideLayouts/slideLayout320.xml"/><Relationship Id="rId30" Type="http://schemas.openxmlformats.org/officeDocument/2006/relationships/slideLayout" Target="../slideLayouts/slideLayout323.xml"/><Relationship Id="rId35" Type="http://schemas.openxmlformats.org/officeDocument/2006/relationships/slideLayout" Target="../slideLayouts/slideLayout328.xml"/><Relationship Id="rId43" Type="http://schemas.openxmlformats.org/officeDocument/2006/relationships/oleObject" Target="../embeddings/oleObject3.bin"/><Relationship Id="rId8" Type="http://schemas.openxmlformats.org/officeDocument/2006/relationships/slideLayout" Target="../slideLayouts/slideLayout301.xml"/><Relationship Id="rId3" Type="http://schemas.openxmlformats.org/officeDocument/2006/relationships/slideLayout" Target="../slideLayouts/slideLayout296.xml"/><Relationship Id="rId12" Type="http://schemas.openxmlformats.org/officeDocument/2006/relationships/slideLayout" Target="../slideLayouts/slideLayout305.xml"/><Relationship Id="rId17" Type="http://schemas.openxmlformats.org/officeDocument/2006/relationships/slideLayout" Target="../slideLayouts/slideLayout310.xml"/><Relationship Id="rId25" Type="http://schemas.openxmlformats.org/officeDocument/2006/relationships/slideLayout" Target="../slideLayouts/slideLayout318.xml"/><Relationship Id="rId33" Type="http://schemas.openxmlformats.org/officeDocument/2006/relationships/slideLayout" Target="../slideLayouts/slideLayout326.xml"/><Relationship Id="rId38" Type="http://schemas.openxmlformats.org/officeDocument/2006/relationships/slideLayout" Target="../slideLayouts/slideLayout331.xml"/><Relationship Id="rId46" Type="http://schemas.openxmlformats.org/officeDocument/2006/relationships/image" Target="../media/image2.svg"/><Relationship Id="rId20" Type="http://schemas.openxmlformats.org/officeDocument/2006/relationships/slideLayout" Target="../slideLayouts/slideLayout313.xml"/><Relationship Id="rId4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346.xml"/><Relationship Id="rId18" Type="http://schemas.openxmlformats.org/officeDocument/2006/relationships/slideLayout" Target="../slideLayouts/slideLayout351.xml"/><Relationship Id="rId26" Type="http://schemas.openxmlformats.org/officeDocument/2006/relationships/slideLayout" Target="../slideLayouts/slideLayout359.xml"/><Relationship Id="rId21" Type="http://schemas.openxmlformats.org/officeDocument/2006/relationships/slideLayout" Target="../slideLayouts/slideLayout354.xml"/><Relationship Id="rId34" Type="http://schemas.openxmlformats.org/officeDocument/2006/relationships/slideLayout" Target="../slideLayouts/slideLayout367.xml"/><Relationship Id="rId7" Type="http://schemas.openxmlformats.org/officeDocument/2006/relationships/slideLayout" Target="../slideLayouts/slideLayout340.xml"/><Relationship Id="rId12" Type="http://schemas.openxmlformats.org/officeDocument/2006/relationships/slideLayout" Target="../slideLayouts/slideLayout345.xml"/><Relationship Id="rId17" Type="http://schemas.openxmlformats.org/officeDocument/2006/relationships/slideLayout" Target="../slideLayouts/slideLayout350.xml"/><Relationship Id="rId25" Type="http://schemas.openxmlformats.org/officeDocument/2006/relationships/slideLayout" Target="../slideLayouts/slideLayout358.xml"/><Relationship Id="rId33" Type="http://schemas.openxmlformats.org/officeDocument/2006/relationships/slideLayout" Target="../slideLayouts/slideLayout366.xml"/><Relationship Id="rId2" Type="http://schemas.openxmlformats.org/officeDocument/2006/relationships/slideLayout" Target="../slideLayouts/slideLayout335.xml"/><Relationship Id="rId16" Type="http://schemas.openxmlformats.org/officeDocument/2006/relationships/slideLayout" Target="../slideLayouts/slideLayout349.xml"/><Relationship Id="rId20" Type="http://schemas.openxmlformats.org/officeDocument/2006/relationships/slideLayout" Target="../slideLayouts/slideLayout353.xml"/><Relationship Id="rId29" Type="http://schemas.openxmlformats.org/officeDocument/2006/relationships/slideLayout" Target="../slideLayouts/slideLayout362.xml"/><Relationship Id="rId1" Type="http://schemas.openxmlformats.org/officeDocument/2006/relationships/slideLayout" Target="../slideLayouts/slideLayout334.xml"/><Relationship Id="rId6" Type="http://schemas.openxmlformats.org/officeDocument/2006/relationships/slideLayout" Target="../slideLayouts/slideLayout339.xml"/><Relationship Id="rId11" Type="http://schemas.openxmlformats.org/officeDocument/2006/relationships/slideLayout" Target="../slideLayouts/slideLayout344.xml"/><Relationship Id="rId24" Type="http://schemas.openxmlformats.org/officeDocument/2006/relationships/slideLayout" Target="../slideLayouts/slideLayout357.xml"/><Relationship Id="rId32" Type="http://schemas.openxmlformats.org/officeDocument/2006/relationships/slideLayout" Target="../slideLayouts/slideLayout365.xml"/><Relationship Id="rId37" Type="http://schemas.openxmlformats.org/officeDocument/2006/relationships/image" Target="../media/image2.svg"/><Relationship Id="rId5" Type="http://schemas.openxmlformats.org/officeDocument/2006/relationships/slideLayout" Target="../slideLayouts/slideLayout338.xml"/><Relationship Id="rId15" Type="http://schemas.openxmlformats.org/officeDocument/2006/relationships/slideLayout" Target="../slideLayouts/slideLayout348.xml"/><Relationship Id="rId23" Type="http://schemas.openxmlformats.org/officeDocument/2006/relationships/slideLayout" Target="../slideLayouts/slideLayout356.xml"/><Relationship Id="rId28" Type="http://schemas.openxmlformats.org/officeDocument/2006/relationships/slideLayout" Target="../slideLayouts/slideLayout361.xml"/><Relationship Id="rId36" Type="http://schemas.openxmlformats.org/officeDocument/2006/relationships/image" Target="../media/image1.png"/><Relationship Id="rId10" Type="http://schemas.openxmlformats.org/officeDocument/2006/relationships/slideLayout" Target="../slideLayouts/slideLayout343.xml"/><Relationship Id="rId19" Type="http://schemas.openxmlformats.org/officeDocument/2006/relationships/slideLayout" Target="../slideLayouts/slideLayout352.xml"/><Relationship Id="rId31" Type="http://schemas.openxmlformats.org/officeDocument/2006/relationships/slideLayout" Target="../slideLayouts/slideLayout364.xml"/><Relationship Id="rId4" Type="http://schemas.openxmlformats.org/officeDocument/2006/relationships/slideLayout" Target="../slideLayouts/slideLayout337.xml"/><Relationship Id="rId9" Type="http://schemas.openxmlformats.org/officeDocument/2006/relationships/slideLayout" Target="../slideLayouts/slideLayout342.xml"/><Relationship Id="rId14" Type="http://schemas.openxmlformats.org/officeDocument/2006/relationships/slideLayout" Target="../slideLayouts/slideLayout347.xml"/><Relationship Id="rId22" Type="http://schemas.openxmlformats.org/officeDocument/2006/relationships/slideLayout" Target="../slideLayouts/slideLayout355.xml"/><Relationship Id="rId27" Type="http://schemas.openxmlformats.org/officeDocument/2006/relationships/slideLayout" Target="../slideLayouts/slideLayout360.xml"/><Relationship Id="rId30" Type="http://schemas.openxmlformats.org/officeDocument/2006/relationships/slideLayout" Target="../slideLayouts/slideLayout363.xml"/><Relationship Id="rId35" Type="http://schemas.openxmlformats.org/officeDocument/2006/relationships/theme" Target="../theme/theme10.xml"/><Relationship Id="rId8" Type="http://schemas.openxmlformats.org/officeDocument/2006/relationships/slideLayout" Target="../slideLayouts/slideLayout341.xml"/><Relationship Id="rId3" Type="http://schemas.openxmlformats.org/officeDocument/2006/relationships/slideLayout" Target="../slideLayouts/slideLayout3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 </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0376587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ltLang="zh-CN"/>
              <a:t>MAP</a:t>
            </a:r>
            <a:r>
              <a:rPr lang="en-US"/>
              <a:t>|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416164213"/>
      </p:ext>
    </p:extLst>
  </p:cSld>
  <p:clrMap bg1="lt1" tx1="dk1" bg2="lt2" tx2="dk2" accent1="accent1" accent2="accent2" accent3="accent3" accent4="accent4" accent5="accent5" accent6="accent6" hlink="hlink" folHlink="folHlink"/>
  <p:sldLayoutIdLst>
    <p:sldLayoutId id="2147484248" r:id="rId1"/>
    <p:sldLayoutId id="2147484249" r:id="rId2"/>
    <p:sldLayoutId id="2147484250" r:id="rId3"/>
    <p:sldLayoutId id="2147484251" r:id="rId4"/>
    <p:sldLayoutId id="2147484252" r:id="rId5"/>
    <p:sldLayoutId id="2147484253" r:id="rId6"/>
    <p:sldLayoutId id="2147484254" r:id="rId7"/>
    <p:sldLayoutId id="2147484255" r:id="rId8"/>
    <p:sldLayoutId id="2147484256" r:id="rId9"/>
    <p:sldLayoutId id="2147484257" r:id="rId10"/>
    <p:sldLayoutId id="2147484258" r:id="rId11"/>
    <p:sldLayoutId id="2147484259" r:id="rId12"/>
    <p:sldLayoutId id="2147484260" r:id="rId13"/>
    <p:sldLayoutId id="2147484261" r:id="rId14"/>
    <p:sldLayoutId id="2147484262" r:id="rId15"/>
    <p:sldLayoutId id="2147484263" r:id="rId16"/>
    <p:sldLayoutId id="2147484264" r:id="rId17"/>
    <p:sldLayoutId id="2147484265" r:id="rId18"/>
    <p:sldLayoutId id="2147484266" r:id="rId19"/>
    <p:sldLayoutId id="2147484267" r:id="rId20"/>
    <p:sldLayoutId id="2147484268" r:id="rId21"/>
    <p:sldLayoutId id="2147484269" r:id="rId22"/>
    <p:sldLayoutId id="2147484270" r:id="rId23"/>
    <p:sldLayoutId id="2147484271" r:id="rId24"/>
    <p:sldLayoutId id="2147484272" r:id="rId25"/>
    <p:sldLayoutId id="2147484273" r:id="rId26"/>
    <p:sldLayoutId id="2147484274" r:id="rId27"/>
    <p:sldLayoutId id="2147484275" r:id="rId28"/>
    <p:sldLayoutId id="2147484276" r:id="rId29"/>
    <p:sldLayoutId id="2147484277" r:id="rId30"/>
    <p:sldLayoutId id="2147484278" r:id="rId31"/>
    <p:sldLayoutId id="2147484279" r:id="rId32"/>
    <p:sldLayoutId id="2147484280" r:id="rId33"/>
    <p:sldLayoutId id="2147483729" r:id="rId34"/>
  </p:sldLayoutIdLst>
  <p:hf hdr="0" dt="0"/>
  <p:txStyles>
    <p:title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kumimoji="1"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kumimoji="1"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kumimoji="1" sz="1200" kern="1200">
          <a:solidFill>
            <a:schemeClr val="tx1"/>
          </a:solidFill>
          <a:latin typeface="+mn-lt"/>
          <a:ea typeface="+mn-ea"/>
          <a:cs typeface="+mn-cs"/>
        </a:defRPr>
      </a:lvl9pPr>
    </p:bodyStyle>
    <p:otherStyle>
      <a:defPPr>
        <a:defRPr lang="de-DE"/>
      </a:defPPr>
      <a:lvl1pPr marL="0" algn="l" defTabSz="914377" rtl="0" eaLnBrk="1" latinLnBrk="0" hangingPunct="1">
        <a:defRPr kumimoji="1" sz="1800" kern="1200">
          <a:solidFill>
            <a:schemeClr val="tx1"/>
          </a:solidFill>
          <a:latin typeface="+mn-lt"/>
          <a:ea typeface="+mn-ea"/>
          <a:cs typeface="+mn-cs"/>
        </a:defRPr>
      </a:lvl1pPr>
      <a:lvl2pPr marL="457189" algn="l" defTabSz="914377" rtl="0" eaLnBrk="1" latinLnBrk="0" hangingPunct="1">
        <a:defRPr kumimoji="1" sz="1800" kern="1200">
          <a:solidFill>
            <a:schemeClr val="tx1"/>
          </a:solidFill>
          <a:latin typeface="+mn-lt"/>
          <a:ea typeface="+mn-ea"/>
          <a:cs typeface="+mn-cs"/>
        </a:defRPr>
      </a:lvl2pPr>
      <a:lvl3pPr marL="914377" algn="l" defTabSz="914377" rtl="0" eaLnBrk="1" latinLnBrk="0" hangingPunct="1">
        <a:defRPr kumimoji="1" sz="1800" kern="1200">
          <a:solidFill>
            <a:schemeClr val="tx1"/>
          </a:solidFill>
          <a:latin typeface="+mn-lt"/>
          <a:ea typeface="+mn-ea"/>
          <a:cs typeface="+mn-cs"/>
        </a:defRPr>
      </a:lvl3pPr>
      <a:lvl4pPr marL="1371566" algn="l" defTabSz="914377" rtl="0" eaLnBrk="1" latinLnBrk="0" hangingPunct="1">
        <a:defRPr kumimoji="1" sz="1800" kern="1200">
          <a:solidFill>
            <a:schemeClr val="tx1"/>
          </a:solidFill>
          <a:latin typeface="+mn-lt"/>
          <a:ea typeface="+mn-ea"/>
          <a:cs typeface="+mn-cs"/>
        </a:defRPr>
      </a:lvl4pPr>
      <a:lvl5pPr marL="1828754" algn="l" defTabSz="914377" rtl="0" eaLnBrk="1" latinLnBrk="0" hangingPunct="1">
        <a:defRPr kumimoji="1" sz="1800" kern="1200">
          <a:solidFill>
            <a:schemeClr val="tx1"/>
          </a:solidFill>
          <a:latin typeface="+mn-lt"/>
          <a:ea typeface="+mn-ea"/>
          <a:cs typeface="+mn-cs"/>
        </a:defRPr>
      </a:lvl5pPr>
      <a:lvl6pPr marL="2285943" algn="l" defTabSz="914377" rtl="0" eaLnBrk="1" latinLnBrk="0" hangingPunct="1">
        <a:defRPr kumimoji="1" sz="1800" kern="1200">
          <a:solidFill>
            <a:schemeClr val="tx1"/>
          </a:solidFill>
          <a:latin typeface="+mn-lt"/>
          <a:ea typeface="+mn-ea"/>
          <a:cs typeface="+mn-cs"/>
        </a:defRPr>
      </a:lvl6pPr>
      <a:lvl7pPr marL="2743131" algn="l" defTabSz="914377" rtl="0" eaLnBrk="1" latinLnBrk="0" hangingPunct="1">
        <a:defRPr kumimoji="1" sz="1800" kern="1200">
          <a:solidFill>
            <a:schemeClr val="tx1"/>
          </a:solidFill>
          <a:latin typeface="+mn-lt"/>
          <a:ea typeface="+mn-ea"/>
          <a:cs typeface="+mn-cs"/>
        </a:defRPr>
      </a:lvl7pPr>
      <a:lvl8pPr marL="3200320" algn="l" defTabSz="914377" rtl="0" eaLnBrk="1" latinLnBrk="0" hangingPunct="1">
        <a:defRPr kumimoji="1" sz="1800" kern="1200">
          <a:solidFill>
            <a:schemeClr val="tx1"/>
          </a:solidFill>
          <a:latin typeface="+mn-lt"/>
          <a:ea typeface="+mn-ea"/>
          <a:cs typeface="+mn-cs"/>
        </a:defRPr>
      </a:lvl8pPr>
      <a:lvl9pPr marL="3657509" algn="l" defTabSz="914377"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168572631"/>
      </p:ext>
    </p:extLst>
  </p:cSld>
  <p:clrMap bg1="lt1" tx1="dk1" bg2="lt2" tx2="dk2" accent1="accent1" accent2="accent2" accent3="accent3" accent4="accent4" accent5="accent5" accent6="accent6" hlink="hlink" folHlink="folHlink"/>
  <p:sldLayoutIdLst>
    <p:sldLayoutId id="2147484026" r:id="rId1"/>
    <p:sldLayoutId id="2147484027" r:id="rId2"/>
    <p:sldLayoutId id="2147484028" r:id="rId3"/>
    <p:sldLayoutId id="2147484029" r:id="rId4"/>
    <p:sldLayoutId id="2147484030" r:id="rId5"/>
    <p:sldLayoutId id="2147484031" r:id="rId6"/>
    <p:sldLayoutId id="2147484032" r:id="rId7"/>
    <p:sldLayoutId id="2147484033" r:id="rId8"/>
    <p:sldLayoutId id="2147484034" r:id="rId9"/>
    <p:sldLayoutId id="2147484035" r:id="rId10"/>
    <p:sldLayoutId id="2147484036" r:id="rId11"/>
    <p:sldLayoutId id="2147484037" r:id="rId12"/>
    <p:sldLayoutId id="2147484038" r:id="rId13"/>
    <p:sldLayoutId id="2147484039" r:id="rId14"/>
    <p:sldLayoutId id="2147484040" r:id="rId15"/>
    <p:sldLayoutId id="2147484041" r:id="rId16"/>
    <p:sldLayoutId id="2147484042" r:id="rId17"/>
    <p:sldLayoutId id="2147484043" r:id="rId18"/>
    <p:sldLayoutId id="2147484044" r:id="rId19"/>
    <p:sldLayoutId id="2147484045" r:id="rId20"/>
    <p:sldLayoutId id="2147484046" r:id="rId21"/>
    <p:sldLayoutId id="2147484047" r:id="rId22"/>
    <p:sldLayoutId id="2147484048" r:id="rId23"/>
    <p:sldLayoutId id="2147484049" r:id="rId24"/>
    <p:sldLayoutId id="2147484050" r:id="rId25"/>
    <p:sldLayoutId id="2147484051" r:id="rId26"/>
    <p:sldLayoutId id="2147484052" r:id="rId27"/>
    <p:sldLayoutId id="2147484053" r:id="rId28"/>
    <p:sldLayoutId id="2147484054" r:id="rId29"/>
    <p:sldLayoutId id="2147484055" r:id="rId30"/>
    <p:sldLayoutId id="2147484056" r:id="rId31"/>
    <p:sldLayoutId id="2147484057" r:id="rId32"/>
    <p:sldLayoutId id="2147484058" r:id="rId33"/>
    <p:sldLayoutId id="2147484059" r:id="rId34"/>
    <p:sldLayoutId id="2147484060" r:id="rId35"/>
    <p:sldLayoutId id="2147484061" r:id="rId36"/>
    <p:sldLayoutId id="2147484062" r:id="rId37"/>
    <p:sldLayoutId id="2147484063" r:id="rId38"/>
    <p:sldLayoutId id="2147484064" r:id="rId39"/>
    <p:sldLayoutId id="2147484065" r:id="rId40"/>
    <p:sldLayoutId id="2147484066" r:id="rId41"/>
    <p:sldLayoutId id="2147484067" r:id="rId42"/>
    <p:sldLayoutId id="2147484068" r:id="rId43"/>
    <p:sldLayoutId id="2147484069" r:id="rId44"/>
    <p:sldLayoutId id="2147484070" r:id="rId45"/>
    <p:sldLayoutId id="2147484071" r:id="rId46"/>
    <p:sldLayoutId id="2147484072" r:id="rId47"/>
    <p:sldLayoutId id="2147484073" r:id="rId48"/>
    <p:sldLayoutId id="2147484074" r:id="rId49"/>
    <p:sldLayoutId id="2147484075" r:id="rId50"/>
    <p:sldLayoutId id="2147484076" r:id="rId51"/>
    <p:sldLayoutId id="2147484077" r:id="rId52"/>
    <p:sldLayoutId id="2147484078" r:id="rId53"/>
    <p:sldLayoutId id="2147484079" r:id="rId54"/>
    <p:sldLayoutId id="2147484080" r:id="rId55"/>
    <p:sldLayoutId id="2147484081" r:id="rId56"/>
    <p:sldLayoutId id="2147484082" r:id="rId57"/>
    <p:sldLayoutId id="2147484083" r:id="rId58"/>
    <p:sldLayoutId id="2147484084" r:id="rId59"/>
    <p:sldLayoutId id="2147484085" r:id="rId60"/>
    <p:sldLayoutId id="2147484086" r:id="rId61"/>
    <p:sldLayoutId id="2147484087" r:id="rId62"/>
    <p:sldLayoutId id="2147484088" r:id="rId63"/>
    <p:sldLayoutId id="2147484089" r:id="rId64"/>
    <p:sldLayoutId id="2147484090" r:id="rId65"/>
    <p:sldLayoutId id="2147484091" r:id="rId66"/>
    <p:sldLayoutId id="2147484092" r:id="rId67"/>
    <p:sldLayoutId id="2147484093" r:id="rId68"/>
    <p:sldLayoutId id="2147484094" r:id="rId69"/>
    <p:sldLayoutId id="2147484095" r:id="rId70"/>
    <p:sldLayoutId id="2147484096" r:id="rId71"/>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CMR Avenciguat_sGC activator_Glomerulonephritides, 18th February 2025 - CONFIDENTIAL -</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36771109"/>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 id="2147484170" r:id="rId28"/>
    <p:sldLayoutId id="2147484171" r:id="rId29"/>
    <p:sldLayoutId id="2147484172" r:id="rId30"/>
    <p:sldLayoutId id="2147484173" r:id="rId31"/>
    <p:sldLayoutId id="2147484174" r:id="rId32"/>
    <p:sldLayoutId id="2147484175"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TRPC6 | All Staff Meeting March 2025 | confidential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480000" y="-171400"/>
            <a:ext cx="11232624" cy="72000"/>
            <a:chOff x="480000" y="-171400"/>
            <a:chExt cx="11232624" cy="72000"/>
          </a:xfrm>
        </p:grpSpPr>
        <p:cxnSp>
          <p:nvCxnSpPr>
            <p:cNvPr id="13" name="Gerader Verbinder 12"/>
            <p:cNvCxnSpPr/>
            <p:nvPr/>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68688" y="1413000"/>
            <a:ext cx="72000" cy="4536000"/>
            <a:chOff x="-456728" y="1628800"/>
            <a:chExt cx="216000" cy="4536504"/>
          </a:xfrm>
        </p:grpSpPr>
        <p:cxnSp>
          <p:nvCxnSpPr>
            <p:cNvPr id="23" name="Gerader Verbinder 22"/>
            <p:cNvCxnSpPr/>
            <p:nvPr/>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01565130"/>
      </p:ext>
    </p:extLst>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 id="2147484188" r:id="rId12"/>
    <p:sldLayoutId id="2147484189" r:id="rId13"/>
    <p:sldLayoutId id="2147484190" r:id="rId14"/>
    <p:sldLayoutId id="2147484191" r:id="rId15"/>
    <p:sldLayoutId id="2147484192" r:id="rId16"/>
    <p:sldLayoutId id="2147484193" r:id="rId17"/>
    <p:sldLayoutId id="2147484194" r:id="rId18"/>
    <p:sldLayoutId id="2147484195" r:id="rId19"/>
    <p:sldLayoutId id="2147484196" r:id="rId20"/>
    <p:sldLayoutId id="2147484197" r:id="rId21"/>
    <p:sldLayoutId id="2147484198" r:id="rId22"/>
    <p:sldLayoutId id="2147484199" r:id="rId23"/>
    <p:sldLayoutId id="2147484200" r:id="rId24"/>
    <p:sldLayoutId id="2147484201" r:id="rId25"/>
    <p:sldLayoutId id="2147484202" r:id="rId26"/>
    <p:sldLayoutId id="2147484203" r:id="rId27"/>
    <p:sldLayoutId id="2147484204" r:id="rId28"/>
    <p:sldLayoutId id="2147484205" r:id="rId29"/>
    <p:sldLayoutId id="2147484206" r:id="rId30"/>
    <p:sldLayoutId id="2147484207" r:id="rId31"/>
    <p:sldLayoutId id="2147484208" r:id="rId32"/>
    <p:sldLayoutId id="2147484209" r:id="rId33"/>
    <p:sldLayoutId id="2147484210"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CEC Portfolio Update|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511752858"/>
      </p:ext>
    </p:extLst>
  </p:cSld>
  <p:clrMap bg1="lt1" tx1="dk1" bg2="lt2" tx2="dk2" accent1="accent1" accent2="accent2" accent3="accent3" accent4="accent4" accent5="accent5" accent6="accent6" hlink="hlink" folHlink="folHlink"/>
  <p:sldLayoutIdLst>
    <p:sldLayoutId id="2147484282" r:id="rId1"/>
    <p:sldLayoutId id="2147484283" r:id="rId2"/>
    <p:sldLayoutId id="2147484284" r:id="rId3"/>
    <p:sldLayoutId id="2147484285" r:id="rId4"/>
    <p:sldLayoutId id="2147484286" r:id="rId5"/>
    <p:sldLayoutId id="2147484287" r:id="rId6"/>
    <p:sldLayoutId id="2147484288" r:id="rId7"/>
    <p:sldLayoutId id="2147484289" r:id="rId8"/>
    <p:sldLayoutId id="2147484290" r:id="rId9"/>
    <p:sldLayoutId id="2147484291" r:id="rId10"/>
    <p:sldLayoutId id="2147484292" r:id="rId11"/>
    <p:sldLayoutId id="2147484293" r:id="rId12"/>
    <p:sldLayoutId id="2147484294" r:id="rId13"/>
    <p:sldLayoutId id="2147484295" r:id="rId14"/>
    <p:sldLayoutId id="2147484296" r:id="rId15"/>
    <p:sldLayoutId id="2147484297" r:id="rId16"/>
    <p:sldLayoutId id="2147484298" r:id="rId17"/>
    <p:sldLayoutId id="2147484299" r:id="rId18"/>
    <p:sldLayoutId id="2147484300" r:id="rId19"/>
    <p:sldLayoutId id="2147484301" r:id="rId20"/>
    <p:sldLayoutId id="2147484302" r:id="rId21"/>
    <p:sldLayoutId id="2147484303" r:id="rId22"/>
    <p:sldLayoutId id="2147484304" r:id="rId23"/>
    <p:sldLayoutId id="2147484305" r:id="rId24"/>
    <p:sldLayoutId id="2147484306" r:id="rId25"/>
    <p:sldLayoutId id="2147484307" r:id="rId26"/>
    <p:sldLayoutId id="2147484308" r:id="rId27"/>
    <p:sldLayoutId id="2147484309" r:id="rId28"/>
    <p:sldLayoutId id="2147484310" r:id="rId29"/>
    <p:sldLayoutId id="2147484311" r:id="rId30"/>
    <p:sldLayoutId id="2147484312" r:id="rId31"/>
    <p:sldLayoutId id="2147484313" r:id="rId32"/>
    <p:sldLayoutId id="2147484314" r:id="rId33"/>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72138158"/>
      </p:ext>
    </p:extLst>
  </p:cSld>
  <p:clrMap bg1="lt1" tx1="dk1" bg2="lt2" tx2="dk2" accent1="accent1" accent2="accent2" accent3="accent3" accent4="accent4" accent5="accent5" accent6="accent6" hlink="hlink" folHlink="folHlink"/>
  <p:sldLayoutIdLst>
    <p:sldLayoutId id="2147484316" r:id="rId1"/>
    <p:sldLayoutId id="2147484317" r:id="rId2"/>
    <p:sldLayoutId id="2147484318" r:id="rId3"/>
    <p:sldLayoutId id="2147484319" r:id="rId4"/>
    <p:sldLayoutId id="2147484320" r:id="rId5"/>
    <p:sldLayoutId id="2147484321" r:id="rId6"/>
    <p:sldLayoutId id="2147484322" r:id="rId7"/>
    <p:sldLayoutId id="2147484323" r:id="rId8"/>
    <p:sldLayoutId id="2147484324" r:id="rId9"/>
    <p:sldLayoutId id="2147484325" r:id="rId10"/>
    <p:sldLayoutId id="2147484326" r:id="rId11"/>
    <p:sldLayoutId id="2147484327" r:id="rId12"/>
    <p:sldLayoutId id="2147484328" r:id="rId13"/>
    <p:sldLayoutId id="2147484329" r:id="rId14"/>
    <p:sldLayoutId id="2147484330" r:id="rId15"/>
    <p:sldLayoutId id="2147484331" r:id="rId16"/>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Avenciguat_Update FDA lnteraction_December 2024_Internal use only</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p:nvGrpSpPr>
        <p:grpSpPr bwMode="gray">
          <a:xfrm>
            <a:off x="480000" y="-171400"/>
            <a:ext cx="11232624" cy="72000"/>
            <a:chOff x="480000" y="-171400"/>
            <a:chExt cx="11232624" cy="72000"/>
          </a:xfrm>
        </p:grpSpPr>
        <p:cxnSp>
          <p:nvCxnSpPr>
            <p:cNvPr id="13" name="Gerader Verbinder 12"/>
            <p:cNvCxnSpPr/>
            <p:nvPr/>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p:nvGrpSpPr>
        <p:grpSpPr bwMode="gray">
          <a:xfrm>
            <a:off x="-168688" y="1413000"/>
            <a:ext cx="72000" cy="4536000"/>
            <a:chOff x="-456728" y="1628800"/>
            <a:chExt cx="216000" cy="4536504"/>
          </a:xfrm>
        </p:grpSpPr>
        <p:cxnSp>
          <p:nvCxnSpPr>
            <p:cNvPr id="23" name="Gerader Verbinder 22"/>
            <p:cNvCxnSpPr/>
            <p:nvPr/>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19413882"/>
      </p:ext>
    </p:extLst>
  </p:cSld>
  <p:clrMap bg1="lt1" tx1="dk1" bg2="lt2" tx2="dk2" accent1="accent1" accent2="accent2" accent3="accent3" accent4="accent4" accent5="accent5" accent6="accent6" hlink="hlink" folHlink="folHlink"/>
  <p:sldLayoutIdLst>
    <p:sldLayoutId id="2147484333" r:id="rId1"/>
    <p:sldLayoutId id="2147484334" r:id="rId2"/>
    <p:sldLayoutId id="2147484335" r:id="rId3"/>
    <p:sldLayoutId id="2147484336" r:id="rId4"/>
    <p:sldLayoutId id="2147484337" r:id="rId5"/>
    <p:sldLayoutId id="2147484338" r:id="rId6"/>
    <p:sldLayoutId id="2147484339" r:id="rId7"/>
    <p:sldLayoutId id="2147484340" r:id="rId8"/>
    <p:sldLayoutId id="2147484341" r:id="rId9"/>
    <p:sldLayoutId id="2147484342" r:id="rId10"/>
    <p:sldLayoutId id="2147484343" r:id="rId11"/>
    <p:sldLayoutId id="2147484344" r:id="rId12"/>
    <p:sldLayoutId id="2147484345" r:id="rId13"/>
    <p:sldLayoutId id="2147484346" r:id="rId14"/>
    <p:sldLayoutId id="2147484347" r:id="rId15"/>
    <p:sldLayoutId id="2147484348" r:id="rId16"/>
    <p:sldLayoutId id="2147484349" r:id="rId17"/>
    <p:sldLayoutId id="2147484350" r:id="rId18"/>
    <p:sldLayoutId id="2147484351" r:id="rId19"/>
    <p:sldLayoutId id="2147484352" r:id="rId20"/>
    <p:sldLayoutId id="2147484353" r:id="rId21"/>
    <p:sldLayoutId id="2147484354" r:id="rId22"/>
    <p:sldLayoutId id="2147484355" r:id="rId23"/>
    <p:sldLayoutId id="2147484356" r:id="rId24"/>
    <p:sldLayoutId id="2147484357" r:id="rId25"/>
    <p:sldLayoutId id="2147484358" r:id="rId26"/>
    <p:sldLayoutId id="2147484359" r:id="rId27"/>
    <p:sldLayoutId id="2147484360" r:id="rId28"/>
    <p:sldLayoutId id="2147484361" r:id="rId29"/>
    <p:sldLayoutId id="2147484362" r:id="rId30"/>
    <p:sldLayoutId id="2147484363" r:id="rId31"/>
    <p:sldLayoutId id="2147484364" r:id="rId32"/>
    <p:sldLayoutId id="2147484365" r:id="rId33"/>
    <p:sldLayoutId id="2147484366" r:id="rId34"/>
    <p:sldLayoutId id="2147484367" r:id="rId35"/>
    <p:sldLayoutId id="2147484368" r:id="rId36"/>
    <p:sldLayoutId id="2147484369" r:id="rId37"/>
    <p:sldLayoutId id="2147484370" r:id="rId38"/>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6B0DE40-12B4-9137-0D54-D467CC552597}"/>
              </a:ext>
            </a:extLst>
          </p:cNvPr>
          <p:cNvGraphicFramePr>
            <a:graphicFrameLocks noChangeAspect="1"/>
          </p:cNvGraphicFramePr>
          <p:nvPr userDrawn="1">
            <p:custDataLst>
              <p:tags r:id="rId42"/>
            </p:custDataLst>
            <p:extLst>
              <p:ext uri="{D42A27DB-BD31-4B8C-83A1-F6EECF244321}">
                <p14:modId xmlns:p14="http://schemas.microsoft.com/office/powerpoint/2010/main" val="1889010157"/>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3" imgW="425" imgH="424" progId="TCLayout.ActiveDocument.1">
                  <p:embed/>
                </p:oleObj>
              </mc:Choice>
              <mc:Fallback>
                <p:oleObj name="think-cell Slide" r:id="rId43" imgW="425" imgH="424" progId="TCLayout.ActiveDocument.1">
                  <p:embed/>
                  <p:pic>
                    <p:nvPicPr>
                      <p:cNvPr id="7" name="think-cell data - do not delete" hidden="1">
                        <a:extLst>
                          <a:ext uri="{FF2B5EF4-FFF2-40B4-BE49-F238E27FC236}">
                            <a16:creationId xmlns:a16="http://schemas.microsoft.com/office/drawing/2014/main" id="{B6B0DE40-12B4-9137-0D54-D467CC552597}"/>
                          </a:ext>
                        </a:extLst>
                      </p:cNvPr>
                      <p:cNvPicPr/>
                      <p:nvPr/>
                    </p:nvPicPr>
                    <p:blipFill>
                      <a:blip r:embed="rId44"/>
                      <a:stretch>
                        <a:fillRect/>
                      </a:stretch>
                    </p:blipFill>
                    <p:spPr>
                      <a:xfrm>
                        <a:off x="2118" y="2118"/>
                        <a:ext cx="2117" cy="2117"/>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Release of Proof of Clinical Principle at HPSC |  CONFIDENTIAL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09448580"/>
      </p:ext>
    </p:extLst>
  </p:cSld>
  <p:clrMap bg1="lt1" tx1="dk1" bg2="lt2" tx2="dk2" accent1="accent1" accent2="accent2" accent3="accent3" accent4="accent4" accent5="accent5" accent6="accent6" hlink="hlink" folHlink="folHlink"/>
  <p:sldLayoutIdLst>
    <p:sldLayoutId id="2147484372" r:id="rId1"/>
    <p:sldLayoutId id="2147484373" r:id="rId2"/>
    <p:sldLayoutId id="2147484374" r:id="rId3"/>
    <p:sldLayoutId id="2147484375" r:id="rId4"/>
    <p:sldLayoutId id="2147484376" r:id="rId5"/>
    <p:sldLayoutId id="2147484377" r:id="rId6"/>
    <p:sldLayoutId id="2147484378" r:id="rId7"/>
    <p:sldLayoutId id="2147484379" r:id="rId8"/>
    <p:sldLayoutId id="2147484380" r:id="rId9"/>
    <p:sldLayoutId id="2147484381" r:id="rId10"/>
    <p:sldLayoutId id="2147484382" r:id="rId11"/>
    <p:sldLayoutId id="2147484383" r:id="rId12"/>
    <p:sldLayoutId id="2147484384" r:id="rId13"/>
    <p:sldLayoutId id="2147484385" r:id="rId14"/>
    <p:sldLayoutId id="2147484386" r:id="rId15"/>
    <p:sldLayoutId id="2147484387" r:id="rId16"/>
    <p:sldLayoutId id="2147484388" r:id="rId17"/>
    <p:sldLayoutId id="2147484389" r:id="rId18"/>
    <p:sldLayoutId id="2147484390" r:id="rId19"/>
    <p:sldLayoutId id="2147484391" r:id="rId20"/>
    <p:sldLayoutId id="2147484392" r:id="rId21"/>
    <p:sldLayoutId id="2147484393" r:id="rId22"/>
    <p:sldLayoutId id="2147484394" r:id="rId23"/>
    <p:sldLayoutId id="2147484395" r:id="rId24"/>
    <p:sldLayoutId id="2147484396" r:id="rId25"/>
    <p:sldLayoutId id="2147484397" r:id="rId26"/>
    <p:sldLayoutId id="2147484398" r:id="rId27"/>
    <p:sldLayoutId id="2147484399" r:id="rId28"/>
    <p:sldLayoutId id="2147484400" r:id="rId29"/>
    <p:sldLayoutId id="2147484401" r:id="rId30"/>
    <p:sldLayoutId id="2147484402" r:id="rId31"/>
    <p:sldLayoutId id="2147484403" r:id="rId32"/>
    <p:sldLayoutId id="2147484404" r:id="rId33"/>
    <p:sldLayoutId id="2147484405" r:id="rId34"/>
    <p:sldLayoutId id="2147484406" r:id="rId35"/>
    <p:sldLayoutId id="2147484407" r:id="rId36"/>
    <p:sldLayoutId id="2147484408" r:id="rId37"/>
    <p:sldLayoutId id="2147484409" r:id="rId38"/>
    <p:sldLayoutId id="2147484410" r:id="rId39"/>
    <p:sldLayoutId id="2147484411" r:id="rId40"/>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6">
          <p15:clr>
            <a:srgbClr val="F26B43"/>
          </p15:clr>
        </p15:guide>
        <p15:guide id="2" pos="7378">
          <p15:clr>
            <a:srgbClr val="F26B43"/>
          </p15:clr>
        </p15:guide>
        <p15:guide id="3" orient="horz" pos="2820">
          <p15:clr>
            <a:srgbClr val="F26B43"/>
          </p15:clr>
        </p15:guide>
        <p15:guide id="5" orient="horz" pos="564">
          <p15:clr>
            <a:srgbClr val="F26B43"/>
          </p15:clr>
        </p15:guide>
        <p15:guide id="6" orient="horz" pos="3748">
          <p15:clr>
            <a:srgbClr val="F26B43"/>
          </p15:clr>
        </p15:guide>
        <p15:guide id="7" pos="5544">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92213575"/>
      </p:ext>
    </p:extLst>
  </p:cSld>
  <p:clrMap bg1="lt1" tx1="dk1" bg2="lt2" tx2="dk2" accent1="accent1" accent2="accent2" accent3="accent3" accent4="accent4" accent5="accent5" accent6="accent6" hlink="hlink" folHlink="folHlink"/>
  <p:sldLayoutIdLst>
    <p:sldLayoutId id="2147484413" r:id="rId1"/>
    <p:sldLayoutId id="2147484414" r:id="rId2"/>
    <p:sldLayoutId id="2147484415" r:id="rId3"/>
    <p:sldLayoutId id="2147484416" r:id="rId4"/>
    <p:sldLayoutId id="2147484417" r:id="rId5"/>
    <p:sldLayoutId id="2147484418" r:id="rId6"/>
    <p:sldLayoutId id="2147484419" r:id="rId7"/>
    <p:sldLayoutId id="2147484420" r:id="rId8"/>
    <p:sldLayoutId id="2147484421" r:id="rId9"/>
    <p:sldLayoutId id="2147484422" r:id="rId10"/>
    <p:sldLayoutId id="2147484423" r:id="rId11"/>
    <p:sldLayoutId id="2147484424" r:id="rId12"/>
    <p:sldLayoutId id="2147484425" r:id="rId13"/>
    <p:sldLayoutId id="2147484426" r:id="rId14"/>
    <p:sldLayoutId id="2147484427" r:id="rId15"/>
    <p:sldLayoutId id="2147484428" r:id="rId16"/>
    <p:sldLayoutId id="2147484429" r:id="rId17"/>
    <p:sldLayoutId id="2147484430" r:id="rId18"/>
    <p:sldLayoutId id="2147484431" r:id="rId19"/>
    <p:sldLayoutId id="2147484432" r:id="rId20"/>
    <p:sldLayoutId id="2147484433" r:id="rId21"/>
    <p:sldLayoutId id="2147484434" r:id="rId22"/>
    <p:sldLayoutId id="2147484435" r:id="rId23"/>
    <p:sldLayoutId id="2147484436" r:id="rId24"/>
    <p:sldLayoutId id="2147484437" r:id="rId25"/>
    <p:sldLayoutId id="2147484438" r:id="rId26"/>
    <p:sldLayoutId id="2147484439" r:id="rId27"/>
    <p:sldLayoutId id="2147484440" r:id="rId28"/>
    <p:sldLayoutId id="2147484441" r:id="rId29"/>
    <p:sldLayoutId id="2147484442" r:id="rId30"/>
    <p:sldLayoutId id="2147484443" r:id="rId31"/>
    <p:sldLayoutId id="2147484444" r:id="rId32"/>
    <p:sldLayoutId id="2147484445" r:id="rId33"/>
    <p:sldLayoutId id="2147484446"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46.svg"/><Relationship Id="rId5" Type="http://schemas.openxmlformats.org/officeDocument/2006/relationships/image" Target="../media/image45.png"/><Relationship Id="rId10" Type="http://schemas.openxmlformats.org/officeDocument/2006/relationships/image" Target="../media/image50.svg"/><Relationship Id="rId4" Type="http://schemas.openxmlformats.org/officeDocument/2006/relationships/image" Target="../media/image44.svg"/><Relationship Id="rId9" Type="http://schemas.openxmlformats.org/officeDocument/2006/relationships/image" Target="../media/image49.png"/></Relationships>
</file>

<file path=ppt/slides/_rels/slide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254.xml"/></Relationships>
</file>

<file path=ppt/slides/_rels/slide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hyperlink" Target="mailto:CEC@2025.02.17" TargetMode="Externa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18" Type="http://schemas.openxmlformats.org/officeDocument/2006/relationships/tags" Target="../tags/tag23.xml"/><Relationship Id="rId26" Type="http://schemas.openxmlformats.org/officeDocument/2006/relationships/tags" Target="../tags/tag31.xml"/><Relationship Id="rId3" Type="http://schemas.openxmlformats.org/officeDocument/2006/relationships/tags" Target="../tags/tag8.xml"/><Relationship Id="rId21" Type="http://schemas.openxmlformats.org/officeDocument/2006/relationships/tags" Target="../tags/tag26.xml"/><Relationship Id="rId7" Type="http://schemas.openxmlformats.org/officeDocument/2006/relationships/tags" Target="../tags/tag12.xml"/><Relationship Id="rId12" Type="http://schemas.openxmlformats.org/officeDocument/2006/relationships/tags" Target="../tags/tag17.xml"/><Relationship Id="rId17" Type="http://schemas.openxmlformats.org/officeDocument/2006/relationships/tags" Target="../tags/tag22.xml"/><Relationship Id="rId25" Type="http://schemas.openxmlformats.org/officeDocument/2006/relationships/tags" Target="../tags/tag30.xml"/><Relationship Id="rId2" Type="http://schemas.openxmlformats.org/officeDocument/2006/relationships/tags" Target="../tags/tag7.xml"/><Relationship Id="rId16" Type="http://schemas.openxmlformats.org/officeDocument/2006/relationships/tags" Target="../tags/tag21.xml"/><Relationship Id="rId20" Type="http://schemas.openxmlformats.org/officeDocument/2006/relationships/tags" Target="../tags/tag25.xml"/><Relationship Id="rId29" Type="http://schemas.openxmlformats.org/officeDocument/2006/relationships/slideLayout" Target="../slideLayouts/slideLayout63.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24" Type="http://schemas.openxmlformats.org/officeDocument/2006/relationships/tags" Target="../tags/tag29.xml"/><Relationship Id="rId32" Type="http://schemas.openxmlformats.org/officeDocument/2006/relationships/image" Target="../media/image58.png"/><Relationship Id="rId5" Type="http://schemas.openxmlformats.org/officeDocument/2006/relationships/tags" Target="../tags/tag10.xml"/><Relationship Id="rId15" Type="http://schemas.openxmlformats.org/officeDocument/2006/relationships/tags" Target="../tags/tag20.xml"/><Relationship Id="rId23" Type="http://schemas.openxmlformats.org/officeDocument/2006/relationships/tags" Target="../tags/tag28.xml"/><Relationship Id="rId28" Type="http://schemas.openxmlformats.org/officeDocument/2006/relationships/tags" Target="../tags/tag33.xml"/><Relationship Id="rId10" Type="http://schemas.openxmlformats.org/officeDocument/2006/relationships/tags" Target="../tags/tag15.xml"/><Relationship Id="rId19" Type="http://schemas.openxmlformats.org/officeDocument/2006/relationships/tags" Target="../tags/tag24.xml"/><Relationship Id="rId31" Type="http://schemas.openxmlformats.org/officeDocument/2006/relationships/image" Target="../media/image57.png"/><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 Id="rId22" Type="http://schemas.openxmlformats.org/officeDocument/2006/relationships/tags" Target="../tags/tag27.xml"/><Relationship Id="rId27" Type="http://schemas.openxmlformats.org/officeDocument/2006/relationships/tags" Target="../tags/tag32.xml"/><Relationship Id="rId30"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tags" Target="../tags/tag51.xml"/><Relationship Id="rId26" Type="http://schemas.openxmlformats.org/officeDocument/2006/relationships/image" Target="../media/image58.png"/><Relationship Id="rId3" Type="http://schemas.openxmlformats.org/officeDocument/2006/relationships/tags" Target="../tags/tag36.xml"/><Relationship Id="rId21" Type="http://schemas.openxmlformats.org/officeDocument/2006/relationships/tags" Target="../tags/tag54.xml"/><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5" Type="http://schemas.openxmlformats.org/officeDocument/2006/relationships/slideLayout" Target="../slideLayouts/slideLayout63.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tags" Target="../tags/tag53.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24" Type="http://schemas.openxmlformats.org/officeDocument/2006/relationships/tags" Target="../tags/tag57.xml"/><Relationship Id="rId5" Type="http://schemas.openxmlformats.org/officeDocument/2006/relationships/tags" Target="../tags/tag38.xml"/><Relationship Id="rId15" Type="http://schemas.openxmlformats.org/officeDocument/2006/relationships/tags" Target="../tags/tag48.xml"/><Relationship Id="rId23" Type="http://schemas.openxmlformats.org/officeDocument/2006/relationships/tags" Target="../tags/tag56.xml"/><Relationship Id="rId10" Type="http://schemas.openxmlformats.org/officeDocument/2006/relationships/tags" Target="../tags/tag43.xml"/><Relationship Id="rId19" Type="http://schemas.openxmlformats.org/officeDocument/2006/relationships/tags" Target="../tags/tag52.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tags" Target="../tags/tag55.xml"/><Relationship Id="rId27" Type="http://schemas.openxmlformats.org/officeDocument/2006/relationships/image" Target="../media/image57.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13" Type="http://schemas.openxmlformats.org/officeDocument/2006/relationships/tags" Target="../tags/tag70.xml"/><Relationship Id="rId18" Type="http://schemas.openxmlformats.org/officeDocument/2006/relationships/tags" Target="../tags/tag75.xml"/><Relationship Id="rId26" Type="http://schemas.openxmlformats.org/officeDocument/2006/relationships/tags" Target="../tags/tag83.xml"/><Relationship Id="rId39" Type="http://schemas.openxmlformats.org/officeDocument/2006/relationships/tags" Target="../tags/tag96.xml"/><Relationship Id="rId21" Type="http://schemas.openxmlformats.org/officeDocument/2006/relationships/tags" Target="../tags/tag78.xml"/><Relationship Id="rId34" Type="http://schemas.openxmlformats.org/officeDocument/2006/relationships/tags" Target="../tags/tag91.xml"/><Relationship Id="rId42" Type="http://schemas.openxmlformats.org/officeDocument/2006/relationships/slideLayout" Target="../slideLayouts/slideLayout63.xml"/><Relationship Id="rId7" Type="http://schemas.openxmlformats.org/officeDocument/2006/relationships/tags" Target="../tags/tag64.xml"/><Relationship Id="rId2" Type="http://schemas.openxmlformats.org/officeDocument/2006/relationships/tags" Target="../tags/tag59.xml"/><Relationship Id="rId16" Type="http://schemas.openxmlformats.org/officeDocument/2006/relationships/tags" Target="../tags/tag73.xml"/><Relationship Id="rId20" Type="http://schemas.openxmlformats.org/officeDocument/2006/relationships/tags" Target="../tags/tag77.xml"/><Relationship Id="rId29" Type="http://schemas.openxmlformats.org/officeDocument/2006/relationships/tags" Target="../tags/tag86.xml"/><Relationship Id="rId41" Type="http://schemas.openxmlformats.org/officeDocument/2006/relationships/tags" Target="../tags/tag98.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tags" Target="../tags/tag68.xml"/><Relationship Id="rId24" Type="http://schemas.openxmlformats.org/officeDocument/2006/relationships/tags" Target="../tags/tag81.xml"/><Relationship Id="rId32" Type="http://schemas.openxmlformats.org/officeDocument/2006/relationships/tags" Target="../tags/tag89.xml"/><Relationship Id="rId37" Type="http://schemas.openxmlformats.org/officeDocument/2006/relationships/tags" Target="../tags/tag94.xml"/><Relationship Id="rId40" Type="http://schemas.openxmlformats.org/officeDocument/2006/relationships/tags" Target="../tags/tag97.xml"/><Relationship Id="rId5" Type="http://schemas.openxmlformats.org/officeDocument/2006/relationships/tags" Target="../tags/tag62.xml"/><Relationship Id="rId15" Type="http://schemas.openxmlformats.org/officeDocument/2006/relationships/tags" Target="../tags/tag72.xml"/><Relationship Id="rId23" Type="http://schemas.openxmlformats.org/officeDocument/2006/relationships/tags" Target="../tags/tag80.xml"/><Relationship Id="rId28" Type="http://schemas.openxmlformats.org/officeDocument/2006/relationships/tags" Target="../tags/tag85.xml"/><Relationship Id="rId36" Type="http://schemas.openxmlformats.org/officeDocument/2006/relationships/tags" Target="../tags/tag93.xml"/><Relationship Id="rId10" Type="http://schemas.openxmlformats.org/officeDocument/2006/relationships/tags" Target="../tags/tag67.xml"/><Relationship Id="rId19" Type="http://schemas.openxmlformats.org/officeDocument/2006/relationships/tags" Target="../tags/tag76.xml"/><Relationship Id="rId31" Type="http://schemas.openxmlformats.org/officeDocument/2006/relationships/tags" Target="../tags/tag88.xml"/><Relationship Id="rId44" Type="http://schemas.openxmlformats.org/officeDocument/2006/relationships/image" Target="../media/image58.png"/><Relationship Id="rId4" Type="http://schemas.openxmlformats.org/officeDocument/2006/relationships/tags" Target="../tags/tag61.xml"/><Relationship Id="rId9" Type="http://schemas.openxmlformats.org/officeDocument/2006/relationships/tags" Target="../tags/tag66.xml"/><Relationship Id="rId14" Type="http://schemas.openxmlformats.org/officeDocument/2006/relationships/tags" Target="../tags/tag71.xml"/><Relationship Id="rId22" Type="http://schemas.openxmlformats.org/officeDocument/2006/relationships/tags" Target="../tags/tag79.xml"/><Relationship Id="rId27" Type="http://schemas.openxmlformats.org/officeDocument/2006/relationships/tags" Target="../tags/tag84.xml"/><Relationship Id="rId30" Type="http://schemas.openxmlformats.org/officeDocument/2006/relationships/tags" Target="../tags/tag87.xml"/><Relationship Id="rId35" Type="http://schemas.openxmlformats.org/officeDocument/2006/relationships/tags" Target="../tags/tag92.xml"/><Relationship Id="rId43" Type="http://schemas.openxmlformats.org/officeDocument/2006/relationships/image" Target="../media/image57.png"/><Relationship Id="rId8" Type="http://schemas.openxmlformats.org/officeDocument/2006/relationships/tags" Target="../tags/tag65.xml"/><Relationship Id="rId3" Type="http://schemas.openxmlformats.org/officeDocument/2006/relationships/tags" Target="../tags/tag60.xml"/><Relationship Id="rId12" Type="http://schemas.openxmlformats.org/officeDocument/2006/relationships/tags" Target="../tags/tag69.xml"/><Relationship Id="rId17" Type="http://schemas.openxmlformats.org/officeDocument/2006/relationships/tags" Target="../tags/tag74.xml"/><Relationship Id="rId25" Type="http://schemas.openxmlformats.org/officeDocument/2006/relationships/tags" Target="../tags/tag82.xml"/><Relationship Id="rId33" Type="http://schemas.openxmlformats.org/officeDocument/2006/relationships/tags" Target="../tags/tag90.xml"/><Relationship Id="rId38" Type="http://schemas.openxmlformats.org/officeDocument/2006/relationships/tags" Target="../tags/tag9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2" Type="http://schemas.openxmlformats.org/officeDocument/2006/relationships/hyperlink" Target="mailto:CEC@2025.05.12" TargetMode="Externa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2" Type="http://schemas.openxmlformats.org/officeDocument/2006/relationships/hyperlink" Target="mailto:CEC@2025.05.12" TargetMode="External"/><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3.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xml"/><Relationship Id="rId1" Type="http://schemas.openxmlformats.org/officeDocument/2006/relationships/slideLayout" Target="../slideLayouts/slideLayout363.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0.xml"/><Relationship Id="rId1" Type="http://schemas.openxmlformats.org/officeDocument/2006/relationships/slideLayout" Target="../slideLayouts/slideLayout36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6" Type="http://schemas.openxmlformats.org/officeDocument/2006/relationships/tags" Target="../tags/tag124.xml"/><Relationship Id="rId21" Type="http://schemas.openxmlformats.org/officeDocument/2006/relationships/tags" Target="../tags/tag119.xml"/><Relationship Id="rId42" Type="http://schemas.openxmlformats.org/officeDocument/2006/relationships/tags" Target="../tags/tag140.xml"/><Relationship Id="rId47" Type="http://schemas.openxmlformats.org/officeDocument/2006/relationships/tags" Target="../tags/tag145.xml"/><Relationship Id="rId63" Type="http://schemas.openxmlformats.org/officeDocument/2006/relationships/tags" Target="../tags/tag161.xml"/><Relationship Id="rId68" Type="http://schemas.openxmlformats.org/officeDocument/2006/relationships/tags" Target="../tags/tag166.xml"/><Relationship Id="rId84" Type="http://schemas.openxmlformats.org/officeDocument/2006/relationships/tags" Target="../tags/tag182.xml"/><Relationship Id="rId89" Type="http://schemas.openxmlformats.org/officeDocument/2006/relationships/tags" Target="../tags/tag187.xml"/><Relationship Id="rId16" Type="http://schemas.openxmlformats.org/officeDocument/2006/relationships/tags" Target="../tags/tag114.xml"/><Relationship Id="rId107" Type="http://schemas.openxmlformats.org/officeDocument/2006/relationships/tags" Target="../tags/tag205.xml"/><Relationship Id="rId11" Type="http://schemas.openxmlformats.org/officeDocument/2006/relationships/tags" Target="../tags/tag109.xml"/><Relationship Id="rId32" Type="http://schemas.openxmlformats.org/officeDocument/2006/relationships/tags" Target="../tags/tag130.xml"/><Relationship Id="rId37" Type="http://schemas.openxmlformats.org/officeDocument/2006/relationships/tags" Target="../tags/tag135.xml"/><Relationship Id="rId53" Type="http://schemas.openxmlformats.org/officeDocument/2006/relationships/tags" Target="../tags/tag151.xml"/><Relationship Id="rId58" Type="http://schemas.openxmlformats.org/officeDocument/2006/relationships/tags" Target="../tags/tag156.xml"/><Relationship Id="rId74" Type="http://schemas.openxmlformats.org/officeDocument/2006/relationships/tags" Target="../tags/tag172.xml"/><Relationship Id="rId79" Type="http://schemas.openxmlformats.org/officeDocument/2006/relationships/tags" Target="../tags/tag177.xml"/><Relationship Id="rId102" Type="http://schemas.openxmlformats.org/officeDocument/2006/relationships/tags" Target="../tags/tag200.xml"/><Relationship Id="rId5" Type="http://schemas.openxmlformats.org/officeDocument/2006/relationships/tags" Target="../tags/tag103.xml"/><Relationship Id="rId90" Type="http://schemas.openxmlformats.org/officeDocument/2006/relationships/tags" Target="../tags/tag188.xml"/><Relationship Id="rId95" Type="http://schemas.openxmlformats.org/officeDocument/2006/relationships/tags" Target="../tags/tag193.xml"/><Relationship Id="rId22" Type="http://schemas.openxmlformats.org/officeDocument/2006/relationships/tags" Target="../tags/tag120.xml"/><Relationship Id="rId27" Type="http://schemas.openxmlformats.org/officeDocument/2006/relationships/tags" Target="../tags/tag125.xml"/><Relationship Id="rId43" Type="http://schemas.openxmlformats.org/officeDocument/2006/relationships/tags" Target="../tags/tag141.xml"/><Relationship Id="rId48" Type="http://schemas.openxmlformats.org/officeDocument/2006/relationships/tags" Target="../tags/tag146.xml"/><Relationship Id="rId64" Type="http://schemas.openxmlformats.org/officeDocument/2006/relationships/tags" Target="../tags/tag162.xml"/><Relationship Id="rId69" Type="http://schemas.openxmlformats.org/officeDocument/2006/relationships/tags" Target="../tags/tag167.xml"/><Relationship Id="rId80" Type="http://schemas.openxmlformats.org/officeDocument/2006/relationships/tags" Target="../tags/tag178.xml"/><Relationship Id="rId85" Type="http://schemas.openxmlformats.org/officeDocument/2006/relationships/tags" Target="../tags/tag183.xml"/><Relationship Id="rId12" Type="http://schemas.openxmlformats.org/officeDocument/2006/relationships/tags" Target="../tags/tag110.xml"/><Relationship Id="rId17" Type="http://schemas.openxmlformats.org/officeDocument/2006/relationships/tags" Target="../tags/tag115.xml"/><Relationship Id="rId33" Type="http://schemas.openxmlformats.org/officeDocument/2006/relationships/tags" Target="../tags/tag131.xml"/><Relationship Id="rId38" Type="http://schemas.openxmlformats.org/officeDocument/2006/relationships/tags" Target="../tags/tag136.xml"/><Relationship Id="rId59" Type="http://schemas.openxmlformats.org/officeDocument/2006/relationships/tags" Target="../tags/tag157.xml"/><Relationship Id="rId103" Type="http://schemas.openxmlformats.org/officeDocument/2006/relationships/tags" Target="../tags/tag201.xml"/><Relationship Id="rId108" Type="http://schemas.openxmlformats.org/officeDocument/2006/relationships/tags" Target="../tags/tag206.xml"/><Relationship Id="rId54" Type="http://schemas.openxmlformats.org/officeDocument/2006/relationships/tags" Target="../tags/tag152.xml"/><Relationship Id="rId70" Type="http://schemas.openxmlformats.org/officeDocument/2006/relationships/tags" Target="../tags/tag168.xml"/><Relationship Id="rId75" Type="http://schemas.openxmlformats.org/officeDocument/2006/relationships/tags" Target="../tags/tag173.xml"/><Relationship Id="rId91" Type="http://schemas.openxmlformats.org/officeDocument/2006/relationships/tags" Target="../tags/tag189.xml"/><Relationship Id="rId96" Type="http://schemas.openxmlformats.org/officeDocument/2006/relationships/tags" Target="../tags/tag194.xml"/><Relationship Id="rId1" Type="http://schemas.openxmlformats.org/officeDocument/2006/relationships/tags" Target="../tags/tag99.xml"/><Relationship Id="rId6" Type="http://schemas.openxmlformats.org/officeDocument/2006/relationships/tags" Target="../tags/tag104.xml"/><Relationship Id="rId15" Type="http://schemas.openxmlformats.org/officeDocument/2006/relationships/tags" Target="../tags/tag113.xml"/><Relationship Id="rId23" Type="http://schemas.openxmlformats.org/officeDocument/2006/relationships/tags" Target="../tags/tag121.xml"/><Relationship Id="rId28" Type="http://schemas.openxmlformats.org/officeDocument/2006/relationships/tags" Target="../tags/tag126.xml"/><Relationship Id="rId36" Type="http://schemas.openxmlformats.org/officeDocument/2006/relationships/tags" Target="../tags/tag134.xml"/><Relationship Id="rId49" Type="http://schemas.openxmlformats.org/officeDocument/2006/relationships/tags" Target="../tags/tag147.xml"/><Relationship Id="rId57" Type="http://schemas.openxmlformats.org/officeDocument/2006/relationships/tags" Target="../tags/tag155.xml"/><Relationship Id="rId106" Type="http://schemas.openxmlformats.org/officeDocument/2006/relationships/tags" Target="../tags/tag204.xml"/><Relationship Id="rId10" Type="http://schemas.openxmlformats.org/officeDocument/2006/relationships/tags" Target="../tags/tag108.xml"/><Relationship Id="rId31" Type="http://schemas.openxmlformats.org/officeDocument/2006/relationships/tags" Target="../tags/tag129.xml"/><Relationship Id="rId44" Type="http://schemas.openxmlformats.org/officeDocument/2006/relationships/tags" Target="../tags/tag142.xml"/><Relationship Id="rId52" Type="http://schemas.openxmlformats.org/officeDocument/2006/relationships/tags" Target="../tags/tag150.xml"/><Relationship Id="rId60" Type="http://schemas.openxmlformats.org/officeDocument/2006/relationships/tags" Target="../tags/tag158.xml"/><Relationship Id="rId65" Type="http://schemas.openxmlformats.org/officeDocument/2006/relationships/tags" Target="../tags/tag163.xml"/><Relationship Id="rId73" Type="http://schemas.openxmlformats.org/officeDocument/2006/relationships/tags" Target="../tags/tag171.xml"/><Relationship Id="rId78" Type="http://schemas.openxmlformats.org/officeDocument/2006/relationships/tags" Target="../tags/tag176.xml"/><Relationship Id="rId81" Type="http://schemas.openxmlformats.org/officeDocument/2006/relationships/tags" Target="../tags/tag179.xml"/><Relationship Id="rId86" Type="http://schemas.openxmlformats.org/officeDocument/2006/relationships/tags" Target="../tags/tag184.xml"/><Relationship Id="rId94" Type="http://schemas.openxmlformats.org/officeDocument/2006/relationships/tags" Target="../tags/tag192.xml"/><Relationship Id="rId99" Type="http://schemas.openxmlformats.org/officeDocument/2006/relationships/tags" Target="../tags/tag197.xml"/><Relationship Id="rId101" Type="http://schemas.openxmlformats.org/officeDocument/2006/relationships/tags" Target="../tags/tag199.xml"/><Relationship Id="rId4" Type="http://schemas.openxmlformats.org/officeDocument/2006/relationships/tags" Target="../tags/tag102.xml"/><Relationship Id="rId9" Type="http://schemas.openxmlformats.org/officeDocument/2006/relationships/tags" Target="../tags/tag107.xml"/><Relationship Id="rId13" Type="http://schemas.openxmlformats.org/officeDocument/2006/relationships/tags" Target="../tags/tag111.xml"/><Relationship Id="rId18" Type="http://schemas.openxmlformats.org/officeDocument/2006/relationships/tags" Target="../tags/tag116.xml"/><Relationship Id="rId39" Type="http://schemas.openxmlformats.org/officeDocument/2006/relationships/tags" Target="../tags/tag137.xml"/><Relationship Id="rId109" Type="http://schemas.openxmlformats.org/officeDocument/2006/relationships/slideLayout" Target="../slideLayouts/slideLayout98.xml"/><Relationship Id="rId34" Type="http://schemas.openxmlformats.org/officeDocument/2006/relationships/tags" Target="../tags/tag132.xml"/><Relationship Id="rId50" Type="http://schemas.openxmlformats.org/officeDocument/2006/relationships/tags" Target="../tags/tag148.xml"/><Relationship Id="rId55" Type="http://schemas.openxmlformats.org/officeDocument/2006/relationships/tags" Target="../tags/tag153.xml"/><Relationship Id="rId76" Type="http://schemas.openxmlformats.org/officeDocument/2006/relationships/tags" Target="../tags/tag174.xml"/><Relationship Id="rId97" Type="http://schemas.openxmlformats.org/officeDocument/2006/relationships/tags" Target="../tags/tag195.xml"/><Relationship Id="rId104" Type="http://schemas.openxmlformats.org/officeDocument/2006/relationships/tags" Target="../tags/tag202.xml"/><Relationship Id="rId7" Type="http://schemas.openxmlformats.org/officeDocument/2006/relationships/tags" Target="../tags/tag105.xml"/><Relationship Id="rId71" Type="http://schemas.openxmlformats.org/officeDocument/2006/relationships/tags" Target="../tags/tag169.xml"/><Relationship Id="rId92" Type="http://schemas.openxmlformats.org/officeDocument/2006/relationships/tags" Target="../tags/tag190.xml"/><Relationship Id="rId2" Type="http://schemas.openxmlformats.org/officeDocument/2006/relationships/tags" Target="../tags/tag100.xml"/><Relationship Id="rId29" Type="http://schemas.openxmlformats.org/officeDocument/2006/relationships/tags" Target="../tags/tag127.xml"/><Relationship Id="rId24" Type="http://schemas.openxmlformats.org/officeDocument/2006/relationships/tags" Target="../tags/tag122.xml"/><Relationship Id="rId40" Type="http://schemas.openxmlformats.org/officeDocument/2006/relationships/tags" Target="../tags/tag138.xml"/><Relationship Id="rId45" Type="http://schemas.openxmlformats.org/officeDocument/2006/relationships/tags" Target="../tags/tag143.xml"/><Relationship Id="rId66" Type="http://schemas.openxmlformats.org/officeDocument/2006/relationships/tags" Target="../tags/tag164.xml"/><Relationship Id="rId87" Type="http://schemas.openxmlformats.org/officeDocument/2006/relationships/tags" Target="../tags/tag185.xml"/><Relationship Id="rId61" Type="http://schemas.openxmlformats.org/officeDocument/2006/relationships/tags" Target="../tags/tag159.xml"/><Relationship Id="rId82" Type="http://schemas.openxmlformats.org/officeDocument/2006/relationships/tags" Target="../tags/tag180.xml"/><Relationship Id="rId19" Type="http://schemas.openxmlformats.org/officeDocument/2006/relationships/tags" Target="../tags/tag117.xml"/><Relationship Id="rId14" Type="http://schemas.openxmlformats.org/officeDocument/2006/relationships/tags" Target="../tags/tag112.xml"/><Relationship Id="rId30" Type="http://schemas.openxmlformats.org/officeDocument/2006/relationships/tags" Target="../tags/tag128.xml"/><Relationship Id="rId35" Type="http://schemas.openxmlformats.org/officeDocument/2006/relationships/tags" Target="../tags/tag133.xml"/><Relationship Id="rId56" Type="http://schemas.openxmlformats.org/officeDocument/2006/relationships/tags" Target="../tags/tag154.xml"/><Relationship Id="rId77" Type="http://schemas.openxmlformats.org/officeDocument/2006/relationships/tags" Target="../tags/tag175.xml"/><Relationship Id="rId100" Type="http://schemas.openxmlformats.org/officeDocument/2006/relationships/tags" Target="../tags/tag198.xml"/><Relationship Id="rId105" Type="http://schemas.openxmlformats.org/officeDocument/2006/relationships/tags" Target="../tags/tag203.xml"/><Relationship Id="rId8" Type="http://schemas.openxmlformats.org/officeDocument/2006/relationships/tags" Target="../tags/tag106.xml"/><Relationship Id="rId51" Type="http://schemas.openxmlformats.org/officeDocument/2006/relationships/tags" Target="../tags/tag149.xml"/><Relationship Id="rId72" Type="http://schemas.openxmlformats.org/officeDocument/2006/relationships/tags" Target="../tags/tag170.xml"/><Relationship Id="rId93" Type="http://schemas.openxmlformats.org/officeDocument/2006/relationships/tags" Target="../tags/tag191.xml"/><Relationship Id="rId98" Type="http://schemas.openxmlformats.org/officeDocument/2006/relationships/tags" Target="../tags/tag196.xml"/><Relationship Id="rId3" Type="http://schemas.openxmlformats.org/officeDocument/2006/relationships/tags" Target="../tags/tag101.xml"/><Relationship Id="rId25" Type="http://schemas.openxmlformats.org/officeDocument/2006/relationships/tags" Target="../tags/tag123.xml"/><Relationship Id="rId46" Type="http://schemas.openxmlformats.org/officeDocument/2006/relationships/tags" Target="../tags/tag144.xml"/><Relationship Id="rId67" Type="http://schemas.openxmlformats.org/officeDocument/2006/relationships/tags" Target="../tags/tag165.xml"/><Relationship Id="rId20" Type="http://schemas.openxmlformats.org/officeDocument/2006/relationships/tags" Target="../tags/tag118.xml"/><Relationship Id="rId41" Type="http://schemas.openxmlformats.org/officeDocument/2006/relationships/tags" Target="../tags/tag139.xml"/><Relationship Id="rId62" Type="http://schemas.openxmlformats.org/officeDocument/2006/relationships/tags" Target="../tags/tag160.xml"/><Relationship Id="rId83" Type="http://schemas.openxmlformats.org/officeDocument/2006/relationships/tags" Target="../tags/tag181.xml"/><Relationship Id="rId88" Type="http://schemas.openxmlformats.org/officeDocument/2006/relationships/tags" Target="../tags/tag18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26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9.xml"/><Relationship Id="rId1" Type="http://schemas.openxmlformats.org/officeDocument/2006/relationships/tags" Target="../tags/tag207.xml"/><Relationship Id="rId5" Type="http://schemas.openxmlformats.org/officeDocument/2006/relationships/image" Target="../media/image40.emf"/><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26" Type="http://schemas.openxmlformats.org/officeDocument/2006/relationships/tags" Target="../tags/tag233.xml"/><Relationship Id="rId21" Type="http://schemas.openxmlformats.org/officeDocument/2006/relationships/tags" Target="../tags/tag228.xml"/><Relationship Id="rId42" Type="http://schemas.openxmlformats.org/officeDocument/2006/relationships/tags" Target="../tags/tag249.xml"/><Relationship Id="rId47" Type="http://schemas.openxmlformats.org/officeDocument/2006/relationships/tags" Target="../tags/tag254.xml"/><Relationship Id="rId63" Type="http://schemas.openxmlformats.org/officeDocument/2006/relationships/tags" Target="../tags/tag270.xml"/><Relationship Id="rId68" Type="http://schemas.openxmlformats.org/officeDocument/2006/relationships/tags" Target="../tags/tag275.xml"/><Relationship Id="rId84" Type="http://schemas.openxmlformats.org/officeDocument/2006/relationships/tags" Target="../tags/tag291.xml"/><Relationship Id="rId16" Type="http://schemas.openxmlformats.org/officeDocument/2006/relationships/tags" Target="../tags/tag223.xml"/><Relationship Id="rId11" Type="http://schemas.openxmlformats.org/officeDocument/2006/relationships/tags" Target="../tags/tag218.xml"/><Relationship Id="rId32" Type="http://schemas.openxmlformats.org/officeDocument/2006/relationships/tags" Target="../tags/tag239.xml"/><Relationship Id="rId37" Type="http://schemas.openxmlformats.org/officeDocument/2006/relationships/tags" Target="../tags/tag244.xml"/><Relationship Id="rId53" Type="http://schemas.openxmlformats.org/officeDocument/2006/relationships/tags" Target="../tags/tag260.xml"/><Relationship Id="rId58" Type="http://schemas.openxmlformats.org/officeDocument/2006/relationships/tags" Target="../tags/tag265.xml"/><Relationship Id="rId74" Type="http://schemas.openxmlformats.org/officeDocument/2006/relationships/tags" Target="../tags/tag281.xml"/><Relationship Id="rId79" Type="http://schemas.openxmlformats.org/officeDocument/2006/relationships/tags" Target="../tags/tag286.xml"/><Relationship Id="rId5" Type="http://schemas.openxmlformats.org/officeDocument/2006/relationships/tags" Target="../tags/tag212.xml"/><Relationship Id="rId19" Type="http://schemas.openxmlformats.org/officeDocument/2006/relationships/tags" Target="../tags/tag226.xml"/><Relationship Id="rId14" Type="http://schemas.openxmlformats.org/officeDocument/2006/relationships/tags" Target="../tags/tag221.xml"/><Relationship Id="rId22" Type="http://schemas.openxmlformats.org/officeDocument/2006/relationships/tags" Target="../tags/tag229.xml"/><Relationship Id="rId27" Type="http://schemas.openxmlformats.org/officeDocument/2006/relationships/tags" Target="../tags/tag234.xml"/><Relationship Id="rId30" Type="http://schemas.openxmlformats.org/officeDocument/2006/relationships/tags" Target="../tags/tag237.xml"/><Relationship Id="rId35" Type="http://schemas.openxmlformats.org/officeDocument/2006/relationships/tags" Target="../tags/tag242.xml"/><Relationship Id="rId43" Type="http://schemas.openxmlformats.org/officeDocument/2006/relationships/tags" Target="../tags/tag250.xml"/><Relationship Id="rId48" Type="http://schemas.openxmlformats.org/officeDocument/2006/relationships/tags" Target="../tags/tag255.xml"/><Relationship Id="rId56" Type="http://schemas.openxmlformats.org/officeDocument/2006/relationships/tags" Target="../tags/tag263.xml"/><Relationship Id="rId64" Type="http://schemas.openxmlformats.org/officeDocument/2006/relationships/tags" Target="../tags/tag271.xml"/><Relationship Id="rId69" Type="http://schemas.openxmlformats.org/officeDocument/2006/relationships/tags" Target="../tags/tag276.xml"/><Relationship Id="rId77" Type="http://schemas.openxmlformats.org/officeDocument/2006/relationships/tags" Target="../tags/tag284.xml"/><Relationship Id="rId8" Type="http://schemas.openxmlformats.org/officeDocument/2006/relationships/tags" Target="../tags/tag215.xml"/><Relationship Id="rId51" Type="http://schemas.openxmlformats.org/officeDocument/2006/relationships/tags" Target="../tags/tag258.xml"/><Relationship Id="rId72" Type="http://schemas.openxmlformats.org/officeDocument/2006/relationships/tags" Target="../tags/tag279.xml"/><Relationship Id="rId80" Type="http://schemas.openxmlformats.org/officeDocument/2006/relationships/tags" Target="../tags/tag287.xml"/><Relationship Id="rId85" Type="http://schemas.openxmlformats.org/officeDocument/2006/relationships/tags" Target="../tags/tag292.xml"/><Relationship Id="rId3" Type="http://schemas.openxmlformats.org/officeDocument/2006/relationships/tags" Target="../tags/tag210.xml"/><Relationship Id="rId12" Type="http://schemas.openxmlformats.org/officeDocument/2006/relationships/tags" Target="../tags/tag219.xml"/><Relationship Id="rId17" Type="http://schemas.openxmlformats.org/officeDocument/2006/relationships/tags" Target="../tags/tag224.xml"/><Relationship Id="rId25" Type="http://schemas.openxmlformats.org/officeDocument/2006/relationships/tags" Target="../tags/tag232.xml"/><Relationship Id="rId33" Type="http://schemas.openxmlformats.org/officeDocument/2006/relationships/tags" Target="../tags/tag240.xml"/><Relationship Id="rId38" Type="http://schemas.openxmlformats.org/officeDocument/2006/relationships/tags" Target="../tags/tag245.xml"/><Relationship Id="rId46" Type="http://schemas.openxmlformats.org/officeDocument/2006/relationships/tags" Target="../tags/tag253.xml"/><Relationship Id="rId59" Type="http://schemas.openxmlformats.org/officeDocument/2006/relationships/tags" Target="../tags/tag266.xml"/><Relationship Id="rId67" Type="http://schemas.openxmlformats.org/officeDocument/2006/relationships/tags" Target="../tags/tag274.xml"/><Relationship Id="rId20" Type="http://schemas.openxmlformats.org/officeDocument/2006/relationships/tags" Target="../tags/tag227.xml"/><Relationship Id="rId41" Type="http://schemas.openxmlformats.org/officeDocument/2006/relationships/tags" Target="../tags/tag248.xml"/><Relationship Id="rId54" Type="http://schemas.openxmlformats.org/officeDocument/2006/relationships/tags" Target="../tags/tag261.xml"/><Relationship Id="rId62" Type="http://schemas.openxmlformats.org/officeDocument/2006/relationships/tags" Target="../tags/tag269.xml"/><Relationship Id="rId70" Type="http://schemas.openxmlformats.org/officeDocument/2006/relationships/tags" Target="../tags/tag277.xml"/><Relationship Id="rId75" Type="http://schemas.openxmlformats.org/officeDocument/2006/relationships/tags" Target="../tags/tag282.xml"/><Relationship Id="rId83" Type="http://schemas.openxmlformats.org/officeDocument/2006/relationships/tags" Target="../tags/tag290.xml"/><Relationship Id="rId88" Type="http://schemas.openxmlformats.org/officeDocument/2006/relationships/notesSlide" Target="../notesSlides/notesSlide13.xml"/><Relationship Id="rId1" Type="http://schemas.openxmlformats.org/officeDocument/2006/relationships/tags" Target="../tags/tag208.xml"/><Relationship Id="rId6" Type="http://schemas.openxmlformats.org/officeDocument/2006/relationships/tags" Target="../tags/tag213.xml"/><Relationship Id="rId15" Type="http://schemas.openxmlformats.org/officeDocument/2006/relationships/tags" Target="../tags/tag222.xml"/><Relationship Id="rId23" Type="http://schemas.openxmlformats.org/officeDocument/2006/relationships/tags" Target="../tags/tag230.xml"/><Relationship Id="rId28" Type="http://schemas.openxmlformats.org/officeDocument/2006/relationships/tags" Target="../tags/tag235.xml"/><Relationship Id="rId36" Type="http://schemas.openxmlformats.org/officeDocument/2006/relationships/tags" Target="../tags/tag243.xml"/><Relationship Id="rId49" Type="http://schemas.openxmlformats.org/officeDocument/2006/relationships/tags" Target="../tags/tag256.xml"/><Relationship Id="rId57" Type="http://schemas.openxmlformats.org/officeDocument/2006/relationships/tags" Target="../tags/tag264.xml"/><Relationship Id="rId10" Type="http://schemas.openxmlformats.org/officeDocument/2006/relationships/tags" Target="../tags/tag217.xml"/><Relationship Id="rId31" Type="http://schemas.openxmlformats.org/officeDocument/2006/relationships/tags" Target="../tags/tag238.xml"/><Relationship Id="rId44" Type="http://schemas.openxmlformats.org/officeDocument/2006/relationships/tags" Target="../tags/tag251.xml"/><Relationship Id="rId52" Type="http://schemas.openxmlformats.org/officeDocument/2006/relationships/tags" Target="../tags/tag259.xml"/><Relationship Id="rId60" Type="http://schemas.openxmlformats.org/officeDocument/2006/relationships/tags" Target="../tags/tag267.xml"/><Relationship Id="rId65" Type="http://schemas.openxmlformats.org/officeDocument/2006/relationships/tags" Target="../tags/tag272.xml"/><Relationship Id="rId73" Type="http://schemas.openxmlformats.org/officeDocument/2006/relationships/tags" Target="../tags/tag280.xml"/><Relationship Id="rId78" Type="http://schemas.openxmlformats.org/officeDocument/2006/relationships/tags" Target="../tags/tag285.xml"/><Relationship Id="rId81" Type="http://schemas.openxmlformats.org/officeDocument/2006/relationships/tags" Target="../tags/tag288.xml"/><Relationship Id="rId86" Type="http://schemas.openxmlformats.org/officeDocument/2006/relationships/tags" Target="../tags/tag293.xml"/><Relationship Id="rId4" Type="http://schemas.openxmlformats.org/officeDocument/2006/relationships/tags" Target="../tags/tag211.xml"/><Relationship Id="rId9" Type="http://schemas.openxmlformats.org/officeDocument/2006/relationships/tags" Target="../tags/tag216.xml"/><Relationship Id="rId13" Type="http://schemas.openxmlformats.org/officeDocument/2006/relationships/tags" Target="../tags/tag220.xml"/><Relationship Id="rId18" Type="http://schemas.openxmlformats.org/officeDocument/2006/relationships/tags" Target="../tags/tag225.xml"/><Relationship Id="rId39" Type="http://schemas.openxmlformats.org/officeDocument/2006/relationships/tags" Target="../tags/tag246.xml"/><Relationship Id="rId34" Type="http://schemas.openxmlformats.org/officeDocument/2006/relationships/tags" Target="../tags/tag241.xml"/><Relationship Id="rId50" Type="http://schemas.openxmlformats.org/officeDocument/2006/relationships/tags" Target="../tags/tag257.xml"/><Relationship Id="rId55" Type="http://schemas.openxmlformats.org/officeDocument/2006/relationships/tags" Target="../tags/tag262.xml"/><Relationship Id="rId76" Type="http://schemas.openxmlformats.org/officeDocument/2006/relationships/tags" Target="../tags/tag283.xml"/><Relationship Id="rId7" Type="http://schemas.openxmlformats.org/officeDocument/2006/relationships/tags" Target="../tags/tag214.xml"/><Relationship Id="rId71" Type="http://schemas.openxmlformats.org/officeDocument/2006/relationships/tags" Target="../tags/tag278.xml"/><Relationship Id="rId2" Type="http://schemas.openxmlformats.org/officeDocument/2006/relationships/tags" Target="../tags/tag209.xml"/><Relationship Id="rId29" Type="http://schemas.openxmlformats.org/officeDocument/2006/relationships/tags" Target="../tags/tag236.xml"/><Relationship Id="rId24" Type="http://schemas.openxmlformats.org/officeDocument/2006/relationships/tags" Target="../tags/tag231.xml"/><Relationship Id="rId40" Type="http://schemas.openxmlformats.org/officeDocument/2006/relationships/tags" Target="../tags/tag247.xml"/><Relationship Id="rId45" Type="http://schemas.openxmlformats.org/officeDocument/2006/relationships/tags" Target="../tags/tag252.xml"/><Relationship Id="rId66" Type="http://schemas.openxmlformats.org/officeDocument/2006/relationships/tags" Target="../tags/tag273.xml"/><Relationship Id="rId87" Type="http://schemas.openxmlformats.org/officeDocument/2006/relationships/slideLayout" Target="../slideLayouts/slideLayout98.xml"/><Relationship Id="rId61" Type="http://schemas.openxmlformats.org/officeDocument/2006/relationships/tags" Target="../tags/tag268.xml"/><Relationship Id="rId82" Type="http://schemas.openxmlformats.org/officeDocument/2006/relationships/tags" Target="../tags/tag28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2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02.xml"/><Relationship Id="rId1" Type="http://schemas.openxmlformats.org/officeDocument/2006/relationships/tags" Target="../tags/tag294.xml"/><Relationship Id="rId5" Type="http://schemas.openxmlformats.org/officeDocument/2006/relationships/image" Target="../media/image40.emf"/><Relationship Id="rId4" Type="http://schemas.openxmlformats.org/officeDocument/2006/relationships/oleObject" Target="../embeddings/oleObject5.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39.xml.rels><?xml version="1.0" encoding="UTF-8" standalone="yes"?>
<Relationships xmlns="http://schemas.openxmlformats.org/package/2006/relationships"><Relationship Id="rId26" Type="http://schemas.openxmlformats.org/officeDocument/2006/relationships/tags" Target="../tags/tag320.xml"/><Relationship Id="rId21" Type="http://schemas.openxmlformats.org/officeDocument/2006/relationships/tags" Target="../tags/tag315.xml"/><Relationship Id="rId42" Type="http://schemas.openxmlformats.org/officeDocument/2006/relationships/tags" Target="../tags/tag336.xml"/><Relationship Id="rId47" Type="http://schemas.openxmlformats.org/officeDocument/2006/relationships/tags" Target="../tags/tag341.xml"/><Relationship Id="rId63" Type="http://schemas.openxmlformats.org/officeDocument/2006/relationships/tags" Target="../tags/tag357.xml"/><Relationship Id="rId68" Type="http://schemas.openxmlformats.org/officeDocument/2006/relationships/tags" Target="../tags/tag362.xml"/><Relationship Id="rId84" Type="http://schemas.openxmlformats.org/officeDocument/2006/relationships/tags" Target="../tags/tag378.xml"/><Relationship Id="rId89" Type="http://schemas.openxmlformats.org/officeDocument/2006/relationships/tags" Target="../tags/tag383.xml"/><Relationship Id="rId16" Type="http://schemas.openxmlformats.org/officeDocument/2006/relationships/tags" Target="../tags/tag310.xml"/><Relationship Id="rId11" Type="http://schemas.openxmlformats.org/officeDocument/2006/relationships/tags" Target="../tags/tag305.xml"/><Relationship Id="rId32" Type="http://schemas.openxmlformats.org/officeDocument/2006/relationships/tags" Target="../tags/tag326.xml"/><Relationship Id="rId37" Type="http://schemas.openxmlformats.org/officeDocument/2006/relationships/tags" Target="../tags/tag331.xml"/><Relationship Id="rId53" Type="http://schemas.openxmlformats.org/officeDocument/2006/relationships/tags" Target="../tags/tag347.xml"/><Relationship Id="rId58" Type="http://schemas.openxmlformats.org/officeDocument/2006/relationships/tags" Target="../tags/tag352.xml"/><Relationship Id="rId74" Type="http://schemas.openxmlformats.org/officeDocument/2006/relationships/tags" Target="../tags/tag368.xml"/><Relationship Id="rId79" Type="http://schemas.openxmlformats.org/officeDocument/2006/relationships/tags" Target="../tags/tag373.xml"/><Relationship Id="rId5" Type="http://schemas.openxmlformats.org/officeDocument/2006/relationships/tags" Target="../tags/tag299.xml"/><Relationship Id="rId90" Type="http://schemas.openxmlformats.org/officeDocument/2006/relationships/tags" Target="../tags/tag384.xml"/><Relationship Id="rId95" Type="http://schemas.openxmlformats.org/officeDocument/2006/relationships/tags" Target="../tags/tag389.xml"/><Relationship Id="rId22" Type="http://schemas.openxmlformats.org/officeDocument/2006/relationships/tags" Target="../tags/tag316.xml"/><Relationship Id="rId27" Type="http://schemas.openxmlformats.org/officeDocument/2006/relationships/tags" Target="../tags/tag321.xml"/><Relationship Id="rId43" Type="http://schemas.openxmlformats.org/officeDocument/2006/relationships/tags" Target="../tags/tag337.xml"/><Relationship Id="rId48" Type="http://schemas.openxmlformats.org/officeDocument/2006/relationships/tags" Target="../tags/tag342.xml"/><Relationship Id="rId64" Type="http://schemas.openxmlformats.org/officeDocument/2006/relationships/tags" Target="../tags/tag358.xml"/><Relationship Id="rId69" Type="http://schemas.openxmlformats.org/officeDocument/2006/relationships/tags" Target="../tags/tag363.xml"/><Relationship Id="rId8" Type="http://schemas.openxmlformats.org/officeDocument/2006/relationships/tags" Target="../tags/tag302.xml"/><Relationship Id="rId51" Type="http://schemas.openxmlformats.org/officeDocument/2006/relationships/tags" Target="../tags/tag345.xml"/><Relationship Id="rId72" Type="http://schemas.openxmlformats.org/officeDocument/2006/relationships/tags" Target="../tags/tag366.xml"/><Relationship Id="rId80" Type="http://schemas.openxmlformats.org/officeDocument/2006/relationships/tags" Target="../tags/tag374.xml"/><Relationship Id="rId85" Type="http://schemas.openxmlformats.org/officeDocument/2006/relationships/tags" Target="../tags/tag379.xml"/><Relationship Id="rId93" Type="http://schemas.openxmlformats.org/officeDocument/2006/relationships/tags" Target="../tags/tag387.xml"/><Relationship Id="rId3" Type="http://schemas.openxmlformats.org/officeDocument/2006/relationships/tags" Target="../tags/tag297.xml"/><Relationship Id="rId12" Type="http://schemas.openxmlformats.org/officeDocument/2006/relationships/tags" Target="../tags/tag306.xml"/><Relationship Id="rId17" Type="http://schemas.openxmlformats.org/officeDocument/2006/relationships/tags" Target="../tags/tag311.xml"/><Relationship Id="rId25" Type="http://schemas.openxmlformats.org/officeDocument/2006/relationships/tags" Target="../tags/tag319.xml"/><Relationship Id="rId33" Type="http://schemas.openxmlformats.org/officeDocument/2006/relationships/tags" Target="../tags/tag327.xml"/><Relationship Id="rId38" Type="http://schemas.openxmlformats.org/officeDocument/2006/relationships/tags" Target="../tags/tag332.xml"/><Relationship Id="rId46" Type="http://schemas.openxmlformats.org/officeDocument/2006/relationships/tags" Target="../tags/tag340.xml"/><Relationship Id="rId59" Type="http://schemas.openxmlformats.org/officeDocument/2006/relationships/tags" Target="../tags/tag353.xml"/><Relationship Id="rId67" Type="http://schemas.openxmlformats.org/officeDocument/2006/relationships/tags" Target="../tags/tag361.xml"/><Relationship Id="rId20" Type="http://schemas.openxmlformats.org/officeDocument/2006/relationships/tags" Target="../tags/tag314.xml"/><Relationship Id="rId41" Type="http://schemas.openxmlformats.org/officeDocument/2006/relationships/tags" Target="../tags/tag335.xml"/><Relationship Id="rId54" Type="http://schemas.openxmlformats.org/officeDocument/2006/relationships/tags" Target="../tags/tag348.xml"/><Relationship Id="rId62" Type="http://schemas.openxmlformats.org/officeDocument/2006/relationships/tags" Target="../tags/tag356.xml"/><Relationship Id="rId70" Type="http://schemas.openxmlformats.org/officeDocument/2006/relationships/tags" Target="../tags/tag364.xml"/><Relationship Id="rId75" Type="http://schemas.openxmlformats.org/officeDocument/2006/relationships/tags" Target="../tags/tag369.xml"/><Relationship Id="rId83" Type="http://schemas.openxmlformats.org/officeDocument/2006/relationships/tags" Target="../tags/tag377.xml"/><Relationship Id="rId88" Type="http://schemas.openxmlformats.org/officeDocument/2006/relationships/tags" Target="../tags/tag382.xml"/><Relationship Id="rId91" Type="http://schemas.openxmlformats.org/officeDocument/2006/relationships/tags" Target="../tags/tag385.xml"/><Relationship Id="rId96" Type="http://schemas.openxmlformats.org/officeDocument/2006/relationships/slideLayout" Target="../slideLayouts/slideLayout98.xml"/><Relationship Id="rId1" Type="http://schemas.openxmlformats.org/officeDocument/2006/relationships/tags" Target="../tags/tag295.xml"/><Relationship Id="rId6" Type="http://schemas.openxmlformats.org/officeDocument/2006/relationships/tags" Target="../tags/tag300.xml"/><Relationship Id="rId15" Type="http://schemas.openxmlformats.org/officeDocument/2006/relationships/tags" Target="../tags/tag309.xml"/><Relationship Id="rId23" Type="http://schemas.openxmlformats.org/officeDocument/2006/relationships/tags" Target="../tags/tag317.xml"/><Relationship Id="rId28" Type="http://schemas.openxmlformats.org/officeDocument/2006/relationships/tags" Target="../tags/tag322.xml"/><Relationship Id="rId36" Type="http://schemas.openxmlformats.org/officeDocument/2006/relationships/tags" Target="../tags/tag330.xml"/><Relationship Id="rId49" Type="http://schemas.openxmlformats.org/officeDocument/2006/relationships/tags" Target="../tags/tag343.xml"/><Relationship Id="rId57" Type="http://schemas.openxmlformats.org/officeDocument/2006/relationships/tags" Target="../tags/tag351.xml"/><Relationship Id="rId10" Type="http://schemas.openxmlformats.org/officeDocument/2006/relationships/tags" Target="../tags/tag304.xml"/><Relationship Id="rId31" Type="http://schemas.openxmlformats.org/officeDocument/2006/relationships/tags" Target="../tags/tag325.xml"/><Relationship Id="rId44" Type="http://schemas.openxmlformats.org/officeDocument/2006/relationships/tags" Target="../tags/tag338.xml"/><Relationship Id="rId52" Type="http://schemas.openxmlformats.org/officeDocument/2006/relationships/tags" Target="../tags/tag346.xml"/><Relationship Id="rId60" Type="http://schemas.openxmlformats.org/officeDocument/2006/relationships/tags" Target="../tags/tag354.xml"/><Relationship Id="rId65" Type="http://schemas.openxmlformats.org/officeDocument/2006/relationships/tags" Target="../tags/tag359.xml"/><Relationship Id="rId73" Type="http://schemas.openxmlformats.org/officeDocument/2006/relationships/tags" Target="../tags/tag367.xml"/><Relationship Id="rId78" Type="http://schemas.openxmlformats.org/officeDocument/2006/relationships/tags" Target="../tags/tag372.xml"/><Relationship Id="rId81" Type="http://schemas.openxmlformats.org/officeDocument/2006/relationships/tags" Target="../tags/tag375.xml"/><Relationship Id="rId86" Type="http://schemas.openxmlformats.org/officeDocument/2006/relationships/tags" Target="../tags/tag380.xml"/><Relationship Id="rId94" Type="http://schemas.openxmlformats.org/officeDocument/2006/relationships/tags" Target="../tags/tag388.xml"/><Relationship Id="rId4" Type="http://schemas.openxmlformats.org/officeDocument/2006/relationships/tags" Target="../tags/tag298.xml"/><Relationship Id="rId9" Type="http://schemas.openxmlformats.org/officeDocument/2006/relationships/tags" Target="../tags/tag303.xml"/><Relationship Id="rId13" Type="http://schemas.openxmlformats.org/officeDocument/2006/relationships/tags" Target="../tags/tag307.xml"/><Relationship Id="rId18" Type="http://schemas.openxmlformats.org/officeDocument/2006/relationships/tags" Target="../tags/tag312.xml"/><Relationship Id="rId39" Type="http://schemas.openxmlformats.org/officeDocument/2006/relationships/tags" Target="../tags/tag333.xml"/><Relationship Id="rId34" Type="http://schemas.openxmlformats.org/officeDocument/2006/relationships/tags" Target="../tags/tag328.xml"/><Relationship Id="rId50" Type="http://schemas.openxmlformats.org/officeDocument/2006/relationships/tags" Target="../tags/tag344.xml"/><Relationship Id="rId55" Type="http://schemas.openxmlformats.org/officeDocument/2006/relationships/tags" Target="../tags/tag349.xml"/><Relationship Id="rId76" Type="http://schemas.openxmlformats.org/officeDocument/2006/relationships/tags" Target="../tags/tag370.xml"/><Relationship Id="rId7" Type="http://schemas.openxmlformats.org/officeDocument/2006/relationships/tags" Target="../tags/tag301.xml"/><Relationship Id="rId71" Type="http://schemas.openxmlformats.org/officeDocument/2006/relationships/tags" Target="../tags/tag365.xml"/><Relationship Id="rId92" Type="http://schemas.openxmlformats.org/officeDocument/2006/relationships/tags" Target="../tags/tag386.xml"/><Relationship Id="rId2" Type="http://schemas.openxmlformats.org/officeDocument/2006/relationships/tags" Target="../tags/tag296.xml"/><Relationship Id="rId29" Type="http://schemas.openxmlformats.org/officeDocument/2006/relationships/tags" Target="../tags/tag323.xml"/><Relationship Id="rId24" Type="http://schemas.openxmlformats.org/officeDocument/2006/relationships/tags" Target="../tags/tag318.xml"/><Relationship Id="rId40" Type="http://schemas.openxmlformats.org/officeDocument/2006/relationships/tags" Target="../tags/tag334.xml"/><Relationship Id="rId45" Type="http://schemas.openxmlformats.org/officeDocument/2006/relationships/tags" Target="../tags/tag339.xml"/><Relationship Id="rId66" Type="http://schemas.openxmlformats.org/officeDocument/2006/relationships/tags" Target="../tags/tag360.xml"/><Relationship Id="rId87" Type="http://schemas.openxmlformats.org/officeDocument/2006/relationships/tags" Target="../tags/tag381.xml"/><Relationship Id="rId61" Type="http://schemas.openxmlformats.org/officeDocument/2006/relationships/tags" Target="../tags/tag355.xml"/><Relationship Id="rId82" Type="http://schemas.openxmlformats.org/officeDocument/2006/relationships/tags" Target="../tags/tag376.xml"/><Relationship Id="rId19" Type="http://schemas.openxmlformats.org/officeDocument/2006/relationships/tags" Target="../tags/tag313.xml"/><Relationship Id="rId14" Type="http://schemas.openxmlformats.org/officeDocument/2006/relationships/tags" Target="../tags/tag308.xml"/><Relationship Id="rId30" Type="http://schemas.openxmlformats.org/officeDocument/2006/relationships/tags" Target="../tags/tag324.xml"/><Relationship Id="rId35" Type="http://schemas.openxmlformats.org/officeDocument/2006/relationships/tags" Target="../tags/tag329.xml"/><Relationship Id="rId56" Type="http://schemas.openxmlformats.org/officeDocument/2006/relationships/tags" Target="../tags/tag350.xml"/><Relationship Id="rId77" Type="http://schemas.openxmlformats.org/officeDocument/2006/relationships/tags" Target="../tags/tag371.xml"/></Relationships>
</file>

<file path=ppt/slides/_rels/slide4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Medical Advisory Panel (MAP) Meeting</a:t>
            </a:r>
            <a:br>
              <a:rPr lang="en-US" sz="3200"/>
            </a:br>
            <a:r>
              <a:rPr lang="en-US" sz="3200"/>
              <a:t>TA CRM Update</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t> 15-Ma</a:t>
            </a:r>
            <a:r>
              <a:rPr lang="en-US" altLang="zh-CN"/>
              <a:t>y</a:t>
            </a:r>
            <a:r>
              <a:rPr lang="en-US"/>
              <a:t>-2025</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r>
              <a:rPr lang="en-US"/>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indent="-180000" algn="l">
              <a:buFont typeface="Arial" panose="020B0604020202020204" pitchFamily="34" charset="0"/>
              <a:buChar char="•"/>
            </a:pPr>
            <a:endParaRPr lang="en-US" sz="1600"/>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wordmark:</a:t>
            </a:r>
          </a:p>
          <a:p>
            <a:pPr marL="144000" indent="-144000">
              <a:lnSpc>
                <a:spcPct val="120000"/>
              </a:lnSpc>
              <a:spcAft>
                <a:spcPts val="600"/>
              </a:spcAft>
              <a:buFont typeface="+mj-lt"/>
              <a:buAutoNum type="arabicPeriod"/>
            </a:pPr>
            <a:r>
              <a:rPr lang="en-US" sz="900">
                <a:solidFill>
                  <a:schemeClr val="tx1"/>
                </a:solidFill>
                <a:effectLst/>
                <a:latin typeface="+mn-lt"/>
              </a:rPr>
              <a:t>Add (e.g. via drag and drop) your wordmark file (in RGB) to this slide (in alignment with our brand governance and architecture guidelines)</a:t>
            </a:r>
          </a:p>
          <a:p>
            <a:pPr marL="144000" indent="-144000">
              <a:lnSpc>
                <a:spcPct val="120000"/>
              </a:lnSpc>
              <a:spcAft>
                <a:spcPts val="600"/>
              </a:spcAft>
              <a:buFont typeface="+mj-lt"/>
              <a:buAutoNum type="arabicPeriod"/>
            </a:pPr>
            <a:r>
              <a:rPr lang="en-US" sz="900">
                <a:solidFill>
                  <a:schemeClr val="tx1"/>
                </a:solidFill>
                <a:effectLst/>
                <a:latin typeface="+mn-lt"/>
              </a:rPr>
              <a:t>Change the size of the wordmark according to the height reference (magenta placeholder)</a:t>
            </a:r>
          </a:p>
          <a:p>
            <a:pPr marL="144000" indent="-144000">
              <a:lnSpc>
                <a:spcPct val="120000"/>
              </a:lnSpc>
              <a:spcAft>
                <a:spcPts val="600"/>
              </a:spcAft>
              <a:buFont typeface="+mj-lt"/>
              <a:buAutoNum type="arabicPeriod"/>
            </a:pPr>
            <a:r>
              <a:rPr lang="en-US" sz="900">
                <a:solidFill>
                  <a:schemeClr val="tx1"/>
                </a:solidFill>
                <a:effectLst/>
                <a:latin typeface="+mn-lt"/>
              </a:rPr>
              <a:t>Select the “guides” in the navigation bar and move the wordmark to the right and top line (orange)</a:t>
            </a:r>
            <a:endParaRPr lang="en-US" sz="900">
              <a:solidFill>
                <a:schemeClr val="tx1"/>
              </a:solidFill>
              <a:latin typeface="+mn-lt"/>
            </a:endParaRP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1922158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73F96-4758-B5B0-FD11-46D1207B5004}"/>
              </a:ext>
            </a:extLst>
          </p:cNvPr>
          <p:cNvSpPr>
            <a:spLocks noGrp="1"/>
          </p:cNvSpPr>
          <p:nvPr>
            <p:ph type="title"/>
          </p:nvPr>
        </p:nvSpPr>
        <p:spPr/>
        <p:txBody>
          <a:bodyPr/>
          <a:lstStyle/>
          <a:p>
            <a:r>
              <a:rPr lang="zh-CN" altLang="en-US"/>
              <a:t>Topics</a:t>
            </a:r>
          </a:p>
        </p:txBody>
      </p:sp>
      <p:sp>
        <p:nvSpPr>
          <p:cNvPr id="3" name="内容占位符 2">
            <a:extLst>
              <a:ext uri="{FF2B5EF4-FFF2-40B4-BE49-F238E27FC236}">
                <a16:creationId xmlns:a16="http://schemas.microsoft.com/office/drawing/2014/main" id="{5E429A0F-0552-AD69-61B4-9FB8BC6C5A53}"/>
              </a:ext>
            </a:extLst>
          </p:cNvPr>
          <p:cNvSpPr>
            <a:spLocks noGrp="1"/>
          </p:cNvSpPr>
          <p:nvPr>
            <p:ph idx="1"/>
          </p:nvPr>
        </p:nvSpPr>
        <p:spPr/>
        <p:txBody>
          <a:bodyPr vert="horz" lIns="0" tIns="0" rIns="0" bIns="0" rtlCol="0" anchor="t">
            <a:noAutofit/>
          </a:bodyPr>
          <a:lstStyle/>
          <a:p>
            <a:pPr marL="342900" indent="-342900">
              <a:buAutoNum type="arabicPeriod"/>
            </a:pPr>
            <a:r>
              <a:rPr lang="zh-CN" altLang="en-US" sz="2000" b="1"/>
              <a:t>Pipeline Key Update</a:t>
            </a:r>
          </a:p>
          <a:p>
            <a:pPr marL="342900" indent="-342900">
              <a:buAutoNum type="arabicPeriod"/>
            </a:pPr>
            <a:r>
              <a:rPr lang="zh-CN" altLang="en-US" sz="2000" b="1"/>
              <a:t>Decisions/Advice Provided by TA-CEC</a:t>
            </a:r>
          </a:p>
          <a:p>
            <a:pPr marL="342900" indent="-342900">
              <a:buAutoNum type="arabicPeriod"/>
            </a:pPr>
            <a:r>
              <a:rPr lang="zh-CN" altLang="en-US" sz="2000" b="1"/>
              <a:t>TA Portfolio Key Update-Late Stage Assets</a:t>
            </a:r>
          </a:p>
          <a:p>
            <a:pPr marL="342900" indent="-342900">
              <a:buAutoNum type="arabicPeriod"/>
            </a:pPr>
            <a:r>
              <a:rPr lang="zh-CN" altLang="en-US" sz="2000" b="1"/>
              <a:t>China Local Data Generation Key Update</a:t>
            </a:r>
          </a:p>
          <a:p>
            <a:pPr marL="342900" indent="-342900">
              <a:buAutoNum type="arabicPeriod"/>
            </a:pPr>
            <a:r>
              <a:rPr lang="zh-CN" altLang="en-US" sz="2000" b="1"/>
              <a:t>TA Portfolio Key Update-Early Assets </a:t>
            </a:r>
          </a:p>
        </p:txBody>
      </p:sp>
      <p:sp>
        <p:nvSpPr>
          <p:cNvPr id="4" name="文本占位符 3">
            <a:extLst>
              <a:ext uri="{FF2B5EF4-FFF2-40B4-BE49-F238E27FC236}">
                <a16:creationId xmlns:a16="http://schemas.microsoft.com/office/drawing/2014/main" id="{CE50AEB7-0193-1B5D-C7F4-C13819C1883C}"/>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2B0E4B7F-7958-BE1F-3C28-88C4546FA755}"/>
              </a:ext>
            </a:extLst>
          </p:cNvPr>
          <p:cNvSpPr>
            <a:spLocks noGrp="1"/>
          </p:cNvSpPr>
          <p:nvPr>
            <p:ph type="ftr" sz="quarter" idx="19"/>
          </p:nvPr>
        </p:nvSpPr>
        <p:spPr/>
        <p:txBody>
          <a:bodyPr/>
          <a:lstStyle/>
          <a:p>
            <a:r>
              <a:rPr lang="en-US" altLang="zh-CN"/>
              <a:t>MAP</a:t>
            </a:r>
            <a:r>
              <a:rPr lang="en-US"/>
              <a:t>|    ONLY FOR INTERNAL USE</a:t>
            </a:r>
          </a:p>
        </p:txBody>
      </p:sp>
      <p:sp>
        <p:nvSpPr>
          <p:cNvPr id="6" name="灯片编号占位符 5">
            <a:extLst>
              <a:ext uri="{FF2B5EF4-FFF2-40B4-BE49-F238E27FC236}">
                <a16:creationId xmlns:a16="http://schemas.microsoft.com/office/drawing/2014/main" id="{A7EE32B7-FF61-22C6-819B-9BADF3F17EA0}"/>
              </a:ext>
            </a:extLst>
          </p:cNvPr>
          <p:cNvSpPr>
            <a:spLocks noGrp="1"/>
          </p:cNvSpPr>
          <p:nvPr>
            <p:ph type="sldNum" sz="quarter" idx="20"/>
          </p:nvPr>
        </p:nvSpPr>
        <p:spPr/>
        <p:txBody>
          <a:bodyPr/>
          <a:lstStyle/>
          <a:p>
            <a:fld id="{DF4E8F9F-5B1F-4F5B-BE49-3245D8C18D9F}" type="slidenum">
              <a:rPr lang="en-US" smtClean="0"/>
              <a:pPr/>
              <a:t>2</a:t>
            </a:fld>
            <a:endParaRPr lang="en-US"/>
          </a:p>
        </p:txBody>
      </p:sp>
    </p:spTree>
    <p:extLst>
      <p:ext uri="{BB962C8B-B14F-4D97-AF65-F5344CB8AC3E}">
        <p14:creationId xmlns:p14="http://schemas.microsoft.com/office/powerpoint/2010/main" val="3903531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6" name="组合 185">
            <a:extLst>
              <a:ext uri="{FF2B5EF4-FFF2-40B4-BE49-F238E27FC236}">
                <a16:creationId xmlns:a16="http://schemas.microsoft.com/office/drawing/2014/main" id="{FBE61848-F63A-D0D0-8D60-6DFB6AC84F83}"/>
              </a:ext>
            </a:extLst>
          </p:cNvPr>
          <p:cNvGrpSpPr/>
          <p:nvPr/>
        </p:nvGrpSpPr>
        <p:grpSpPr>
          <a:xfrm>
            <a:off x="430142" y="2978369"/>
            <a:ext cx="11246797" cy="365838"/>
            <a:chOff x="648000" y="3301200"/>
            <a:chExt cx="11246799" cy="365840"/>
          </a:xfrm>
        </p:grpSpPr>
        <p:sp>
          <p:nvSpPr>
            <p:cNvPr id="187" name="TextBox 398">
              <a:extLst>
                <a:ext uri="{FF2B5EF4-FFF2-40B4-BE49-F238E27FC236}">
                  <a16:creationId xmlns:a16="http://schemas.microsoft.com/office/drawing/2014/main" id="{E534E157-98FE-BD23-E182-5DB27FD89013}"/>
                </a:ext>
              </a:extLst>
            </p:cNvPr>
            <p:cNvSpPr txBox="1"/>
            <p:nvPr/>
          </p:nvSpPr>
          <p:spPr>
            <a:xfrm>
              <a:off x="11221200" y="3301200"/>
              <a:ext cx="673599" cy="342395"/>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Dec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88" name="TextBox 398">
              <a:extLst>
                <a:ext uri="{FF2B5EF4-FFF2-40B4-BE49-F238E27FC236}">
                  <a16:creationId xmlns:a16="http://schemas.microsoft.com/office/drawing/2014/main" id="{065B9756-3DA2-E911-4482-CFF279E3E12B}"/>
                </a:ext>
              </a:extLst>
            </p:cNvPr>
            <p:cNvSpPr txBox="1"/>
            <p:nvPr/>
          </p:nvSpPr>
          <p:spPr>
            <a:xfrm>
              <a:off x="10260000" y="3301200"/>
              <a:ext cx="673599" cy="342395"/>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Nov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89" name="TextBox 398">
              <a:extLst>
                <a:ext uri="{FF2B5EF4-FFF2-40B4-BE49-F238E27FC236}">
                  <a16:creationId xmlns:a16="http://schemas.microsoft.com/office/drawing/2014/main" id="{CB4B9540-7542-DBA7-24C4-69590B8C495C}"/>
                </a:ext>
              </a:extLst>
            </p:cNvPr>
            <p:cNvSpPr txBox="1"/>
            <p:nvPr/>
          </p:nvSpPr>
          <p:spPr>
            <a:xfrm>
              <a:off x="9299482" y="3301200"/>
              <a:ext cx="673599" cy="342395"/>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Oct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0" name="TextBox 398">
              <a:extLst>
                <a:ext uri="{FF2B5EF4-FFF2-40B4-BE49-F238E27FC236}">
                  <a16:creationId xmlns:a16="http://schemas.microsoft.com/office/drawing/2014/main" id="{7C94BAF4-1292-AFC5-796C-423FFE151790}"/>
                </a:ext>
              </a:extLst>
            </p:cNvPr>
            <p:cNvSpPr txBox="1"/>
            <p:nvPr/>
          </p:nvSpPr>
          <p:spPr>
            <a:xfrm>
              <a:off x="8337600" y="3301200"/>
              <a:ext cx="673599" cy="342395"/>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Sep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1" name="TextBox 398">
              <a:extLst>
                <a:ext uri="{FF2B5EF4-FFF2-40B4-BE49-F238E27FC236}">
                  <a16:creationId xmlns:a16="http://schemas.microsoft.com/office/drawing/2014/main" id="{69FC45A7-7679-13DA-E693-F0BA7A47F164}"/>
                </a:ext>
              </a:extLst>
            </p:cNvPr>
            <p:cNvSpPr txBox="1"/>
            <p:nvPr/>
          </p:nvSpPr>
          <p:spPr>
            <a:xfrm>
              <a:off x="7376400" y="3301200"/>
              <a:ext cx="673599" cy="36031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Aug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2" name="TextBox 398">
              <a:extLst>
                <a:ext uri="{FF2B5EF4-FFF2-40B4-BE49-F238E27FC236}">
                  <a16:creationId xmlns:a16="http://schemas.microsoft.com/office/drawing/2014/main" id="{A388836D-6AD8-F96E-BB79-CECE18BFCAF2}"/>
                </a:ext>
              </a:extLst>
            </p:cNvPr>
            <p:cNvSpPr txBox="1"/>
            <p:nvPr/>
          </p:nvSpPr>
          <p:spPr>
            <a:xfrm>
              <a:off x="6415200" y="3301200"/>
              <a:ext cx="673599" cy="360311"/>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Jul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3" name="TextBox 398">
              <a:extLst>
                <a:ext uri="{FF2B5EF4-FFF2-40B4-BE49-F238E27FC236}">
                  <a16:creationId xmlns:a16="http://schemas.microsoft.com/office/drawing/2014/main" id="{95A1DA83-9B8C-1954-3ABD-F537FF3A525A}"/>
                </a:ext>
              </a:extLst>
            </p:cNvPr>
            <p:cNvSpPr txBox="1"/>
            <p:nvPr/>
          </p:nvSpPr>
          <p:spPr>
            <a:xfrm>
              <a:off x="5454000" y="3301200"/>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Jun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4" name="TextBox 398">
              <a:extLst>
                <a:ext uri="{FF2B5EF4-FFF2-40B4-BE49-F238E27FC236}">
                  <a16:creationId xmlns:a16="http://schemas.microsoft.com/office/drawing/2014/main" id="{552761FE-1522-6D1D-A887-566F8F7336A9}"/>
                </a:ext>
              </a:extLst>
            </p:cNvPr>
            <p:cNvSpPr txBox="1"/>
            <p:nvPr/>
          </p:nvSpPr>
          <p:spPr>
            <a:xfrm>
              <a:off x="4492800" y="3301200"/>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May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5" name="TextBox 398">
              <a:extLst>
                <a:ext uri="{FF2B5EF4-FFF2-40B4-BE49-F238E27FC236}">
                  <a16:creationId xmlns:a16="http://schemas.microsoft.com/office/drawing/2014/main" id="{8A85887D-E2AE-F30C-456C-78D0200E8E40}"/>
                </a:ext>
              </a:extLst>
            </p:cNvPr>
            <p:cNvSpPr txBox="1"/>
            <p:nvPr/>
          </p:nvSpPr>
          <p:spPr>
            <a:xfrm>
              <a:off x="3531600" y="3301200"/>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Apr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6" name="TextBox 398">
              <a:extLst>
                <a:ext uri="{FF2B5EF4-FFF2-40B4-BE49-F238E27FC236}">
                  <a16:creationId xmlns:a16="http://schemas.microsoft.com/office/drawing/2014/main" id="{D5746515-F826-2AED-1948-ACEDE3FEFFCE}"/>
                </a:ext>
              </a:extLst>
            </p:cNvPr>
            <p:cNvSpPr txBox="1"/>
            <p:nvPr/>
          </p:nvSpPr>
          <p:spPr>
            <a:xfrm>
              <a:off x="2570400" y="3301200"/>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Mar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7" name="TextBox 398">
              <a:extLst>
                <a:ext uri="{FF2B5EF4-FFF2-40B4-BE49-F238E27FC236}">
                  <a16:creationId xmlns:a16="http://schemas.microsoft.com/office/drawing/2014/main" id="{C58D80B8-981C-0E63-8DE8-82E7A653D298}"/>
                </a:ext>
              </a:extLst>
            </p:cNvPr>
            <p:cNvSpPr txBox="1"/>
            <p:nvPr/>
          </p:nvSpPr>
          <p:spPr>
            <a:xfrm>
              <a:off x="1609200" y="3301200"/>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Feb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98" name="TextBox 398">
              <a:extLst>
                <a:ext uri="{FF2B5EF4-FFF2-40B4-BE49-F238E27FC236}">
                  <a16:creationId xmlns:a16="http://schemas.microsoft.com/office/drawing/2014/main" id="{579FC548-55E3-7608-49C4-E4153E4DBAE7}"/>
                </a:ext>
              </a:extLst>
            </p:cNvPr>
            <p:cNvSpPr txBox="1"/>
            <p:nvPr/>
          </p:nvSpPr>
          <p:spPr>
            <a:xfrm>
              <a:off x="648000" y="3302573"/>
              <a:ext cx="673599" cy="364467"/>
            </a:xfrm>
            <a:prstGeom prst="rect">
              <a:avLst/>
            </a:prstGeom>
            <a:solidFill>
              <a:srgbClr val="FCFDFE"/>
            </a:solidFill>
            <a:ln w="6350">
              <a:noFill/>
              <a:miter lim="800000"/>
            </a:ln>
          </p:spPr>
          <p:txBody>
            <a:bodyPr vert="horz" wrap="none" lIns="0" tIns="0" rIns="0" bIns="0" rtlCol="0" anchor="ctr">
              <a:noAutofit/>
            </a:bodyPr>
            <a:lstStyle/>
            <a:p>
              <a:pPr marL="0" marR="0" lvl="0" indent="0" algn="l" defTabSz="914400" rtl="0" eaLnBrk="1" fontAlgn="auto" latinLnBrk="0" hangingPunct="1">
                <a:lnSpc>
                  <a:spcPct val="100000"/>
                </a:lnSpc>
                <a:spcBef>
                  <a:spcPts val="302"/>
                </a:spcBef>
                <a:spcAft>
                  <a:spcPts val="302"/>
                </a:spcAft>
                <a:buClrTx/>
                <a:buSzTx/>
                <a:buFontTx/>
                <a:buNone/>
                <a:tabLst/>
                <a:defRPr/>
              </a:pPr>
              <a:r>
                <a:rPr kumimoji="0" lang="de-DE" sz="1201" b="0" i="0" u="none" strike="noStrike" kern="1200" cap="none" spc="0" normalizeH="0" baseline="0" noProof="0">
                  <a:ln>
                    <a:noFill/>
                  </a:ln>
                  <a:solidFill>
                    <a:srgbClr val="08312A"/>
                  </a:solidFill>
                  <a:effectLst/>
                  <a:uLnTx/>
                  <a:uFillTx/>
                  <a:latin typeface="Boehringer Forward Text"/>
                  <a:ea typeface="+mn-ea"/>
                  <a:cs typeface="+mn-cs"/>
                </a:rPr>
                <a:t>Jan 2025</a:t>
              </a:r>
              <a:endParaRPr kumimoji="0" lang="en-US" sz="1201" b="0" i="0" u="none" strike="noStrike" kern="1200" cap="none" spc="0" normalizeH="0" baseline="0" noProof="0">
                <a:ln>
                  <a:noFill/>
                </a:ln>
                <a:solidFill>
                  <a:srgbClr val="08312A"/>
                </a:solidFill>
                <a:effectLst/>
                <a:uLnTx/>
                <a:uFillTx/>
                <a:latin typeface="Boehringer Forward Text"/>
                <a:ea typeface="+mn-ea"/>
                <a:cs typeface="+mn-cs"/>
              </a:endParaRPr>
            </a:p>
          </p:txBody>
        </p:sp>
      </p:grpSp>
      <p:sp>
        <p:nvSpPr>
          <p:cNvPr id="2" name="标题 1">
            <a:extLst>
              <a:ext uri="{FF2B5EF4-FFF2-40B4-BE49-F238E27FC236}">
                <a16:creationId xmlns:a16="http://schemas.microsoft.com/office/drawing/2014/main" id="{09A00E61-3881-AC22-D754-5D24A01C143F}"/>
              </a:ext>
            </a:extLst>
          </p:cNvPr>
          <p:cNvSpPr>
            <a:spLocks noGrp="1"/>
          </p:cNvSpPr>
          <p:nvPr>
            <p:ph type="title"/>
          </p:nvPr>
        </p:nvSpPr>
        <p:spPr/>
        <p:txBody>
          <a:bodyPr/>
          <a:lstStyle/>
          <a:p>
            <a:r>
              <a:rPr lang="en-US" altLang="zh-CN"/>
              <a:t>Milestones in 2025</a:t>
            </a:r>
            <a:endParaRPr lang="zh-CN" altLang="en-US"/>
          </a:p>
        </p:txBody>
      </p:sp>
      <p:grpSp>
        <p:nvGrpSpPr>
          <p:cNvPr id="155" name="组合 154">
            <a:extLst>
              <a:ext uri="{FF2B5EF4-FFF2-40B4-BE49-F238E27FC236}">
                <a16:creationId xmlns:a16="http://schemas.microsoft.com/office/drawing/2014/main" id="{6E3289AA-59AD-B82C-08C4-6969E011E3D7}"/>
              </a:ext>
            </a:extLst>
          </p:cNvPr>
          <p:cNvGrpSpPr/>
          <p:nvPr/>
        </p:nvGrpSpPr>
        <p:grpSpPr>
          <a:xfrm>
            <a:off x="5003571" y="552190"/>
            <a:ext cx="4238186" cy="535510"/>
            <a:chOff x="1900034" y="6134541"/>
            <a:chExt cx="4238186" cy="535510"/>
          </a:xfrm>
        </p:grpSpPr>
        <p:grpSp>
          <p:nvGrpSpPr>
            <p:cNvPr id="156" name="组合 155">
              <a:extLst>
                <a:ext uri="{FF2B5EF4-FFF2-40B4-BE49-F238E27FC236}">
                  <a16:creationId xmlns:a16="http://schemas.microsoft.com/office/drawing/2014/main" id="{70115E46-1BFA-5388-C3CB-2C5E88B332C6}"/>
                </a:ext>
              </a:extLst>
            </p:cNvPr>
            <p:cNvGrpSpPr/>
            <p:nvPr/>
          </p:nvGrpSpPr>
          <p:grpSpPr>
            <a:xfrm>
              <a:off x="2285309" y="6475894"/>
              <a:ext cx="2821669" cy="194157"/>
              <a:chOff x="4656231" y="17567140"/>
              <a:chExt cx="2821669" cy="194156"/>
            </a:xfrm>
          </p:grpSpPr>
          <p:grpSp>
            <p:nvGrpSpPr>
              <p:cNvPr id="169" name="Group 146">
                <a:extLst>
                  <a:ext uri="{FF2B5EF4-FFF2-40B4-BE49-F238E27FC236}">
                    <a16:creationId xmlns:a16="http://schemas.microsoft.com/office/drawing/2014/main" id="{E1141580-3A99-FC09-9D98-08851FEEDC85}"/>
                  </a:ext>
                </a:extLst>
              </p:cNvPr>
              <p:cNvGrpSpPr/>
              <p:nvPr/>
            </p:nvGrpSpPr>
            <p:grpSpPr>
              <a:xfrm>
                <a:off x="4656231" y="17567140"/>
                <a:ext cx="1140126" cy="180000"/>
                <a:chOff x="5301740" y="6564953"/>
                <a:chExt cx="1140126" cy="180000"/>
              </a:xfrm>
            </p:grpSpPr>
            <p:sp>
              <p:nvSpPr>
                <p:cNvPr id="178" name="TextBox 147">
                  <a:extLst>
                    <a:ext uri="{FF2B5EF4-FFF2-40B4-BE49-F238E27FC236}">
                      <a16:creationId xmlns:a16="http://schemas.microsoft.com/office/drawing/2014/main" id="{41961DF3-8E49-C7C6-D3B6-0F75C559A200}"/>
                    </a:ext>
                  </a:extLst>
                </p:cNvPr>
                <p:cNvSpPr txBox="1"/>
                <p:nvPr/>
              </p:nvSpPr>
              <p:spPr>
                <a:xfrm>
                  <a:off x="5509249" y="6606240"/>
                  <a:ext cx="932617" cy="91969"/>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798" b="0" i="0" u="none" strike="noStrike" kern="1200" cap="none" spc="0" normalizeH="0" baseline="0" noProof="0">
                      <a:ln>
                        <a:noFill/>
                      </a:ln>
                      <a:solidFill>
                        <a:srgbClr val="08312A"/>
                      </a:solidFill>
                      <a:effectLst/>
                      <a:uLnTx/>
                      <a:uFillTx/>
                      <a:latin typeface="BISans"/>
                      <a:ea typeface="+mn-ea"/>
                      <a:cs typeface="+mn-cs"/>
                    </a:rPr>
                    <a:t>Study start/ read-out</a:t>
                  </a:r>
                </a:p>
              </p:txBody>
            </p:sp>
            <p:grpSp>
              <p:nvGrpSpPr>
                <p:cNvPr id="179" name="Group 148">
                  <a:extLst>
                    <a:ext uri="{FF2B5EF4-FFF2-40B4-BE49-F238E27FC236}">
                      <a16:creationId xmlns:a16="http://schemas.microsoft.com/office/drawing/2014/main" id="{B80CB5E4-B375-8DDC-EE41-839A282E49F7}"/>
                    </a:ext>
                  </a:extLst>
                </p:cNvPr>
                <p:cNvGrpSpPr/>
                <p:nvPr/>
              </p:nvGrpSpPr>
              <p:grpSpPr>
                <a:xfrm>
                  <a:off x="5301740" y="6564953"/>
                  <a:ext cx="180000" cy="180000"/>
                  <a:chOff x="5411047" y="3113464"/>
                  <a:chExt cx="198000" cy="198000"/>
                </a:xfrm>
                <a:noFill/>
              </p:grpSpPr>
              <p:sp>
                <p:nvSpPr>
                  <p:cNvPr id="180" name="Oval 149">
                    <a:extLst>
                      <a:ext uri="{FF2B5EF4-FFF2-40B4-BE49-F238E27FC236}">
                        <a16:creationId xmlns:a16="http://schemas.microsoft.com/office/drawing/2014/main" id="{5164FEA2-8B78-95B0-E8DE-6FE2838E39CD}"/>
                      </a:ext>
                    </a:extLst>
                  </p:cNvPr>
                  <p:cNvSpPr/>
                  <p:nvPr/>
                </p:nvSpPr>
                <p:spPr>
                  <a:xfrm>
                    <a:off x="5411047" y="3113464"/>
                    <a:ext cx="198000" cy="198000"/>
                  </a:xfrm>
                  <a:prstGeom prst="ellipse">
                    <a:avLst/>
                  </a:prstGeom>
                  <a:grp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798" b="0" i="0" u="none" strike="noStrike" kern="1200" cap="none" spc="0" normalizeH="0" baseline="0" noProof="0">
                      <a:ln>
                        <a:noFill/>
                      </a:ln>
                      <a:solidFill>
                        <a:srgbClr val="08312A"/>
                      </a:solidFill>
                      <a:effectLst/>
                      <a:uLnTx/>
                      <a:uFillTx/>
                      <a:latin typeface="BISans"/>
                      <a:ea typeface="+mn-ea"/>
                      <a:cs typeface="+mn-cs"/>
                    </a:endParaRPr>
                  </a:p>
                </p:txBody>
              </p:sp>
              <p:pic>
                <p:nvPicPr>
                  <p:cNvPr id="181" name="Graphic 150" descr="Play outline">
                    <a:extLst>
                      <a:ext uri="{FF2B5EF4-FFF2-40B4-BE49-F238E27FC236}">
                        <a16:creationId xmlns:a16="http://schemas.microsoft.com/office/drawing/2014/main" id="{2273FD41-EC84-30F5-3CB9-CFF7B7722061}"/>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37974" y="3129735"/>
                    <a:ext cx="169716" cy="169715"/>
                  </a:xfrm>
                  <a:prstGeom prst="rect">
                    <a:avLst/>
                  </a:prstGeom>
                </p:spPr>
              </p:pic>
            </p:grpSp>
          </p:grpSp>
          <p:sp>
            <p:nvSpPr>
              <p:cNvPr id="170" name="TextBox 161">
                <a:extLst>
                  <a:ext uri="{FF2B5EF4-FFF2-40B4-BE49-F238E27FC236}">
                    <a16:creationId xmlns:a16="http://schemas.microsoft.com/office/drawing/2014/main" id="{012C0CCE-BD1E-6053-C32F-E8408B3F638B}"/>
                  </a:ext>
                </a:extLst>
              </p:cNvPr>
              <p:cNvSpPr txBox="1"/>
              <p:nvPr/>
            </p:nvSpPr>
            <p:spPr>
              <a:xfrm>
                <a:off x="6937900" y="17604755"/>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798" b="0" i="0" u="none" strike="noStrike" kern="1200" cap="none" spc="0" normalizeH="0" baseline="0" noProof="0">
                    <a:ln>
                      <a:noFill/>
                    </a:ln>
                    <a:solidFill>
                      <a:srgbClr val="08312A"/>
                    </a:solidFill>
                    <a:effectLst/>
                    <a:uLnTx/>
                    <a:uFillTx/>
                    <a:latin typeface="BISans"/>
                    <a:ea typeface="+mn-ea"/>
                    <a:cs typeface="+mn-cs"/>
                  </a:rPr>
                  <a:t>Milestone</a:t>
                </a:r>
              </a:p>
            </p:txBody>
          </p:sp>
          <p:sp>
            <p:nvSpPr>
              <p:cNvPr id="171" name="Oval 162">
                <a:extLst>
                  <a:ext uri="{FF2B5EF4-FFF2-40B4-BE49-F238E27FC236}">
                    <a16:creationId xmlns:a16="http://schemas.microsoft.com/office/drawing/2014/main" id="{1686D77B-B27C-827D-7D6C-F338F6CCB0DB}"/>
                  </a:ext>
                </a:extLst>
              </p:cNvPr>
              <p:cNvSpPr/>
              <p:nvPr/>
            </p:nvSpPr>
            <p:spPr>
              <a:xfrm>
                <a:off x="6730390" y="17581296"/>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ISans"/>
                  <a:ea typeface="+mn-ea"/>
                  <a:cs typeface="+mn-cs"/>
                </a:endParaRPr>
              </a:p>
            </p:txBody>
          </p:sp>
          <p:pic>
            <p:nvPicPr>
              <p:cNvPr id="172" name="Graphic 163" descr="Diamond with solid fill">
                <a:extLst>
                  <a:ext uri="{FF2B5EF4-FFF2-40B4-BE49-F238E27FC236}">
                    <a16:creationId xmlns:a16="http://schemas.microsoft.com/office/drawing/2014/main" id="{ECB7C4F4-B5CF-B922-B627-5B0D9C77A45E}"/>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743247" y="17603387"/>
                <a:ext cx="154286" cy="154286"/>
              </a:xfrm>
              <a:prstGeom prst="rect">
                <a:avLst/>
              </a:prstGeom>
            </p:spPr>
          </p:pic>
          <p:grpSp>
            <p:nvGrpSpPr>
              <p:cNvPr id="173" name="Group 164">
                <a:extLst>
                  <a:ext uri="{FF2B5EF4-FFF2-40B4-BE49-F238E27FC236}">
                    <a16:creationId xmlns:a16="http://schemas.microsoft.com/office/drawing/2014/main" id="{B2EB1221-F0E4-8BD6-540C-37370CDBB569}"/>
                  </a:ext>
                </a:extLst>
              </p:cNvPr>
              <p:cNvGrpSpPr/>
              <p:nvPr/>
            </p:nvGrpSpPr>
            <p:grpSpPr>
              <a:xfrm>
                <a:off x="5886574" y="17567140"/>
                <a:ext cx="747510" cy="180000"/>
                <a:chOff x="6141015" y="6387982"/>
                <a:chExt cx="747510" cy="180000"/>
              </a:xfrm>
            </p:grpSpPr>
            <p:sp>
              <p:nvSpPr>
                <p:cNvPr id="174" name="Oval 303">
                  <a:extLst>
                    <a:ext uri="{FF2B5EF4-FFF2-40B4-BE49-F238E27FC236}">
                      <a16:creationId xmlns:a16="http://schemas.microsoft.com/office/drawing/2014/main" id="{BE36FBBD-1448-0279-FD3E-8F5773BCCDC2}"/>
                    </a:ext>
                  </a:extLst>
                </p:cNvPr>
                <p:cNvSpPr/>
                <p:nvPr/>
              </p:nvSpPr>
              <p:spPr>
                <a:xfrm>
                  <a:off x="6141015" y="6387982"/>
                  <a:ext cx="180000" cy="180000"/>
                </a:xfrm>
                <a:prstGeom prst="ellipse">
                  <a:avLst/>
                </a:prstGeom>
                <a:noFill/>
                <a:ln w="9525" cap="sq">
                  <a:solidFill>
                    <a:srgbClr val="12356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600" b="0" i="0" u="none" strike="noStrike" kern="1200" cap="none" spc="0" normalizeH="0" baseline="0" noProof="0">
                    <a:ln>
                      <a:noFill/>
                    </a:ln>
                    <a:solidFill>
                      <a:srgbClr val="08312A"/>
                    </a:solidFill>
                    <a:effectLst/>
                    <a:uLnTx/>
                    <a:uFillTx/>
                    <a:latin typeface="BISansCond"/>
                    <a:ea typeface="+mn-ea"/>
                    <a:cs typeface="+mn-cs"/>
                  </a:endParaRPr>
                </a:p>
              </p:txBody>
            </p:sp>
            <p:grpSp>
              <p:nvGrpSpPr>
                <p:cNvPr id="175" name="Group 166">
                  <a:extLst>
                    <a:ext uri="{FF2B5EF4-FFF2-40B4-BE49-F238E27FC236}">
                      <a16:creationId xmlns:a16="http://schemas.microsoft.com/office/drawing/2014/main" id="{C6499B74-5D0E-0BF6-3B78-905C2453959D}"/>
                    </a:ext>
                  </a:extLst>
                </p:cNvPr>
                <p:cNvGrpSpPr/>
                <p:nvPr/>
              </p:nvGrpSpPr>
              <p:grpSpPr>
                <a:xfrm>
                  <a:off x="6174848" y="6417201"/>
                  <a:ext cx="713677" cy="117684"/>
                  <a:chOff x="6896208" y="6416465"/>
                  <a:chExt cx="713677" cy="117684"/>
                </a:xfrm>
              </p:grpSpPr>
              <p:sp>
                <p:nvSpPr>
                  <p:cNvPr id="176" name="TextBox 167">
                    <a:extLst>
                      <a:ext uri="{FF2B5EF4-FFF2-40B4-BE49-F238E27FC236}">
                        <a16:creationId xmlns:a16="http://schemas.microsoft.com/office/drawing/2014/main" id="{F79BCFA5-DE5A-4318-B57C-6AB72DC204AA}"/>
                      </a:ext>
                    </a:extLst>
                  </p:cNvPr>
                  <p:cNvSpPr txBox="1"/>
                  <p:nvPr/>
                </p:nvSpPr>
                <p:spPr>
                  <a:xfrm>
                    <a:off x="7069885" y="6416465"/>
                    <a:ext cx="540000" cy="104773"/>
                  </a:xfrm>
                  <a:prstGeom prst="rect">
                    <a:avLst/>
                  </a:prstGeom>
                  <a:noFill/>
                  <a:ln>
                    <a:noFill/>
                  </a:ln>
                </p:spPr>
                <p:txBody>
                  <a:bodyPr spcFirstLastPara="1" wrap="square" lIns="0" tIns="0" rIns="0" bIns="0" anchor="ctr" anchorCtr="0">
                    <a:noAutofit/>
                  </a:bodyPr>
                  <a:lstStyle>
                    <a:defPPr>
                      <a:defRPr lang="en-US"/>
                    </a:defPPr>
                    <a:lvl1pPr marR="0" lvl="0" indent="0">
                      <a:spcBef>
                        <a:spcPts val="0"/>
                      </a:spcBef>
                      <a:spcAft>
                        <a:spcPts val="0"/>
                      </a:spcAft>
                      <a:buClr>
                        <a:schemeClr val="dk1"/>
                      </a:buClr>
                      <a:buSzPts val="800"/>
                      <a:buFont typeface="Arial"/>
                      <a:buNone/>
                      <a:defRPr sz="800">
                        <a:solidFill>
                          <a:srgbClr val="123563"/>
                        </a:solidFill>
                      </a:defRPr>
                    </a:lvl1p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kumimoji="0" lang="en-US" sz="798" b="0" i="0" u="none" strike="noStrike" kern="1200" cap="none" spc="0" normalizeH="0" baseline="0" noProof="0">
                        <a:ln>
                          <a:noFill/>
                        </a:ln>
                        <a:solidFill>
                          <a:srgbClr val="08312A"/>
                        </a:solidFill>
                        <a:effectLst/>
                        <a:uLnTx/>
                        <a:uFillTx/>
                        <a:latin typeface="BISans"/>
                        <a:ea typeface="+mn-ea"/>
                        <a:cs typeface="+mn-cs"/>
                      </a:rPr>
                      <a:t>Termination</a:t>
                    </a:r>
                  </a:p>
                </p:txBody>
              </p:sp>
              <p:sp>
                <p:nvSpPr>
                  <p:cNvPr id="177" name="Freeform 61">
                    <a:extLst>
                      <a:ext uri="{FF2B5EF4-FFF2-40B4-BE49-F238E27FC236}">
                        <a16:creationId xmlns:a16="http://schemas.microsoft.com/office/drawing/2014/main" id="{D2925B14-4DBF-CB14-DAFA-CFADCB22D2E9}"/>
                      </a:ext>
                    </a:extLst>
                  </p:cNvPr>
                  <p:cNvSpPr>
                    <a:spLocks noChangeAspect="1" noEditPoints="1"/>
                  </p:cNvSpPr>
                  <p:nvPr/>
                </p:nvSpPr>
                <p:spPr bwMode="auto">
                  <a:xfrm>
                    <a:off x="6896208" y="6421815"/>
                    <a:ext cx="112334" cy="112334"/>
                  </a:xfrm>
                  <a:custGeom>
                    <a:avLst/>
                    <a:gdLst>
                      <a:gd name="T0" fmla="*/ 100 w 200"/>
                      <a:gd name="T1" fmla="*/ 0 h 200"/>
                      <a:gd name="T2" fmla="*/ 0 w 200"/>
                      <a:gd name="T3" fmla="*/ 100 h 200"/>
                      <a:gd name="T4" fmla="*/ 100 w 200"/>
                      <a:gd name="T5" fmla="*/ 200 h 200"/>
                      <a:gd name="T6" fmla="*/ 200 w 200"/>
                      <a:gd name="T7" fmla="*/ 100 h 200"/>
                      <a:gd name="T8" fmla="*/ 100 w 200"/>
                      <a:gd name="T9" fmla="*/ 0 h 200"/>
                      <a:gd name="T10" fmla="*/ 100 w 200"/>
                      <a:gd name="T11" fmla="*/ 188 h 200"/>
                      <a:gd name="T12" fmla="*/ 12 w 200"/>
                      <a:gd name="T13" fmla="*/ 100 h 200"/>
                      <a:gd name="T14" fmla="*/ 100 w 200"/>
                      <a:gd name="T15" fmla="*/ 13 h 200"/>
                      <a:gd name="T16" fmla="*/ 187 w 200"/>
                      <a:gd name="T17" fmla="*/ 100 h 200"/>
                      <a:gd name="T18" fmla="*/ 100 w 200"/>
                      <a:gd name="T19" fmla="*/ 188 h 200"/>
                      <a:gd name="T20" fmla="*/ 131 w 200"/>
                      <a:gd name="T21" fmla="*/ 60 h 200"/>
                      <a:gd name="T22" fmla="*/ 100 w 200"/>
                      <a:gd name="T23" fmla="*/ 92 h 200"/>
                      <a:gd name="T24" fmla="*/ 69 w 200"/>
                      <a:gd name="T25" fmla="*/ 60 h 200"/>
                      <a:gd name="T26" fmla="*/ 60 w 200"/>
                      <a:gd name="T27" fmla="*/ 69 h 200"/>
                      <a:gd name="T28" fmla="*/ 91 w 200"/>
                      <a:gd name="T29" fmla="*/ 100 h 200"/>
                      <a:gd name="T30" fmla="*/ 60 w 200"/>
                      <a:gd name="T31" fmla="*/ 132 h 200"/>
                      <a:gd name="T32" fmla="*/ 69 w 200"/>
                      <a:gd name="T33" fmla="*/ 140 h 200"/>
                      <a:gd name="T34" fmla="*/ 100 w 200"/>
                      <a:gd name="T35" fmla="*/ 109 h 200"/>
                      <a:gd name="T36" fmla="*/ 131 w 200"/>
                      <a:gd name="T37" fmla="*/ 140 h 200"/>
                      <a:gd name="T38" fmla="*/ 140 w 200"/>
                      <a:gd name="T39" fmla="*/ 132 h 200"/>
                      <a:gd name="T40" fmla="*/ 109 w 200"/>
                      <a:gd name="T41" fmla="*/ 100 h 200"/>
                      <a:gd name="T42" fmla="*/ 140 w 200"/>
                      <a:gd name="T43" fmla="*/ 69 h 200"/>
                      <a:gd name="T44" fmla="*/ 131 w 200"/>
                      <a:gd name="T45" fmla="*/ 6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0" h="200">
                        <a:moveTo>
                          <a:pt x="100" y="0"/>
                        </a:moveTo>
                        <a:cubicBezTo>
                          <a:pt x="45" y="0"/>
                          <a:pt x="0" y="45"/>
                          <a:pt x="0" y="100"/>
                        </a:cubicBezTo>
                        <a:cubicBezTo>
                          <a:pt x="0" y="156"/>
                          <a:pt x="45" y="200"/>
                          <a:pt x="100" y="200"/>
                        </a:cubicBezTo>
                        <a:cubicBezTo>
                          <a:pt x="155" y="200"/>
                          <a:pt x="200" y="156"/>
                          <a:pt x="200" y="100"/>
                        </a:cubicBezTo>
                        <a:cubicBezTo>
                          <a:pt x="200" y="45"/>
                          <a:pt x="155" y="0"/>
                          <a:pt x="100" y="0"/>
                        </a:cubicBezTo>
                        <a:close/>
                        <a:moveTo>
                          <a:pt x="100" y="188"/>
                        </a:moveTo>
                        <a:cubicBezTo>
                          <a:pt x="52" y="188"/>
                          <a:pt x="12" y="149"/>
                          <a:pt x="12" y="100"/>
                        </a:cubicBezTo>
                        <a:cubicBezTo>
                          <a:pt x="12" y="52"/>
                          <a:pt x="52" y="13"/>
                          <a:pt x="100" y="13"/>
                        </a:cubicBezTo>
                        <a:cubicBezTo>
                          <a:pt x="148" y="13"/>
                          <a:pt x="187" y="52"/>
                          <a:pt x="187" y="100"/>
                        </a:cubicBezTo>
                        <a:cubicBezTo>
                          <a:pt x="187" y="149"/>
                          <a:pt x="148" y="188"/>
                          <a:pt x="100" y="188"/>
                        </a:cubicBezTo>
                        <a:close/>
                        <a:moveTo>
                          <a:pt x="131" y="60"/>
                        </a:moveTo>
                        <a:cubicBezTo>
                          <a:pt x="100" y="92"/>
                          <a:pt x="100" y="92"/>
                          <a:pt x="100" y="92"/>
                        </a:cubicBezTo>
                        <a:cubicBezTo>
                          <a:pt x="69" y="60"/>
                          <a:pt x="69" y="60"/>
                          <a:pt x="69" y="60"/>
                        </a:cubicBezTo>
                        <a:cubicBezTo>
                          <a:pt x="60" y="69"/>
                          <a:pt x="60" y="69"/>
                          <a:pt x="60" y="69"/>
                        </a:cubicBezTo>
                        <a:cubicBezTo>
                          <a:pt x="91" y="100"/>
                          <a:pt x="91" y="100"/>
                          <a:pt x="91" y="100"/>
                        </a:cubicBezTo>
                        <a:cubicBezTo>
                          <a:pt x="60" y="132"/>
                          <a:pt x="60" y="132"/>
                          <a:pt x="60" y="132"/>
                        </a:cubicBezTo>
                        <a:cubicBezTo>
                          <a:pt x="69" y="140"/>
                          <a:pt x="69" y="140"/>
                          <a:pt x="69" y="140"/>
                        </a:cubicBezTo>
                        <a:cubicBezTo>
                          <a:pt x="100" y="109"/>
                          <a:pt x="100" y="109"/>
                          <a:pt x="100" y="109"/>
                        </a:cubicBezTo>
                        <a:cubicBezTo>
                          <a:pt x="131" y="140"/>
                          <a:pt x="131" y="140"/>
                          <a:pt x="131" y="140"/>
                        </a:cubicBezTo>
                        <a:cubicBezTo>
                          <a:pt x="140" y="132"/>
                          <a:pt x="140" y="132"/>
                          <a:pt x="140" y="132"/>
                        </a:cubicBezTo>
                        <a:cubicBezTo>
                          <a:pt x="109" y="100"/>
                          <a:pt x="109" y="100"/>
                          <a:pt x="109" y="100"/>
                        </a:cubicBezTo>
                        <a:cubicBezTo>
                          <a:pt x="140" y="69"/>
                          <a:pt x="140" y="69"/>
                          <a:pt x="140" y="69"/>
                        </a:cubicBezTo>
                        <a:lnTo>
                          <a:pt x="131" y="60"/>
                        </a:lnTo>
                        <a:close/>
                      </a:path>
                    </a:pathLst>
                  </a:custGeom>
                  <a:solidFill>
                    <a:srgbClr val="000000"/>
                  </a:solidFill>
                  <a:ln>
                    <a:solidFill>
                      <a:srgbClr val="123563"/>
                    </a:solidFill>
                  </a:ln>
                </p:spPr>
                <p:txBody>
                  <a:bodyPr vert="horz" wrap="square" lIns="78191" tIns="39098" rIns="78191" bIns="3909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98" b="0" i="0" u="none" strike="noStrike" kern="1200" cap="none" spc="0" normalizeH="0" baseline="0" noProof="0">
                      <a:ln>
                        <a:noFill/>
                      </a:ln>
                      <a:solidFill>
                        <a:srgbClr val="08312A"/>
                      </a:solidFill>
                      <a:effectLst/>
                      <a:uLnTx/>
                      <a:uFillTx/>
                      <a:latin typeface="BISansCond"/>
                      <a:ea typeface="+mn-ea"/>
                      <a:cs typeface="+mn-cs"/>
                    </a:endParaRPr>
                  </a:p>
                </p:txBody>
              </p:sp>
            </p:grpSp>
          </p:grpSp>
        </p:grpSp>
        <p:grpSp>
          <p:nvGrpSpPr>
            <p:cNvPr id="157" name="组合 156">
              <a:extLst>
                <a:ext uri="{FF2B5EF4-FFF2-40B4-BE49-F238E27FC236}">
                  <a16:creationId xmlns:a16="http://schemas.microsoft.com/office/drawing/2014/main" id="{58BE959F-1C50-57C8-EE5A-A7F13C8FB426}"/>
                </a:ext>
              </a:extLst>
            </p:cNvPr>
            <p:cNvGrpSpPr/>
            <p:nvPr/>
          </p:nvGrpSpPr>
          <p:grpSpPr>
            <a:xfrm>
              <a:off x="1900034" y="6135684"/>
              <a:ext cx="711178" cy="217176"/>
              <a:chOff x="1804238" y="6283146"/>
              <a:chExt cx="711185" cy="217178"/>
            </a:xfrm>
          </p:grpSpPr>
          <p:sp>
            <p:nvSpPr>
              <p:cNvPr id="167" name="Arrow: Right 53">
                <a:extLst>
                  <a:ext uri="{FF2B5EF4-FFF2-40B4-BE49-F238E27FC236}">
                    <a16:creationId xmlns:a16="http://schemas.microsoft.com/office/drawing/2014/main" id="{0FFA66B4-BD42-9AEE-2CA0-4C257754AF34}"/>
                  </a:ext>
                </a:extLst>
              </p:cNvPr>
              <p:cNvSpPr/>
              <p:nvPr/>
            </p:nvSpPr>
            <p:spPr>
              <a:xfrm flipH="1">
                <a:off x="1804238" y="6337733"/>
                <a:ext cx="108000" cy="108000"/>
              </a:xfrm>
              <a:prstGeom prst="rect">
                <a:avLst/>
              </a:prstGeom>
              <a:solidFill>
                <a:srgbClr val="C73635"/>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68" name="TextBox 21">
                <a:extLst>
                  <a:ext uri="{FF2B5EF4-FFF2-40B4-BE49-F238E27FC236}">
                    <a16:creationId xmlns:a16="http://schemas.microsoft.com/office/drawing/2014/main" id="{D6FEC198-13E9-7E12-AF54-FABB63884872}"/>
                  </a:ext>
                </a:extLst>
              </p:cNvPr>
              <p:cNvSpPr txBox="1"/>
              <p:nvPr/>
            </p:nvSpPr>
            <p:spPr bwMode="gray">
              <a:xfrm>
                <a:off x="2002458" y="6283146"/>
                <a:ext cx="512965" cy="21717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1" u="none" strike="noStrike" kern="1200" cap="none" spc="0" normalizeH="0" baseline="0" noProof="0">
                    <a:ln>
                      <a:noFill/>
                    </a:ln>
                    <a:solidFill>
                      <a:srgbClr val="08312A"/>
                    </a:solidFill>
                    <a:effectLst/>
                    <a:uLnTx/>
                    <a:uFillTx/>
                    <a:latin typeface="Boehringer Forward Text"/>
                    <a:ea typeface="+mn-ea"/>
                    <a:cs typeface="+mn-cs"/>
                  </a:rPr>
                  <a:t>Obesity</a:t>
                </a:r>
                <a:endParaRPr kumimoji="0" lang="zh-CN" altLang="en-US" sz="1100" b="0" i="1" u="none" strike="noStrike" kern="1200" cap="none" spc="0" normalizeH="0" baseline="0" noProof="0">
                  <a:ln>
                    <a:noFill/>
                  </a:ln>
                  <a:solidFill>
                    <a:srgbClr val="08312A"/>
                  </a:solidFill>
                  <a:effectLst/>
                  <a:uLnTx/>
                  <a:uFillTx/>
                  <a:latin typeface="Boehringer Forward Text"/>
                  <a:ea typeface="+mn-ea"/>
                  <a:cs typeface="+mn-cs"/>
                </a:endParaRPr>
              </a:p>
            </p:txBody>
          </p:sp>
        </p:grpSp>
        <p:grpSp>
          <p:nvGrpSpPr>
            <p:cNvPr id="158" name="组合 157">
              <a:extLst>
                <a:ext uri="{FF2B5EF4-FFF2-40B4-BE49-F238E27FC236}">
                  <a16:creationId xmlns:a16="http://schemas.microsoft.com/office/drawing/2014/main" id="{EE452F36-9142-072D-B80A-BAB27F176118}"/>
                </a:ext>
              </a:extLst>
            </p:cNvPr>
            <p:cNvGrpSpPr/>
            <p:nvPr/>
          </p:nvGrpSpPr>
          <p:grpSpPr>
            <a:xfrm>
              <a:off x="2728868" y="6135684"/>
              <a:ext cx="1046207" cy="217176"/>
              <a:chOff x="2993281" y="6283146"/>
              <a:chExt cx="1046207" cy="217178"/>
            </a:xfrm>
          </p:grpSpPr>
          <p:sp>
            <p:nvSpPr>
              <p:cNvPr id="165" name="Arrow: Right 53">
                <a:extLst>
                  <a:ext uri="{FF2B5EF4-FFF2-40B4-BE49-F238E27FC236}">
                    <a16:creationId xmlns:a16="http://schemas.microsoft.com/office/drawing/2014/main" id="{D418B6DE-F0B8-02A6-C5C8-F859212A76D9}"/>
                  </a:ext>
                </a:extLst>
              </p:cNvPr>
              <p:cNvSpPr/>
              <p:nvPr/>
            </p:nvSpPr>
            <p:spPr>
              <a:xfrm flipH="1">
                <a:off x="2993281" y="6337733"/>
                <a:ext cx="108000" cy="108000"/>
              </a:xfrm>
              <a:prstGeom prst="rect">
                <a:avLst/>
              </a:prstGeom>
              <a:solidFill>
                <a:srgbClr val="123563"/>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66" name="TextBox 23">
                <a:extLst>
                  <a:ext uri="{FF2B5EF4-FFF2-40B4-BE49-F238E27FC236}">
                    <a16:creationId xmlns:a16="http://schemas.microsoft.com/office/drawing/2014/main" id="{A8BA2AF7-A88C-E658-07D6-147381DFFDB1}"/>
                  </a:ext>
                </a:extLst>
              </p:cNvPr>
              <p:cNvSpPr txBox="1"/>
              <p:nvPr/>
            </p:nvSpPr>
            <p:spPr bwMode="gray">
              <a:xfrm>
                <a:off x="3191499" y="6283146"/>
                <a:ext cx="847989" cy="21717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1" u="none" strike="noStrike" kern="1200" cap="none" spc="0" normalizeH="0" baseline="0" noProof="0">
                    <a:ln>
                      <a:noFill/>
                    </a:ln>
                    <a:solidFill>
                      <a:srgbClr val="08312A"/>
                    </a:solidFill>
                    <a:effectLst/>
                    <a:uLnTx/>
                    <a:uFillTx/>
                    <a:latin typeface="Boehringer Forward Text"/>
                    <a:ea typeface="+mn-ea"/>
                    <a:cs typeface="+mn-cs"/>
                  </a:rPr>
                  <a:t>Liver disease</a:t>
                </a:r>
                <a:endParaRPr kumimoji="0" lang="zh-CN" altLang="en-US" sz="1100" b="0" i="1" u="none" strike="noStrike" kern="1200" cap="none" spc="0" normalizeH="0" baseline="0" noProof="0">
                  <a:ln>
                    <a:noFill/>
                  </a:ln>
                  <a:solidFill>
                    <a:srgbClr val="08312A"/>
                  </a:solidFill>
                  <a:effectLst/>
                  <a:uLnTx/>
                  <a:uFillTx/>
                  <a:latin typeface="Boehringer Forward Text"/>
                  <a:ea typeface="+mn-ea"/>
                  <a:cs typeface="+mn-cs"/>
                </a:endParaRPr>
              </a:p>
            </p:txBody>
          </p:sp>
        </p:grpSp>
        <p:grpSp>
          <p:nvGrpSpPr>
            <p:cNvPr id="159" name="组合 158">
              <a:extLst>
                <a:ext uri="{FF2B5EF4-FFF2-40B4-BE49-F238E27FC236}">
                  <a16:creationId xmlns:a16="http://schemas.microsoft.com/office/drawing/2014/main" id="{B58CFB42-4818-95F0-AA79-4A1D653E57E4}"/>
                </a:ext>
              </a:extLst>
            </p:cNvPr>
            <p:cNvGrpSpPr/>
            <p:nvPr/>
          </p:nvGrpSpPr>
          <p:grpSpPr>
            <a:xfrm>
              <a:off x="3865377" y="6134541"/>
              <a:ext cx="489963" cy="217176"/>
              <a:chOff x="2993281" y="6283146"/>
              <a:chExt cx="489963" cy="217178"/>
            </a:xfrm>
          </p:grpSpPr>
          <p:sp>
            <p:nvSpPr>
              <p:cNvPr id="163" name="Arrow: Right 53">
                <a:extLst>
                  <a:ext uri="{FF2B5EF4-FFF2-40B4-BE49-F238E27FC236}">
                    <a16:creationId xmlns:a16="http://schemas.microsoft.com/office/drawing/2014/main" id="{46A846C0-9461-2073-2D13-A9F956E95355}"/>
                  </a:ext>
                </a:extLst>
              </p:cNvPr>
              <p:cNvSpPr/>
              <p:nvPr/>
            </p:nvSpPr>
            <p:spPr>
              <a:xfrm flipH="1">
                <a:off x="2993281" y="6337733"/>
                <a:ext cx="108000" cy="108000"/>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64" name="TextBox 23">
                <a:extLst>
                  <a:ext uri="{FF2B5EF4-FFF2-40B4-BE49-F238E27FC236}">
                    <a16:creationId xmlns:a16="http://schemas.microsoft.com/office/drawing/2014/main" id="{7E79046C-DD89-5C89-7619-BD5590839E13}"/>
                  </a:ext>
                </a:extLst>
              </p:cNvPr>
              <p:cNvSpPr txBox="1"/>
              <p:nvPr/>
            </p:nvSpPr>
            <p:spPr bwMode="gray">
              <a:xfrm>
                <a:off x="3191498" y="6283146"/>
                <a:ext cx="291746" cy="217178"/>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1" u="none" strike="noStrike" kern="1200" cap="none" spc="0" normalizeH="0" baseline="0" noProof="0">
                    <a:ln>
                      <a:noFill/>
                    </a:ln>
                    <a:solidFill>
                      <a:srgbClr val="08312A"/>
                    </a:solidFill>
                    <a:effectLst/>
                    <a:uLnTx/>
                    <a:uFillTx/>
                    <a:latin typeface="Boehringer Forward Text"/>
                    <a:ea typeface="+mn-ea"/>
                    <a:cs typeface="+mn-cs"/>
                  </a:rPr>
                  <a:t>CKD</a:t>
                </a:r>
                <a:endParaRPr kumimoji="0" lang="zh-CN" altLang="en-US" sz="1100" b="0" i="1" u="none" strike="noStrike" kern="1200" cap="none" spc="0" normalizeH="0" baseline="0" noProof="0">
                  <a:ln>
                    <a:noFill/>
                  </a:ln>
                  <a:solidFill>
                    <a:srgbClr val="08312A"/>
                  </a:solidFill>
                  <a:effectLst/>
                  <a:uLnTx/>
                  <a:uFillTx/>
                  <a:latin typeface="Boehringer Forward Text"/>
                  <a:ea typeface="+mn-ea"/>
                  <a:cs typeface="+mn-cs"/>
                </a:endParaRPr>
              </a:p>
            </p:txBody>
          </p:sp>
        </p:grpSp>
        <p:grpSp>
          <p:nvGrpSpPr>
            <p:cNvPr id="160" name="组合 159">
              <a:extLst>
                <a:ext uri="{FF2B5EF4-FFF2-40B4-BE49-F238E27FC236}">
                  <a16:creationId xmlns:a16="http://schemas.microsoft.com/office/drawing/2014/main" id="{D6DB215E-BF14-26B1-2B5A-97770D319215}"/>
                </a:ext>
              </a:extLst>
            </p:cNvPr>
            <p:cNvGrpSpPr/>
            <p:nvPr/>
          </p:nvGrpSpPr>
          <p:grpSpPr>
            <a:xfrm>
              <a:off x="4441767" y="6138327"/>
              <a:ext cx="1696453" cy="217175"/>
              <a:chOff x="2993281" y="6265042"/>
              <a:chExt cx="1696453" cy="217177"/>
            </a:xfrm>
          </p:grpSpPr>
          <p:sp>
            <p:nvSpPr>
              <p:cNvPr id="161" name="Arrow: Right 53">
                <a:extLst>
                  <a:ext uri="{FF2B5EF4-FFF2-40B4-BE49-F238E27FC236}">
                    <a16:creationId xmlns:a16="http://schemas.microsoft.com/office/drawing/2014/main" id="{836ACDC0-2342-6C1A-FAF0-8A891BA09032}"/>
                  </a:ext>
                </a:extLst>
              </p:cNvPr>
              <p:cNvSpPr/>
              <p:nvPr/>
            </p:nvSpPr>
            <p:spPr>
              <a:xfrm flipH="1">
                <a:off x="2993281" y="6337733"/>
                <a:ext cx="108000" cy="108000"/>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62" name="TextBox 23">
                <a:extLst>
                  <a:ext uri="{FF2B5EF4-FFF2-40B4-BE49-F238E27FC236}">
                    <a16:creationId xmlns:a16="http://schemas.microsoft.com/office/drawing/2014/main" id="{17192308-F8CC-B805-29E6-AC955A895B96}"/>
                  </a:ext>
                </a:extLst>
              </p:cNvPr>
              <p:cNvSpPr txBox="1"/>
              <p:nvPr/>
            </p:nvSpPr>
            <p:spPr bwMode="gray">
              <a:xfrm>
                <a:off x="3173290" y="6265042"/>
                <a:ext cx="1516444" cy="2171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1" u="none" strike="noStrike" kern="1200" cap="none" spc="0" normalizeH="0" baseline="0" noProof="0">
                    <a:ln>
                      <a:noFill/>
                    </a:ln>
                    <a:solidFill>
                      <a:srgbClr val="08312A"/>
                    </a:solidFill>
                    <a:effectLst/>
                    <a:uLnTx/>
                    <a:uFillTx/>
                    <a:latin typeface="Boehringer Forward Text"/>
                    <a:ea typeface="+mn-ea"/>
                    <a:cs typeface="+mn-cs"/>
                  </a:rPr>
                  <a:t>Cardiovascular disease</a:t>
                </a:r>
                <a:endParaRPr kumimoji="0" lang="zh-CN" altLang="en-US" sz="1100" b="0" i="1" u="none" strike="noStrike" kern="1200" cap="none" spc="0" normalizeH="0" baseline="0" noProof="0">
                  <a:ln>
                    <a:noFill/>
                  </a:ln>
                  <a:solidFill>
                    <a:srgbClr val="08312A"/>
                  </a:solidFill>
                  <a:effectLst/>
                  <a:uLnTx/>
                  <a:uFillTx/>
                  <a:latin typeface="Boehringer Forward Text"/>
                  <a:ea typeface="+mn-ea"/>
                  <a:cs typeface="+mn-cs"/>
                </a:endParaRPr>
              </a:p>
            </p:txBody>
          </p:sp>
        </p:grpSp>
      </p:grpSp>
      <p:cxnSp>
        <p:nvCxnSpPr>
          <p:cNvPr id="183" name="Straight Connector 379">
            <a:extLst>
              <a:ext uri="{FF2B5EF4-FFF2-40B4-BE49-F238E27FC236}">
                <a16:creationId xmlns:a16="http://schemas.microsoft.com/office/drawing/2014/main" id="{5BDEB74D-F223-6E3D-AAA7-46D768FF6956}"/>
              </a:ext>
            </a:extLst>
          </p:cNvPr>
          <p:cNvCxnSpPr>
            <a:cxnSpLocks/>
          </p:cNvCxnSpPr>
          <p:nvPr/>
        </p:nvCxnSpPr>
        <p:spPr>
          <a:xfrm flipV="1">
            <a:off x="6207662" y="3707849"/>
            <a:ext cx="0" cy="648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84" name="Arrow: Right 53">
            <a:extLst>
              <a:ext uri="{FF2B5EF4-FFF2-40B4-BE49-F238E27FC236}">
                <a16:creationId xmlns:a16="http://schemas.microsoft.com/office/drawing/2014/main" id="{B6C3C99B-8E55-7F0C-8BFB-5966061EC82B}"/>
              </a:ext>
            </a:extLst>
          </p:cNvPr>
          <p:cNvSpPr/>
          <p:nvPr/>
        </p:nvSpPr>
        <p:spPr>
          <a:xfrm flipH="1">
            <a:off x="6197376" y="4316435"/>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85" name="Rectangle 373">
            <a:extLst>
              <a:ext uri="{FF2B5EF4-FFF2-40B4-BE49-F238E27FC236}">
                <a16:creationId xmlns:a16="http://schemas.microsoft.com/office/drawing/2014/main" id="{1D14DE40-8F7E-086F-CE1E-4363353610D7}"/>
              </a:ext>
            </a:extLst>
          </p:cNvPr>
          <p:cNvSpPr/>
          <p:nvPr/>
        </p:nvSpPr>
        <p:spPr>
          <a:xfrm flipH="1">
            <a:off x="6197369" y="4446451"/>
            <a:ext cx="844116" cy="642598"/>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fSIV</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CKD</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EASi</a:t>
            </a: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-KIDNEY</a:t>
            </a:r>
          </a:p>
        </p:txBody>
      </p:sp>
      <p:sp>
        <p:nvSpPr>
          <p:cNvPr id="199" name="AutoShape 2">
            <a:extLst>
              <a:ext uri="{FF2B5EF4-FFF2-40B4-BE49-F238E27FC236}">
                <a16:creationId xmlns:a16="http://schemas.microsoft.com/office/drawing/2014/main" id="{287EF3AC-A67A-B8A5-68D7-F8240F46C3AE}"/>
              </a:ext>
            </a:extLst>
          </p:cNvPr>
          <p:cNvSpPr>
            <a:spLocks noChangeArrowheads="1"/>
          </p:cNvSpPr>
          <p:nvPr/>
        </p:nvSpPr>
        <p:spPr bwMode="gray">
          <a:xfrm>
            <a:off x="317628" y="2800816"/>
            <a:ext cx="11520002" cy="215688"/>
          </a:xfrm>
          <a:custGeom>
            <a:avLst/>
            <a:gdLst>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61211 w 10440925"/>
              <a:gd name="connsiteY5" fmla="*/ 99783 h 199566"/>
              <a:gd name="connsiteX6" fmla="*/ 0 w 10440925"/>
              <a:gd name="connsiteY6" fmla="*/ 0 h 199566"/>
              <a:gd name="connsiteX0" fmla="*/ 0 w 10440925"/>
              <a:gd name="connsiteY0" fmla="*/ 0 h 199566"/>
              <a:gd name="connsiteX1" fmla="*/ 10379714 w 10440925"/>
              <a:gd name="connsiteY1" fmla="*/ 0 h 199566"/>
              <a:gd name="connsiteX2" fmla="*/ 10440925 w 10440925"/>
              <a:gd name="connsiteY2" fmla="*/ 99783 h 199566"/>
              <a:gd name="connsiteX3" fmla="*/ 10379714 w 10440925"/>
              <a:gd name="connsiteY3" fmla="*/ 199566 h 199566"/>
              <a:gd name="connsiteX4" fmla="*/ 0 w 10440925"/>
              <a:gd name="connsiteY4" fmla="*/ 199566 h 199566"/>
              <a:gd name="connsiteX5" fmla="*/ 0 w 10440925"/>
              <a:gd name="connsiteY5" fmla="*/ 0 h 199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40925" h="199566">
                <a:moveTo>
                  <a:pt x="0" y="0"/>
                </a:moveTo>
                <a:lnTo>
                  <a:pt x="10379714" y="0"/>
                </a:lnTo>
                <a:lnTo>
                  <a:pt x="10440925" y="99783"/>
                </a:lnTo>
                <a:lnTo>
                  <a:pt x="10379714" y="199566"/>
                </a:lnTo>
                <a:lnTo>
                  <a:pt x="0" y="199566"/>
                </a:lnTo>
                <a:lnTo>
                  <a:pt x="0" y="0"/>
                </a:lnTo>
                <a:close/>
              </a:path>
            </a:pathLst>
          </a:custGeom>
          <a:solidFill>
            <a:schemeClr val="accent1"/>
          </a:solidFill>
          <a:ln>
            <a:noFill/>
          </a:ln>
        </p:spPr>
        <p:style>
          <a:lnRef idx="0">
            <a:schemeClr val="accent1"/>
          </a:lnRef>
          <a:fillRef idx="1">
            <a:schemeClr val="accent1"/>
          </a:fillRef>
          <a:effectRef idx="0">
            <a:schemeClr val="dk1"/>
          </a:effectRef>
          <a:fontRef idx="minor">
            <a:schemeClr val="lt1"/>
          </a:fontRef>
        </p:style>
        <p:txBody>
          <a:bodyPr rot="0" spcFirstLastPara="0" vertOverflow="overflow" horzOverflow="overflow" vert="horz" wrap="square" lIns="0" tIns="45720" rIns="91441" bIns="45720" numCol="1" spcCol="0" rtlCol="0" fromWordArt="0" anchor="ctr" anchorCtr="0" forceAA="0" compatLnSpc="1">
            <a:prstTxWarp prst="textNoShape">
              <a:avLst/>
            </a:prstTxWarp>
            <a:noAutofit/>
          </a:bodyPr>
          <a:lstStyle/>
          <a:p>
            <a:pPr marL="115566" marR="0" lvl="0" indent="0" algn="l" defTabSz="914400" rtl="0" eaLnBrk="0" fontAlgn="base" latinLnBrk="0" hangingPunct="0">
              <a:lnSpc>
                <a:spcPct val="100000"/>
              </a:lnSpc>
              <a:spcBef>
                <a:spcPct val="0"/>
              </a:spcBef>
              <a:spcAft>
                <a:spcPct val="0"/>
              </a:spcAft>
              <a:buClrTx/>
              <a:buSzTx/>
              <a:buFontTx/>
              <a:buNone/>
              <a:tabLst/>
              <a:defRPr/>
            </a:pPr>
            <a:endParaRPr kumimoji="0" lang="en-US" sz="1201" b="1" i="1" u="none" strike="noStrike" kern="1200" cap="none" spc="0" normalizeH="0" baseline="0" noProof="0">
              <a:ln>
                <a:noFill/>
              </a:ln>
              <a:solidFill>
                <a:srgbClr val="08312A"/>
              </a:solidFill>
              <a:effectLst/>
              <a:uLnTx/>
              <a:uFillTx/>
              <a:latin typeface="Boehringer Forward Text"/>
              <a:ea typeface="+mn-ea"/>
              <a:cs typeface="Arial" panose="020B0604020202020204" pitchFamily="34" charset="0"/>
            </a:endParaRPr>
          </a:p>
        </p:txBody>
      </p:sp>
      <p:sp>
        <p:nvSpPr>
          <p:cNvPr id="200" name="TextBox 18">
            <a:extLst>
              <a:ext uri="{FF2B5EF4-FFF2-40B4-BE49-F238E27FC236}">
                <a16:creationId xmlns:a16="http://schemas.microsoft.com/office/drawing/2014/main" id="{DCA0D0DB-5EC9-D422-E1EB-D6F27A5BA4BA}"/>
              </a:ext>
            </a:extLst>
          </p:cNvPr>
          <p:cNvSpPr txBox="1"/>
          <p:nvPr/>
        </p:nvSpPr>
        <p:spPr>
          <a:xfrm>
            <a:off x="194241" y="1357727"/>
            <a:ext cx="986992" cy="577760"/>
          </a:xfrm>
          <a:prstGeom prst="rect">
            <a:avLst/>
          </a:prstGeom>
          <a:solidFill>
            <a:srgbClr val="F2F6FB"/>
          </a:solidFill>
          <a:ln w="6350">
            <a:noFill/>
            <a:miter lim="800000"/>
          </a:ln>
        </p:spPr>
        <p:txBody>
          <a:bodyPr vert="horz" wrap="square" lIns="0" tIns="0" rIns="0" bIns="0" rtlCol="0" anchor="ctr">
            <a:noAutofit/>
          </a:bodyPr>
          <a:lstStyle>
            <a:defPPr>
              <a:defRPr lang="zh-CN"/>
            </a:defPPr>
            <a:lvl1pPr marR="0" lvl="0" indent="0" algn="ctr" fontAlgn="auto">
              <a:lnSpc>
                <a:spcPct val="100000"/>
              </a:lnSpc>
              <a:spcBef>
                <a:spcPts val="300"/>
              </a:spcBef>
              <a:spcAft>
                <a:spcPts val="300"/>
              </a:spcAft>
              <a:buClrTx/>
              <a:buSzTx/>
              <a:buFontTx/>
              <a:buNone/>
              <a:tabLst/>
              <a:defRPr kumimoji="0" sz="1400" b="1" i="1" u="none" strike="noStrike" cap="none" spc="0" normalizeH="0" baseline="0">
                <a:ln>
                  <a:noFill/>
                </a:ln>
                <a:solidFill>
                  <a:srgbClr val="000000"/>
                </a:solidFill>
                <a:effectLst/>
                <a:uLnTx/>
                <a:uFillTx/>
                <a:latin typeface="Boehringer Forward Text"/>
              </a:defRPr>
            </a:lvl1p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3" b="1" i="1" u="none" strike="noStrike" kern="1200" cap="none" spc="0" normalizeH="0" baseline="0" noProof="0">
                <a:ln>
                  <a:noFill/>
                </a:ln>
                <a:solidFill>
                  <a:srgbClr val="08312A"/>
                </a:solidFill>
                <a:effectLst/>
                <a:uLnTx/>
                <a:uFillTx/>
                <a:latin typeface="Boehringer Forward Text"/>
                <a:ea typeface="+mn-ea"/>
                <a:cs typeface="+mn-cs"/>
              </a:rPr>
              <a:t>Global milestones</a:t>
            </a:r>
          </a:p>
        </p:txBody>
      </p:sp>
      <p:sp>
        <p:nvSpPr>
          <p:cNvPr id="201" name="TextBox 19">
            <a:extLst>
              <a:ext uri="{FF2B5EF4-FFF2-40B4-BE49-F238E27FC236}">
                <a16:creationId xmlns:a16="http://schemas.microsoft.com/office/drawing/2014/main" id="{38C52A7C-2FD2-D44D-E85C-5A98B02230EE}"/>
              </a:ext>
            </a:extLst>
          </p:cNvPr>
          <p:cNvSpPr txBox="1"/>
          <p:nvPr/>
        </p:nvSpPr>
        <p:spPr>
          <a:xfrm>
            <a:off x="191362" y="5250837"/>
            <a:ext cx="986992" cy="488969"/>
          </a:xfrm>
          <a:prstGeom prst="rect">
            <a:avLst/>
          </a:prstGeom>
          <a:solidFill>
            <a:srgbClr val="F2F6FB"/>
          </a:solidFill>
          <a:ln w="6350">
            <a:noFill/>
            <a:miter lim="800000"/>
          </a:ln>
        </p:spPr>
        <p:txBody>
          <a:bodyPr vert="horz" wrap="square" lIns="0" tIns="0" rIns="0" bIns="0" rtlCol="0" anchor="ctr">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r>
              <a:rPr kumimoji="0" lang="en-US" altLang="zh-CN" sz="1403" b="1" i="1" u="none" strike="noStrike" kern="1200" cap="none" spc="0" normalizeH="0" baseline="0" noProof="0">
                <a:ln>
                  <a:noFill/>
                </a:ln>
                <a:solidFill>
                  <a:srgbClr val="08312A"/>
                </a:solidFill>
                <a:effectLst/>
                <a:uLnTx/>
                <a:uFillTx/>
                <a:latin typeface="Boehringer Forward Text"/>
                <a:ea typeface="+mn-ea"/>
                <a:cs typeface="+mn-cs"/>
              </a:rPr>
              <a:t>China </a:t>
            </a:r>
            <a:r>
              <a:rPr kumimoji="0" lang="en-US" sz="1403" b="1" i="1" u="none" strike="noStrike" kern="1200" cap="none" spc="0" normalizeH="0" baseline="0" noProof="0">
                <a:ln>
                  <a:noFill/>
                </a:ln>
                <a:solidFill>
                  <a:srgbClr val="08312A"/>
                </a:solidFill>
                <a:effectLst/>
                <a:uLnTx/>
                <a:uFillTx/>
                <a:latin typeface="Boehringer Forward Text"/>
                <a:ea typeface="+mn-ea"/>
                <a:cs typeface="+mn-cs"/>
              </a:rPr>
              <a:t> milestones</a:t>
            </a:r>
          </a:p>
        </p:txBody>
      </p:sp>
      <p:sp>
        <p:nvSpPr>
          <p:cNvPr id="202" name="Rectangle 20">
            <a:extLst>
              <a:ext uri="{FF2B5EF4-FFF2-40B4-BE49-F238E27FC236}">
                <a16:creationId xmlns:a16="http://schemas.microsoft.com/office/drawing/2014/main" id="{E5D6D0B8-87EF-58BC-2453-8B0B2F7FBC3B}"/>
              </a:ext>
            </a:extLst>
          </p:cNvPr>
          <p:cNvSpPr/>
          <p:nvPr/>
        </p:nvSpPr>
        <p:spPr>
          <a:xfrm flipH="1">
            <a:off x="1394041" y="3270070"/>
            <a:ext cx="1226231" cy="328744"/>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ctr"/>
          <a:lstStyle/>
          <a:p>
            <a:pPr marL="0" marR="0" lvl="0" indent="0" algn="l" defTabSz="914400" rtl="0" eaLnBrk="1" fontAlgn="auto" latinLnBrk="0" hangingPunct="1">
              <a:lnSpc>
                <a:spcPct val="80000"/>
              </a:lnSpc>
              <a:spcBef>
                <a:spcPts val="0"/>
              </a:spcBef>
              <a:spcAft>
                <a:spcPts val="0"/>
              </a:spcAft>
              <a:buClrTx/>
              <a:buSzTx/>
              <a:buFontTx/>
              <a:buNone/>
              <a:tabLst/>
              <a:defRPr/>
            </a:pP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203" name="Straight Connector 379">
            <a:extLst>
              <a:ext uri="{FF2B5EF4-FFF2-40B4-BE49-F238E27FC236}">
                <a16:creationId xmlns:a16="http://schemas.microsoft.com/office/drawing/2014/main" id="{8E225242-75DD-50CB-9719-1D4D4FB78CB3}"/>
              </a:ext>
            </a:extLst>
          </p:cNvPr>
          <p:cNvCxnSpPr>
            <a:cxnSpLocks/>
          </p:cNvCxnSpPr>
          <p:nvPr/>
        </p:nvCxnSpPr>
        <p:spPr>
          <a:xfrm flipV="1">
            <a:off x="2366149" y="3210672"/>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04" name="Arrow: Right 53">
            <a:extLst>
              <a:ext uri="{FF2B5EF4-FFF2-40B4-BE49-F238E27FC236}">
                <a16:creationId xmlns:a16="http://schemas.microsoft.com/office/drawing/2014/main" id="{2711EF9E-4395-71F8-6698-8E85E24239CB}"/>
              </a:ext>
            </a:extLst>
          </p:cNvPr>
          <p:cNvSpPr/>
          <p:nvPr/>
        </p:nvSpPr>
        <p:spPr>
          <a:xfrm flipH="1">
            <a:off x="2366156" y="3452616"/>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05" name="Rectangle 373">
            <a:extLst>
              <a:ext uri="{FF2B5EF4-FFF2-40B4-BE49-F238E27FC236}">
                <a16:creationId xmlns:a16="http://schemas.microsoft.com/office/drawing/2014/main" id="{245E4E80-6764-4377-04A5-7EBDCE37FF85}"/>
              </a:ext>
            </a:extLst>
          </p:cNvPr>
          <p:cNvSpPr/>
          <p:nvPr/>
        </p:nvSpPr>
        <p:spPr>
          <a:xfrm flipH="1">
            <a:off x="2366154" y="3560609"/>
            <a:ext cx="846000" cy="645838"/>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HFrEF</a:t>
            </a: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EASi</a:t>
            </a: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-HF Reduced</a:t>
            </a:r>
          </a:p>
        </p:txBody>
      </p:sp>
      <p:grpSp>
        <p:nvGrpSpPr>
          <p:cNvPr id="206" name="Group 65">
            <a:extLst>
              <a:ext uri="{FF2B5EF4-FFF2-40B4-BE49-F238E27FC236}">
                <a16:creationId xmlns:a16="http://schemas.microsoft.com/office/drawing/2014/main" id="{61ECE3DC-3245-69F6-8AF7-E4348EAD5D12}"/>
              </a:ext>
            </a:extLst>
          </p:cNvPr>
          <p:cNvGrpSpPr/>
          <p:nvPr/>
        </p:nvGrpSpPr>
        <p:grpSpPr>
          <a:xfrm>
            <a:off x="1331310" y="2737217"/>
            <a:ext cx="323998" cy="323998"/>
            <a:chOff x="2124108" y="2977434"/>
            <a:chExt cx="324000" cy="324000"/>
          </a:xfrm>
        </p:grpSpPr>
        <p:sp>
          <p:nvSpPr>
            <p:cNvPr id="207" name="Oval 66">
              <a:extLst>
                <a:ext uri="{FF2B5EF4-FFF2-40B4-BE49-F238E27FC236}">
                  <a16:creationId xmlns:a16="http://schemas.microsoft.com/office/drawing/2014/main" id="{D01CAA6E-FDEA-7B81-D980-9A669AC2EDF0}"/>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08" name="Oval 67">
              <a:extLst>
                <a:ext uri="{FF2B5EF4-FFF2-40B4-BE49-F238E27FC236}">
                  <a16:creationId xmlns:a16="http://schemas.microsoft.com/office/drawing/2014/main" id="{7ECA9575-8298-C548-3E1F-25BFB686146B}"/>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09" name="Graphic 68" descr="Diamond with solid fill">
              <a:extLst>
                <a:ext uri="{FF2B5EF4-FFF2-40B4-BE49-F238E27FC236}">
                  <a16:creationId xmlns:a16="http://schemas.microsoft.com/office/drawing/2014/main" id="{F92FBFD5-BC42-EEF5-67F4-AF95BCD340B9}"/>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210" name="Straight Connector 64">
            <a:extLst>
              <a:ext uri="{FF2B5EF4-FFF2-40B4-BE49-F238E27FC236}">
                <a16:creationId xmlns:a16="http://schemas.microsoft.com/office/drawing/2014/main" id="{BD449D73-15B8-2ADE-A306-C3272114EDFC}"/>
              </a:ext>
            </a:extLst>
          </p:cNvPr>
          <p:cNvCxnSpPr>
            <a:cxnSpLocks/>
            <a:endCxn id="9" idx="3"/>
          </p:cNvCxnSpPr>
          <p:nvPr/>
        </p:nvCxnSpPr>
        <p:spPr>
          <a:xfrm flipH="1" flipV="1">
            <a:off x="3284629" y="1751856"/>
            <a:ext cx="7586" cy="1483638"/>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11" name="Rectangle 373">
            <a:extLst>
              <a:ext uri="{FF2B5EF4-FFF2-40B4-BE49-F238E27FC236}">
                <a16:creationId xmlns:a16="http://schemas.microsoft.com/office/drawing/2014/main" id="{820A31E5-FB69-8FA7-0BB7-3FEA4D43BB6D}"/>
              </a:ext>
            </a:extLst>
          </p:cNvPr>
          <p:cNvSpPr/>
          <p:nvPr/>
        </p:nvSpPr>
        <p:spPr>
          <a:xfrm flipH="1">
            <a:off x="3469775" y="2087638"/>
            <a:ext cx="1275937" cy="578906"/>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PoCP</a:t>
            </a: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FSGS</a:t>
            </a:r>
          </a:p>
          <a:p>
            <a:pPr marL="0" marR="0" lvl="0" indent="0" algn="l" defTabSz="914400" rtl="0" eaLnBrk="1" fontAlgn="auto" latinLnBrk="0" hangingPunct="1">
              <a:lnSpc>
                <a:spcPct val="80000"/>
              </a:lnSpc>
              <a:spcBef>
                <a:spcPts val="0"/>
              </a:spcBef>
              <a:spcAft>
                <a:spcPts val="0"/>
              </a:spcAft>
              <a:buClrTx/>
              <a:buSzTx/>
              <a:buFontTx/>
              <a:buNone/>
              <a:tabLst/>
              <a:defRPr/>
            </a:pP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12" name="Arrow: Right 53">
            <a:extLst>
              <a:ext uri="{FF2B5EF4-FFF2-40B4-BE49-F238E27FC236}">
                <a16:creationId xmlns:a16="http://schemas.microsoft.com/office/drawing/2014/main" id="{EA89F350-E35F-1EF5-8F52-F50A7315D1A0}"/>
              </a:ext>
            </a:extLst>
          </p:cNvPr>
          <p:cNvSpPr/>
          <p:nvPr/>
        </p:nvSpPr>
        <p:spPr>
          <a:xfrm flipH="1">
            <a:off x="3292235" y="2107362"/>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213" name="Straight Connector 93">
            <a:extLst>
              <a:ext uri="{FF2B5EF4-FFF2-40B4-BE49-F238E27FC236}">
                <a16:creationId xmlns:a16="http://schemas.microsoft.com/office/drawing/2014/main" id="{B112C7C6-ABAD-2F91-8A43-ABA9FE9A97DA}"/>
              </a:ext>
            </a:extLst>
          </p:cNvPr>
          <p:cNvCxnSpPr>
            <a:cxnSpLocks/>
          </p:cNvCxnSpPr>
          <p:nvPr/>
        </p:nvCxnSpPr>
        <p:spPr>
          <a:xfrm flipV="1">
            <a:off x="1408432" y="2107359"/>
            <a:ext cx="0" cy="61813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14" name="Arrow: Right 53">
            <a:extLst>
              <a:ext uri="{FF2B5EF4-FFF2-40B4-BE49-F238E27FC236}">
                <a16:creationId xmlns:a16="http://schemas.microsoft.com/office/drawing/2014/main" id="{A86D45C6-BEF7-4A0F-9280-DAD144173ADD}"/>
              </a:ext>
            </a:extLst>
          </p:cNvPr>
          <p:cNvSpPr/>
          <p:nvPr/>
        </p:nvSpPr>
        <p:spPr>
          <a:xfrm flipH="1">
            <a:off x="1415418" y="2107362"/>
            <a:ext cx="107999" cy="107999"/>
          </a:xfrm>
          <a:prstGeom prst="rect">
            <a:avLst/>
          </a:prstGeom>
          <a:solidFill>
            <a:srgbClr val="00206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15" name="Rectangle 373">
            <a:extLst>
              <a:ext uri="{FF2B5EF4-FFF2-40B4-BE49-F238E27FC236}">
                <a16:creationId xmlns:a16="http://schemas.microsoft.com/office/drawing/2014/main" id="{068A6B64-236B-34B1-3046-B46086D152F7}"/>
              </a:ext>
            </a:extLst>
          </p:cNvPr>
          <p:cNvSpPr/>
          <p:nvPr/>
        </p:nvSpPr>
        <p:spPr>
          <a:xfrm flipH="1">
            <a:off x="1531134" y="2087642"/>
            <a:ext cx="1197901" cy="506893"/>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PoCP</a:t>
            </a: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 </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BI 3006337</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FGF21/GLP-1</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MASH cF4</a:t>
            </a:r>
          </a:p>
        </p:txBody>
      </p:sp>
      <p:grpSp>
        <p:nvGrpSpPr>
          <p:cNvPr id="216" name="Group 295">
            <a:extLst>
              <a:ext uri="{FF2B5EF4-FFF2-40B4-BE49-F238E27FC236}">
                <a16:creationId xmlns:a16="http://schemas.microsoft.com/office/drawing/2014/main" id="{6C034C77-D842-08F1-E699-0DD68232781C}"/>
              </a:ext>
            </a:extLst>
          </p:cNvPr>
          <p:cNvGrpSpPr/>
          <p:nvPr/>
        </p:nvGrpSpPr>
        <p:grpSpPr>
          <a:xfrm>
            <a:off x="310298" y="2737217"/>
            <a:ext cx="323998" cy="323998"/>
            <a:chOff x="5311199" y="2962865"/>
            <a:chExt cx="324000" cy="324000"/>
          </a:xfrm>
        </p:grpSpPr>
        <p:sp>
          <p:nvSpPr>
            <p:cNvPr id="217" name="Oval 298">
              <a:extLst>
                <a:ext uri="{FF2B5EF4-FFF2-40B4-BE49-F238E27FC236}">
                  <a16:creationId xmlns:a16="http://schemas.microsoft.com/office/drawing/2014/main" id="{4EDA2562-0786-F1EE-A146-2C73A007037D}"/>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218" name="Group 299">
              <a:extLst>
                <a:ext uri="{FF2B5EF4-FFF2-40B4-BE49-F238E27FC236}">
                  <a16:creationId xmlns:a16="http://schemas.microsoft.com/office/drawing/2014/main" id="{CB009DAE-4625-0E8E-B52E-AAC1DE3106D9}"/>
                </a:ext>
              </a:extLst>
            </p:cNvPr>
            <p:cNvGrpSpPr/>
            <p:nvPr/>
          </p:nvGrpSpPr>
          <p:grpSpPr>
            <a:xfrm>
              <a:off x="5373950" y="3024278"/>
              <a:ext cx="198000" cy="198000"/>
              <a:chOff x="5411047" y="3113464"/>
              <a:chExt cx="198000" cy="198000"/>
            </a:xfrm>
          </p:grpSpPr>
          <p:sp>
            <p:nvSpPr>
              <p:cNvPr id="219" name="Oval 304">
                <a:extLst>
                  <a:ext uri="{FF2B5EF4-FFF2-40B4-BE49-F238E27FC236}">
                    <a16:creationId xmlns:a16="http://schemas.microsoft.com/office/drawing/2014/main" id="{7328E2BC-3EF6-485E-8B1F-689354096E09}"/>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20" name="Graphic 305" descr="Play outline">
                <a:extLst>
                  <a:ext uri="{FF2B5EF4-FFF2-40B4-BE49-F238E27FC236}">
                    <a16:creationId xmlns:a16="http://schemas.microsoft.com/office/drawing/2014/main" id="{B9455D57-11C7-F83C-6EED-93565064F8AB}"/>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45462" y="3137223"/>
                <a:ext cx="158314" cy="158314"/>
              </a:xfrm>
              <a:prstGeom prst="rect">
                <a:avLst/>
              </a:prstGeom>
            </p:spPr>
          </p:pic>
        </p:grpSp>
      </p:grpSp>
      <p:cxnSp>
        <p:nvCxnSpPr>
          <p:cNvPr id="221" name="Straight Connector 379">
            <a:extLst>
              <a:ext uri="{FF2B5EF4-FFF2-40B4-BE49-F238E27FC236}">
                <a16:creationId xmlns:a16="http://schemas.microsoft.com/office/drawing/2014/main" id="{233241A1-8BD5-6197-4A49-CF8EAEC1D260}"/>
              </a:ext>
            </a:extLst>
          </p:cNvPr>
          <p:cNvCxnSpPr>
            <a:cxnSpLocks/>
          </p:cNvCxnSpPr>
          <p:nvPr/>
        </p:nvCxnSpPr>
        <p:spPr>
          <a:xfrm flipV="1">
            <a:off x="6211905" y="3125096"/>
            <a:ext cx="0" cy="360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2" name="Arrow: Right 53">
            <a:extLst>
              <a:ext uri="{FF2B5EF4-FFF2-40B4-BE49-F238E27FC236}">
                <a16:creationId xmlns:a16="http://schemas.microsoft.com/office/drawing/2014/main" id="{FE852F41-BB01-DB5D-750C-1D1114D07AC5}"/>
              </a:ext>
            </a:extLst>
          </p:cNvPr>
          <p:cNvSpPr/>
          <p:nvPr/>
        </p:nvSpPr>
        <p:spPr>
          <a:xfrm flipH="1">
            <a:off x="6211911" y="3436087"/>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23" name="Rectangle 373">
            <a:extLst>
              <a:ext uri="{FF2B5EF4-FFF2-40B4-BE49-F238E27FC236}">
                <a16:creationId xmlns:a16="http://schemas.microsoft.com/office/drawing/2014/main" id="{5B96101C-915E-7EE8-771A-274A3D9EE47E}"/>
              </a:ext>
            </a:extLst>
          </p:cNvPr>
          <p:cNvSpPr/>
          <p:nvPr/>
        </p:nvSpPr>
        <p:spPr>
          <a:xfrm flipH="1">
            <a:off x="6211905" y="3561889"/>
            <a:ext cx="859486"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metalyse</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AIS &gt; 4.5hr</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TENACITY</a:t>
            </a:r>
          </a:p>
        </p:txBody>
      </p:sp>
      <p:grpSp>
        <p:nvGrpSpPr>
          <p:cNvPr id="227" name="Group 295">
            <a:extLst>
              <a:ext uri="{FF2B5EF4-FFF2-40B4-BE49-F238E27FC236}">
                <a16:creationId xmlns:a16="http://schemas.microsoft.com/office/drawing/2014/main" id="{CD69DC0B-5AB4-872C-3DF6-3AD1F18AD763}"/>
              </a:ext>
            </a:extLst>
          </p:cNvPr>
          <p:cNvGrpSpPr/>
          <p:nvPr/>
        </p:nvGrpSpPr>
        <p:grpSpPr>
          <a:xfrm>
            <a:off x="2393373" y="2737217"/>
            <a:ext cx="323998" cy="323998"/>
            <a:chOff x="5311199" y="2962865"/>
            <a:chExt cx="324000" cy="324000"/>
          </a:xfrm>
        </p:grpSpPr>
        <p:sp>
          <p:nvSpPr>
            <p:cNvPr id="228" name="Oval 298">
              <a:extLst>
                <a:ext uri="{FF2B5EF4-FFF2-40B4-BE49-F238E27FC236}">
                  <a16:creationId xmlns:a16="http://schemas.microsoft.com/office/drawing/2014/main" id="{C5540103-40BE-C52C-9C03-7FAAF63D8181}"/>
                </a:ext>
              </a:extLst>
            </p:cNvPr>
            <p:cNvSpPr/>
            <p:nvPr/>
          </p:nvSpPr>
          <p:spPr>
            <a:xfrm>
              <a:off x="5311199" y="2962865"/>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grpSp>
          <p:nvGrpSpPr>
            <p:cNvPr id="229" name="Group 299">
              <a:extLst>
                <a:ext uri="{FF2B5EF4-FFF2-40B4-BE49-F238E27FC236}">
                  <a16:creationId xmlns:a16="http://schemas.microsoft.com/office/drawing/2014/main" id="{678AEBA5-E22D-0E48-C049-799E73EE1BBB}"/>
                </a:ext>
              </a:extLst>
            </p:cNvPr>
            <p:cNvGrpSpPr/>
            <p:nvPr/>
          </p:nvGrpSpPr>
          <p:grpSpPr>
            <a:xfrm>
              <a:off x="5373950" y="3024278"/>
              <a:ext cx="198000" cy="198000"/>
              <a:chOff x="5411047" y="3113464"/>
              <a:chExt cx="198000" cy="198000"/>
            </a:xfrm>
          </p:grpSpPr>
          <p:sp>
            <p:nvSpPr>
              <p:cNvPr id="230" name="Oval 304">
                <a:extLst>
                  <a:ext uri="{FF2B5EF4-FFF2-40B4-BE49-F238E27FC236}">
                    <a16:creationId xmlns:a16="http://schemas.microsoft.com/office/drawing/2014/main" id="{4310948D-B176-06D4-9422-8CAF2C1765CE}"/>
                  </a:ext>
                </a:extLst>
              </p:cNvPr>
              <p:cNvSpPr/>
              <p:nvPr/>
            </p:nvSpPr>
            <p:spPr>
              <a:xfrm>
                <a:off x="5411047" y="311346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31" name="Graphic 305" descr="Play outline">
                <a:extLst>
                  <a:ext uri="{FF2B5EF4-FFF2-40B4-BE49-F238E27FC236}">
                    <a16:creationId xmlns:a16="http://schemas.microsoft.com/office/drawing/2014/main" id="{2E698B14-22B9-BD10-ACEB-8F64730196C7}"/>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445462" y="3137223"/>
                <a:ext cx="158314" cy="158314"/>
              </a:xfrm>
              <a:prstGeom prst="rect">
                <a:avLst/>
              </a:prstGeom>
            </p:spPr>
          </p:pic>
        </p:grpSp>
      </p:grpSp>
      <p:grpSp>
        <p:nvGrpSpPr>
          <p:cNvPr id="232" name="Group 65">
            <a:extLst>
              <a:ext uri="{FF2B5EF4-FFF2-40B4-BE49-F238E27FC236}">
                <a16:creationId xmlns:a16="http://schemas.microsoft.com/office/drawing/2014/main" id="{3688E19C-0250-E079-FD1C-046D6098C592}"/>
              </a:ext>
            </a:extLst>
          </p:cNvPr>
          <p:cNvGrpSpPr/>
          <p:nvPr/>
        </p:nvGrpSpPr>
        <p:grpSpPr>
          <a:xfrm>
            <a:off x="5244489" y="2737217"/>
            <a:ext cx="323998" cy="323998"/>
            <a:chOff x="2124108" y="2977434"/>
            <a:chExt cx="324000" cy="324000"/>
          </a:xfrm>
        </p:grpSpPr>
        <p:sp>
          <p:nvSpPr>
            <p:cNvPr id="233" name="Oval 66">
              <a:extLst>
                <a:ext uri="{FF2B5EF4-FFF2-40B4-BE49-F238E27FC236}">
                  <a16:creationId xmlns:a16="http://schemas.microsoft.com/office/drawing/2014/main" id="{70E19620-3241-3981-05A8-D70C1FBD7A3E}"/>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4" name="Oval 67">
              <a:extLst>
                <a:ext uri="{FF2B5EF4-FFF2-40B4-BE49-F238E27FC236}">
                  <a16:creationId xmlns:a16="http://schemas.microsoft.com/office/drawing/2014/main" id="{C6C7AFE4-8BE1-D3B3-91D6-4114218BC99F}"/>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35" name="Graphic 68" descr="Diamond with solid fill">
              <a:extLst>
                <a:ext uri="{FF2B5EF4-FFF2-40B4-BE49-F238E27FC236}">
                  <a16:creationId xmlns:a16="http://schemas.microsoft.com/office/drawing/2014/main" id="{A2F77EAC-FA5C-70F8-DA54-F8F45326E809}"/>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36" name="Group 65">
            <a:extLst>
              <a:ext uri="{FF2B5EF4-FFF2-40B4-BE49-F238E27FC236}">
                <a16:creationId xmlns:a16="http://schemas.microsoft.com/office/drawing/2014/main" id="{CC8652FF-BC64-9B8B-1ED0-F5DEEA3AB7D5}"/>
              </a:ext>
            </a:extLst>
          </p:cNvPr>
          <p:cNvGrpSpPr/>
          <p:nvPr/>
        </p:nvGrpSpPr>
        <p:grpSpPr>
          <a:xfrm>
            <a:off x="6151803" y="2737217"/>
            <a:ext cx="323998" cy="323998"/>
            <a:chOff x="2124108" y="2977434"/>
            <a:chExt cx="324000" cy="324000"/>
          </a:xfrm>
        </p:grpSpPr>
        <p:sp>
          <p:nvSpPr>
            <p:cNvPr id="237" name="Oval 66">
              <a:extLst>
                <a:ext uri="{FF2B5EF4-FFF2-40B4-BE49-F238E27FC236}">
                  <a16:creationId xmlns:a16="http://schemas.microsoft.com/office/drawing/2014/main" id="{42A69772-7922-D177-4B53-AD5C6BF19B6F}"/>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38" name="Oval 67">
              <a:extLst>
                <a:ext uri="{FF2B5EF4-FFF2-40B4-BE49-F238E27FC236}">
                  <a16:creationId xmlns:a16="http://schemas.microsoft.com/office/drawing/2014/main" id="{BEC4E55A-3922-FFCC-CE84-109988B5AD86}"/>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39" name="Graphic 68" descr="Diamond with solid fill">
              <a:extLst>
                <a:ext uri="{FF2B5EF4-FFF2-40B4-BE49-F238E27FC236}">
                  <a16:creationId xmlns:a16="http://schemas.microsoft.com/office/drawing/2014/main" id="{B4A34192-F45D-72B3-C3DC-70C99B337C6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40" name="Group 65">
            <a:extLst>
              <a:ext uri="{FF2B5EF4-FFF2-40B4-BE49-F238E27FC236}">
                <a16:creationId xmlns:a16="http://schemas.microsoft.com/office/drawing/2014/main" id="{EF36FC39-4623-9E2C-DFEF-C12340B793C6}"/>
              </a:ext>
            </a:extLst>
          </p:cNvPr>
          <p:cNvGrpSpPr/>
          <p:nvPr/>
        </p:nvGrpSpPr>
        <p:grpSpPr>
          <a:xfrm>
            <a:off x="7118474" y="2737217"/>
            <a:ext cx="323998" cy="323998"/>
            <a:chOff x="2124108" y="2977434"/>
            <a:chExt cx="324000" cy="324000"/>
          </a:xfrm>
        </p:grpSpPr>
        <p:sp>
          <p:nvSpPr>
            <p:cNvPr id="241" name="Oval 66">
              <a:extLst>
                <a:ext uri="{FF2B5EF4-FFF2-40B4-BE49-F238E27FC236}">
                  <a16:creationId xmlns:a16="http://schemas.microsoft.com/office/drawing/2014/main" id="{451DA21E-1E86-1826-983A-6ACCF46E4B4A}"/>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42" name="Oval 67">
              <a:extLst>
                <a:ext uri="{FF2B5EF4-FFF2-40B4-BE49-F238E27FC236}">
                  <a16:creationId xmlns:a16="http://schemas.microsoft.com/office/drawing/2014/main" id="{B1DF518D-A803-C52B-CD1C-31A903176E3E}"/>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43" name="Graphic 68" descr="Diamond with solid fill">
              <a:extLst>
                <a:ext uri="{FF2B5EF4-FFF2-40B4-BE49-F238E27FC236}">
                  <a16:creationId xmlns:a16="http://schemas.microsoft.com/office/drawing/2014/main" id="{3C290637-538E-F85A-FE14-E32982524227}"/>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44" name="Group 65">
            <a:extLst>
              <a:ext uri="{FF2B5EF4-FFF2-40B4-BE49-F238E27FC236}">
                <a16:creationId xmlns:a16="http://schemas.microsoft.com/office/drawing/2014/main" id="{F24A5EC8-08B3-FD30-96E6-336ED49598ED}"/>
              </a:ext>
            </a:extLst>
          </p:cNvPr>
          <p:cNvGrpSpPr/>
          <p:nvPr/>
        </p:nvGrpSpPr>
        <p:grpSpPr>
          <a:xfrm>
            <a:off x="10042779" y="2737217"/>
            <a:ext cx="323998" cy="323998"/>
            <a:chOff x="2124108" y="2977434"/>
            <a:chExt cx="324000" cy="324000"/>
          </a:xfrm>
        </p:grpSpPr>
        <p:sp>
          <p:nvSpPr>
            <p:cNvPr id="245" name="Oval 66">
              <a:extLst>
                <a:ext uri="{FF2B5EF4-FFF2-40B4-BE49-F238E27FC236}">
                  <a16:creationId xmlns:a16="http://schemas.microsoft.com/office/drawing/2014/main" id="{2D274F36-EEE1-78F9-E7E5-CE770A107D5B}"/>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46" name="Oval 67">
              <a:extLst>
                <a:ext uri="{FF2B5EF4-FFF2-40B4-BE49-F238E27FC236}">
                  <a16:creationId xmlns:a16="http://schemas.microsoft.com/office/drawing/2014/main" id="{4897B3EB-7435-54FE-51DD-7ADA472F5A79}"/>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47" name="Graphic 68" descr="Diamond with solid fill">
              <a:extLst>
                <a:ext uri="{FF2B5EF4-FFF2-40B4-BE49-F238E27FC236}">
                  <a16:creationId xmlns:a16="http://schemas.microsoft.com/office/drawing/2014/main" id="{F7429D00-E751-96A1-B097-CBE2FB679148}"/>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48" name="Group 65">
            <a:extLst>
              <a:ext uri="{FF2B5EF4-FFF2-40B4-BE49-F238E27FC236}">
                <a16:creationId xmlns:a16="http://schemas.microsoft.com/office/drawing/2014/main" id="{A0A9277E-B305-62DF-3D50-A016800465F4}"/>
              </a:ext>
            </a:extLst>
          </p:cNvPr>
          <p:cNvGrpSpPr/>
          <p:nvPr/>
        </p:nvGrpSpPr>
        <p:grpSpPr>
          <a:xfrm>
            <a:off x="10985319" y="2737217"/>
            <a:ext cx="323998" cy="323998"/>
            <a:chOff x="2124108" y="2977434"/>
            <a:chExt cx="324000" cy="324000"/>
          </a:xfrm>
        </p:grpSpPr>
        <p:sp>
          <p:nvSpPr>
            <p:cNvPr id="249" name="Oval 66">
              <a:extLst>
                <a:ext uri="{FF2B5EF4-FFF2-40B4-BE49-F238E27FC236}">
                  <a16:creationId xmlns:a16="http://schemas.microsoft.com/office/drawing/2014/main" id="{F633D70E-D0D1-9215-CF6C-DDE7D9F5AF3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50" name="Oval 67">
              <a:extLst>
                <a:ext uri="{FF2B5EF4-FFF2-40B4-BE49-F238E27FC236}">
                  <a16:creationId xmlns:a16="http://schemas.microsoft.com/office/drawing/2014/main" id="{6DF3E20F-3BDA-5150-B823-746C0E5116CC}"/>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51" name="Graphic 68" descr="Diamond with solid fill">
              <a:extLst>
                <a:ext uri="{FF2B5EF4-FFF2-40B4-BE49-F238E27FC236}">
                  <a16:creationId xmlns:a16="http://schemas.microsoft.com/office/drawing/2014/main" id="{7D0FB6E2-21E3-CA8A-6383-E8F24507DFF3}"/>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sp>
        <p:nvSpPr>
          <p:cNvPr id="252" name="Rectangle 373">
            <a:extLst>
              <a:ext uri="{FF2B5EF4-FFF2-40B4-BE49-F238E27FC236}">
                <a16:creationId xmlns:a16="http://schemas.microsoft.com/office/drawing/2014/main" id="{95420CCD-5FF9-E9AD-A070-FC1AA9393C43}"/>
              </a:ext>
            </a:extLst>
          </p:cNvPr>
          <p:cNvSpPr/>
          <p:nvPr/>
        </p:nvSpPr>
        <p:spPr>
          <a:xfrm flipH="1">
            <a:off x="5440626" y="2065393"/>
            <a:ext cx="1429308" cy="691345"/>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tIns="45720" rIns="35998" bIns="4572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RoFD</a:t>
            </a:r>
            <a:br>
              <a:rPr kumimoji="0" lang="en-US" sz="1004" b="0" i="0" u="none" strike="noStrike" kern="1200" cap="none" spc="0" normalizeH="0" baseline="0" noProof="0">
                <a:ln>
                  <a:noFill/>
                </a:ln>
                <a:solidFill>
                  <a:srgbClr val="08312A"/>
                </a:solidFill>
                <a:effectLst/>
                <a:uLnTx/>
                <a:uFillTx/>
                <a:latin typeface="Boehringer Forward Text"/>
                <a:ea typeface="+mn-ea"/>
                <a:cs typeface="+mn-cs"/>
              </a:rPr>
            </a:b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Avenciguat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GN</a:t>
            </a:r>
          </a:p>
        </p:txBody>
      </p:sp>
      <p:sp>
        <p:nvSpPr>
          <p:cNvPr id="253" name="Arrow: Right 53">
            <a:extLst>
              <a:ext uri="{FF2B5EF4-FFF2-40B4-BE49-F238E27FC236}">
                <a16:creationId xmlns:a16="http://schemas.microsoft.com/office/drawing/2014/main" id="{27DCC5DE-34C2-3F3C-7164-7670040227D8}"/>
              </a:ext>
            </a:extLst>
          </p:cNvPr>
          <p:cNvSpPr/>
          <p:nvPr/>
        </p:nvSpPr>
        <p:spPr>
          <a:xfrm flipH="1">
            <a:off x="5265568" y="2108872"/>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54" name="Rectangle 373">
            <a:extLst>
              <a:ext uri="{FF2B5EF4-FFF2-40B4-BE49-F238E27FC236}">
                <a16:creationId xmlns:a16="http://schemas.microsoft.com/office/drawing/2014/main" id="{F0A61251-218F-9E3C-C145-678EF1FCB26E}"/>
              </a:ext>
            </a:extLst>
          </p:cNvPr>
          <p:cNvSpPr/>
          <p:nvPr/>
        </p:nvSpPr>
        <p:spPr>
          <a:xfrm flipH="1">
            <a:off x="7160725" y="3561889"/>
            <a:ext cx="828002"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avenciguat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GN</a:t>
            </a:r>
            <a:endPar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1366-0015</a:t>
            </a:r>
          </a:p>
        </p:txBody>
      </p:sp>
      <p:sp>
        <p:nvSpPr>
          <p:cNvPr id="255" name="Arrow: Right 53">
            <a:extLst>
              <a:ext uri="{FF2B5EF4-FFF2-40B4-BE49-F238E27FC236}">
                <a16:creationId xmlns:a16="http://schemas.microsoft.com/office/drawing/2014/main" id="{2D952080-7103-0015-F0FB-63BD25BCF64C}"/>
              </a:ext>
            </a:extLst>
          </p:cNvPr>
          <p:cNvSpPr/>
          <p:nvPr/>
        </p:nvSpPr>
        <p:spPr>
          <a:xfrm flipH="1">
            <a:off x="7160725" y="3436087"/>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256" name="Straight Connector 379">
            <a:extLst>
              <a:ext uri="{FF2B5EF4-FFF2-40B4-BE49-F238E27FC236}">
                <a16:creationId xmlns:a16="http://schemas.microsoft.com/office/drawing/2014/main" id="{042DB6BA-75FA-2696-A335-5DCDAB21BC99}"/>
              </a:ext>
            </a:extLst>
          </p:cNvPr>
          <p:cNvCxnSpPr>
            <a:cxnSpLocks/>
          </p:cNvCxnSpPr>
          <p:nvPr/>
        </p:nvCxnSpPr>
        <p:spPr>
          <a:xfrm flipV="1">
            <a:off x="7160715" y="3169347"/>
            <a:ext cx="0" cy="360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257" name="Straight Connector 93">
            <a:extLst>
              <a:ext uri="{FF2B5EF4-FFF2-40B4-BE49-F238E27FC236}">
                <a16:creationId xmlns:a16="http://schemas.microsoft.com/office/drawing/2014/main" id="{CEDE91BA-31D0-AFD3-382E-C235E5277F82}"/>
              </a:ext>
            </a:extLst>
          </p:cNvPr>
          <p:cNvCxnSpPr>
            <a:cxnSpLocks/>
          </p:cNvCxnSpPr>
          <p:nvPr/>
        </p:nvCxnSpPr>
        <p:spPr>
          <a:xfrm flipV="1">
            <a:off x="9160522" y="2107359"/>
            <a:ext cx="0" cy="61813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58" name="Arrow: Right 53">
            <a:extLst>
              <a:ext uri="{FF2B5EF4-FFF2-40B4-BE49-F238E27FC236}">
                <a16:creationId xmlns:a16="http://schemas.microsoft.com/office/drawing/2014/main" id="{10520E98-AC31-F0A3-F0D9-DE40F84E7CDC}"/>
              </a:ext>
            </a:extLst>
          </p:cNvPr>
          <p:cNvSpPr/>
          <p:nvPr/>
        </p:nvSpPr>
        <p:spPr>
          <a:xfrm flipH="1">
            <a:off x="9167508" y="2107362"/>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59" name="Rectangle 373">
            <a:extLst>
              <a:ext uri="{FF2B5EF4-FFF2-40B4-BE49-F238E27FC236}">
                <a16:creationId xmlns:a16="http://schemas.microsoft.com/office/drawing/2014/main" id="{CF8A1810-CA54-CBC9-60C7-EC0BF4CE3699}"/>
              </a:ext>
            </a:extLst>
          </p:cNvPr>
          <p:cNvSpPr/>
          <p:nvPr/>
        </p:nvSpPr>
        <p:spPr>
          <a:xfrm flipH="1">
            <a:off x="9283224" y="2087642"/>
            <a:ext cx="1197901" cy="506893"/>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PoCP</a:t>
            </a: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 </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BI 765845</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MYDGF</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STEMI</a:t>
            </a:r>
          </a:p>
        </p:txBody>
      </p:sp>
      <p:cxnSp>
        <p:nvCxnSpPr>
          <p:cNvPr id="260" name="Straight Connector 93">
            <a:extLst>
              <a:ext uri="{FF2B5EF4-FFF2-40B4-BE49-F238E27FC236}">
                <a16:creationId xmlns:a16="http://schemas.microsoft.com/office/drawing/2014/main" id="{0C0C9357-47F1-43DF-2840-876881F84A0B}"/>
              </a:ext>
            </a:extLst>
          </p:cNvPr>
          <p:cNvCxnSpPr>
            <a:cxnSpLocks/>
          </p:cNvCxnSpPr>
          <p:nvPr/>
        </p:nvCxnSpPr>
        <p:spPr>
          <a:xfrm flipV="1">
            <a:off x="11090910" y="2107359"/>
            <a:ext cx="0" cy="61813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1" name="Arrow: Right 53">
            <a:extLst>
              <a:ext uri="{FF2B5EF4-FFF2-40B4-BE49-F238E27FC236}">
                <a16:creationId xmlns:a16="http://schemas.microsoft.com/office/drawing/2014/main" id="{3D0618B8-DF19-FBFA-C86E-CA794EB77377}"/>
              </a:ext>
            </a:extLst>
          </p:cNvPr>
          <p:cNvSpPr/>
          <p:nvPr/>
        </p:nvSpPr>
        <p:spPr>
          <a:xfrm flipH="1">
            <a:off x="11097900" y="2107362"/>
            <a:ext cx="81139" cy="107999"/>
          </a:xfrm>
          <a:prstGeom prst="rect">
            <a:avLst/>
          </a:prstGeom>
          <a:solidFill>
            <a:srgbClr val="C0000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62" name="Rectangle 373">
            <a:extLst>
              <a:ext uri="{FF2B5EF4-FFF2-40B4-BE49-F238E27FC236}">
                <a16:creationId xmlns:a16="http://schemas.microsoft.com/office/drawing/2014/main" id="{93315556-0CC7-A021-F63D-1DDA6E6EB7E7}"/>
              </a:ext>
            </a:extLst>
          </p:cNvPr>
          <p:cNvSpPr/>
          <p:nvPr/>
        </p:nvSpPr>
        <p:spPr>
          <a:xfrm flipH="1">
            <a:off x="11213616" y="2087642"/>
            <a:ext cx="900003" cy="506893"/>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PoCP</a:t>
            </a: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 </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BI 3034701</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GGY2R</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obesity</a:t>
            </a:r>
          </a:p>
        </p:txBody>
      </p:sp>
      <p:grpSp>
        <p:nvGrpSpPr>
          <p:cNvPr id="263" name="Group 65">
            <a:extLst>
              <a:ext uri="{FF2B5EF4-FFF2-40B4-BE49-F238E27FC236}">
                <a16:creationId xmlns:a16="http://schemas.microsoft.com/office/drawing/2014/main" id="{C1496EF7-6E51-1EF5-65DE-75069DA2563E}"/>
              </a:ext>
            </a:extLst>
          </p:cNvPr>
          <p:cNvGrpSpPr/>
          <p:nvPr/>
        </p:nvGrpSpPr>
        <p:grpSpPr>
          <a:xfrm>
            <a:off x="2076543" y="2741567"/>
            <a:ext cx="323998" cy="323998"/>
            <a:chOff x="2124108" y="2977434"/>
            <a:chExt cx="324000" cy="324000"/>
          </a:xfrm>
        </p:grpSpPr>
        <p:sp>
          <p:nvSpPr>
            <p:cNvPr id="264" name="Oval 66">
              <a:extLst>
                <a:ext uri="{FF2B5EF4-FFF2-40B4-BE49-F238E27FC236}">
                  <a16:creationId xmlns:a16="http://schemas.microsoft.com/office/drawing/2014/main" id="{C85221A8-97E3-4A06-A749-9FF63242F898}"/>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65" name="Oval 67">
              <a:extLst>
                <a:ext uri="{FF2B5EF4-FFF2-40B4-BE49-F238E27FC236}">
                  <a16:creationId xmlns:a16="http://schemas.microsoft.com/office/drawing/2014/main" id="{8909D52B-0D98-EC98-58C4-CD794C884BB4}"/>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66" name="Graphic 68" descr="Diamond with solid fill">
              <a:extLst>
                <a:ext uri="{FF2B5EF4-FFF2-40B4-BE49-F238E27FC236}">
                  <a16:creationId xmlns:a16="http://schemas.microsoft.com/office/drawing/2014/main" id="{D37675D3-B494-3C62-8954-824A9445927D}"/>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270" name="Straight Connector 379">
            <a:extLst>
              <a:ext uri="{FF2B5EF4-FFF2-40B4-BE49-F238E27FC236}">
                <a16:creationId xmlns:a16="http://schemas.microsoft.com/office/drawing/2014/main" id="{D737B390-F5FC-0996-EA23-6497C775C76F}"/>
              </a:ext>
            </a:extLst>
          </p:cNvPr>
          <p:cNvCxnSpPr>
            <a:cxnSpLocks/>
          </p:cNvCxnSpPr>
          <p:nvPr/>
        </p:nvCxnSpPr>
        <p:spPr>
          <a:xfrm flipV="1">
            <a:off x="9144458" y="3221952"/>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71" name="Arrow: Right 53">
            <a:extLst>
              <a:ext uri="{FF2B5EF4-FFF2-40B4-BE49-F238E27FC236}">
                <a16:creationId xmlns:a16="http://schemas.microsoft.com/office/drawing/2014/main" id="{BF18DE37-B75D-6275-7670-3C4F17083B18}"/>
              </a:ext>
            </a:extLst>
          </p:cNvPr>
          <p:cNvSpPr/>
          <p:nvPr/>
        </p:nvSpPr>
        <p:spPr>
          <a:xfrm flipH="1">
            <a:off x="9144465" y="3436087"/>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72" name="Rectangle 373">
            <a:extLst>
              <a:ext uri="{FF2B5EF4-FFF2-40B4-BE49-F238E27FC236}">
                <a16:creationId xmlns:a16="http://schemas.microsoft.com/office/drawing/2014/main" id="{2F1EC0BC-BAC5-C5C5-461C-CA558C8DDEFB}"/>
              </a:ext>
            </a:extLst>
          </p:cNvPr>
          <p:cNvSpPr/>
          <p:nvPr/>
        </p:nvSpPr>
        <p:spPr>
          <a:xfrm flipH="1">
            <a:off x="9144460" y="3561890"/>
            <a:ext cx="941927"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FSGS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1434-0017</a:t>
            </a:r>
          </a:p>
        </p:txBody>
      </p:sp>
      <p:grpSp>
        <p:nvGrpSpPr>
          <p:cNvPr id="273" name="Group 65">
            <a:extLst>
              <a:ext uri="{FF2B5EF4-FFF2-40B4-BE49-F238E27FC236}">
                <a16:creationId xmlns:a16="http://schemas.microsoft.com/office/drawing/2014/main" id="{390D3E1A-CCB4-362F-5AF9-0B8EFE4AC76D}"/>
              </a:ext>
            </a:extLst>
          </p:cNvPr>
          <p:cNvGrpSpPr/>
          <p:nvPr/>
        </p:nvGrpSpPr>
        <p:grpSpPr>
          <a:xfrm>
            <a:off x="3263416" y="2736952"/>
            <a:ext cx="323998" cy="323998"/>
            <a:chOff x="2124108" y="2977434"/>
            <a:chExt cx="324000" cy="324000"/>
          </a:xfrm>
        </p:grpSpPr>
        <p:sp>
          <p:nvSpPr>
            <p:cNvPr id="274" name="Oval 66">
              <a:extLst>
                <a:ext uri="{FF2B5EF4-FFF2-40B4-BE49-F238E27FC236}">
                  <a16:creationId xmlns:a16="http://schemas.microsoft.com/office/drawing/2014/main" id="{5EF7C1F0-6A06-F7CD-B0C8-44103E43CCB5}"/>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75" name="Oval 67">
              <a:extLst>
                <a:ext uri="{FF2B5EF4-FFF2-40B4-BE49-F238E27FC236}">
                  <a16:creationId xmlns:a16="http://schemas.microsoft.com/office/drawing/2014/main" id="{BE8C71D2-2592-874E-5757-A7545E1ACC95}"/>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76" name="Graphic 68" descr="Diamond with solid fill">
              <a:extLst>
                <a:ext uri="{FF2B5EF4-FFF2-40B4-BE49-F238E27FC236}">
                  <a16:creationId xmlns:a16="http://schemas.microsoft.com/office/drawing/2014/main" id="{3B14BA5E-E844-9B43-F285-0E6F383EC288}"/>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77" name="Group 65">
            <a:extLst>
              <a:ext uri="{FF2B5EF4-FFF2-40B4-BE49-F238E27FC236}">
                <a16:creationId xmlns:a16="http://schemas.microsoft.com/office/drawing/2014/main" id="{6AF17FCF-8A85-E6EA-16AC-B71F8A0540E3}"/>
              </a:ext>
            </a:extLst>
          </p:cNvPr>
          <p:cNvGrpSpPr/>
          <p:nvPr/>
        </p:nvGrpSpPr>
        <p:grpSpPr>
          <a:xfrm>
            <a:off x="8111387" y="2732597"/>
            <a:ext cx="323998" cy="323998"/>
            <a:chOff x="2124108" y="2977434"/>
            <a:chExt cx="324000" cy="324000"/>
          </a:xfrm>
        </p:grpSpPr>
        <p:sp>
          <p:nvSpPr>
            <p:cNvPr id="278" name="Oval 66">
              <a:extLst>
                <a:ext uri="{FF2B5EF4-FFF2-40B4-BE49-F238E27FC236}">
                  <a16:creationId xmlns:a16="http://schemas.microsoft.com/office/drawing/2014/main" id="{876FACAB-DE88-E03C-6587-B69BAAD11866}"/>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79" name="Oval 67">
              <a:extLst>
                <a:ext uri="{FF2B5EF4-FFF2-40B4-BE49-F238E27FC236}">
                  <a16:creationId xmlns:a16="http://schemas.microsoft.com/office/drawing/2014/main" id="{864C39AD-26C9-599A-6449-C2541C30C02F}"/>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80" name="Graphic 68" descr="Diamond with solid fill">
              <a:extLst>
                <a:ext uri="{FF2B5EF4-FFF2-40B4-BE49-F238E27FC236}">
                  <a16:creationId xmlns:a16="http://schemas.microsoft.com/office/drawing/2014/main" id="{8F29E4D9-13B6-1A37-1FA6-0B799F34F5FD}"/>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grpSp>
        <p:nvGrpSpPr>
          <p:cNvPr id="281" name="Group 65">
            <a:extLst>
              <a:ext uri="{FF2B5EF4-FFF2-40B4-BE49-F238E27FC236}">
                <a16:creationId xmlns:a16="http://schemas.microsoft.com/office/drawing/2014/main" id="{44420E94-D672-F18E-61FC-652AFFB8B7B3}"/>
              </a:ext>
            </a:extLst>
          </p:cNvPr>
          <p:cNvGrpSpPr/>
          <p:nvPr/>
        </p:nvGrpSpPr>
        <p:grpSpPr>
          <a:xfrm>
            <a:off x="9058114" y="2737212"/>
            <a:ext cx="323998" cy="323998"/>
            <a:chOff x="2124108" y="2977434"/>
            <a:chExt cx="324000" cy="324000"/>
          </a:xfrm>
        </p:grpSpPr>
        <p:sp>
          <p:nvSpPr>
            <p:cNvPr id="282" name="Oval 66">
              <a:extLst>
                <a:ext uri="{FF2B5EF4-FFF2-40B4-BE49-F238E27FC236}">
                  <a16:creationId xmlns:a16="http://schemas.microsoft.com/office/drawing/2014/main" id="{4337FE6A-72A5-F3E4-B915-D41C58D06F6D}"/>
                </a:ext>
              </a:extLst>
            </p:cNvPr>
            <p:cNvSpPr/>
            <p:nvPr/>
          </p:nvSpPr>
          <p:spPr>
            <a:xfrm>
              <a:off x="2124108" y="2977434"/>
              <a:ext cx="324000" cy="324000"/>
            </a:xfrm>
            <a:prstGeom prst="ellipse">
              <a:avLst/>
            </a:prstGeom>
            <a:solidFill>
              <a:schemeClr val="bg1"/>
            </a:solidFill>
            <a:ln w="1270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83" name="Oval 67">
              <a:extLst>
                <a:ext uri="{FF2B5EF4-FFF2-40B4-BE49-F238E27FC236}">
                  <a16:creationId xmlns:a16="http://schemas.microsoft.com/office/drawing/2014/main" id="{205B38F4-5721-BF94-B256-19D44756841F}"/>
                </a:ext>
              </a:extLst>
            </p:cNvPr>
            <p:cNvSpPr/>
            <p:nvPr/>
          </p:nvSpPr>
          <p:spPr>
            <a:xfrm>
              <a:off x="2187108" y="3040434"/>
              <a:ext cx="198000" cy="198000"/>
            </a:xfrm>
            <a:prstGeom prst="ellipse">
              <a:avLst/>
            </a:prstGeom>
            <a:solidFill>
              <a:schemeClr val="bg1"/>
            </a:solidFill>
            <a:ln w="12700" cap="sq">
              <a:solidFill>
                <a:srgbClr val="00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1" tIns="45720" rIns="91441"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1403"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84" name="Graphic 68" descr="Diamond with solid fill">
              <a:extLst>
                <a:ext uri="{FF2B5EF4-FFF2-40B4-BE49-F238E27FC236}">
                  <a16:creationId xmlns:a16="http://schemas.microsoft.com/office/drawing/2014/main" id="{411EEEF3-6D65-52AD-AA00-81FB7E165335}"/>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206951" y="3060277"/>
              <a:ext cx="158314" cy="158314"/>
            </a:xfrm>
            <a:prstGeom prst="rect">
              <a:avLst/>
            </a:prstGeom>
          </p:spPr>
        </p:pic>
      </p:grpSp>
      <p:cxnSp>
        <p:nvCxnSpPr>
          <p:cNvPr id="285" name="Straight Connector 379">
            <a:extLst>
              <a:ext uri="{FF2B5EF4-FFF2-40B4-BE49-F238E27FC236}">
                <a16:creationId xmlns:a16="http://schemas.microsoft.com/office/drawing/2014/main" id="{BE0EBA4E-19A3-A750-358B-FD4B1402F5F4}"/>
              </a:ext>
            </a:extLst>
          </p:cNvPr>
          <p:cNvCxnSpPr>
            <a:cxnSpLocks/>
          </p:cNvCxnSpPr>
          <p:nvPr/>
        </p:nvCxnSpPr>
        <p:spPr>
          <a:xfrm flipV="1">
            <a:off x="2381528" y="3668724"/>
            <a:ext cx="0" cy="648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86" name="Arrow: Right 53">
            <a:extLst>
              <a:ext uri="{FF2B5EF4-FFF2-40B4-BE49-F238E27FC236}">
                <a16:creationId xmlns:a16="http://schemas.microsoft.com/office/drawing/2014/main" id="{ADBA70BD-612A-22D2-0A0E-2365F731A82A}"/>
              </a:ext>
            </a:extLst>
          </p:cNvPr>
          <p:cNvSpPr/>
          <p:nvPr/>
        </p:nvSpPr>
        <p:spPr>
          <a:xfrm flipH="1">
            <a:off x="2381535" y="4316435"/>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87" name="Rectangle 373">
            <a:extLst>
              <a:ext uri="{FF2B5EF4-FFF2-40B4-BE49-F238E27FC236}">
                <a16:creationId xmlns:a16="http://schemas.microsoft.com/office/drawing/2014/main" id="{993E3E82-BC01-E107-D94F-991A8BA2A175}"/>
              </a:ext>
            </a:extLst>
          </p:cNvPr>
          <p:cNvSpPr/>
          <p:nvPr/>
        </p:nvSpPr>
        <p:spPr>
          <a:xfrm flipH="1">
            <a:off x="2381528" y="4446451"/>
            <a:ext cx="846000"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CKD </a:t>
            </a:r>
            <a:r>
              <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rPr>
              <a:t>(</a:t>
            </a:r>
            <a:r>
              <a:rPr kumimoji="0" lang="en-US" altLang="zh-CN" sz="798" b="0" i="0" u="none" strike="noStrike" kern="1200" cap="none" spc="0" normalizeH="0" baseline="0" noProof="0" err="1">
                <a:ln>
                  <a:noFill/>
                </a:ln>
                <a:solidFill>
                  <a:srgbClr val="08312A"/>
                </a:solidFill>
                <a:effectLst/>
                <a:uLnTx/>
                <a:uFillTx/>
                <a:latin typeface="Boehringer Forward Text"/>
                <a:ea typeface="+mn-ea"/>
                <a:cs typeface="+mn-cs"/>
              </a:rPr>
              <a:t>PhII</a:t>
            </a:r>
            <a:r>
              <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rPr>
              <a: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1378-0023</a:t>
            </a:r>
          </a:p>
        </p:txBody>
      </p:sp>
      <p:cxnSp>
        <p:nvCxnSpPr>
          <p:cNvPr id="288" name="Straight Connector 379">
            <a:extLst>
              <a:ext uri="{FF2B5EF4-FFF2-40B4-BE49-F238E27FC236}">
                <a16:creationId xmlns:a16="http://schemas.microsoft.com/office/drawing/2014/main" id="{D6C8AB94-B6B9-2BDA-EF79-E1E4F18D53C1}"/>
              </a:ext>
            </a:extLst>
          </p:cNvPr>
          <p:cNvCxnSpPr>
            <a:cxnSpLocks/>
          </p:cNvCxnSpPr>
          <p:nvPr/>
        </p:nvCxnSpPr>
        <p:spPr>
          <a:xfrm flipV="1">
            <a:off x="8124853" y="3210312"/>
            <a:ext cx="0" cy="25200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89" name="Arrow: Right 53">
            <a:extLst>
              <a:ext uri="{FF2B5EF4-FFF2-40B4-BE49-F238E27FC236}">
                <a16:creationId xmlns:a16="http://schemas.microsoft.com/office/drawing/2014/main" id="{0FB0F1F8-D398-EFC4-65F0-964D497C6944}"/>
              </a:ext>
            </a:extLst>
          </p:cNvPr>
          <p:cNvSpPr/>
          <p:nvPr/>
        </p:nvSpPr>
        <p:spPr>
          <a:xfrm flipH="1">
            <a:off x="8124859" y="3436087"/>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90" name="Rectangle 373">
            <a:extLst>
              <a:ext uri="{FF2B5EF4-FFF2-40B4-BE49-F238E27FC236}">
                <a16:creationId xmlns:a16="http://schemas.microsoft.com/office/drawing/2014/main" id="{6FC99B86-A067-7DCD-9D9B-E470152736F7}"/>
              </a:ext>
            </a:extLst>
          </p:cNvPr>
          <p:cNvSpPr/>
          <p:nvPr/>
        </p:nvSpPr>
        <p:spPr>
          <a:xfrm flipH="1">
            <a:off x="8124853" y="3561889"/>
            <a:ext cx="971395"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fSIV</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CKD</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rPr>
              <a:t>(simultaneous, </a:t>
            </a:r>
            <a:r>
              <a:rPr kumimoji="0" lang="en-US" altLang="zh-CN" sz="798" b="0" i="0" u="none" strike="noStrike" kern="1200" cap="none" spc="0" normalizeH="0" baseline="0" noProof="0" err="1">
                <a:ln>
                  <a:noFill/>
                </a:ln>
                <a:solidFill>
                  <a:srgbClr val="08312A"/>
                </a:solidFill>
                <a:effectLst/>
                <a:uLnTx/>
                <a:uFillTx/>
                <a:latin typeface="Boehringer Forward Text"/>
                <a:ea typeface="+mn-ea"/>
                <a:cs typeface="+mn-cs"/>
              </a:rPr>
              <a:t>PhII</a:t>
            </a:r>
            <a:r>
              <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rPr>
              <a: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1378-0023</a:t>
            </a:r>
          </a:p>
        </p:txBody>
      </p:sp>
      <p:cxnSp>
        <p:nvCxnSpPr>
          <p:cNvPr id="291" name="Straight Connector 379">
            <a:extLst>
              <a:ext uri="{FF2B5EF4-FFF2-40B4-BE49-F238E27FC236}">
                <a16:creationId xmlns:a16="http://schemas.microsoft.com/office/drawing/2014/main" id="{CB3D743E-8147-0D5C-66BF-48E301A03B0D}"/>
              </a:ext>
            </a:extLst>
          </p:cNvPr>
          <p:cNvCxnSpPr>
            <a:cxnSpLocks/>
          </p:cNvCxnSpPr>
          <p:nvPr/>
        </p:nvCxnSpPr>
        <p:spPr>
          <a:xfrm flipV="1">
            <a:off x="8133554" y="3670528"/>
            <a:ext cx="0" cy="648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2" name="Arrow: Right 53">
            <a:extLst>
              <a:ext uri="{FF2B5EF4-FFF2-40B4-BE49-F238E27FC236}">
                <a16:creationId xmlns:a16="http://schemas.microsoft.com/office/drawing/2014/main" id="{497CDE46-B58E-BC43-88EF-43DEE198DD18}"/>
              </a:ext>
            </a:extLst>
          </p:cNvPr>
          <p:cNvSpPr/>
          <p:nvPr/>
        </p:nvSpPr>
        <p:spPr>
          <a:xfrm flipH="1">
            <a:off x="8133565" y="4316435"/>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93" name="Rectangle 373">
            <a:extLst>
              <a:ext uri="{FF2B5EF4-FFF2-40B4-BE49-F238E27FC236}">
                <a16:creationId xmlns:a16="http://schemas.microsoft.com/office/drawing/2014/main" id="{B894B299-6C4A-9591-A795-595B73D74FA1}"/>
              </a:ext>
            </a:extLst>
          </p:cNvPr>
          <p:cNvSpPr/>
          <p:nvPr/>
        </p:nvSpPr>
        <p:spPr>
          <a:xfrm flipH="1">
            <a:off x="8133558" y="4446450"/>
            <a:ext cx="971395"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fSIV</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EASi</a:t>
            </a: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-HF Reduced</a:t>
            </a:r>
          </a:p>
        </p:txBody>
      </p:sp>
      <p:cxnSp>
        <p:nvCxnSpPr>
          <p:cNvPr id="294" name="Straight Connector 379">
            <a:extLst>
              <a:ext uri="{FF2B5EF4-FFF2-40B4-BE49-F238E27FC236}">
                <a16:creationId xmlns:a16="http://schemas.microsoft.com/office/drawing/2014/main" id="{1A3A2DFE-2EB2-D3C3-5A29-DB08CEA0D72F}"/>
              </a:ext>
            </a:extLst>
          </p:cNvPr>
          <p:cNvCxnSpPr>
            <a:cxnSpLocks/>
          </p:cNvCxnSpPr>
          <p:nvPr/>
        </p:nvCxnSpPr>
        <p:spPr>
          <a:xfrm flipV="1">
            <a:off x="4296014" y="3130987"/>
            <a:ext cx="0" cy="360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5" name="Arrow: Right 53">
            <a:extLst>
              <a:ext uri="{FF2B5EF4-FFF2-40B4-BE49-F238E27FC236}">
                <a16:creationId xmlns:a16="http://schemas.microsoft.com/office/drawing/2014/main" id="{E5453F5B-94F0-2330-2E03-3C6ECDB00764}"/>
              </a:ext>
            </a:extLst>
          </p:cNvPr>
          <p:cNvSpPr/>
          <p:nvPr/>
        </p:nvSpPr>
        <p:spPr>
          <a:xfrm flipH="1">
            <a:off x="4296020" y="3459792"/>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96" name="Rectangle 373">
            <a:extLst>
              <a:ext uri="{FF2B5EF4-FFF2-40B4-BE49-F238E27FC236}">
                <a16:creationId xmlns:a16="http://schemas.microsoft.com/office/drawing/2014/main" id="{0D50A7F1-1AF2-1A27-E2FE-9A9C3610B13D}"/>
              </a:ext>
            </a:extLst>
          </p:cNvPr>
          <p:cNvSpPr/>
          <p:nvPr/>
        </p:nvSpPr>
        <p:spPr>
          <a:xfrm flipH="1">
            <a:off x="4296009" y="3567783"/>
            <a:ext cx="680216"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BLA app.</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metalye</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AIS</a:t>
            </a: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文本框 10">
            <a:extLst>
              <a:ext uri="{FF2B5EF4-FFF2-40B4-BE49-F238E27FC236}">
                <a16:creationId xmlns:a16="http://schemas.microsoft.com/office/drawing/2014/main" id="{AD019107-5291-604F-58F6-0325FE94AE6E}"/>
              </a:ext>
            </a:extLst>
          </p:cNvPr>
          <p:cNvSpPr txBox="1"/>
          <p:nvPr/>
        </p:nvSpPr>
        <p:spPr bwMode="gray">
          <a:xfrm>
            <a:off x="1570023" y="1736395"/>
            <a:ext cx="2195064" cy="338554"/>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err="1">
                <a:ln>
                  <a:noFill/>
                </a:ln>
                <a:effectLst/>
                <a:uLnTx/>
                <a:uFillTx/>
                <a:latin typeface="Boehringer Forward Text"/>
                <a:ea typeface="+mn-ea"/>
                <a:cs typeface="+mn-cs"/>
              </a:rPr>
              <a:t>PoCP</a:t>
            </a:r>
            <a:r>
              <a:rPr kumimoji="0" lang="en-US" altLang="zh-CN" sz="1100" b="0" i="0" u="none" strike="noStrike" kern="1200" cap="none" spc="0" normalizeH="0" baseline="0" noProof="0">
                <a:ln>
                  <a:noFill/>
                </a:ln>
                <a:effectLst/>
                <a:uLnTx/>
                <a:uFillTx/>
                <a:latin typeface="Boehringer Forward Text"/>
                <a:ea typeface="+mn-ea"/>
                <a:cs typeface="+mn-cs"/>
              </a:rPr>
              <a:t> achieved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C00000"/>
                </a:solidFill>
                <a:effectLst/>
                <a:uLnTx/>
                <a:uFillTx/>
                <a:latin typeface="Boehringer Forward Text"/>
                <a:ea typeface="+mn-ea"/>
                <a:cs typeface="+mn-cs"/>
              </a:rPr>
              <a:t>Asset discontinuation</a:t>
            </a:r>
            <a:endParaRPr kumimoji="0" lang="zh-CN" altLang="en-US" sz="1100" b="0" i="0" u="none" strike="noStrike" kern="1200" cap="none" spc="0" normalizeH="0" baseline="0" noProof="0">
              <a:ln>
                <a:noFill/>
              </a:ln>
              <a:solidFill>
                <a:srgbClr val="C00000"/>
              </a:solidFill>
              <a:effectLst/>
              <a:uLnTx/>
              <a:uFillTx/>
              <a:latin typeface="Boehringer Forward Text"/>
              <a:ea typeface="+mn-ea"/>
              <a:cs typeface="+mn-cs"/>
            </a:endParaRPr>
          </a:p>
        </p:txBody>
      </p:sp>
      <p:sp>
        <p:nvSpPr>
          <p:cNvPr id="7" name="Rectangle 373">
            <a:extLst>
              <a:ext uri="{FF2B5EF4-FFF2-40B4-BE49-F238E27FC236}">
                <a16:creationId xmlns:a16="http://schemas.microsoft.com/office/drawing/2014/main" id="{227BB49A-C593-C9A7-E4D1-B677856DBABA}"/>
              </a:ext>
            </a:extLst>
          </p:cNvPr>
          <p:cNvSpPr/>
          <p:nvPr/>
        </p:nvSpPr>
        <p:spPr>
          <a:xfrm flipH="1">
            <a:off x="3459687" y="1663252"/>
            <a:ext cx="1429308" cy="691345"/>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tIns="45720" rIns="35998" bIns="45720"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RoFD</a:t>
            </a:r>
            <a:br>
              <a:rPr kumimoji="0" lang="en-US" sz="1004" b="0" i="0" u="none" strike="noStrike" kern="1200" cap="none" spc="0" normalizeH="0" baseline="0" noProof="0">
                <a:ln>
                  <a:noFill/>
                </a:ln>
                <a:solidFill>
                  <a:srgbClr val="08312A"/>
                </a:solidFill>
                <a:effectLst/>
                <a:uLnTx/>
                <a:uFillTx/>
                <a:latin typeface="Boehringer Forward Text"/>
                <a:ea typeface="+mn-ea"/>
                <a:cs typeface="+mn-cs"/>
              </a:rPr>
            </a:b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CVRR</a:t>
            </a:r>
          </a:p>
        </p:txBody>
      </p:sp>
      <p:sp>
        <p:nvSpPr>
          <p:cNvPr id="9" name="Arrow: Right 53">
            <a:extLst>
              <a:ext uri="{FF2B5EF4-FFF2-40B4-BE49-F238E27FC236}">
                <a16:creationId xmlns:a16="http://schemas.microsoft.com/office/drawing/2014/main" id="{06657469-525F-5413-B30F-2EE7E5963187}"/>
              </a:ext>
            </a:extLst>
          </p:cNvPr>
          <p:cNvSpPr/>
          <p:nvPr/>
        </p:nvSpPr>
        <p:spPr>
          <a:xfrm flipH="1">
            <a:off x="3284629" y="1697856"/>
            <a:ext cx="107999" cy="107999"/>
          </a:xfrm>
          <a:prstGeom prst="rect">
            <a:avLst/>
          </a:prstGeom>
          <a:solidFill>
            <a:srgbClr val="00B05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5" name="文本框 14">
            <a:extLst>
              <a:ext uri="{FF2B5EF4-FFF2-40B4-BE49-F238E27FC236}">
                <a16:creationId xmlns:a16="http://schemas.microsoft.com/office/drawing/2014/main" id="{280B89BC-DB8E-E9E0-8EF0-65D02C4D4CCB}"/>
              </a:ext>
            </a:extLst>
          </p:cNvPr>
          <p:cNvSpPr txBox="1"/>
          <p:nvPr/>
        </p:nvSpPr>
        <p:spPr bwMode="gray">
          <a:xfrm>
            <a:off x="1960570" y="5604342"/>
            <a:ext cx="2600952" cy="984885"/>
          </a:xfrm>
          <a:prstGeom prst="rect">
            <a:avLst/>
          </a:prstGeom>
          <a:noFill/>
          <a:ln>
            <a:solidFill>
              <a:schemeClr val="tx2"/>
            </a:solidFill>
          </a:ln>
        </p:spPr>
        <p:txBody>
          <a:bodyPr wrap="square" lIns="0" tIns="0" rIns="0" bIns="0" rtlCol="0">
            <a:spAutoFit/>
          </a:bodyPr>
          <a:lstStyle/>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Boehringer Forward Text"/>
                <a:ea typeface="+mn-ea"/>
                <a:cs typeface="+mn-cs"/>
              </a:rPr>
              <a:t>Acronyms</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RoFD</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release of full development</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fSIV</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first site initiation visit</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CTA sub.: CTA submission</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BLA app.: BLA approval</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LSR: last subject randomization</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BTD: breakthrough therapy designation</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STEMI: ST-Elevation Myocardial Infarction</a:t>
            </a:r>
          </a:p>
        </p:txBody>
      </p:sp>
      <p:sp>
        <p:nvSpPr>
          <p:cNvPr id="16" name="文本框 15">
            <a:extLst>
              <a:ext uri="{FF2B5EF4-FFF2-40B4-BE49-F238E27FC236}">
                <a16:creationId xmlns:a16="http://schemas.microsoft.com/office/drawing/2014/main" id="{73742A8E-45FA-A73B-6033-3DFCD85339A0}"/>
              </a:ext>
            </a:extLst>
          </p:cNvPr>
          <p:cNvSpPr txBox="1"/>
          <p:nvPr/>
        </p:nvSpPr>
        <p:spPr bwMode="gray">
          <a:xfrm>
            <a:off x="4563346" y="5603416"/>
            <a:ext cx="2600952" cy="984885"/>
          </a:xfrm>
          <a:prstGeom prst="rect">
            <a:avLst/>
          </a:prstGeom>
          <a:noFill/>
          <a:ln>
            <a:solidFill>
              <a:schemeClr val="tx2"/>
            </a:solidFill>
          </a:ln>
        </p:spPr>
        <p:txBody>
          <a:bodyPr wrap="square" lIns="0" tIns="0" rIns="0" bIns="0" rtlCol="0">
            <a:spAutoFit/>
          </a:bodyPr>
          <a:lstStyle/>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MASH: Metabolic-Associated </a:t>
            </a: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SteatoHepatitis</a:t>
            </a:r>
            <a:endPar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endParaRP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CSPH: Clinical Significant Portal </a:t>
            </a: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Hypertenion</a:t>
            </a:r>
            <a:endPar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endParaRP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CKD: Chronic Kidney Disease</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GN: Glomerulonephritis</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FSGS: Focal Segmental Glomerulosclerosis</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HFpEF</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Heart Failure with Preserved Ejection Fraction</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HFrEF</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Heart Failure with Reduced Ejection Fraction</a:t>
            </a:r>
          </a:p>
          <a:p>
            <a:pPr marL="7203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AIS: Acute </a:t>
            </a:r>
            <a:r>
              <a:rPr kumimoji="0" lang="en-US" altLang="zh-CN" sz="800" b="0" i="0" u="none" strike="noStrike" kern="1200" cap="none" spc="0" normalizeH="0" baseline="0" noProof="0" err="1">
                <a:ln>
                  <a:noFill/>
                </a:ln>
                <a:solidFill>
                  <a:srgbClr val="08312A"/>
                </a:solidFill>
                <a:effectLst/>
                <a:uLnTx/>
                <a:uFillTx/>
                <a:latin typeface="Boehringer Forward Text"/>
                <a:ea typeface="+mn-ea"/>
                <a:cs typeface="+mn-cs"/>
              </a:rPr>
              <a:t>Ischaemic</a:t>
            </a: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 Stroke</a:t>
            </a:r>
          </a:p>
        </p:txBody>
      </p:sp>
      <p:cxnSp>
        <p:nvCxnSpPr>
          <p:cNvPr id="17" name="Straight Connector 93">
            <a:extLst>
              <a:ext uri="{FF2B5EF4-FFF2-40B4-BE49-F238E27FC236}">
                <a16:creationId xmlns:a16="http://schemas.microsoft.com/office/drawing/2014/main" id="{925C5B7A-0F57-D8A0-3DD2-34566311AF53}"/>
              </a:ext>
            </a:extLst>
          </p:cNvPr>
          <p:cNvCxnSpPr>
            <a:cxnSpLocks/>
          </p:cNvCxnSpPr>
          <p:nvPr/>
        </p:nvCxnSpPr>
        <p:spPr>
          <a:xfrm flipV="1">
            <a:off x="8158823" y="2108839"/>
            <a:ext cx="0" cy="618130"/>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18" name="Arrow: Right 53">
            <a:extLst>
              <a:ext uri="{FF2B5EF4-FFF2-40B4-BE49-F238E27FC236}">
                <a16:creationId xmlns:a16="http://schemas.microsoft.com/office/drawing/2014/main" id="{E4DA7F25-F380-F39A-5966-5B7E130E5C94}"/>
              </a:ext>
            </a:extLst>
          </p:cNvPr>
          <p:cNvSpPr/>
          <p:nvPr/>
        </p:nvSpPr>
        <p:spPr>
          <a:xfrm flipH="1">
            <a:off x="8165809" y="2108842"/>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0" name="Rectangle 373">
            <a:extLst>
              <a:ext uri="{FF2B5EF4-FFF2-40B4-BE49-F238E27FC236}">
                <a16:creationId xmlns:a16="http://schemas.microsoft.com/office/drawing/2014/main" id="{16656234-A952-60EE-7906-87A4C7911E25}"/>
              </a:ext>
            </a:extLst>
          </p:cNvPr>
          <p:cNvSpPr/>
          <p:nvPr/>
        </p:nvSpPr>
        <p:spPr>
          <a:xfrm flipH="1">
            <a:off x="8289567" y="2088382"/>
            <a:ext cx="1197901" cy="506893"/>
          </a:xfrm>
          <a:prstGeom prst="rect">
            <a:avLst/>
          </a:prstGeom>
          <a:no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err="1">
                <a:ln>
                  <a:noFill/>
                </a:ln>
                <a:solidFill>
                  <a:srgbClr val="08312A"/>
                </a:solidFill>
                <a:effectLst/>
                <a:uLnTx/>
                <a:uFillTx/>
                <a:latin typeface="Boehringer Forward Text"/>
                <a:ea typeface="+mn-ea"/>
                <a:cs typeface="+mn-cs"/>
              </a:rPr>
              <a:t>RoFD</a:t>
            </a:r>
            <a:endParaRPr kumimoji="0" lang="en-US"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FSGS</a:t>
            </a:r>
          </a:p>
        </p:txBody>
      </p:sp>
      <p:sp>
        <p:nvSpPr>
          <p:cNvPr id="12" name="Rectangle 373">
            <a:extLst>
              <a:ext uri="{FF2B5EF4-FFF2-40B4-BE49-F238E27FC236}">
                <a16:creationId xmlns:a16="http://schemas.microsoft.com/office/drawing/2014/main" id="{99AD5A05-C2BD-CEFC-BF59-88C1ADBA0BD6}"/>
              </a:ext>
            </a:extLst>
          </p:cNvPr>
          <p:cNvSpPr/>
          <p:nvPr/>
        </p:nvSpPr>
        <p:spPr>
          <a:xfrm flipH="1">
            <a:off x="415435" y="3559633"/>
            <a:ext cx="828002"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EoPh</a:t>
            </a: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 II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avenciguat</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GN</a:t>
            </a:r>
            <a:endPar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1366-0015</a:t>
            </a:r>
          </a:p>
        </p:txBody>
      </p:sp>
      <p:sp>
        <p:nvSpPr>
          <p:cNvPr id="13" name="Arrow: Right 53">
            <a:extLst>
              <a:ext uri="{FF2B5EF4-FFF2-40B4-BE49-F238E27FC236}">
                <a16:creationId xmlns:a16="http://schemas.microsoft.com/office/drawing/2014/main" id="{5EB3A23D-A858-3734-3E3C-AA527BE8F609}"/>
              </a:ext>
            </a:extLst>
          </p:cNvPr>
          <p:cNvSpPr/>
          <p:nvPr/>
        </p:nvSpPr>
        <p:spPr>
          <a:xfrm flipH="1">
            <a:off x="415435" y="3438672"/>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14" name="Straight Connector 379">
            <a:extLst>
              <a:ext uri="{FF2B5EF4-FFF2-40B4-BE49-F238E27FC236}">
                <a16:creationId xmlns:a16="http://schemas.microsoft.com/office/drawing/2014/main" id="{7F890886-6C1C-0B55-C01F-EED019011F2B}"/>
              </a:ext>
            </a:extLst>
          </p:cNvPr>
          <p:cNvCxnSpPr>
            <a:cxnSpLocks/>
          </p:cNvCxnSpPr>
          <p:nvPr/>
        </p:nvCxnSpPr>
        <p:spPr>
          <a:xfrm flipV="1">
            <a:off x="415425" y="3168371"/>
            <a:ext cx="0" cy="360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379">
            <a:extLst>
              <a:ext uri="{FF2B5EF4-FFF2-40B4-BE49-F238E27FC236}">
                <a16:creationId xmlns:a16="http://schemas.microsoft.com/office/drawing/2014/main" id="{C9AF763F-62D9-A63C-9106-80993463FA03}"/>
              </a:ext>
            </a:extLst>
          </p:cNvPr>
          <p:cNvCxnSpPr>
            <a:cxnSpLocks/>
          </p:cNvCxnSpPr>
          <p:nvPr/>
        </p:nvCxnSpPr>
        <p:spPr>
          <a:xfrm flipV="1">
            <a:off x="415425" y="3920405"/>
            <a:ext cx="0" cy="360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1" name="Arrow: Right 53">
            <a:extLst>
              <a:ext uri="{FF2B5EF4-FFF2-40B4-BE49-F238E27FC236}">
                <a16:creationId xmlns:a16="http://schemas.microsoft.com/office/drawing/2014/main" id="{EB90BEF4-B0CA-6EB0-0F7D-EAC1CB429E27}"/>
              </a:ext>
            </a:extLst>
          </p:cNvPr>
          <p:cNvSpPr/>
          <p:nvPr/>
        </p:nvSpPr>
        <p:spPr>
          <a:xfrm flipH="1">
            <a:off x="415431" y="4316435"/>
            <a:ext cx="107999" cy="107999"/>
          </a:xfrm>
          <a:prstGeom prst="rect">
            <a:avLst/>
          </a:prstGeom>
          <a:solidFill>
            <a:srgbClr val="1EAD1B"/>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2" name="Rectangle 373">
            <a:extLst>
              <a:ext uri="{FF2B5EF4-FFF2-40B4-BE49-F238E27FC236}">
                <a16:creationId xmlns:a16="http://schemas.microsoft.com/office/drawing/2014/main" id="{D1620A9F-65E3-2E4A-FA12-B07720008759}"/>
              </a:ext>
            </a:extLst>
          </p:cNvPr>
          <p:cNvSpPr/>
          <p:nvPr/>
        </p:nvSpPr>
        <p:spPr>
          <a:xfrm flipH="1">
            <a:off x="415425" y="4446451"/>
            <a:ext cx="859486"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Pre-IND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metalyse</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AIS &gt; 4.5hr</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TENACITY</a:t>
            </a:r>
          </a:p>
        </p:txBody>
      </p:sp>
      <p:sp>
        <p:nvSpPr>
          <p:cNvPr id="23" name="Arrow: Right 53">
            <a:extLst>
              <a:ext uri="{FF2B5EF4-FFF2-40B4-BE49-F238E27FC236}">
                <a16:creationId xmlns:a16="http://schemas.microsoft.com/office/drawing/2014/main" id="{6DBD8FFA-56C8-B75B-C847-2EA9C85A24BA}"/>
              </a:ext>
            </a:extLst>
          </p:cNvPr>
          <p:cNvSpPr/>
          <p:nvPr/>
        </p:nvSpPr>
        <p:spPr>
          <a:xfrm flipH="1">
            <a:off x="3294100" y="3433943"/>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4" name="Rectangle 373">
            <a:extLst>
              <a:ext uri="{FF2B5EF4-FFF2-40B4-BE49-F238E27FC236}">
                <a16:creationId xmlns:a16="http://schemas.microsoft.com/office/drawing/2014/main" id="{8BECFDD1-87C1-B5DE-8553-434B483770D2}"/>
              </a:ext>
            </a:extLst>
          </p:cNvPr>
          <p:cNvSpPr/>
          <p:nvPr/>
        </p:nvSpPr>
        <p:spPr>
          <a:xfrm flipH="1">
            <a:off x="3294094" y="3554904"/>
            <a:ext cx="881887"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EoPh</a:t>
            </a: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 II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FSGS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1434-0017</a:t>
            </a:r>
          </a:p>
        </p:txBody>
      </p:sp>
      <p:cxnSp>
        <p:nvCxnSpPr>
          <p:cNvPr id="25" name="Straight Connector 379">
            <a:extLst>
              <a:ext uri="{FF2B5EF4-FFF2-40B4-BE49-F238E27FC236}">
                <a16:creationId xmlns:a16="http://schemas.microsoft.com/office/drawing/2014/main" id="{B6762217-5BCA-D4BB-EB78-AE4730D026C1}"/>
              </a:ext>
            </a:extLst>
          </p:cNvPr>
          <p:cNvCxnSpPr>
            <a:cxnSpLocks/>
          </p:cNvCxnSpPr>
          <p:nvPr/>
        </p:nvCxnSpPr>
        <p:spPr>
          <a:xfrm flipV="1">
            <a:off x="3296815" y="3231411"/>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6" name="Arrow: Right 53">
            <a:extLst>
              <a:ext uri="{FF2B5EF4-FFF2-40B4-BE49-F238E27FC236}">
                <a16:creationId xmlns:a16="http://schemas.microsoft.com/office/drawing/2014/main" id="{D97DCAB7-3DC9-B790-6731-03F7F1429DD5}"/>
              </a:ext>
            </a:extLst>
          </p:cNvPr>
          <p:cNvSpPr/>
          <p:nvPr/>
        </p:nvSpPr>
        <p:spPr>
          <a:xfrm flipH="1">
            <a:off x="8145266" y="5166136"/>
            <a:ext cx="107999" cy="107999"/>
          </a:xfrm>
          <a:prstGeom prst="rect">
            <a:avLst/>
          </a:prstGeom>
          <a:solidFill>
            <a:srgbClr val="C0000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7" name="Rectangle 373">
            <a:extLst>
              <a:ext uri="{FF2B5EF4-FFF2-40B4-BE49-F238E27FC236}">
                <a16:creationId xmlns:a16="http://schemas.microsoft.com/office/drawing/2014/main" id="{19BFEACC-8A31-01F5-32B9-2E54E78CCA8D}"/>
              </a:ext>
            </a:extLst>
          </p:cNvPr>
          <p:cNvSpPr/>
          <p:nvPr/>
        </p:nvSpPr>
        <p:spPr>
          <a:xfrm flipH="1">
            <a:off x="8145259" y="5287097"/>
            <a:ext cx="950988"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Pre-IND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BI 3034701</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GGY2R ago.</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Obesity</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1507-0002</a:t>
            </a:r>
          </a:p>
        </p:txBody>
      </p:sp>
      <p:cxnSp>
        <p:nvCxnSpPr>
          <p:cNvPr id="28" name="Straight Connector 379">
            <a:extLst>
              <a:ext uri="{FF2B5EF4-FFF2-40B4-BE49-F238E27FC236}">
                <a16:creationId xmlns:a16="http://schemas.microsoft.com/office/drawing/2014/main" id="{62E9E320-3CD3-6164-96DD-4686B51AAB78}"/>
              </a:ext>
            </a:extLst>
          </p:cNvPr>
          <p:cNvCxnSpPr>
            <a:cxnSpLocks/>
          </p:cNvCxnSpPr>
          <p:nvPr/>
        </p:nvCxnSpPr>
        <p:spPr>
          <a:xfrm flipV="1">
            <a:off x="8147981" y="4880618"/>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BC2F0EB7-E963-6BE0-6557-40B1E94A685F}"/>
              </a:ext>
            </a:extLst>
          </p:cNvPr>
          <p:cNvSpPr txBox="1"/>
          <p:nvPr/>
        </p:nvSpPr>
        <p:spPr bwMode="gray">
          <a:xfrm>
            <a:off x="1124969" y="3920405"/>
            <a:ext cx="288000" cy="3522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BISansOpti" panose="02000503040000020004" pitchFamily="2" charset="0"/>
                <a:ea typeface="+mn-ea"/>
                <a:cs typeface="+mn-cs"/>
              </a:rPr>
              <a:t>√</a:t>
            </a:r>
            <a:endParaRPr kumimoji="0" lang="zh-CN" altLang="en-US" sz="1800" b="1"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30" name="文本框 29">
            <a:extLst>
              <a:ext uri="{FF2B5EF4-FFF2-40B4-BE49-F238E27FC236}">
                <a16:creationId xmlns:a16="http://schemas.microsoft.com/office/drawing/2014/main" id="{56BB81DC-4F16-D596-459B-9099410B9F93}"/>
              </a:ext>
            </a:extLst>
          </p:cNvPr>
          <p:cNvSpPr txBox="1"/>
          <p:nvPr/>
        </p:nvSpPr>
        <p:spPr bwMode="gray">
          <a:xfrm>
            <a:off x="1126449" y="4676490"/>
            <a:ext cx="288000" cy="3522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BISansOpti" panose="02000503040000020004" pitchFamily="2" charset="0"/>
                <a:ea typeface="+mn-ea"/>
                <a:cs typeface="+mn-cs"/>
              </a:rPr>
              <a:t>√</a:t>
            </a:r>
            <a:endParaRPr kumimoji="0" lang="zh-CN" altLang="en-US" sz="1800" b="1"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31" name="文本框 30">
            <a:extLst>
              <a:ext uri="{FF2B5EF4-FFF2-40B4-BE49-F238E27FC236}">
                <a16:creationId xmlns:a16="http://schemas.microsoft.com/office/drawing/2014/main" id="{A5FDBBAD-F601-5957-915E-77EE37562FBC}"/>
              </a:ext>
            </a:extLst>
          </p:cNvPr>
          <p:cNvSpPr txBox="1"/>
          <p:nvPr/>
        </p:nvSpPr>
        <p:spPr bwMode="gray">
          <a:xfrm>
            <a:off x="3071849" y="3911262"/>
            <a:ext cx="288000" cy="3522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BISansOpti" panose="02000503040000020004" pitchFamily="2" charset="0"/>
                <a:ea typeface="+mn-ea"/>
                <a:cs typeface="+mn-cs"/>
              </a:rPr>
              <a:t>√</a:t>
            </a:r>
            <a:endParaRPr kumimoji="0" lang="zh-CN" altLang="en-US" sz="1800" b="1"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297" name="文本框 296">
            <a:extLst>
              <a:ext uri="{FF2B5EF4-FFF2-40B4-BE49-F238E27FC236}">
                <a16:creationId xmlns:a16="http://schemas.microsoft.com/office/drawing/2014/main" id="{45A45530-777C-5E05-F4D0-0ECA97D2EB74}"/>
              </a:ext>
            </a:extLst>
          </p:cNvPr>
          <p:cNvSpPr txBox="1"/>
          <p:nvPr/>
        </p:nvSpPr>
        <p:spPr bwMode="gray">
          <a:xfrm>
            <a:off x="3082206" y="4703202"/>
            <a:ext cx="288000" cy="3522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BISansOpti" panose="02000503040000020004" pitchFamily="2" charset="0"/>
                <a:ea typeface="+mn-ea"/>
                <a:cs typeface="+mn-cs"/>
              </a:rPr>
              <a:t>√</a:t>
            </a:r>
            <a:endParaRPr kumimoji="0" lang="zh-CN" altLang="en-US" sz="1800" b="1"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298" name="文本框 297">
            <a:extLst>
              <a:ext uri="{FF2B5EF4-FFF2-40B4-BE49-F238E27FC236}">
                <a16:creationId xmlns:a16="http://schemas.microsoft.com/office/drawing/2014/main" id="{0E314724-CA50-B171-E274-3BAFF13B94E9}"/>
              </a:ext>
            </a:extLst>
          </p:cNvPr>
          <p:cNvSpPr txBox="1"/>
          <p:nvPr/>
        </p:nvSpPr>
        <p:spPr bwMode="gray">
          <a:xfrm>
            <a:off x="4023241" y="3897451"/>
            <a:ext cx="288000" cy="35227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00B050"/>
                </a:solidFill>
                <a:effectLst/>
                <a:uLnTx/>
                <a:uFillTx/>
                <a:latin typeface="BISansOpti" panose="02000503040000020004" pitchFamily="2" charset="0"/>
                <a:ea typeface="+mn-ea"/>
                <a:cs typeface="+mn-cs"/>
              </a:rPr>
              <a:t>√</a:t>
            </a:r>
            <a:endParaRPr kumimoji="0" lang="zh-CN" altLang="en-US" sz="1800" b="1" i="0" u="none" strike="noStrike" kern="1200" cap="none" spc="0" normalizeH="0" baseline="0" noProof="0">
              <a:ln>
                <a:noFill/>
              </a:ln>
              <a:solidFill>
                <a:srgbClr val="00B050"/>
              </a:solidFill>
              <a:effectLst/>
              <a:uLnTx/>
              <a:uFillTx/>
              <a:latin typeface="Boehringer Forward Text"/>
              <a:ea typeface="+mn-ea"/>
              <a:cs typeface="+mn-cs"/>
            </a:endParaRPr>
          </a:p>
        </p:txBody>
      </p:sp>
      <p:sp>
        <p:nvSpPr>
          <p:cNvPr id="5" name="文本框 4">
            <a:extLst>
              <a:ext uri="{FF2B5EF4-FFF2-40B4-BE49-F238E27FC236}">
                <a16:creationId xmlns:a16="http://schemas.microsoft.com/office/drawing/2014/main" id="{5617B279-E7B5-24B5-11D0-EC6E2C6CA7A9}"/>
              </a:ext>
            </a:extLst>
          </p:cNvPr>
          <p:cNvSpPr txBox="1"/>
          <p:nvPr/>
        </p:nvSpPr>
        <p:spPr bwMode="gray">
          <a:xfrm>
            <a:off x="4212030" y="1726488"/>
            <a:ext cx="956381" cy="169277"/>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endorsed</a:t>
            </a:r>
            <a:endParaRPr kumimoji="0" lang="zh-CN" altLang="en-US" sz="1100" b="0" i="0" u="none" strike="noStrike" kern="1200" cap="none" spc="0" normalizeH="0" baseline="0" noProof="0">
              <a:ln>
                <a:noFill/>
              </a:ln>
              <a:solidFill>
                <a:srgbClr val="C00000"/>
              </a:solidFill>
              <a:effectLst/>
              <a:uLnTx/>
              <a:uFillTx/>
              <a:latin typeface="Boehringer Forward Text"/>
              <a:ea typeface="+mn-ea"/>
              <a:cs typeface="+mn-cs"/>
            </a:endParaRPr>
          </a:p>
        </p:txBody>
      </p:sp>
      <p:sp>
        <p:nvSpPr>
          <p:cNvPr id="299" name="文本框 298">
            <a:extLst>
              <a:ext uri="{FF2B5EF4-FFF2-40B4-BE49-F238E27FC236}">
                <a16:creationId xmlns:a16="http://schemas.microsoft.com/office/drawing/2014/main" id="{9CBB4049-6492-9B1D-4F00-96F56D0850F7}"/>
              </a:ext>
            </a:extLst>
          </p:cNvPr>
          <p:cNvSpPr txBox="1"/>
          <p:nvPr/>
        </p:nvSpPr>
        <p:spPr bwMode="gray">
          <a:xfrm>
            <a:off x="4212030" y="2286374"/>
            <a:ext cx="956381" cy="169277"/>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endorsed</a:t>
            </a:r>
            <a:endParaRPr kumimoji="0" lang="zh-CN" altLang="en-US" sz="1100" b="0" i="0" u="none" strike="noStrike" kern="1200" cap="none" spc="0" normalizeH="0" baseline="0" noProof="0">
              <a:ln>
                <a:noFill/>
              </a:ln>
              <a:solidFill>
                <a:srgbClr val="C00000"/>
              </a:solidFill>
              <a:effectLst/>
              <a:uLnTx/>
              <a:uFillTx/>
              <a:latin typeface="Boehringer Forward Text"/>
              <a:ea typeface="+mn-ea"/>
              <a:cs typeface="+mn-cs"/>
            </a:endParaRPr>
          </a:p>
        </p:txBody>
      </p:sp>
      <p:sp>
        <p:nvSpPr>
          <p:cNvPr id="300" name="文本框 299">
            <a:extLst>
              <a:ext uri="{FF2B5EF4-FFF2-40B4-BE49-F238E27FC236}">
                <a16:creationId xmlns:a16="http://schemas.microsoft.com/office/drawing/2014/main" id="{186A245A-120F-C0B5-3AF8-AE63F0BF5033}"/>
              </a:ext>
            </a:extLst>
          </p:cNvPr>
          <p:cNvSpPr txBox="1"/>
          <p:nvPr/>
        </p:nvSpPr>
        <p:spPr bwMode="gray">
          <a:xfrm>
            <a:off x="5863001" y="1852038"/>
            <a:ext cx="956381" cy="338554"/>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C00000"/>
                </a:solidFill>
                <a:effectLst/>
                <a:uLnTx/>
                <a:uFillTx/>
                <a:latin typeface="Boehringer Forward Text"/>
                <a:ea typeface="+mn-ea"/>
                <a:cs typeface="+mn-cs"/>
              </a:rPr>
              <a:t>postponed from Apr</a:t>
            </a:r>
            <a:endParaRPr kumimoji="0" lang="zh-CN" altLang="en-US" sz="1100" b="0" i="0" u="none" strike="noStrike" kern="1200" cap="none" spc="0" normalizeH="0" baseline="0" noProof="0">
              <a:ln>
                <a:noFill/>
              </a:ln>
              <a:solidFill>
                <a:srgbClr val="C00000"/>
              </a:solidFill>
              <a:effectLst/>
              <a:uLnTx/>
              <a:uFillTx/>
              <a:latin typeface="Boehringer Forward Text"/>
              <a:ea typeface="+mn-ea"/>
              <a:cs typeface="+mn-cs"/>
            </a:endParaRPr>
          </a:p>
        </p:txBody>
      </p:sp>
      <p:sp>
        <p:nvSpPr>
          <p:cNvPr id="301" name="文本框 300">
            <a:extLst>
              <a:ext uri="{FF2B5EF4-FFF2-40B4-BE49-F238E27FC236}">
                <a16:creationId xmlns:a16="http://schemas.microsoft.com/office/drawing/2014/main" id="{05B74FFD-CDF7-493B-CAD7-142E16DF219D}"/>
              </a:ext>
            </a:extLst>
          </p:cNvPr>
          <p:cNvSpPr txBox="1"/>
          <p:nvPr/>
        </p:nvSpPr>
        <p:spPr bwMode="gray">
          <a:xfrm>
            <a:off x="6975795" y="4429426"/>
            <a:ext cx="859487" cy="338554"/>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C00000"/>
                </a:solidFill>
                <a:effectLst/>
                <a:uLnTx/>
                <a:uFillTx/>
                <a:latin typeface="Boehringer Forward Text"/>
                <a:ea typeface="+mn-ea"/>
                <a:cs typeface="+mn-cs"/>
              </a:rPr>
              <a:t>postponed from Apr</a:t>
            </a:r>
            <a:endParaRPr kumimoji="0" lang="zh-CN" altLang="en-US" sz="1100" b="0" i="0" u="none" strike="noStrike" kern="1200" cap="none" spc="0" normalizeH="0" baseline="0" noProof="0">
              <a:ln>
                <a:noFill/>
              </a:ln>
              <a:solidFill>
                <a:srgbClr val="C00000"/>
              </a:solidFill>
              <a:effectLst/>
              <a:uLnTx/>
              <a:uFillTx/>
              <a:latin typeface="Boehringer Forward Text"/>
              <a:ea typeface="+mn-ea"/>
              <a:cs typeface="+mn-cs"/>
            </a:endParaRPr>
          </a:p>
        </p:txBody>
      </p:sp>
      <p:cxnSp>
        <p:nvCxnSpPr>
          <p:cNvPr id="3" name="Straight Connector 379">
            <a:extLst>
              <a:ext uri="{FF2B5EF4-FFF2-40B4-BE49-F238E27FC236}">
                <a16:creationId xmlns:a16="http://schemas.microsoft.com/office/drawing/2014/main" id="{245D358E-6D52-098C-6A63-9F5B981E5C91}"/>
              </a:ext>
            </a:extLst>
          </p:cNvPr>
          <p:cNvCxnSpPr>
            <a:cxnSpLocks/>
          </p:cNvCxnSpPr>
          <p:nvPr/>
        </p:nvCxnSpPr>
        <p:spPr>
          <a:xfrm flipV="1">
            <a:off x="11022137" y="3214013"/>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4" name="Arrow: Right 53">
            <a:extLst>
              <a:ext uri="{FF2B5EF4-FFF2-40B4-BE49-F238E27FC236}">
                <a16:creationId xmlns:a16="http://schemas.microsoft.com/office/drawing/2014/main" id="{89673E00-D84A-1791-4A43-8087027C8DE7}"/>
              </a:ext>
            </a:extLst>
          </p:cNvPr>
          <p:cNvSpPr/>
          <p:nvPr/>
        </p:nvSpPr>
        <p:spPr>
          <a:xfrm flipH="1">
            <a:off x="11022144" y="3428148"/>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Rectangle 373">
            <a:extLst>
              <a:ext uri="{FF2B5EF4-FFF2-40B4-BE49-F238E27FC236}">
                <a16:creationId xmlns:a16="http://schemas.microsoft.com/office/drawing/2014/main" id="{CA0A4CC9-7B85-42F2-8B6B-F5C4BB6696C9}"/>
              </a:ext>
            </a:extLst>
          </p:cNvPr>
          <p:cNvSpPr/>
          <p:nvPr/>
        </p:nvSpPr>
        <p:spPr>
          <a:xfrm flipH="1">
            <a:off x="11022138" y="3553951"/>
            <a:ext cx="1091477"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Podocytopathies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1434-0027</a:t>
            </a:r>
          </a:p>
        </p:txBody>
      </p:sp>
      <p:cxnSp>
        <p:nvCxnSpPr>
          <p:cNvPr id="10" name="Straight Connector 64">
            <a:extLst>
              <a:ext uri="{FF2B5EF4-FFF2-40B4-BE49-F238E27FC236}">
                <a16:creationId xmlns:a16="http://schemas.microsoft.com/office/drawing/2014/main" id="{62CDB19E-CC1F-C69F-742F-63E953460F4E}"/>
              </a:ext>
            </a:extLst>
          </p:cNvPr>
          <p:cNvCxnSpPr>
            <a:cxnSpLocks/>
            <a:stCxn id="233" idx="1"/>
            <a:endCxn id="253" idx="3"/>
          </p:cNvCxnSpPr>
          <p:nvPr/>
        </p:nvCxnSpPr>
        <p:spPr>
          <a:xfrm flipH="1" flipV="1">
            <a:off x="5265568" y="2162872"/>
            <a:ext cx="0" cy="621793"/>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6" name="矩形: 圆角 225">
            <a:extLst>
              <a:ext uri="{FF2B5EF4-FFF2-40B4-BE49-F238E27FC236}">
                <a16:creationId xmlns:a16="http://schemas.microsoft.com/office/drawing/2014/main" id="{4992C2EE-0AC3-3C99-52F0-04BB325A5F87}"/>
              </a:ext>
            </a:extLst>
          </p:cNvPr>
          <p:cNvSpPr/>
          <p:nvPr/>
        </p:nvSpPr>
        <p:spPr bwMode="gray">
          <a:xfrm>
            <a:off x="10924426" y="3409860"/>
            <a:ext cx="1189191" cy="82157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7" name="Arrow: Right 53">
            <a:extLst>
              <a:ext uri="{FF2B5EF4-FFF2-40B4-BE49-F238E27FC236}">
                <a16:creationId xmlns:a16="http://schemas.microsoft.com/office/drawing/2014/main" id="{AD216439-406C-8F4D-4311-FB9D777DEB33}"/>
              </a:ext>
            </a:extLst>
          </p:cNvPr>
          <p:cNvSpPr/>
          <p:nvPr/>
        </p:nvSpPr>
        <p:spPr>
          <a:xfrm flipH="1">
            <a:off x="5268414" y="3442262"/>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68" name="Rectangle 373">
            <a:extLst>
              <a:ext uri="{FF2B5EF4-FFF2-40B4-BE49-F238E27FC236}">
                <a16:creationId xmlns:a16="http://schemas.microsoft.com/office/drawing/2014/main" id="{B44AF04D-397E-8144-6514-D1F2652DEBFA}"/>
              </a:ext>
            </a:extLst>
          </p:cNvPr>
          <p:cNvSpPr/>
          <p:nvPr/>
        </p:nvSpPr>
        <p:spPr>
          <a:xfrm flipH="1">
            <a:off x="5058091" y="3563223"/>
            <a:ext cx="1090800"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Pre-IND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BI 764198</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TRPC6i</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podocytopathies</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1434-0027</a:t>
            </a:r>
          </a:p>
        </p:txBody>
      </p:sp>
      <p:cxnSp>
        <p:nvCxnSpPr>
          <p:cNvPr id="269" name="Straight Connector 379">
            <a:extLst>
              <a:ext uri="{FF2B5EF4-FFF2-40B4-BE49-F238E27FC236}">
                <a16:creationId xmlns:a16="http://schemas.microsoft.com/office/drawing/2014/main" id="{32E36679-BC52-A692-F85C-3A4A82FD8BF6}"/>
              </a:ext>
            </a:extLst>
          </p:cNvPr>
          <p:cNvCxnSpPr>
            <a:cxnSpLocks/>
          </p:cNvCxnSpPr>
          <p:nvPr/>
        </p:nvCxnSpPr>
        <p:spPr>
          <a:xfrm flipV="1">
            <a:off x="5271129" y="3156744"/>
            <a:ext cx="0" cy="252002"/>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302" name="矩形: 圆角 301">
            <a:extLst>
              <a:ext uri="{FF2B5EF4-FFF2-40B4-BE49-F238E27FC236}">
                <a16:creationId xmlns:a16="http://schemas.microsoft.com/office/drawing/2014/main" id="{140BC178-A8F5-57B7-CA9F-9C2C3DC19E46}"/>
              </a:ext>
            </a:extLst>
          </p:cNvPr>
          <p:cNvSpPr/>
          <p:nvPr/>
        </p:nvSpPr>
        <p:spPr bwMode="gray">
          <a:xfrm>
            <a:off x="4997108" y="3403411"/>
            <a:ext cx="1189191" cy="82157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文本框 7">
            <a:extLst>
              <a:ext uri="{FF2B5EF4-FFF2-40B4-BE49-F238E27FC236}">
                <a16:creationId xmlns:a16="http://schemas.microsoft.com/office/drawing/2014/main" id="{810E3023-3884-4E2E-21F6-E6F3EA1C0EA1}"/>
              </a:ext>
            </a:extLst>
          </p:cNvPr>
          <p:cNvSpPr txBox="1"/>
          <p:nvPr/>
        </p:nvSpPr>
        <p:spPr bwMode="gray">
          <a:xfrm>
            <a:off x="9825846" y="3789267"/>
            <a:ext cx="865702" cy="338554"/>
          </a:xfrm>
          <a:prstGeom prst="rect">
            <a:avLst/>
          </a:prstGeom>
          <a:noFill/>
        </p:spPr>
        <p:txBody>
          <a:bodyPr wrap="square" lIns="0" tIns="0" rIns="0" bIns="0" rtlCol="0">
            <a:spAutoFit/>
          </a:bodyPr>
          <a:lstStyle>
            <a:defPPr>
              <a:defRPr lang="zh-CN"/>
            </a:defPPr>
            <a:lvl1pPr>
              <a:lnSpc>
                <a:spcPct val="140000"/>
              </a:lnSpc>
              <a:defRPr sz="1200" b="1">
                <a:solidFill>
                  <a:srgbClr val="00B050"/>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srgbClr val="00B050"/>
                </a:solidFill>
                <a:effectLst/>
                <a:uLnTx/>
                <a:uFillTx/>
                <a:latin typeface="Boehringer Forward Text"/>
                <a:ea typeface="+mn-ea"/>
                <a:cs typeface="+mn-cs"/>
              </a:rPr>
              <a:t>advanced from Nov</a:t>
            </a:r>
            <a:endParaRPr kumimoji="0" lang="zh-CN" altLang="en-US" sz="1100" b="0" i="0" u="none" strike="noStrike" kern="1200" cap="none" spc="0" normalizeH="0" baseline="0" noProof="0">
              <a:ln>
                <a:noFill/>
              </a:ln>
              <a:solidFill>
                <a:srgbClr val="00B050"/>
              </a:solidFill>
              <a:effectLst/>
              <a:uLnTx/>
              <a:uFillTx/>
              <a:latin typeface="Boehringer Forward Text"/>
              <a:ea typeface="+mn-ea"/>
              <a:cs typeface="+mn-cs"/>
            </a:endParaRPr>
          </a:p>
        </p:txBody>
      </p:sp>
      <p:cxnSp>
        <p:nvCxnSpPr>
          <p:cNvPr id="224" name="Straight Connector 379">
            <a:extLst>
              <a:ext uri="{FF2B5EF4-FFF2-40B4-BE49-F238E27FC236}">
                <a16:creationId xmlns:a16="http://schemas.microsoft.com/office/drawing/2014/main" id="{3EE46B58-69DE-5428-5AC1-97BA045861B8}"/>
              </a:ext>
            </a:extLst>
          </p:cNvPr>
          <p:cNvCxnSpPr>
            <a:cxnSpLocks/>
          </p:cNvCxnSpPr>
          <p:nvPr/>
        </p:nvCxnSpPr>
        <p:spPr>
          <a:xfrm flipV="1">
            <a:off x="4315981" y="3677867"/>
            <a:ext cx="0" cy="648001"/>
          </a:xfrm>
          <a:prstGeom prst="line">
            <a:avLst/>
          </a:prstGeom>
          <a:ln w="12700" cap="flat">
            <a:solidFill>
              <a:schemeClr val="accent1"/>
            </a:solidFill>
            <a:prstDash val="dash"/>
            <a:miter lim="800000"/>
            <a:tailEnd type="none"/>
          </a:ln>
        </p:spPr>
        <p:style>
          <a:lnRef idx="1">
            <a:schemeClr val="accent1"/>
          </a:lnRef>
          <a:fillRef idx="0">
            <a:schemeClr val="accent1"/>
          </a:fillRef>
          <a:effectRef idx="0">
            <a:schemeClr val="accent1"/>
          </a:effectRef>
          <a:fontRef idx="minor">
            <a:schemeClr val="tx1"/>
          </a:fontRef>
        </p:style>
      </p:cxnSp>
      <p:sp>
        <p:nvSpPr>
          <p:cNvPr id="225" name="Arrow: Right 53">
            <a:extLst>
              <a:ext uri="{FF2B5EF4-FFF2-40B4-BE49-F238E27FC236}">
                <a16:creationId xmlns:a16="http://schemas.microsoft.com/office/drawing/2014/main" id="{A2C2EE9B-AB67-7917-EED6-4525C7685CCF}"/>
              </a:ext>
            </a:extLst>
          </p:cNvPr>
          <p:cNvSpPr/>
          <p:nvPr/>
        </p:nvSpPr>
        <p:spPr>
          <a:xfrm flipH="1">
            <a:off x="4315988" y="4325578"/>
            <a:ext cx="107999" cy="107999"/>
          </a:xfrm>
          <a:prstGeom prst="rect">
            <a:avLst/>
          </a:prstGeom>
          <a:solidFill>
            <a:srgbClr val="7030A0"/>
          </a:solidFill>
          <a:ln w="9525"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5998" tIns="0" rIns="35998"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2"/>
              </a:spcBef>
              <a:spcAft>
                <a:spcPts val="302"/>
              </a:spcAft>
              <a:buClrTx/>
              <a:buSzTx/>
              <a:buFontTx/>
              <a:buNone/>
              <a:tabLst/>
              <a:defRPr/>
            </a:pPr>
            <a:endParaRPr kumimoji="0" lang="en-US" sz="899" b="0" i="1"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03" name="Rectangle 373">
            <a:extLst>
              <a:ext uri="{FF2B5EF4-FFF2-40B4-BE49-F238E27FC236}">
                <a16:creationId xmlns:a16="http://schemas.microsoft.com/office/drawing/2014/main" id="{E08CAD08-7A6A-A3D6-E583-3069AAD800D1}"/>
              </a:ext>
            </a:extLst>
          </p:cNvPr>
          <p:cNvSpPr/>
          <p:nvPr/>
        </p:nvSpPr>
        <p:spPr>
          <a:xfrm flipH="1">
            <a:off x="4315981" y="4455594"/>
            <a:ext cx="846000" cy="644400"/>
          </a:xfrm>
          <a:prstGeom prst="rect">
            <a:avLst/>
          </a:prstGeom>
          <a:solidFill>
            <a:schemeClr val="bg1">
              <a:lumMod val="95000"/>
            </a:schemeClr>
          </a:solidFill>
          <a:ln w="12700">
            <a:noFill/>
          </a:ln>
          <a:effectLst/>
        </p:spPr>
        <p:style>
          <a:lnRef idx="0">
            <a:schemeClr val="accent1"/>
          </a:lnRef>
          <a:fillRef idx="1">
            <a:schemeClr val="accent1"/>
          </a:fillRef>
          <a:effectRef idx="0">
            <a:schemeClr val="dk1"/>
          </a:effectRef>
          <a:fontRef idx="minor">
            <a:schemeClr val="lt1"/>
          </a:fontRef>
        </p:style>
        <p:txBody>
          <a:bodyPr lIns="35998" rIns="35998" rtlCol="0" anchor="t"/>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CTA sub.</a:t>
            </a: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err="1">
                <a:ln>
                  <a:noFill/>
                </a:ln>
                <a:solidFill>
                  <a:srgbClr val="08312A"/>
                </a:solidFill>
                <a:effectLst/>
                <a:uLnTx/>
                <a:uFillTx/>
                <a:latin typeface="Boehringer Forward Text"/>
                <a:ea typeface="+mn-ea"/>
                <a:cs typeface="+mn-cs"/>
              </a:rPr>
              <a:t>vica+empa</a:t>
            </a:r>
            <a:endPar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zh-CN" sz="1004" b="0" i="0" u="none" strike="noStrike" kern="1200" cap="none" spc="0" normalizeH="0" baseline="0" noProof="0">
                <a:ln>
                  <a:noFill/>
                </a:ln>
                <a:solidFill>
                  <a:srgbClr val="08312A"/>
                </a:solidFill>
                <a:effectLst/>
                <a:uLnTx/>
                <a:uFillTx/>
                <a:latin typeface="Boehringer Forward Text"/>
                <a:ea typeface="+mn-ea"/>
                <a:cs typeface="+mn-cs"/>
              </a:rPr>
              <a:t>CVRR</a:t>
            </a:r>
            <a:endParaRPr kumimoji="0" lang="en-US" altLang="zh-CN" sz="798"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1004" b="0" i="0" u="none" strike="noStrike" kern="1200" cap="none" spc="0" normalizeH="0" baseline="0" noProof="0">
                <a:ln>
                  <a:noFill/>
                </a:ln>
                <a:solidFill>
                  <a:srgbClr val="08312A"/>
                </a:solidFill>
                <a:effectLst/>
                <a:uLnTx/>
                <a:uFillTx/>
                <a:latin typeface="Boehringer Forward Text"/>
                <a:ea typeface="+mn-ea"/>
                <a:cs typeface="+mn-cs"/>
              </a:rPr>
              <a:t>1378-0041</a:t>
            </a:r>
          </a:p>
        </p:txBody>
      </p:sp>
      <p:sp>
        <p:nvSpPr>
          <p:cNvPr id="306" name="矩形: 圆角 305">
            <a:extLst>
              <a:ext uri="{FF2B5EF4-FFF2-40B4-BE49-F238E27FC236}">
                <a16:creationId xmlns:a16="http://schemas.microsoft.com/office/drawing/2014/main" id="{020CE5A0-95BB-F4CB-975A-C29B731FE45C}"/>
              </a:ext>
            </a:extLst>
          </p:cNvPr>
          <p:cNvSpPr/>
          <p:nvPr/>
        </p:nvSpPr>
        <p:spPr bwMode="gray">
          <a:xfrm>
            <a:off x="4216539" y="4268896"/>
            <a:ext cx="1046188" cy="821579"/>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641156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B5B3262-EE23-176C-F8EA-C89D8CD1C127}"/>
              </a:ext>
            </a:extLst>
          </p:cNvPr>
          <p:cNvSpPr>
            <a:spLocks noGrp="1"/>
          </p:cNvSpPr>
          <p:nvPr>
            <p:ph type="title"/>
          </p:nvPr>
        </p:nvSpPr>
        <p:spPr/>
        <p:txBody>
          <a:bodyPr/>
          <a:lstStyle/>
          <a:p>
            <a:r>
              <a:rPr lang="en-US" altLang="zh-CN"/>
              <a:t>CRM Pipeline Portfolio Summary</a:t>
            </a:r>
            <a:endParaRPr lang="zh-CN" altLang="en-US"/>
          </a:p>
        </p:txBody>
      </p:sp>
      <p:sp>
        <p:nvSpPr>
          <p:cNvPr id="29" name="Sonne 16">
            <a:extLst>
              <a:ext uri="{FF2B5EF4-FFF2-40B4-BE49-F238E27FC236}">
                <a16:creationId xmlns:a16="http://schemas.microsoft.com/office/drawing/2014/main" id="{415DBA67-8704-5BA2-2144-1BE52BC5F4B1}"/>
              </a:ext>
            </a:extLst>
          </p:cNvPr>
          <p:cNvSpPr>
            <a:spLocks noChangeAspect="1"/>
          </p:cNvSpPr>
          <p:nvPr/>
        </p:nvSpPr>
        <p:spPr>
          <a:xfrm>
            <a:off x="576988" y="1530504"/>
            <a:ext cx="216000" cy="216000"/>
          </a:xfrm>
          <a:prstGeom prst="sun">
            <a:avLst/>
          </a:prstGeom>
          <a:solidFill>
            <a:srgbClr val="FF9900"/>
          </a:solidFill>
          <a:ln w="12700">
            <a:solidFill>
              <a:srgbClr val="D8943C"/>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32" name="Graphic 21" descr="Badge New with solid fill">
            <a:extLst>
              <a:ext uri="{FF2B5EF4-FFF2-40B4-BE49-F238E27FC236}">
                <a16:creationId xmlns:a16="http://schemas.microsoft.com/office/drawing/2014/main" id="{C65468C8-586C-6027-2D7A-8ADE52769E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0988" y="2815857"/>
            <a:ext cx="288000" cy="288000"/>
          </a:xfrm>
          <a:prstGeom prst="rect">
            <a:avLst/>
          </a:prstGeom>
        </p:spPr>
      </p:pic>
      <p:pic>
        <p:nvPicPr>
          <p:cNvPr id="33" name="Graphic 21" descr="Badge New with solid fill">
            <a:extLst>
              <a:ext uri="{FF2B5EF4-FFF2-40B4-BE49-F238E27FC236}">
                <a16:creationId xmlns:a16="http://schemas.microsoft.com/office/drawing/2014/main" id="{2839AC9A-6CE2-BF13-1849-3EC3852A5B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0988" y="3180900"/>
            <a:ext cx="288000" cy="288000"/>
          </a:xfrm>
          <a:prstGeom prst="rect">
            <a:avLst/>
          </a:prstGeom>
        </p:spPr>
      </p:pic>
      <p:grpSp>
        <p:nvGrpSpPr>
          <p:cNvPr id="42" name="组合 41">
            <a:extLst>
              <a:ext uri="{FF2B5EF4-FFF2-40B4-BE49-F238E27FC236}">
                <a16:creationId xmlns:a16="http://schemas.microsoft.com/office/drawing/2014/main" id="{31687587-FD7A-F5B6-440E-1BD0EBDB4799}"/>
              </a:ext>
            </a:extLst>
          </p:cNvPr>
          <p:cNvGrpSpPr/>
          <p:nvPr/>
        </p:nvGrpSpPr>
        <p:grpSpPr>
          <a:xfrm>
            <a:off x="6197127" y="279527"/>
            <a:ext cx="2483462" cy="288000"/>
            <a:chOff x="6905383" y="455404"/>
            <a:chExt cx="2483462" cy="288000"/>
          </a:xfrm>
        </p:grpSpPr>
        <p:pic>
          <p:nvPicPr>
            <p:cNvPr id="43" name="Graphic 21" descr="Badge New with solid fill">
              <a:extLst>
                <a:ext uri="{FF2B5EF4-FFF2-40B4-BE49-F238E27FC236}">
                  <a16:creationId xmlns:a16="http://schemas.microsoft.com/office/drawing/2014/main" id="{955EE4CE-9271-D331-FF6D-893D93C496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905383" y="455404"/>
              <a:ext cx="288000" cy="288000"/>
            </a:xfrm>
            <a:prstGeom prst="rect">
              <a:avLst/>
            </a:prstGeom>
          </p:spPr>
        </p:pic>
        <p:sp>
          <p:nvSpPr>
            <p:cNvPr id="44" name="TextBox 22">
              <a:extLst>
                <a:ext uri="{FF2B5EF4-FFF2-40B4-BE49-F238E27FC236}">
                  <a16:creationId xmlns:a16="http://schemas.microsoft.com/office/drawing/2014/main" id="{54A3122A-3E63-E489-E3EE-58AE41509724}"/>
                </a:ext>
              </a:extLst>
            </p:cNvPr>
            <p:cNvSpPr txBox="1"/>
            <p:nvPr/>
          </p:nvSpPr>
          <p:spPr>
            <a:xfrm>
              <a:off x="7197858" y="507071"/>
              <a:ext cx="728341" cy="184666"/>
            </a:xfrm>
            <a:prstGeom prst="rect">
              <a:avLst/>
            </a:prstGeom>
            <a:noFill/>
          </p:spPr>
          <p:txBody>
            <a:bodyPr wrap="non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en-GB"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5" name="Sonne 16">
              <a:extLst>
                <a:ext uri="{FF2B5EF4-FFF2-40B4-BE49-F238E27FC236}">
                  <a16:creationId xmlns:a16="http://schemas.microsoft.com/office/drawing/2014/main" id="{A83DEF49-9556-E8E8-61FC-57A1836704B7}"/>
                </a:ext>
              </a:extLst>
            </p:cNvPr>
            <p:cNvSpPr>
              <a:spLocks noChangeAspect="1"/>
            </p:cNvSpPr>
            <p:nvPr/>
          </p:nvSpPr>
          <p:spPr>
            <a:xfrm>
              <a:off x="8054358" y="491404"/>
              <a:ext cx="216000" cy="216000"/>
            </a:xfrm>
            <a:prstGeom prst="sun">
              <a:avLst/>
            </a:prstGeom>
            <a:solidFill>
              <a:srgbClr val="FF9900"/>
            </a:solidFill>
            <a:ln w="12700">
              <a:solidFill>
                <a:srgbClr val="D8943C"/>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prstClr val="black"/>
                </a:solidFill>
                <a:effectLst/>
                <a:uLnTx/>
                <a:uFillTx/>
                <a:latin typeface="Boehringer Forward Text"/>
                <a:ea typeface="+mn-ea"/>
                <a:cs typeface="+mn-cs"/>
              </a:endParaRPr>
            </a:p>
          </p:txBody>
        </p:sp>
        <p:sp>
          <p:nvSpPr>
            <p:cNvPr id="46" name="TextBox 22">
              <a:extLst>
                <a:ext uri="{FF2B5EF4-FFF2-40B4-BE49-F238E27FC236}">
                  <a16:creationId xmlns:a16="http://schemas.microsoft.com/office/drawing/2014/main" id="{4F86DE40-0DE4-3D76-6C8B-BCA20D506DFE}"/>
                </a:ext>
              </a:extLst>
            </p:cNvPr>
            <p:cNvSpPr txBox="1"/>
            <p:nvPr/>
          </p:nvSpPr>
          <p:spPr>
            <a:xfrm>
              <a:off x="8303612" y="507071"/>
              <a:ext cx="1085233" cy="184666"/>
            </a:xfrm>
            <a:prstGeom prst="rect">
              <a:avLst/>
            </a:prstGeom>
            <a:noFill/>
          </p:spPr>
          <p:txBody>
            <a:bodyPr wrap="non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OneHP Priority</a:t>
              </a:r>
              <a:endParaRPr kumimoji="0" lang="en-GB" sz="1200" b="0" i="0" u="none" strike="noStrike" kern="1200" cap="none" spc="0" normalizeH="0" baseline="0" noProof="0">
                <a:ln>
                  <a:noFill/>
                </a:ln>
                <a:solidFill>
                  <a:prstClr val="black"/>
                </a:solidFill>
                <a:effectLst/>
                <a:uLnTx/>
                <a:uFillTx/>
                <a:latin typeface="Boehringer Forward Text"/>
                <a:ea typeface="+mn-ea"/>
                <a:cs typeface="+mn-cs"/>
              </a:endParaRPr>
            </a:p>
          </p:txBody>
        </p:sp>
      </p:grpSp>
      <p:graphicFrame>
        <p:nvGraphicFramePr>
          <p:cNvPr id="28" name="表格 27">
            <a:extLst>
              <a:ext uri="{FF2B5EF4-FFF2-40B4-BE49-F238E27FC236}">
                <a16:creationId xmlns:a16="http://schemas.microsoft.com/office/drawing/2014/main" id="{A71C30EC-674A-52C2-1FC4-D513F08F47F7}"/>
              </a:ext>
            </a:extLst>
          </p:cNvPr>
          <p:cNvGraphicFramePr>
            <a:graphicFrameLocks noGrp="1"/>
          </p:cNvGraphicFramePr>
          <p:nvPr/>
        </p:nvGraphicFramePr>
        <p:xfrm>
          <a:off x="832445" y="972249"/>
          <a:ext cx="10952186" cy="5150015"/>
        </p:xfrm>
        <a:graphic>
          <a:graphicData uri="http://schemas.openxmlformats.org/drawingml/2006/table">
            <a:tbl>
              <a:tblPr>
                <a:tableStyleId>{5C22544A-7EE6-4342-B048-85BDC9FD1C3A}</a:tableStyleId>
              </a:tblPr>
              <a:tblGrid>
                <a:gridCol w="943075">
                  <a:extLst>
                    <a:ext uri="{9D8B030D-6E8A-4147-A177-3AD203B41FA5}">
                      <a16:colId xmlns:a16="http://schemas.microsoft.com/office/drawing/2014/main" val="718457581"/>
                    </a:ext>
                  </a:extLst>
                </a:gridCol>
                <a:gridCol w="1440160">
                  <a:extLst>
                    <a:ext uri="{9D8B030D-6E8A-4147-A177-3AD203B41FA5}">
                      <a16:colId xmlns:a16="http://schemas.microsoft.com/office/drawing/2014/main" val="2742746887"/>
                    </a:ext>
                  </a:extLst>
                </a:gridCol>
                <a:gridCol w="1224136">
                  <a:extLst>
                    <a:ext uri="{9D8B030D-6E8A-4147-A177-3AD203B41FA5}">
                      <a16:colId xmlns:a16="http://schemas.microsoft.com/office/drawing/2014/main" val="512582996"/>
                    </a:ext>
                  </a:extLst>
                </a:gridCol>
                <a:gridCol w="963399">
                  <a:extLst>
                    <a:ext uri="{9D8B030D-6E8A-4147-A177-3AD203B41FA5}">
                      <a16:colId xmlns:a16="http://schemas.microsoft.com/office/drawing/2014/main" val="2949722202"/>
                    </a:ext>
                  </a:extLst>
                </a:gridCol>
                <a:gridCol w="872201">
                  <a:extLst>
                    <a:ext uri="{9D8B030D-6E8A-4147-A177-3AD203B41FA5}">
                      <a16:colId xmlns:a16="http://schemas.microsoft.com/office/drawing/2014/main" val="3917052180"/>
                    </a:ext>
                  </a:extLst>
                </a:gridCol>
                <a:gridCol w="1402144">
                  <a:extLst>
                    <a:ext uri="{9D8B030D-6E8A-4147-A177-3AD203B41FA5}">
                      <a16:colId xmlns:a16="http://schemas.microsoft.com/office/drawing/2014/main" val="2968097933"/>
                    </a:ext>
                  </a:extLst>
                </a:gridCol>
                <a:gridCol w="2046175">
                  <a:extLst>
                    <a:ext uri="{9D8B030D-6E8A-4147-A177-3AD203B41FA5}">
                      <a16:colId xmlns:a16="http://schemas.microsoft.com/office/drawing/2014/main" val="2754400744"/>
                    </a:ext>
                  </a:extLst>
                </a:gridCol>
                <a:gridCol w="2060896">
                  <a:extLst>
                    <a:ext uri="{9D8B030D-6E8A-4147-A177-3AD203B41FA5}">
                      <a16:colId xmlns:a16="http://schemas.microsoft.com/office/drawing/2014/main" val="304715498"/>
                    </a:ext>
                  </a:extLst>
                </a:gridCol>
              </a:tblGrid>
              <a:tr h="444417">
                <a:tc>
                  <a:txBody>
                    <a:bodyPr/>
                    <a:lstStyle/>
                    <a:p>
                      <a:pPr algn="l" fontAlgn="ctr"/>
                      <a:r>
                        <a:rPr lang="en-US" sz="1100" b="1" u="none" strike="noStrike">
                          <a:solidFill>
                            <a:schemeClr val="bg1"/>
                          </a:solidFill>
                          <a:effectLst/>
                        </a:rPr>
                        <a:t>BI Number/INN</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MOA</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Indication</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Next Milestone</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Timeline</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it-IT" sz="1100" b="1" u="none" strike="noStrike">
                          <a:solidFill>
                            <a:schemeClr val="bg1"/>
                          </a:solidFill>
                          <a:effectLst/>
                        </a:rPr>
                        <a:t>China NDA Appr. Timeline (Best*)</a:t>
                      </a:r>
                      <a:endParaRPr lang="it-IT"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Global status</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tc>
                  <a:txBody>
                    <a:bodyPr/>
                    <a:lstStyle/>
                    <a:p>
                      <a:pPr algn="l" fontAlgn="ctr"/>
                      <a:r>
                        <a:rPr lang="en-US" sz="1100" b="1" u="none" strike="noStrike">
                          <a:solidFill>
                            <a:schemeClr val="bg1"/>
                          </a:solidFill>
                          <a:effectLst/>
                        </a:rPr>
                        <a:t>China Status</a:t>
                      </a:r>
                      <a:endParaRPr lang="en-US" sz="1100" b="1" i="0" u="none" strike="noStrike">
                        <a:solidFill>
                          <a:schemeClr val="bg1"/>
                        </a:solidFill>
                        <a:effectLst/>
                        <a:latin typeface="等线" panose="02010600030101010101" pitchFamily="2" charset="-122"/>
                        <a:ea typeface="等线" panose="02010600030101010101" pitchFamily="2" charset="-122"/>
                      </a:endParaRPr>
                    </a:p>
                  </a:txBody>
                  <a:tcPr marL="9424" marR="9424" marT="9424" marB="0" anchor="ctr">
                    <a:solidFill>
                      <a:schemeClr val="bg2">
                        <a:lumMod val="75000"/>
                        <a:lumOff val="25000"/>
                      </a:schemeClr>
                    </a:solidFill>
                  </a:tcPr>
                </a:tc>
                <a:extLst>
                  <a:ext uri="{0D108BD9-81ED-4DB2-BD59-A6C34878D82A}">
                    <a16:rowId xmlns:a16="http://schemas.microsoft.com/office/drawing/2014/main" val="364994312"/>
                  </a:ext>
                </a:extLst>
              </a:tr>
              <a:tr h="222208">
                <a:tc rowSpan="2">
                  <a:txBody>
                    <a:bodyPr/>
                    <a:lstStyle/>
                    <a:p>
                      <a:pPr algn="l" fontAlgn="ctr"/>
                      <a:r>
                        <a:rPr lang="en-US" sz="1100" u="none" strike="noStrike">
                          <a:effectLst/>
                        </a:rPr>
                        <a:t>Survodutide</a:t>
                      </a:r>
                    </a:p>
                  </a:txBody>
                  <a:tcPr marL="9424" marR="9424" marT="9424" marB="0" anchor="ctr">
                    <a:lnB w="12700" cap="flat" cmpd="sng" algn="ctr">
                      <a:solidFill>
                        <a:schemeClr val="tx1"/>
                      </a:solidFill>
                      <a:prstDash val="solid"/>
                      <a:round/>
                      <a:headEnd type="none" w="med" len="med"/>
                      <a:tailEnd type="none" w="med" len="med"/>
                    </a:lnB>
                    <a:noFill/>
                  </a:tcPr>
                </a:tc>
                <a:tc rowSpan="2">
                  <a:txBody>
                    <a:bodyPr/>
                    <a:lstStyle/>
                    <a:p>
                      <a:pPr algn="l" fontAlgn="ctr"/>
                      <a:r>
                        <a:rPr lang="en-US" sz="1100" u="none" strike="noStrike">
                          <a:effectLst/>
                        </a:rPr>
                        <a:t>GLP1R/GCGR agonist</a:t>
                      </a: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Obesity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tc>
                  <a:txBody>
                    <a:bodyPr/>
                    <a:lstStyle/>
                    <a:p>
                      <a:pPr algn="l" fontAlgn="ctr"/>
                      <a:r>
                        <a:rPr lang="en-US" sz="1100" u="none" strike="noStrike" err="1">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tc>
                  <a:txBody>
                    <a:bodyPr/>
                    <a:lstStyle/>
                    <a:p>
                      <a:pPr algn="l" fontAlgn="ctr"/>
                      <a:r>
                        <a:rPr lang="en-US" sz="1100" u="none" strike="noStrike">
                          <a:effectLst/>
                        </a:rPr>
                        <a:t>2028-Mar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rgbClr val="E0E1F6"/>
                    </a:solidFill>
                  </a:tcPr>
                </a:tc>
                <a:extLst>
                  <a:ext uri="{0D108BD9-81ED-4DB2-BD59-A6C34878D82A}">
                    <a16:rowId xmlns:a16="http://schemas.microsoft.com/office/drawing/2014/main" val="4018095237"/>
                  </a:ext>
                </a:extLst>
              </a:tr>
              <a:tr h="222208">
                <a:tc vMerge="1">
                  <a:txBody>
                    <a:bodyPr/>
                    <a:lstStyle/>
                    <a:p>
                      <a:endParaRPr/>
                    </a:p>
                  </a:txBody>
                  <a:tcPr marL="9424" marR="9424" marT="9424" marB="0" anchor="ctr">
                    <a:noFill/>
                  </a:tcPr>
                </a:tc>
                <a:tc vMerge="1">
                  <a:txBody>
                    <a:bodyPr/>
                    <a:lstStyle/>
                    <a:p>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MASH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r>
                        <a:rPr lang="en-US" sz="1100" u="none" strike="noStrike" err="1">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r>
                        <a:rPr lang="en-US" sz="1100" u="none" strike="noStrike">
                          <a:effectLst/>
                        </a:rPr>
                        <a:t>2028-Nov</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1128030"/>
                  </a:ext>
                </a:extLst>
              </a:tr>
              <a:tr h="222208">
                <a:tc rowSpan="4">
                  <a:txBody>
                    <a:bodyPr/>
                    <a:lstStyle/>
                    <a:p>
                      <a:pPr algn="l" fontAlgn="ctr"/>
                      <a:r>
                        <a:rPr lang="en-US" sz="1100" u="none" strike="noStrike">
                          <a:effectLst/>
                        </a:rPr>
                        <a:t>VicaEmpa</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l" fontAlgn="ctr"/>
                      <a:r>
                        <a:rPr lang="en-US" sz="1100" u="none" strike="noStrike" err="1">
                          <a:effectLst/>
                        </a:rPr>
                        <a:t>ASi</a:t>
                      </a:r>
                      <a:r>
                        <a:rPr lang="en-US" sz="1100" u="none" strike="noStrike">
                          <a:effectLst/>
                        </a:rPr>
                        <a:t> + SGLT2i</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CKD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err="1">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2029-Jan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extLst>
                  <a:ext uri="{0D108BD9-81ED-4DB2-BD59-A6C34878D82A}">
                    <a16:rowId xmlns:a16="http://schemas.microsoft.com/office/drawing/2014/main" val="1584339374"/>
                  </a:ext>
                </a:extLst>
              </a:tr>
              <a:tr h="222208">
                <a:tc vMerge="1">
                  <a:txBody>
                    <a:bodyPr/>
                    <a:lstStyle/>
                    <a:p>
                      <a:endParaRPr/>
                    </a:p>
                  </a:txBody>
                  <a:tcPr marL="9424" marR="9424" marT="9424" marB="0" anchor="ctr">
                    <a:noFill/>
                  </a:tcPr>
                </a:tc>
                <a:tc vMerge="1">
                  <a:txBody>
                    <a:bodyPr/>
                    <a:lstStyle/>
                    <a:p>
                      <a:endParaRPr/>
                    </a:p>
                  </a:txBody>
                  <a:tcPr marL="9424" marR="9424" marT="9424" marB="0" anchor="ctr">
                    <a:noFill/>
                  </a:tcPr>
                </a:tc>
                <a:tc>
                  <a:txBody>
                    <a:bodyPr/>
                    <a:lstStyle/>
                    <a:p>
                      <a:pPr algn="l" fontAlgn="ctr"/>
                      <a:r>
                        <a:rPr lang="en-US" sz="1100" u="none" strike="noStrike" err="1">
                          <a:effectLst/>
                        </a:rPr>
                        <a:t>HFpEF</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2029-May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extLst>
                  <a:ext uri="{0D108BD9-81ED-4DB2-BD59-A6C34878D82A}">
                    <a16:rowId xmlns:a16="http://schemas.microsoft.com/office/drawing/2014/main" val="3427814463"/>
                  </a:ext>
                </a:extLst>
              </a:tr>
              <a:tr h="222208">
                <a:tc vMerge="1">
                  <a:txBody>
                    <a:bodyPr/>
                    <a:lstStyle/>
                    <a:p>
                      <a:endParaRPr/>
                    </a:p>
                  </a:txBody>
                  <a:tcPr marL="9424" marR="9424" marT="9424" marB="0" anchor="ctr">
                    <a:noFill/>
                  </a:tcPr>
                </a:tc>
                <a:tc vMerge="1">
                  <a:txBody>
                    <a:bodyPr/>
                    <a:lstStyle/>
                    <a:p>
                      <a:endParaRPr/>
                    </a:p>
                  </a:txBody>
                  <a:tcPr marL="9424" marR="9424" marT="9424" marB="0" anchor="ctr">
                    <a:noFill/>
                  </a:tcPr>
                </a:tc>
                <a:tc>
                  <a:txBody>
                    <a:bodyPr/>
                    <a:lstStyle/>
                    <a:p>
                      <a:pPr algn="l" fontAlgn="ctr"/>
                      <a:r>
                        <a:rPr lang="en-US" sz="1100" u="none" strike="noStrike">
                          <a:effectLst/>
                        </a:rPr>
                        <a:t>HFrEF</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2030-Jun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solidFill>
                      <a:schemeClr val="accent5">
                        <a:lumMod val="20000"/>
                        <a:lumOff val="80000"/>
                      </a:schemeClr>
                    </a:solidFill>
                  </a:tcPr>
                </a:tc>
                <a:extLst>
                  <a:ext uri="{0D108BD9-81ED-4DB2-BD59-A6C34878D82A}">
                    <a16:rowId xmlns:a16="http://schemas.microsoft.com/office/drawing/2014/main" val="3861550983"/>
                  </a:ext>
                </a:extLst>
              </a:tr>
              <a:tr h="222208">
                <a:tc vMerge="1">
                  <a:txBody>
                    <a:bodyPr/>
                    <a:lstStyle/>
                    <a:p>
                      <a:endParaRPr/>
                    </a:p>
                  </a:txBody>
                  <a:tcPr marL="9424" marR="9424" marT="9424" marB="0" anchor="ctr">
                    <a:noFill/>
                  </a:tcPr>
                </a:tc>
                <a:tc vMerge="1">
                  <a:txBody>
                    <a:bodyPr/>
                    <a:lstStyle/>
                    <a:p>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CVRR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err="1">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l" defTabSz="914400" rtl="0" eaLnBrk="1" fontAlgn="ctr" latinLnBrk="0" hangingPunct="1"/>
                      <a:r>
                        <a:rPr lang="en-US" sz="1100" u="none" strike="noStrike" kern="1200">
                          <a:solidFill>
                            <a:schemeClr val="dk1"/>
                          </a:solidFill>
                          <a:effectLst/>
                          <a:latin typeface="+mn-lt"/>
                          <a:ea typeface="+mn-ea"/>
                          <a:cs typeface="+mn-cs"/>
                        </a:rPr>
                        <a:t>TBD</a:t>
                      </a: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algn="l" defTabSz="914400" rtl="0" eaLnBrk="1" fontAlgn="ctr" latinLnBrk="0" hangingPunct="1"/>
                      <a:r>
                        <a:rPr lang="en-US" sz="1100" u="none" strike="noStrike" kern="1200">
                          <a:solidFill>
                            <a:schemeClr val="dk1"/>
                          </a:solidFill>
                          <a:effectLst/>
                          <a:latin typeface="+mn-lt"/>
                          <a:ea typeface="+mn-ea"/>
                          <a:cs typeface="+mn-cs"/>
                        </a:rPr>
                        <a:t>2031-Feb</a:t>
                      </a: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Ph III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214071919"/>
                  </a:ext>
                </a:extLst>
              </a:tr>
              <a:tr h="222208">
                <a:tc rowSpan="2">
                  <a:txBody>
                    <a:bodyPr/>
                    <a:lstStyle/>
                    <a:p>
                      <a:pPr algn="l" fontAlgn="ctr"/>
                      <a:r>
                        <a:rPr lang="en-US" sz="1100" u="none" strike="noStrike">
                          <a:effectLst/>
                        </a:rPr>
                        <a:t>BI 764198</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sz="1100" u="none" strike="noStrike">
                          <a:effectLst/>
                        </a:rPr>
                        <a:t>TRPC6 Inhibitor</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FSGS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altLang="zh-CN" sz="1100" u="none" strike="noStrike" err="1">
                          <a:effectLst/>
                        </a:rPr>
                        <a:t>RoFD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2025-Sep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2030-Oct</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To start Ph III (2025-Dec)</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tc>
                  <a:txBody>
                    <a:bodyPr/>
                    <a:lstStyle/>
                    <a:p>
                      <a:pPr algn="l" fontAlgn="ctr"/>
                      <a:r>
                        <a:rPr lang="en-US" sz="1100" u="none" strike="noStrike">
                          <a:effectLst/>
                        </a:rPr>
                        <a:t>To join Ph III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4">
                        <a:lumMod val="20000"/>
                        <a:lumOff val="80000"/>
                      </a:schemeClr>
                    </a:solidFill>
                  </a:tcPr>
                </a:tc>
                <a:extLst>
                  <a:ext uri="{0D108BD9-81ED-4DB2-BD59-A6C34878D82A}">
                    <a16:rowId xmlns:a16="http://schemas.microsoft.com/office/drawing/2014/main" val="557577004"/>
                  </a:ext>
                </a:extLst>
              </a:tr>
              <a:tr h="222208">
                <a:tc vMerge="1">
                  <a:txBody>
                    <a:bodyPr/>
                    <a:lstStyle/>
                    <a:p>
                      <a:endParaRPr/>
                    </a:p>
                  </a:txBody>
                  <a:tcPr marL="9424" marR="9424" marT="9424" marB="0" anchor="ctr">
                    <a:noFill/>
                  </a:tcPr>
                </a:tc>
                <a:tc vMerge="1">
                  <a:txBody>
                    <a:bodyPr/>
                    <a:lstStyle/>
                    <a:p>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DMD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err="1">
                          <a:effectLst/>
                        </a:rPr>
                        <a:t>RoFD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2025-Sep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2033-Aug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To start Ph II (2026-Jul)</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To join Ph II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3672214"/>
                  </a:ext>
                </a:extLst>
              </a:tr>
              <a:tr h="222208">
                <a:tc>
                  <a:txBody>
                    <a:bodyPr/>
                    <a:lstStyle/>
                    <a:p>
                      <a:pPr algn="l" fontAlgn="ctr"/>
                      <a:r>
                        <a:rPr lang="en-US" sz="1100" u="none" strike="noStrike">
                          <a:effectLst/>
                        </a:rPr>
                        <a:t>BI 765845</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MYDGF replacement</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STEMI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2025-Oct</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2031-Sep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Ph II ongoing </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To join Ph III (2028-Jan)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85666627"/>
                  </a:ext>
                </a:extLst>
              </a:tr>
              <a:tr h="222208">
                <a:tc rowSpan="2">
                  <a:txBody>
                    <a:bodyPr/>
                    <a:lstStyle/>
                    <a:p>
                      <a:pPr algn="l" fontAlgn="ctr"/>
                      <a:r>
                        <a:rPr lang="en-US" sz="1100" u="none" strike="noStrike">
                          <a:effectLst/>
                        </a:rPr>
                        <a:t>Metalyse</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fontAlgn="ctr"/>
                      <a:r>
                        <a:rPr lang="en-US" sz="1100" u="none" strike="noStrike">
                          <a:effectLst/>
                        </a:rPr>
                        <a:t>TNK</a:t>
                      </a:r>
                    </a:p>
                  </a:txBody>
                  <a:tcPr marL="9424" marR="9424" marT="9424"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AIS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l" fontAlgn="ctr"/>
                      <a:r>
                        <a:rPr lang="en-US" sz="1100" u="none" strike="noStrike">
                          <a:effectLst/>
                        </a:rPr>
                        <a:t>NA</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l" fontAlgn="ctr"/>
                      <a:r>
                        <a:rPr lang="en-US" sz="1100" u="none" strike="noStrike">
                          <a:effectLst/>
                        </a:rPr>
                        <a:t>NA</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l" fontAlgn="ctr"/>
                      <a:r>
                        <a:rPr lang="en-US" sz="1100" u="none" strike="noStrike">
                          <a:effectLst/>
                        </a:rPr>
                        <a:t>2025-May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l" fontAlgn="ctr"/>
                      <a:r>
                        <a:rPr lang="en-US" sz="1100" u="none" strike="noStrike">
                          <a:effectLst/>
                        </a:rPr>
                        <a:t>NA</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l" fontAlgn="ctr"/>
                      <a:r>
                        <a:rPr lang="en-US" sz="1100" u="none" strike="noStrike">
                          <a:effectLst/>
                        </a:rPr>
                        <a:t>NDA review</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2230090901"/>
                  </a:ext>
                </a:extLst>
              </a:tr>
              <a:tr h="222208">
                <a:tc vMerge="1">
                  <a:txBody>
                    <a:bodyPr/>
                    <a:lstStyle/>
                    <a:p>
                      <a:endParaRPr/>
                    </a:p>
                  </a:txBody>
                  <a:tcPr marL="9424" marR="9424" marT="9424" marB="0" anchor="ctr">
                    <a:noFill/>
                  </a:tcPr>
                </a:tc>
                <a:tc vMerge="1">
                  <a:txBody>
                    <a:bodyPr/>
                    <a:lstStyle/>
                    <a:p>
                      <a:endParaRPr/>
                    </a:p>
                  </a:txBody>
                  <a:tcPr marL="9424" marR="9424" marT="9424" marB="0" anchor="ctr">
                    <a:lnB w="12700" cap="flat" cmpd="sng" algn="ctr">
                      <a:solidFill>
                        <a:schemeClr val="tx1"/>
                      </a:solidFill>
                      <a:prstDash val="solid"/>
                      <a:round/>
                      <a:headEnd type="none" w="med" len="med"/>
                      <a:tailEnd type="none" w="med" len="med"/>
                    </a:lnB>
                    <a:noFill/>
                  </a:tcPr>
                </a:tc>
                <a:tc>
                  <a:txBody>
                    <a:bodyPr/>
                    <a:lstStyle/>
                    <a:p>
                      <a:pPr algn="l" fontAlgn="ctr"/>
                      <a:r>
                        <a:rPr lang="en-US" sz="1100" u="none" strike="noStrike">
                          <a:effectLst/>
                        </a:rPr>
                        <a:t>AIS (&gt;4.5h)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err="1">
                          <a:effectLst/>
                        </a:rPr>
                        <a:t>RoS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2029-</a:t>
                      </a:r>
                      <a:r>
                        <a:rPr lang="en-US" altLang="zh-CN" sz="1100" u="none" strike="noStrike">
                          <a:effectLst/>
                        </a:rPr>
                        <a:t>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To start Ph III (2025-Dec)</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l" fontAlgn="ctr"/>
                      <a:r>
                        <a:rPr lang="en-US" sz="1100" u="none" strike="noStrike">
                          <a:effectLst/>
                        </a:rPr>
                        <a:t>To join Ph III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724834285"/>
                  </a:ext>
                </a:extLst>
              </a:tr>
              <a:tr h="222208">
                <a:tc>
                  <a:txBody>
                    <a:bodyPr/>
                    <a:lstStyle/>
                    <a:p>
                      <a:pPr algn="l" fontAlgn="ctr"/>
                      <a:r>
                        <a:rPr lang="en-US" sz="1100" u="none" strike="noStrike">
                          <a:effectLst/>
                        </a:rPr>
                        <a:t>Avenciguat</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ctr"/>
                      <a:r>
                        <a:rPr lang="en-US" sz="1100" u="none" strike="noStrike" err="1">
                          <a:effectLst/>
                        </a:rPr>
                        <a:t>sGC</a:t>
                      </a:r>
                      <a:r>
                        <a:rPr lang="en-US" sz="1100" u="none" strike="noStrike">
                          <a:effectLst/>
                        </a:rPr>
                        <a:t> activator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ctr"/>
                      <a:r>
                        <a:rPr lang="en-US" sz="1100" u="none" strike="noStrike">
                          <a:effectLst/>
                        </a:rPr>
                        <a:t>GN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tc>
                  <a:txBody>
                    <a:bodyPr/>
                    <a:lstStyle/>
                    <a:p>
                      <a:pPr algn="l" fontAlgn="ctr"/>
                      <a:r>
                        <a:rPr lang="en-US" sz="1100" u="none" strike="noStrike" err="1">
                          <a:effectLst/>
                        </a:rPr>
                        <a:t>RoFD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tc>
                  <a:txBody>
                    <a:bodyPr/>
                    <a:lstStyle/>
                    <a:p>
                      <a:pPr algn="l" fontAlgn="ctr"/>
                      <a:r>
                        <a:rPr lang="en-US" sz="1100" u="none" strike="noStrike">
                          <a:effectLst/>
                        </a:rPr>
                        <a:t>2025-</a:t>
                      </a:r>
                      <a:r>
                        <a:rPr lang="en-US" altLang="zh-CN" sz="1100" u="none" strike="noStrike">
                          <a:effectLst/>
                        </a:rPr>
                        <a:t>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tc>
                  <a:txBody>
                    <a:bodyPr/>
                    <a:lstStyle/>
                    <a:p>
                      <a:pPr algn="l" fontAlgn="ctr"/>
                      <a:r>
                        <a:rPr lang="en-US" sz="1100" u="none" strike="noStrike">
                          <a:effectLst/>
                        </a:rPr>
                        <a:t>2029-Mar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tc>
                  <a:txBody>
                    <a:bodyPr/>
                    <a:lstStyle/>
                    <a:p>
                      <a:pPr algn="l" fontAlgn="ctr"/>
                      <a:r>
                        <a:rPr lang="en-US" sz="1100" u="none" strike="noStrike">
                          <a:effectLst/>
                        </a:rPr>
                        <a:t>To start Ph III (2025-Oct)</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tc>
                  <a:txBody>
                    <a:bodyPr/>
                    <a:lstStyle/>
                    <a:p>
                      <a:pPr algn="l" fontAlgn="ctr"/>
                      <a:r>
                        <a:rPr lang="en-US" sz="1100" u="none" strike="noStrike">
                          <a:effectLst/>
                        </a:rPr>
                        <a:t>To join Ph III</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935856484"/>
                  </a:ext>
                </a:extLst>
              </a:tr>
              <a:tr h="222208">
                <a:tc>
                  <a:txBody>
                    <a:bodyPr/>
                    <a:lstStyle/>
                    <a:p>
                      <a:pPr algn="l" fontAlgn="ctr"/>
                      <a:r>
                        <a:rPr lang="en-US" sz="1100" u="none" strike="noStrike">
                          <a:effectLst/>
                        </a:rPr>
                        <a:t>BI 3034701</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GLP-1R/GIPR/NPY2R ago.</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Obesity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2025-Dec</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2033-Jan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Ph I ongoing </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To join Ph II (2026-Aug)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extLst>
                  <a:ext uri="{0D108BD9-81ED-4DB2-BD59-A6C34878D82A}">
                    <a16:rowId xmlns:a16="http://schemas.microsoft.com/office/drawing/2014/main" val="4068220611"/>
                  </a:ext>
                </a:extLst>
              </a:tr>
              <a:tr h="222208">
                <a:tc>
                  <a:txBody>
                    <a:bodyPr/>
                    <a:lstStyle/>
                    <a:p>
                      <a:pPr algn="l" fontAlgn="ctr"/>
                      <a:r>
                        <a:rPr lang="en-US" sz="1100" u="none" strike="noStrike">
                          <a:effectLst/>
                        </a:rPr>
                        <a:t>BI 3031185</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mGluR4 NAM</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Obesity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2026-Aug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2034-Jun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Ph I ongoing (CREA)</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extLst>
                  <a:ext uri="{0D108BD9-81ED-4DB2-BD59-A6C34878D82A}">
                    <a16:rowId xmlns:a16="http://schemas.microsoft.com/office/drawing/2014/main" val="2617665295"/>
                  </a:ext>
                </a:extLst>
              </a:tr>
              <a:tr h="238654">
                <a:tc>
                  <a:txBody>
                    <a:bodyPr/>
                    <a:lstStyle/>
                    <a:p>
                      <a:pPr algn="l" fontAlgn="ctr"/>
                      <a:r>
                        <a:rPr lang="en-US" sz="1100" u="none" strike="noStrike">
                          <a:effectLst/>
                        </a:rPr>
                        <a:t>BI 3798489</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NMUR2 ago. BU</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Obesity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2029-Feb</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2035-Feb</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To start Ph I (2027-Jun)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1F6"/>
                    </a:solidFill>
                  </a:tcPr>
                </a:tc>
                <a:extLst>
                  <a:ext uri="{0D108BD9-81ED-4DB2-BD59-A6C34878D82A}">
                    <a16:rowId xmlns:a16="http://schemas.microsoft.com/office/drawing/2014/main" val="1031128407"/>
                  </a:ext>
                </a:extLst>
              </a:tr>
              <a:tr h="222208">
                <a:tc>
                  <a:txBody>
                    <a:bodyPr/>
                    <a:lstStyle/>
                    <a:p>
                      <a:pPr algn="l" fontAlgn="ctr"/>
                      <a:r>
                        <a:rPr lang="en-US" sz="1100" u="none" strike="noStrike">
                          <a:effectLst/>
                        </a:rPr>
                        <a:t>BI 770371</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SIRPa antago.</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MASH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2026-Mar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2034-May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Ph </a:t>
                      </a:r>
                      <a:r>
                        <a:rPr lang="en-US" sz="1100" u="none" strike="noStrike" err="1">
                          <a:effectLst/>
                        </a:rPr>
                        <a:t>IIa</a:t>
                      </a:r>
                      <a:r>
                        <a:rPr lang="en-US" sz="1100" u="none" strike="noStrike">
                          <a:effectLst/>
                        </a:rPr>
                        <a:t> ongoing </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To join Ph IIb (2026-Sep)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699856201"/>
                  </a:ext>
                </a:extLst>
              </a:tr>
              <a:tr h="222208">
                <a:tc>
                  <a:txBody>
                    <a:bodyPr/>
                    <a:lstStyle/>
                    <a:p>
                      <a:pPr algn="l" fontAlgn="ctr"/>
                      <a:r>
                        <a:rPr lang="en-US" sz="1100" u="none" strike="noStrike">
                          <a:effectLst/>
                        </a:rPr>
                        <a:t>BI 3814916</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TLR4 inhibitor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De-cirrhosis</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2029-Mar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2034-May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To start Ph I (2026-Jul)</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526667053"/>
                  </a:ext>
                </a:extLst>
              </a:tr>
              <a:tr h="222208">
                <a:tc>
                  <a:txBody>
                    <a:bodyPr/>
                    <a:lstStyle/>
                    <a:p>
                      <a:pPr algn="l" fontAlgn="ctr"/>
                      <a:r>
                        <a:rPr lang="en-US" sz="1100" u="none" strike="noStrike">
                          <a:effectLst/>
                        </a:rPr>
                        <a:t>BI 3802876</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FAP/TRAILR2 ago. FR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MASH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2027-Jun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2035-Mar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Ph 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To join Ph IIb (2028-Jan)</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986934826"/>
                  </a:ext>
                </a:extLst>
              </a:tr>
              <a:tr h="222208">
                <a:tc>
                  <a:txBody>
                    <a:bodyPr/>
                    <a:lstStyle/>
                    <a:p>
                      <a:pPr algn="l" fontAlgn="ctr"/>
                      <a:r>
                        <a:rPr lang="en-US" sz="1100" u="none" strike="noStrike">
                          <a:effectLst/>
                        </a:rPr>
                        <a:t>BI 3820923</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FAP/TRAILR2 ago. 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ctr"/>
                      <a:r>
                        <a:rPr lang="en-US" sz="1100" u="none" strike="noStrike">
                          <a:effectLst/>
                        </a:rPr>
                        <a:t>MASH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2029-Feb</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2037-May</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To start Ph I (2027-Nov)</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TBD</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71360131"/>
                  </a:ext>
                </a:extLst>
              </a:tr>
              <a:tr h="222208">
                <a:tc>
                  <a:txBody>
                    <a:bodyPr/>
                    <a:lstStyle/>
                    <a:p>
                      <a:pPr algn="l" fontAlgn="ctr"/>
                      <a:r>
                        <a:rPr lang="en-US" sz="1100" u="none" strike="noStrike">
                          <a:effectLst/>
                        </a:rPr>
                        <a:t>BI 3804379</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IL-11 Ab. 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100" u="none" strike="noStrike">
                          <a:effectLst/>
                        </a:rPr>
                        <a:t>MASH</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err="1">
                          <a:effectLst/>
                        </a:rPr>
                        <a:t>PoCP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2028-Apr</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2037-Sep</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Ph I ongoing</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l" fontAlgn="ctr"/>
                      <a:r>
                        <a:rPr lang="en-US" sz="1100" u="none" strike="noStrike">
                          <a:effectLst/>
                        </a:rPr>
                        <a:t>To join Ph IIb (2028-Nov)</a:t>
                      </a:r>
                      <a:endParaRPr lang="en-US" sz="1100" b="0" i="0" u="none" strike="noStrike">
                        <a:solidFill>
                          <a:srgbClr val="000000"/>
                        </a:solidFill>
                        <a:effectLst/>
                        <a:latin typeface="等线" panose="02010600030101010101" pitchFamily="2" charset="-122"/>
                        <a:ea typeface="等线" panose="02010600030101010101" pitchFamily="2" charset="-122"/>
                      </a:endParaRPr>
                    </a:p>
                  </a:txBody>
                  <a:tcPr marL="9424" marR="9424" marT="9424"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510232888"/>
                  </a:ext>
                </a:extLst>
              </a:tr>
            </a:tbl>
          </a:graphicData>
        </a:graphic>
      </p:graphicFrame>
      <p:sp>
        <p:nvSpPr>
          <p:cNvPr id="2" name="文本框 1">
            <a:extLst>
              <a:ext uri="{FF2B5EF4-FFF2-40B4-BE49-F238E27FC236}">
                <a16:creationId xmlns:a16="http://schemas.microsoft.com/office/drawing/2014/main" id="{92D56337-8CEC-7641-85A5-6D0A63113540}"/>
              </a:ext>
            </a:extLst>
          </p:cNvPr>
          <p:cNvSpPr txBox="1"/>
          <p:nvPr/>
        </p:nvSpPr>
        <p:spPr bwMode="gray">
          <a:xfrm>
            <a:off x="9338710" y="135332"/>
            <a:ext cx="936000" cy="236924"/>
          </a:xfrm>
          <a:prstGeom prst="rect">
            <a:avLst/>
          </a:prstGeom>
          <a:solidFill>
            <a:srgbClr val="E0E1F6"/>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obesity</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文本框 2">
            <a:extLst>
              <a:ext uri="{FF2B5EF4-FFF2-40B4-BE49-F238E27FC236}">
                <a16:creationId xmlns:a16="http://schemas.microsoft.com/office/drawing/2014/main" id="{1B2BC397-5F47-9856-E9B3-C77FBE3ED7CC}"/>
              </a:ext>
            </a:extLst>
          </p:cNvPr>
          <p:cNvSpPr txBox="1"/>
          <p:nvPr/>
        </p:nvSpPr>
        <p:spPr bwMode="gray">
          <a:xfrm>
            <a:off x="10397741" y="130858"/>
            <a:ext cx="937161" cy="236924"/>
          </a:xfrm>
          <a:prstGeom prst="rect">
            <a:avLst/>
          </a:prstGeom>
          <a:solidFill>
            <a:schemeClr val="accent6">
              <a:lumMod val="20000"/>
              <a:lumOff val="80000"/>
            </a:schemeClr>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liver disease</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文本框 4">
            <a:extLst>
              <a:ext uri="{FF2B5EF4-FFF2-40B4-BE49-F238E27FC236}">
                <a16:creationId xmlns:a16="http://schemas.microsoft.com/office/drawing/2014/main" id="{C1E4D9C9-46FD-0ECA-8E29-BD80F241B734}"/>
              </a:ext>
            </a:extLst>
          </p:cNvPr>
          <p:cNvSpPr txBox="1"/>
          <p:nvPr/>
        </p:nvSpPr>
        <p:spPr bwMode="gray">
          <a:xfrm>
            <a:off x="9337549" y="427620"/>
            <a:ext cx="937161" cy="236924"/>
          </a:xfrm>
          <a:prstGeom prst="rect">
            <a:avLst/>
          </a:prstGeom>
          <a:solidFill>
            <a:schemeClr val="accent4">
              <a:lumMod val="20000"/>
              <a:lumOff val="80000"/>
            </a:schemeClr>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CKD</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文本框 5">
            <a:extLst>
              <a:ext uri="{FF2B5EF4-FFF2-40B4-BE49-F238E27FC236}">
                <a16:creationId xmlns:a16="http://schemas.microsoft.com/office/drawing/2014/main" id="{B1B97917-1473-9E46-6234-21E0EAE263C5}"/>
              </a:ext>
            </a:extLst>
          </p:cNvPr>
          <p:cNvSpPr txBox="1"/>
          <p:nvPr/>
        </p:nvSpPr>
        <p:spPr bwMode="gray">
          <a:xfrm>
            <a:off x="10397741" y="427620"/>
            <a:ext cx="937161" cy="236924"/>
          </a:xfrm>
          <a:prstGeom prst="rect">
            <a:avLst/>
          </a:prstGeom>
          <a:solidFill>
            <a:schemeClr val="accent5">
              <a:lumMod val="20000"/>
              <a:lumOff val="80000"/>
            </a:schemeClr>
          </a:solid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CVD</a:t>
            </a: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文本框 6">
            <a:extLst>
              <a:ext uri="{FF2B5EF4-FFF2-40B4-BE49-F238E27FC236}">
                <a16:creationId xmlns:a16="http://schemas.microsoft.com/office/drawing/2014/main" id="{E97051AE-9E48-C629-2FCA-7B2BF9A227DD}"/>
              </a:ext>
            </a:extLst>
          </p:cNvPr>
          <p:cNvSpPr txBox="1"/>
          <p:nvPr/>
        </p:nvSpPr>
        <p:spPr bwMode="gray">
          <a:xfrm>
            <a:off x="2246569" y="6326016"/>
            <a:ext cx="7698862" cy="225041"/>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*best case scenario based on China team’s current estimation, subject to change and may vary from global projection</a:t>
            </a:r>
            <a:endParaRPr kumimoji="0" lang="zh-CN" altLang="en-US" sz="11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Sonne 16">
            <a:extLst>
              <a:ext uri="{FF2B5EF4-FFF2-40B4-BE49-F238E27FC236}">
                <a16:creationId xmlns:a16="http://schemas.microsoft.com/office/drawing/2014/main" id="{ECF8FADB-89BE-A09B-2891-A3B2C35B7980}"/>
              </a:ext>
            </a:extLst>
          </p:cNvPr>
          <p:cNvSpPr>
            <a:spLocks noChangeAspect="1"/>
          </p:cNvSpPr>
          <p:nvPr/>
        </p:nvSpPr>
        <p:spPr>
          <a:xfrm>
            <a:off x="576988" y="2180323"/>
            <a:ext cx="216000" cy="216000"/>
          </a:xfrm>
          <a:prstGeom prst="sun">
            <a:avLst/>
          </a:prstGeom>
          <a:solidFill>
            <a:srgbClr val="FF9900"/>
          </a:solidFill>
          <a:ln w="12700">
            <a:solidFill>
              <a:srgbClr val="D8943C"/>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400"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9" name="Graphic 21" descr="Badge New with solid fill">
            <a:extLst>
              <a:ext uri="{FF2B5EF4-FFF2-40B4-BE49-F238E27FC236}">
                <a16:creationId xmlns:a16="http://schemas.microsoft.com/office/drawing/2014/main" id="{451DE23C-7792-77EA-2ADD-740D124D75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0988" y="4395055"/>
            <a:ext cx="288000" cy="288000"/>
          </a:xfrm>
          <a:prstGeom prst="rect">
            <a:avLst/>
          </a:prstGeom>
        </p:spPr>
      </p:pic>
      <p:sp>
        <p:nvSpPr>
          <p:cNvPr id="10" name="箭头: 右 9">
            <a:extLst>
              <a:ext uri="{FF2B5EF4-FFF2-40B4-BE49-F238E27FC236}">
                <a16:creationId xmlns:a16="http://schemas.microsoft.com/office/drawing/2014/main" id="{1B7F1AFB-059B-B129-F528-C267F26EBD7D}"/>
              </a:ext>
            </a:extLst>
          </p:cNvPr>
          <p:cNvSpPr/>
          <p:nvPr/>
        </p:nvSpPr>
        <p:spPr bwMode="gray">
          <a:xfrm>
            <a:off x="258696" y="2206336"/>
            <a:ext cx="199612" cy="138546"/>
          </a:xfrm>
          <a:prstGeom prst="right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箭头: 右 10">
            <a:extLst>
              <a:ext uri="{FF2B5EF4-FFF2-40B4-BE49-F238E27FC236}">
                <a16:creationId xmlns:a16="http://schemas.microsoft.com/office/drawing/2014/main" id="{EFF9D1D4-E50E-25B0-EB77-1AAC752F0A07}"/>
              </a:ext>
            </a:extLst>
          </p:cNvPr>
          <p:cNvSpPr/>
          <p:nvPr/>
        </p:nvSpPr>
        <p:spPr bwMode="gray">
          <a:xfrm>
            <a:off x="279812" y="4442350"/>
            <a:ext cx="199612" cy="138546"/>
          </a:xfrm>
          <a:prstGeom prst="right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3949872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89BE9054-AAD2-BF04-6870-3233F3263249}"/>
              </a:ext>
            </a:extLst>
          </p:cNvPr>
          <p:cNvPicPr>
            <a:picLocks noChangeAspect="1"/>
          </p:cNvPicPr>
          <p:nvPr/>
        </p:nvPicPr>
        <p:blipFill>
          <a:blip r:embed="rId3"/>
          <a:stretch>
            <a:fillRect/>
          </a:stretch>
        </p:blipFill>
        <p:spPr>
          <a:xfrm>
            <a:off x="0" y="9692"/>
            <a:ext cx="12192000" cy="4476415"/>
          </a:xfrm>
          <a:prstGeom prst="rect">
            <a:avLst/>
          </a:prstGeom>
        </p:spPr>
      </p:pic>
      <p:sp>
        <p:nvSpPr>
          <p:cNvPr id="5" name="页脚占位符 4">
            <a:extLst>
              <a:ext uri="{FF2B5EF4-FFF2-40B4-BE49-F238E27FC236}">
                <a16:creationId xmlns:a16="http://schemas.microsoft.com/office/drawing/2014/main" id="{CF0014D9-05A7-8B58-90BB-BF17837A0DE0}"/>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pic>
        <p:nvPicPr>
          <p:cNvPr id="9" name="图片 8">
            <a:extLst>
              <a:ext uri="{FF2B5EF4-FFF2-40B4-BE49-F238E27FC236}">
                <a16:creationId xmlns:a16="http://schemas.microsoft.com/office/drawing/2014/main" id="{D2A922A4-9A90-DDF8-2397-FB496A6ED156}"/>
              </a:ext>
            </a:extLst>
          </p:cNvPr>
          <p:cNvPicPr>
            <a:picLocks noChangeAspect="1"/>
          </p:cNvPicPr>
          <p:nvPr/>
        </p:nvPicPr>
        <p:blipFill>
          <a:blip r:embed="rId4"/>
          <a:stretch>
            <a:fillRect/>
          </a:stretch>
        </p:blipFill>
        <p:spPr>
          <a:xfrm>
            <a:off x="9397722" y="3989190"/>
            <a:ext cx="2794278" cy="1676566"/>
          </a:xfrm>
          <a:prstGeom prst="rect">
            <a:avLst/>
          </a:prstGeom>
        </p:spPr>
      </p:pic>
      <p:pic>
        <p:nvPicPr>
          <p:cNvPr id="17" name="图片 16">
            <a:extLst>
              <a:ext uri="{FF2B5EF4-FFF2-40B4-BE49-F238E27FC236}">
                <a16:creationId xmlns:a16="http://schemas.microsoft.com/office/drawing/2014/main" id="{EFD26C3F-7DE6-15BF-8361-EE6DECD80160}"/>
              </a:ext>
            </a:extLst>
          </p:cNvPr>
          <p:cNvPicPr>
            <a:picLocks noChangeAspect="1"/>
          </p:cNvPicPr>
          <p:nvPr/>
        </p:nvPicPr>
        <p:blipFill>
          <a:blip r:embed="rId5"/>
          <a:stretch>
            <a:fillRect/>
          </a:stretch>
        </p:blipFill>
        <p:spPr>
          <a:xfrm>
            <a:off x="7700918" y="5837204"/>
            <a:ext cx="3867690" cy="409632"/>
          </a:xfrm>
          <a:prstGeom prst="rect">
            <a:avLst/>
          </a:prstGeom>
        </p:spPr>
      </p:pic>
      <p:pic>
        <p:nvPicPr>
          <p:cNvPr id="19" name="图片 18">
            <a:extLst>
              <a:ext uri="{FF2B5EF4-FFF2-40B4-BE49-F238E27FC236}">
                <a16:creationId xmlns:a16="http://schemas.microsoft.com/office/drawing/2014/main" id="{8572E3DF-6F03-9243-599D-A71D54AD9463}"/>
              </a:ext>
            </a:extLst>
          </p:cNvPr>
          <p:cNvPicPr>
            <a:picLocks noChangeAspect="1"/>
          </p:cNvPicPr>
          <p:nvPr/>
        </p:nvPicPr>
        <p:blipFill>
          <a:blip r:embed="rId6"/>
          <a:stretch>
            <a:fillRect/>
          </a:stretch>
        </p:blipFill>
        <p:spPr>
          <a:xfrm>
            <a:off x="2121458" y="4599918"/>
            <a:ext cx="5684470" cy="2131676"/>
          </a:xfrm>
          <a:prstGeom prst="roundRect">
            <a:avLst>
              <a:gd name="adj" fmla="val 5401"/>
            </a:avLst>
          </a:prstGeom>
          <a:ln>
            <a:solidFill>
              <a:schemeClr val="accent1"/>
            </a:solidFill>
          </a:ln>
        </p:spPr>
      </p:pic>
      <p:sp>
        <p:nvSpPr>
          <p:cNvPr id="20" name="箭头: 右 19">
            <a:extLst>
              <a:ext uri="{FF2B5EF4-FFF2-40B4-BE49-F238E27FC236}">
                <a16:creationId xmlns:a16="http://schemas.microsoft.com/office/drawing/2014/main" id="{063C7806-3A2C-EAF4-3E26-4B4ECBE45990}"/>
              </a:ext>
            </a:extLst>
          </p:cNvPr>
          <p:cNvSpPr/>
          <p:nvPr/>
        </p:nvSpPr>
        <p:spPr bwMode="gray">
          <a:xfrm>
            <a:off x="6312024" y="2295236"/>
            <a:ext cx="199612" cy="138546"/>
          </a:xfrm>
          <a:prstGeom prst="right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箭头: 右 20">
            <a:extLst>
              <a:ext uri="{FF2B5EF4-FFF2-40B4-BE49-F238E27FC236}">
                <a16:creationId xmlns:a16="http://schemas.microsoft.com/office/drawing/2014/main" id="{9BD9C012-2CC2-D874-9666-C0FBFE876744}"/>
              </a:ext>
            </a:extLst>
          </p:cNvPr>
          <p:cNvSpPr/>
          <p:nvPr/>
        </p:nvSpPr>
        <p:spPr bwMode="gray">
          <a:xfrm>
            <a:off x="6312024" y="3175600"/>
            <a:ext cx="199612" cy="138546"/>
          </a:xfrm>
          <a:prstGeom prst="right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箭头: 右 21">
            <a:extLst>
              <a:ext uri="{FF2B5EF4-FFF2-40B4-BE49-F238E27FC236}">
                <a16:creationId xmlns:a16="http://schemas.microsoft.com/office/drawing/2014/main" id="{390DAA4C-E1DE-714B-3189-9096CCE88861}"/>
              </a:ext>
            </a:extLst>
          </p:cNvPr>
          <p:cNvSpPr/>
          <p:nvPr/>
        </p:nvSpPr>
        <p:spPr bwMode="gray">
          <a:xfrm>
            <a:off x="6312024" y="3594468"/>
            <a:ext cx="199612" cy="138546"/>
          </a:xfrm>
          <a:prstGeom prst="rightArrow">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445340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CC435-2DBE-F87D-14A7-3F5E712374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0F5C93-D6F8-73F4-D3B9-C9971D7A100A}"/>
              </a:ext>
            </a:extLst>
          </p:cNvPr>
          <p:cNvSpPr>
            <a:spLocks noGrp="1"/>
          </p:cNvSpPr>
          <p:nvPr>
            <p:ph type="title"/>
          </p:nvPr>
        </p:nvSpPr>
        <p:spPr/>
        <p:txBody>
          <a:bodyPr/>
          <a:lstStyle/>
          <a:p>
            <a:r>
              <a:rPr lang="zh-CN" altLang="en-US"/>
              <a:t>Topics</a:t>
            </a:r>
          </a:p>
        </p:txBody>
      </p:sp>
      <p:sp>
        <p:nvSpPr>
          <p:cNvPr id="3" name="内容占位符 2">
            <a:extLst>
              <a:ext uri="{FF2B5EF4-FFF2-40B4-BE49-F238E27FC236}">
                <a16:creationId xmlns:a16="http://schemas.microsoft.com/office/drawing/2014/main" id="{9664E8BE-8A14-ED55-E2EA-F888FAADBD7B}"/>
              </a:ext>
            </a:extLst>
          </p:cNvPr>
          <p:cNvSpPr>
            <a:spLocks noGrp="1"/>
          </p:cNvSpPr>
          <p:nvPr>
            <p:ph idx="1"/>
          </p:nvPr>
        </p:nvSpPr>
        <p:spPr/>
        <p:txBody>
          <a:bodyPr vert="horz" lIns="0" tIns="0" rIns="0" bIns="0" rtlCol="0" anchor="t">
            <a:noAutofit/>
          </a:bodyPr>
          <a:lstStyle/>
          <a:p>
            <a:pPr marL="342900" indent="-342900">
              <a:buAutoNum type="arabicPeriod"/>
            </a:pPr>
            <a:r>
              <a:rPr lang="zh-CN" altLang="en-US" sz="2000" b="1">
                <a:solidFill>
                  <a:schemeClr val="bg1">
                    <a:lumMod val="65000"/>
                  </a:schemeClr>
                </a:solidFill>
              </a:rPr>
              <a:t>Pipeline Key Update</a:t>
            </a:r>
          </a:p>
          <a:p>
            <a:pPr marL="342900" indent="-342900">
              <a:buAutoNum type="arabicPeriod"/>
            </a:pPr>
            <a:r>
              <a:rPr lang="zh-CN" altLang="en-US" sz="2000" b="1"/>
              <a:t>Decisions/Advice Provided by TA-CEC</a:t>
            </a:r>
          </a:p>
          <a:p>
            <a:pPr marL="342900" indent="-342900">
              <a:buAutoNum type="arabicPeriod"/>
            </a:pPr>
            <a:r>
              <a:rPr lang="zh-CN" altLang="en-US" sz="2000" b="1">
                <a:solidFill>
                  <a:schemeClr val="bg1">
                    <a:lumMod val="65000"/>
                  </a:schemeClr>
                </a:solidFill>
              </a:rPr>
              <a:t>TA Portfolio Key Update-Late Stage Assets</a:t>
            </a:r>
          </a:p>
          <a:p>
            <a:pPr marL="342900" indent="-342900">
              <a:buAutoNum type="arabicPeriod"/>
            </a:pPr>
            <a:r>
              <a:rPr lang="zh-CN" altLang="en-US" sz="2000" b="1">
                <a:solidFill>
                  <a:schemeClr val="bg1">
                    <a:lumMod val="65000"/>
                  </a:schemeClr>
                </a:solidFill>
              </a:rPr>
              <a:t>China Local Data Generation Key Update</a:t>
            </a:r>
          </a:p>
          <a:p>
            <a:pPr marL="342900" indent="-342900">
              <a:buAutoNum type="arabicPeriod"/>
            </a:pPr>
            <a:r>
              <a:rPr lang="zh-CN" altLang="en-US" sz="2000" b="1">
                <a:solidFill>
                  <a:schemeClr val="bg1">
                    <a:lumMod val="65000"/>
                  </a:schemeClr>
                </a:solidFill>
              </a:rPr>
              <a:t>TA Portfolio Key Update-Early Assets </a:t>
            </a:r>
          </a:p>
        </p:txBody>
      </p:sp>
      <p:sp>
        <p:nvSpPr>
          <p:cNvPr id="4" name="文本占位符 3">
            <a:extLst>
              <a:ext uri="{FF2B5EF4-FFF2-40B4-BE49-F238E27FC236}">
                <a16:creationId xmlns:a16="http://schemas.microsoft.com/office/drawing/2014/main" id="{AB27D126-D2CC-605C-413E-22A8E3CF6920}"/>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8C26D538-72AC-6B60-C729-EAC5122ED87D}"/>
              </a:ext>
            </a:extLst>
          </p:cNvPr>
          <p:cNvSpPr>
            <a:spLocks noGrp="1"/>
          </p:cNvSpPr>
          <p:nvPr>
            <p:ph type="ftr" sz="quarter" idx="19"/>
          </p:nvPr>
        </p:nvSpPr>
        <p:spPr/>
        <p:txBody>
          <a:bodyPr/>
          <a:lstStyle/>
          <a:p>
            <a:r>
              <a:rPr lang="en-US" altLang="zh-CN"/>
              <a:t>MAP</a:t>
            </a:r>
            <a:r>
              <a:rPr lang="en-US"/>
              <a:t>|    ONLY FOR INTERNAL USE</a:t>
            </a:r>
          </a:p>
        </p:txBody>
      </p:sp>
      <p:sp>
        <p:nvSpPr>
          <p:cNvPr id="6" name="灯片编号占位符 5">
            <a:extLst>
              <a:ext uri="{FF2B5EF4-FFF2-40B4-BE49-F238E27FC236}">
                <a16:creationId xmlns:a16="http://schemas.microsoft.com/office/drawing/2014/main" id="{215E57AD-B8ED-4C3A-5F03-2D5955DDCA7F}"/>
              </a:ext>
            </a:extLst>
          </p:cNvPr>
          <p:cNvSpPr>
            <a:spLocks noGrp="1"/>
          </p:cNvSpPr>
          <p:nvPr>
            <p:ph type="sldNum" sz="quarter" idx="20"/>
          </p:nvPr>
        </p:nvSpPr>
        <p:spPr/>
        <p:txBody>
          <a:bodyPr/>
          <a:lstStyle/>
          <a:p>
            <a:fld id="{DF4E8F9F-5B1F-4F5B-BE49-3245D8C18D9F}" type="slidenum">
              <a:rPr lang="en-US" smtClean="0"/>
              <a:pPr/>
              <a:t>6</a:t>
            </a:fld>
            <a:endParaRPr lang="en-US"/>
          </a:p>
        </p:txBody>
      </p:sp>
    </p:spTree>
    <p:extLst>
      <p:ext uri="{BB962C8B-B14F-4D97-AF65-F5344CB8AC3E}">
        <p14:creationId xmlns:p14="http://schemas.microsoft.com/office/powerpoint/2010/main" val="346401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090C6-31CD-BEC9-9B09-3B126FB20F52}"/>
              </a:ext>
            </a:extLst>
          </p:cNvPr>
          <p:cNvSpPr>
            <a:spLocks noGrp="1"/>
          </p:cNvSpPr>
          <p:nvPr>
            <p:ph type="title"/>
          </p:nvPr>
        </p:nvSpPr>
        <p:spPr/>
        <p:txBody>
          <a:bodyPr/>
          <a:lstStyle/>
          <a:p>
            <a:r>
              <a:rPr lang="en-US" altLang="zh-CN"/>
              <a:t>Decisions/Advice provided by TA-CEC (</a:t>
            </a:r>
            <a:r>
              <a:rPr lang="en-US" altLang="zh-CN">
                <a:hlinkClick r:id="rId2">
                  <a:extLst>
                    <a:ext uri="{A12FA001-AC4F-418D-AE19-62706E023703}">
                      <ahyp:hlinkClr xmlns:ahyp="http://schemas.microsoft.com/office/drawing/2018/hyperlinkcolor" val="tx"/>
                    </a:ext>
                  </a:extLst>
                </a:hlinkClick>
              </a:rPr>
              <a:t>CEC@2025.04.17</a:t>
            </a:r>
            <a:r>
              <a:rPr lang="en-US" altLang="zh-CN"/>
              <a:t>) (1/3)</a:t>
            </a:r>
            <a:endParaRPr lang="zh-CN" altLang="en-US"/>
          </a:p>
        </p:txBody>
      </p:sp>
      <p:sp>
        <p:nvSpPr>
          <p:cNvPr id="4" name="页脚占位符 3">
            <a:extLst>
              <a:ext uri="{FF2B5EF4-FFF2-40B4-BE49-F238E27FC236}">
                <a16:creationId xmlns:a16="http://schemas.microsoft.com/office/drawing/2014/main" id="{24730236-76B9-21FE-9130-2A56D722E3E4}"/>
              </a:ext>
            </a:extLst>
          </p:cNvPr>
          <p:cNvSpPr>
            <a:spLocks noGrp="1"/>
          </p:cNvSpPr>
          <p:nvPr>
            <p:ph type="ftr" sz="quarter" idx="16"/>
          </p:nvPr>
        </p:nvSpPr>
        <p:spPr/>
        <p:txBody>
          <a:bodyPr/>
          <a:lstStyle/>
          <a:p>
            <a:r>
              <a:rPr lang="en-US" altLang="zh-CN"/>
              <a:t>MAP</a:t>
            </a:r>
            <a:r>
              <a:rPr lang="en-US"/>
              <a:t>|    ONLY FOR INTERNAL USE</a:t>
            </a:r>
          </a:p>
        </p:txBody>
      </p:sp>
      <p:sp>
        <p:nvSpPr>
          <p:cNvPr id="5" name="灯片编号占位符 4">
            <a:extLst>
              <a:ext uri="{FF2B5EF4-FFF2-40B4-BE49-F238E27FC236}">
                <a16:creationId xmlns:a16="http://schemas.microsoft.com/office/drawing/2014/main" id="{2B734510-1664-8EF9-C226-731D9200D011}"/>
              </a:ext>
            </a:extLst>
          </p:cNvPr>
          <p:cNvSpPr>
            <a:spLocks noGrp="1"/>
          </p:cNvSpPr>
          <p:nvPr>
            <p:ph type="sldNum" sz="quarter" idx="17"/>
          </p:nvPr>
        </p:nvSpPr>
        <p:spPr/>
        <p:txBody>
          <a:bodyPr/>
          <a:lstStyle/>
          <a:p>
            <a:fld id="{8FF9B0DE-3FEB-4AA0-B465-B80EF7C1333D}" type="slidenum">
              <a:rPr lang="en-US" smtClean="0"/>
              <a:pPr/>
              <a:t>7</a:t>
            </a:fld>
            <a:endParaRPr lang="en-US"/>
          </a:p>
        </p:txBody>
      </p:sp>
      <p:graphicFrame>
        <p:nvGraphicFramePr>
          <p:cNvPr id="6" name="Inhaltsplatzhalter 11">
            <a:extLst>
              <a:ext uri="{FF2B5EF4-FFF2-40B4-BE49-F238E27FC236}">
                <a16:creationId xmlns:a16="http://schemas.microsoft.com/office/drawing/2014/main" id="{FF1D5DBA-7CCF-B9E8-EE2F-3DF354626BF8}"/>
              </a:ext>
            </a:extLst>
          </p:cNvPr>
          <p:cNvGraphicFramePr>
            <a:graphicFrameLocks/>
          </p:cNvGraphicFramePr>
          <p:nvPr>
            <p:extLst>
              <p:ext uri="{D42A27DB-BD31-4B8C-83A1-F6EECF244321}">
                <p14:modId xmlns:p14="http://schemas.microsoft.com/office/powerpoint/2010/main" val="2673009320"/>
              </p:ext>
            </p:extLst>
          </p:nvPr>
        </p:nvGraphicFramePr>
        <p:xfrm>
          <a:off x="341923" y="986692"/>
          <a:ext cx="11077271" cy="4592258"/>
        </p:xfrm>
        <a:graphic>
          <a:graphicData uri="http://schemas.openxmlformats.org/drawingml/2006/table">
            <a:tbl>
              <a:tblPr firstRow="1" bandRow="1">
                <a:tableStyleId>{5C22544A-7EE6-4342-B048-85BDC9FD1C3A}</a:tableStyleId>
              </a:tblPr>
              <a:tblGrid>
                <a:gridCol w="2272709">
                  <a:extLst>
                    <a:ext uri="{9D8B030D-6E8A-4147-A177-3AD203B41FA5}">
                      <a16:colId xmlns:a16="http://schemas.microsoft.com/office/drawing/2014/main" val="2389719309"/>
                    </a:ext>
                  </a:extLst>
                </a:gridCol>
                <a:gridCol w="3615069">
                  <a:extLst>
                    <a:ext uri="{9D8B030D-6E8A-4147-A177-3AD203B41FA5}">
                      <a16:colId xmlns:a16="http://schemas.microsoft.com/office/drawing/2014/main" val="2275645487"/>
                    </a:ext>
                  </a:extLst>
                </a:gridCol>
                <a:gridCol w="2671429">
                  <a:extLst>
                    <a:ext uri="{9D8B030D-6E8A-4147-A177-3AD203B41FA5}">
                      <a16:colId xmlns:a16="http://schemas.microsoft.com/office/drawing/2014/main" val="418550560"/>
                    </a:ext>
                  </a:extLst>
                </a:gridCol>
                <a:gridCol w="2518064">
                  <a:extLst>
                    <a:ext uri="{9D8B030D-6E8A-4147-A177-3AD203B41FA5}">
                      <a16:colId xmlns:a16="http://schemas.microsoft.com/office/drawing/2014/main" val="3293208662"/>
                    </a:ext>
                  </a:extLst>
                </a:gridCol>
              </a:tblGrid>
              <a:tr h="1009538">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 </a:t>
                      </a:r>
                    </a:p>
                    <a:p>
                      <a:pPr algn="ctr"/>
                      <a:r>
                        <a:rPr kumimoji="0" lang="en-US" sz="1600" b="1" i="0" u="none" strike="noStrike" kern="1200" cap="none" spc="0" normalizeH="0" baseline="0" noProof="0">
                          <a:ln>
                            <a:noFill/>
                          </a:ln>
                          <a:solidFill>
                            <a:schemeClr val="tx1"/>
                          </a:solidFill>
                          <a:effectLst/>
                          <a:uLnTx/>
                          <a:uFillTx/>
                          <a:latin typeface="+mn-lt"/>
                          <a:ea typeface="+mn-ea"/>
                          <a:cs typeface="+mn-cs"/>
                        </a:rPr>
                        <a:t>Decisions/Advice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3416905">
                <a:tc>
                  <a:txBody>
                    <a:bodyPr/>
                    <a:lstStyle/>
                    <a:p>
                      <a:pPr lvl="0">
                        <a:buNone/>
                      </a:pPr>
                      <a:r>
                        <a:rPr lang="en-US" sz="1200" b="0" i="0" u="none" strike="noStrike" noProof="0">
                          <a:solidFill>
                            <a:schemeClr val="tx1"/>
                          </a:solidFill>
                          <a:latin typeface="BoehringerForward Text"/>
                        </a:rPr>
                        <a:t>Survodutide</a:t>
                      </a:r>
                      <a:endParaRPr lang="zh-CN" altLang="en-US" sz="1200">
                        <a:latin typeface="BoehringerForward Text"/>
                      </a:endParaRPr>
                    </a:p>
                    <a:p>
                      <a:pPr lvl="0">
                        <a:buNone/>
                      </a:pPr>
                      <a:endParaRPr lang="en-US" sz="1200" b="1" i="0" u="none" strike="noStrike" noProof="0">
                        <a:solidFill>
                          <a:srgbClr val="00B050"/>
                        </a:solidFill>
                        <a:latin typeface="Boehringer Forward Text"/>
                      </a:endParaRPr>
                    </a:p>
                    <a:p>
                      <a:pPr lvl="0">
                        <a:buNone/>
                      </a:pPr>
                      <a:r>
                        <a:rPr lang="en-US" altLang="zh-CN" sz="1200" b="1" i="0" u="none" strike="noStrike" noProof="0">
                          <a:solidFill>
                            <a:srgbClr val="00B050"/>
                          </a:solidFill>
                          <a:latin typeface="Boehringer Forward Text"/>
                        </a:rPr>
                        <a:t>MASH+PEN </a:t>
                      </a:r>
                      <a:r>
                        <a:rPr lang="en-US" altLang="zh-CN" sz="1200" b="1" i="0" u="none" strike="noStrike" noProof="0">
                          <a:solidFill>
                            <a:schemeClr val="tx1"/>
                          </a:solidFill>
                          <a:latin typeface="Boehringer Forward Text"/>
                        </a:rPr>
                        <a:t>registration strategy</a:t>
                      </a:r>
                      <a:endParaRPr lang="zh-CN" altLang="en-US" sz="1200">
                        <a:solidFill>
                          <a:schemeClr val="tx1"/>
                        </a:solidFill>
                        <a:latin typeface="BoehringerForward Text"/>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lnSpc>
                          <a:spcPct val="100000"/>
                        </a:lnSpc>
                        <a:spcBef>
                          <a:spcPts val="0"/>
                        </a:spcBef>
                        <a:spcAft>
                          <a:spcPts val="0"/>
                        </a:spcAft>
                        <a:buFont typeface="Arial" panose="020B0604020202020204" pitchFamily="34" charset="0"/>
                        <a:buChar char="•"/>
                      </a:pPr>
                      <a:r>
                        <a:rPr lang="en-US" sz="1200" b="0" i="0" u="none" strike="noStrike" kern="1200" cap="none" spc="0" normalizeH="0" baseline="0" noProof="0">
                          <a:ln>
                            <a:noFill/>
                          </a:ln>
                          <a:solidFill>
                            <a:schemeClr val="tx1"/>
                          </a:solidFill>
                          <a:effectLst/>
                          <a:uLnTx/>
                          <a:uFillTx/>
                        </a:rPr>
                        <a:t>The previous China NDA submission pathway was proposed, given the uncertainty of PEN package readiness and prioritizing the approval timeline of the two indications.</a:t>
                      </a:r>
                    </a:p>
                    <a:p>
                      <a:pPr marL="180000" indent="-180000">
                        <a:spcBef>
                          <a:spcPts val="1200"/>
                        </a:spcBef>
                        <a:buFont typeface="Arial" panose="020B0604020202020204" pitchFamily="34" charset="0"/>
                        <a:buChar char="•"/>
                        <a:defRPr/>
                      </a:pPr>
                      <a:r>
                        <a:rPr lang="en-US" altLang="zh-CN" sz="1200" i="1" kern="0"/>
                        <a:t>Having MASH/PEN approval as early as possible, to maximize the convenience and benefits in the following MASH NRDL application and commercial activities.</a:t>
                      </a:r>
                    </a:p>
                    <a:p>
                      <a:pPr marL="180000" indent="-180000">
                        <a:spcBef>
                          <a:spcPts val="1200"/>
                        </a:spcBef>
                        <a:buFont typeface="Arial" panose="020B0604020202020204" pitchFamily="34" charset="0"/>
                        <a:buChar char="•"/>
                        <a:defRPr/>
                      </a:pPr>
                      <a:r>
                        <a:rPr lang="en-US" altLang="zh-CN" sz="1200" i="1" kern="0"/>
                        <a:t>Having two indications (obesity and MASH) in one PEN with one license in the market is the ultimate goal for future goods.</a:t>
                      </a:r>
                    </a:p>
                    <a:p>
                      <a:pPr marL="171450" marR="0" lvl="0" indent="-171450" algn="l">
                        <a:lnSpc>
                          <a:spcPct val="100000"/>
                        </a:lnSpc>
                        <a:spcBef>
                          <a:spcPts val="0"/>
                        </a:spcBef>
                        <a:spcAft>
                          <a:spcPts val="0"/>
                        </a:spcAft>
                        <a:buFont typeface="Arial" panose="020B0604020202020204" pitchFamily="34" charset="0"/>
                        <a:buChar char="•"/>
                      </a:pPr>
                      <a:endParaRPr lang="en-US" sz="1200" b="0" i="0" u="none" strike="noStrike" kern="1200" cap="none" spc="0" normalizeH="0" baseline="0" noProof="0">
                        <a:ln>
                          <a:noFill/>
                        </a:ln>
                        <a:solidFill>
                          <a:schemeClr val="tx1"/>
                        </a:solidFill>
                        <a:effectLst/>
                        <a:uLnTx/>
                        <a:uFillTx/>
                      </a:endParaRPr>
                    </a:p>
                    <a:p>
                      <a:pPr marL="171450" marR="0" lvl="0" indent="-171450" algn="l">
                        <a:lnSpc>
                          <a:spcPct val="100000"/>
                        </a:lnSpc>
                        <a:spcBef>
                          <a:spcPts val="0"/>
                        </a:spcBef>
                        <a:spcAft>
                          <a:spcPts val="0"/>
                        </a:spcAft>
                        <a:buFont typeface="Arial" panose="020B0604020202020204" pitchFamily="34" charset="0"/>
                        <a:buChar char="•"/>
                      </a:pPr>
                      <a:r>
                        <a:rPr lang="en-US" sz="1200" b="0" i="0" u="none" strike="noStrike" kern="1200" cap="none" spc="0" normalizeH="0" baseline="0" noProof="0">
                          <a:ln>
                            <a:noFill/>
                          </a:ln>
                          <a:solidFill>
                            <a:schemeClr val="tx1"/>
                          </a:solidFill>
                          <a:effectLst/>
                          <a:uLnTx/>
                          <a:uFillTx/>
                        </a:rPr>
                        <a:t>Based on the new request on MASH/PEN and the latest timeline of PEN package, the China NDA submission pathway is updated. </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a:t>
                      </a: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altLang="zh-CN" sz="1200" b="0" i="0" u="none" strike="noStrike" kern="1200" cap="none" spc="0" normalizeH="0" baseline="0" noProof="0">
                          <a:ln>
                            <a:noFill/>
                          </a:ln>
                          <a:solidFill>
                            <a:schemeClr val="tx1"/>
                          </a:solidFill>
                          <a:effectLst/>
                          <a:uLnTx/>
                          <a:uFillTx/>
                          <a:latin typeface="Boehringer Forward Text"/>
                        </a:rPr>
                        <a:t>Endorsed. </a:t>
                      </a:r>
                    </a:p>
                    <a:p>
                      <a:pPr marL="0" marR="0" lvl="0" indent="0" algn="l">
                        <a:lnSpc>
                          <a:spcPct val="100000"/>
                        </a:lnSpc>
                        <a:spcBef>
                          <a:spcPts val="0"/>
                        </a:spcBef>
                        <a:spcAft>
                          <a:spcPts val="0"/>
                        </a:spcAft>
                        <a:buNone/>
                      </a:pPr>
                      <a:endParaRPr lang="en-US" sz="1200" b="0" i="0" u="none" strike="noStrike" kern="1200" cap="none" spc="0" normalizeH="0" baseline="0" noProof="0">
                        <a:ln>
                          <a:noFill/>
                        </a:ln>
                        <a:solidFill>
                          <a:schemeClr val="tx1"/>
                        </a:solidFill>
                        <a:effectLst/>
                        <a:uLnTx/>
                        <a:uFillTx/>
                        <a:latin typeface="Boehringer Forward Text"/>
                      </a:endParaRPr>
                    </a:p>
                    <a:p>
                      <a:pPr marL="0" marR="0" lvl="0" indent="0" algn="l">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Boehringer Forward Text"/>
                        </a:rPr>
                        <a:t>Other comments from CEC:</a:t>
                      </a:r>
                    </a:p>
                    <a:p>
                      <a:pPr marL="171450" marR="0" lvl="0" indent="-171450" algn="l">
                        <a:lnSpc>
                          <a:spcPct val="100000"/>
                        </a:lnSpc>
                        <a:spcBef>
                          <a:spcPts val="0"/>
                        </a:spcBef>
                        <a:spcAft>
                          <a:spcPts val="0"/>
                        </a:spcAft>
                        <a:buFont typeface="Arial"/>
                        <a:buChar char="•"/>
                      </a:pPr>
                      <a:r>
                        <a:rPr lang="en-US" sz="1200" b="0" i="0" u="none" strike="noStrike" kern="1200" cap="none" spc="0" normalizeH="0" baseline="0" noProof="0">
                          <a:ln>
                            <a:noFill/>
                          </a:ln>
                          <a:solidFill>
                            <a:schemeClr val="tx1"/>
                          </a:solidFill>
                          <a:effectLst/>
                          <a:uLnTx/>
                          <a:uFillTx/>
                          <a:latin typeface="+mn-lt"/>
                        </a:rPr>
                        <a:t>Local Asset Lead confirmed that 1) new strategy will be shared to global supply for supply plan revisiting; 2) the timeline of obesity PEN and to have Obesity&amp; MASH in one Pen/one license won’t affect the pricing negotiation for MASH PEN in NRDL; 3) PEN submission package is critical, if any delay, further evaluation on the submission strategy is needed. </a:t>
                      </a:r>
                      <a:endParaRPr lang="en-US" sz="1200" b="0" i="0" u="none" strike="noStrike" kern="1200" cap="none" spc="0" normalizeH="0" baseline="0" noProof="0">
                        <a:ln>
                          <a:noFill/>
                        </a:ln>
                        <a:solidFill>
                          <a:srgbClr val="000000"/>
                        </a:solidFill>
                        <a:effectLst/>
                        <a:uLnTx/>
                        <a:uFillTx/>
                        <a:latin typeface="Calibri"/>
                      </a:endParaRPr>
                    </a:p>
                    <a:p>
                      <a:pPr marL="228600" marR="0" lvl="0" indent="-228600" algn="l">
                        <a:lnSpc>
                          <a:spcPct val="100000"/>
                        </a:lnSpc>
                        <a:spcBef>
                          <a:spcPts val="0"/>
                        </a:spcBef>
                        <a:spcAft>
                          <a:spcPts val="0"/>
                        </a:spcAft>
                        <a:buFont typeface="Arial"/>
                        <a:buChar char="•"/>
                      </a:pPr>
                      <a:endParaRPr lang="en-US" sz="1200" b="0" i="0" u="none" strike="noStrike" kern="1200" cap="none" spc="0" normalizeH="0" baseline="0" noProof="0">
                        <a:ln>
                          <a:noFill/>
                        </a:ln>
                        <a:solidFill>
                          <a:srgbClr val="000000"/>
                        </a:solidFill>
                        <a:effectLst/>
                        <a:uLnTx/>
                        <a:uFillTx/>
                        <a:latin typeface="Calibri"/>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
                          <a:srgbClr val="000000"/>
                        </a:buClr>
                        <a:buSzTx/>
                        <a:buFont typeface="Arial,Sans-Serif"/>
                        <a:buChar char="•"/>
                      </a:pPr>
                      <a:r>
                        <a:rPr lang="en-US" sz="1200" b="0" i="0" u="none" strike="noStrike" kern="1200" cap="none" spc="0" normalizeH="0" baseline="0" noProof="0">
                          <a:ln>
                            <a:noFill/>
                          </a:ln>
                          <a:solidFill>
                            <a:schemeClr val="tx1"/>
                          </a:solidFill>
                          <a:effectLst/>
                          <a:uLnTx/>
                          <a:uFillTx/>
                          <a:latin typeface="Boehringer Forward Text"/>
                        </a:rPr>
                        <a:t>New plan is fully aligned within local asset team, 2 indications in 1 pen won’t affect the pricing negotiation confirmed. </a:t>
                      </a:r>
                      <a:endParaRPr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a:lnSpc>
                          <a:spcPct val="100000"/>
                        </a:lnSpc>
                        <a:spcBef>
                          <a:spcPts val="0"/>
                        </a:spcBef>
                        <a:spcAft>
                          <a:spcPts val="0"/>
                        </a:spcAft>
                        <a:buClrTx/>
                        <a:buSzTx/>
                        <a:buFont typeface="Arial"/>
                        <a:buChar char="•"/>
                      </a:pPr>
                      <a:endParaRPr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a:lnSpc>
                          <a:spcPct val="100000"/>
                        </a:lnSpc>
                        <a:spcBef>
                          <a:spcPts val="0"/>
                        </a:spcBef>
                        <a:spcAft>
                          <a:spcPts val="0"/>
                        </a:spcAft>
                        <a:buClrTx/>
                        <a:buSzTx/>
                        <a:buFont typeface="Arial"/>
                        <a:buChar char="•"/>
                      </a:pPr>
                      <a:r>
                        <a:rPr lang="en-US" sz="1200" b="0" i="0" u="none" strike="noStrike" kern="1200" cap="none" spc="0" normalizeH="0" baseline="0" noProof="0">
                          <a:ln>
                            <a:noFill/>
                          </a:ln>
                          <a:solidFill>
                            <a:schemeClr val="tx1"/>
                          </a:solidFill>
                          <a:effectLst/>
                          <a:uLnTx/>
                          <a:uFillTx/>
                          <a:latin typeface="+mn-lt"/>
                          <a:ea typeface="+mn-ea"/>
                          <a:cs typeface="+mn-cs"/>
                        </a:rPr>
                        <a:t>New plan will be shared to global asset team for alignment via next ex-changing meeting of CN and global asset team.</a:t>
                      </a:r>
                      <a:endParaRPr lang="en-US"/>
                    </a:p>
                    <a:p>
                      <a:pPr marL="171450" marR="0" lvl="0" indent="-171450" algn="l" rtl="0" eaLnBrk="1" fontAlgn="auto" latinLnBrk="0" hangingPunct="1">
                        <a:lnSpc>
                          <a:spcPct val="100000"/>
                        </a:lnSpc>
                        <a:spcBef>
                          <a:spcPts val="0"/>
                        </a:spcBef>
                        <a:spcAft>
                          <a:spcPts val="0"/>
                        </a:spcAft>
                        <a:buClrTx/>
                        <a:buSzTx/>
                        <a:buFont typeface="Arial"/>
                        <a:buChar char="•"/>
                      </a:pPr>
                      <a:endParaRPr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rtl="0" eaLnBrk="1" fontAlgn="auto" latinLnBrk="0" hangingPunct="1">
                        <a:lnSpc>
                          <a:spcPct val="100000"/>
                        </a:lnSpc>
                        <a:spcBef>
                          <a:spcPts val="0"/>
                        </a:spcBef>
                        <a:spcAft>
                          <a:spcPts val="0"/>
                        </a:spcAft>
                        <a:buClrTx/>
                        <a:buSzTx/>
                        <a:buFont typeface="Arial"/>
                        <a:buChar char="•"/>
                      </a:pPr>
                      <a:endParaRPr lang="en-US" sz="1200" b="0" i="0" u="none" strike="noStrike" kern="1200" cap="none" spc="0" normalizeH="0" baseline="0" noProof="0">
                        <a:ln>
                          <a:noFill/>
                        </a:ln>
                        <a:solidFill>
                          <a:schemeClr val="tx1"/>
                        </a:solidFill>
                        <a:effectLst/>
                        <a:uLnTx/>
                        <a:uFillTx/>
                        <a:latin typeface="+mn-lt"/>
                        <a:ea typeface="+mn-ea"/>
                        <a:cs typeface="+mn-cs"/>
                      </a:endParaRPr>
                    </a:p>
                    <a:p>
                      <a:pPr marL="171450" marR="0" lvl="0" indent="-171450" algn="l" rtl="0" eaLnBrk="1" fontAlgn="auto" latinLnBrk="0" hangingPunct="1">
                        <a:lnSpc>
                          <a:spcPct val="100000"/>
                        </a:lnSpc>
                        <a:spcBef>
                          <a:spcPts val="0"/>
                        </a:spcBef>
                        <a:spcAft>
                          <a:spcPts val="0"/>
                        </a:spcAft>
                        <a:buClrTx/>
                        <a:buSzTx/>
                        <a:buFont typeface="Arial"/>
                        <a:buChar char="•"/>
                      </a:pPr>
                      <a:r>
                        <a:rPr lang="en-US" sz="1200" b="0" i="0" u="none" strike="noStrike" kern="1200" cap="none" spc="0" normalizeH="0" baseline="0" noProof="0">
                          <a:ln>
                            <a:noFill/>
                          </a:ln>
                          <a:solidFill>
                            <a:schemeClr val="tx1"/>
                          </a:solidFill>
                          <a:effectLst/>
                          <a:uLnTx/>
                          <a:uFillTx/>
                          <a:latin typeface="+mn-lt"/>
                          <a:ea typeface="+mn-ea"/>
                          <a:cs typeface="+mn-cs"/>
                        </a:rPr>
                        <a:t>Any change of submission package development plan, further evaluation will be done within local asset team with necessary key stakeholders.</a:t>
                      </a: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4513900"/>
                  </a:ext>
                </a:extLst>
              </a:tr>
            </a:tbl>
          </a:graphicData>
        </a:graphic>
      </p:graphicFrame>
    </p:spTree>
    <p:extLst>
      <p:ext uri="{BB962C8B-B14F-4D97-AF65-F5344CB8AC3E}">
        <p14:creationId xmlns:p14="http://schemas.microsoft.com/office/powerpoint/2010/main" val="4236112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505012-81DC-0840-FBC5-0A3763CAEBE8}"/>
              </a:ext>
            </a:extLst>
          </p:cNvPr>
          <p:cNvSpPr>
            <a:spLocks noGrp="1"/>
          </p:cNvSpPr>
          <p:nvPr>
            <p:ph type="title"/>
          </p:nvPr>
        </p:nvSpPr>
        <p:spPr>
          <a:xfrm>
            <a:off x="390430" y="454025"/>
            <a:ext cx="11233151" cy="720000"/>
          </a:xfrm>
        </p:spPr>
        <p:txBody>
          <a:bodyPr/>
          <a:lstStyle/>
          <a:p>
            <a:r>
              <a:rPr lang="en-US" altLang="zh-CN"/>
              <a:t>Recommended China NDA submission pathway</a:t>
            </a:r>
            <a:endParaRPr lang="zh-CN" altLang="en-US"/>
          </a:p>
        </p:txBody>
      </p:sp>
      <p:sp>
        <p:nvSpPr>
          <p:cNvPr id="4" name="页脚占位符 3">
            <a:extLst>
              <a:ext uri="{FF2B5EF4-FFF2-40B4-BE49-F238E27FC236}">
                <a16:creationId xmlns:a16="http://schemas.microsoft.com/office/drawing/2014/main" id="{785608A9-1803-6BD4-7A67-3B9BBABBF36B}"/>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6A774F64-6CD4-C69B-5E0C-AAE07F7CDEC7}"/>
              </a:ext>
            </a:extLst>
          </p:cNvPr>
          <p:cNvSpPr>
            <a:spLocks noGrp="1"/>
          </p:cNvSpPr>
          <p:nvPr>
            <p:ph type="sldNum" sz="quarter" idx="11"/>
          </p:nvPr>
        </p:nvSpPr>
        <p:spPr/>
        <p:txBody>
          <a:bodyPr/>
          <a:lstStyle/>
          <a:p>
            <a:fld id="{8FF9B0DE-3FEB-4AA0-B465-B80EF7C1333D}" type="slidenum">
              <a:rPr lang="en-US" smtClean="0"/>
              <a:pPr/>
              <a:t>8</a:t>
            </a:fld>
            <a:endParaRPr lang="en-US"/>
          </a:p>
        </p:txBody>
      </p:sp>
      <p:sp>
        <p:nvSpPr>
          <p:cNvPr id="6" name="OTLSHAPE_SL_9d4198e7302642ae977ae8c7422e7805_HeaderRectangle">
            <a:extLst>
              <a:ext uri="{FF2B5EF4-FFF2-40B4-BE49-F238E27FC236}">
                <a16:creationId xmlns:a16="http://schemas.microsoft.com/office/drawing/2014/main" id="{2EDA162F-BDBE-1E8D-CAF6-9C8E3FCB141C}"/>
              </a:ext>
            </a:extLst>
          </p:cNvPr>
          <p:cNvSpPr/>
          <p:nvPr>
            <p:custDataLst>
              <p:tags r:id="rId1"/>
            </p:custDataLst>
          </p:nvPr>
        </p:nvSpPr>
        <p:spPr>
          <a:xfrm>
            <a:off x="2031252" y="1430897"/>
            <a:ext cx="8845626" cy="761859"/>
          </a:xfrm>
          <a:prstGeom prst="rect">
            <a:avLst/>
          </a:prstGeom>
          <a:solidFill>
            <a:schemeClr val="bg1">
              <a:lumMod val="85000"/>
              <a:alpha val="49804"/>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aphicFrame>
        <p:nvGraphicFramePr>
          <p:cNvPr id="7" name="Table 15">
            <a:extLst>
              <a:ext uri="{FF2B5EF4-FFF2-40B4-BE49-F238E27FC236}">
                <a16:creationId xmlns:a16="http://schemas.microsoft.com/office/drawing/2014/main" id="{A9297AEC-33D2-C2F8-7BEC-D4799632849B}"/>
              </a:ext>
            </a:extLst>
          </p:cNvPr>
          <p:cNvGraphicFramePr>
            <a:graphicFrameLocks noGrp="1"/>
          </p:cNvGraphicFramePr>
          <p:nvPr/>
        </p:nvGraphicFramePr>
        <p:xfrm>
          <a:off x="2036038" y="945540"/>
          <a:ext cx="8840840" cy="502920"/>
        </p:xfrm>
        <a:graphic>
          <a:graphicData uri="http://schemas.openxmlformats.org/drawingml/2006/table">
            <a:tbl>
              <a:tblPr firstRow="1" bandRow="1">
                <a:tableStyleId>{9D7B26C5-4107-4FEC-AEDC-1716B250A1EF}</a:tableStyleId>
              </a:tblPr>
              <a:tblGrid>
                <a:gridCol w="442042">
                  <a:extLst>
                    <a:ext uri="{9D8B030D-6E8A-4147-A177-3AD203B41FA5}">
                      <a16:colId xmlns:a16="http://schemas.microsoft.com/office/drawing/2014/main" val="2710609859"/>
                    </a:ext>
                  </a:extLst>
                </a:gridCol>
                <a:gridCol w="442042">
                  <a:extLst>
                    <a:ext uri="{9D8B030D-6E8A-4147-A177-3AD203B41FA5}">
                      <a16:colId xmlns:a16="http://schemas.microsoft.com/office/drawing/2014/main" val="1202052935"/>
                    </a:ext>
                  </a:extLst>
                </a:gridCol>
                <a:gridCol w="442042">
                  <a:extLst>
                    <a:ext uri="{9D8B030D-6E8A-4147-A177-3AD203B41FA5}">
                      <a16:colId xmlns:a16="http://schemas.microsoft.com/office/drawing/2014/main" val="3998831462"/>
                    </a:ext>
                  </a:extLst>
                </a:gridCol>
                <a:gridCol w="442042">
                  <a:extLst>
                    <a:ext uri="{9D8B030D-6E8A-4147-A177-3AD203B41FA5}">
                      <a16:colId xmlns:a16="http://schemas.microsoft.com/office/drawing/2014/main" val="3306444161"/>
                    </a:ext>
                  </a:extLst>
                </a:gridCol>
                <a:gridCol w="442042">
                  <a:extLst>
                    <a:ext uri="{9D8B030D-6E8A-4147-A177-3AD203B41FA5}">
                      <a16:colId xmlns:a16="http://schemas.microsoft.com/office/drawing/2014/main" val="2421841557"/>
                    </a:ext>
                  </a:extLst>
                </a:gridCol>
                <a:gridCol w="442042">
                  <a:extLst>
                    <a:ext uri="{9D8B030D-6E8A-4147-A177-3AD203B41FA5}">
                      <a16:colId xmlns:a16="http://schemas.microsoft.com/office/drawing/2014/main" val="3946134440"/>
                    </a:ext>
                  </a:extLst>
                </a:gridCol>
                <a:gridCol w="442042">
                  <a:extLst>
                    <a:ext uri="{9D8B030D-6E8A-4147-A177-3AD203B41FA5}">
                      <a16:colId xmlns:a16="http://schemas.microsoft.com/office/drawing/2014/main" val="2748333236"/>
                    </a:ext>
                  </a:extLst>
                </a:gridCol>
                <a:gridCol w="442042">
                  <a:extLst>
                    <a:ext uri="{9D8B030D-6E8A-4147-A177-3AD203B41FA5}">
                      <a16:colId xmlns:a16="http://schemas.microsoft.com/office/drawing/2014/main" val="4232468292"/>
                    </a:ext>
                  </a:extLst>
                </a:gridCol>
                <a:gridCol w="442042">
                  <a:extLst>
                    <a:ext uri="{9D8B030D-6E8A-4147-A177-3AD203B41FA5}">
                      <a16:colId xmlns:a16="http://schemas.microsoft.com/office/drawing/2014/main" val="764150642"/>
                    </a:ext>
                  </a:extLst>
                </a:gridCol>
                <a:gridCol w="442042">
                  <a:extLst>
                    <a:ext uri="{9D8B030D-6E8A-4147-A177-3AD203B41FA5}">
                      <a16:colId xmlns:a16="http://schemas.microsoft.com/office/drawing/2014/main" val="3402596158"/>
                    </a:ext>
                  </a:extLst>
                </a:gridCol>
                <a:gridCol w="442042">
                  <a:extLst>
                    <a:ext uri="{9D8B030D-6E8A-4147-A177-3AD203B41FA5}">
                      <a16:colId xmlns:a16="http://schemas.microsoft.com/office/drawing/2014/main" val="1551542107"/>
                    </a:ext>
                  </a:extLst>
                </a:gridCol>
                <a:gridCol w="442042">
                  <a:extLst>
                    <a:ext uri="{9D8B030D-6E8A-4147-A177-3AD203B41FA5}">
                      <a16:colId xmlns:a16="http://schemas.microsoft.com/office/drawing/2014/main" val="396539323"/>
                    </a:ext>
                  </a:extLst>
                </a:gridCol>
                <a:gridCol w="442042">
                  <a:extLst>
                    <a:ext uri="{9D8B030D-6E8A-4147-A177-3AD203B41FA5}">
                      <a16:colId xmlns:a16="http://schemas.microsoft.com/office/drawing/2014/main" val="2098044862"/>
                    </a:ext>
                  </a:extLst>
                </a:gridCol>
                <a:gridCol w="442042">
                  <a:extLst>
                    <a:ext uri="{9D8B030D-6E8A-4147-A177-3AD203B41FA5}">
                      <a16:colId xmlns:a16="http://schemas.microsoft.com/office/drawing/2014/main" val="3962594840"/>
                    </a:ext>
                  </a:extLst>
                </a:gridCol>
                <a:gridCol w="442042">
                  <a:extLst>
                    <a:ext uri="{9D8B030D-6E8A-4147-A177-3AD203B41FA5}">
                      <a16:colId xmlns:a16="http://schemas.microsoft.com/office/drawing/2014/main" val="1893482998"/>
                    </a:ext>
                  </a:extLst>
                </a:gridCol>
                <a:gridCol w="442042">
                  <a:extLst>
                    <a:ext uri="{9D8B030D-6E8A-4147-A177-3AD203B41FA5}">
                      <a16:colId xmlns:a16="http://schemas.microsoft.com/office/drawing/2014/main" val="854219069"/>
                    </a:ext>
                  </a:extLst>
                </a:gridCol>
                <a:gridCol w="442042">
                  <a:extLst>
                    <a:ext uri="{9D8B030D-6E8A-4147-A177-3AD203B41FA5}">
                      <a16:colId xmlns:a16="http://schemas.microsoft.com/office/drawing/2014/main" val="1080397421"/>
                    </a:ext>
                  </a:extLst>
                </a:gridCol>
                <a:gridCol w="442042">
                  <a:extLst>
                    <a:ext uri="{9D8B030D-6E8A-4147-A177-3AD203B41FA5}">
                      <a16:colId xmlns:a16="http://schemas.microsoft.com/office/drawing/2014/main" val="2208282259"/>
                    </a:ext>
                  </a:extLst>
                </a:gridCol>
                <a:gridCol w="442042">
                  <a:extLst>
                    <a:ext uri="{9D8B030D-6E8A-4147-A177-3AD203B41FA5}">
                      <a16:colId xmlns:a16="http://schemas.microsoft.com/office/drawing/2014/main" val="2225880014"/>
                    </a:ext>
                  </a:extLst>
                </a:gridCol>
                <a:gridCol w="442042">
                  <a:extLst>
                    <a:ext uri="{9D8B030D-6E8A-4147-A177-3AD203B41FA5}">
                      <a16:colId xmlns:a16="http://schemas.microsoft.com/office/drawing/2014/main" val="3552457352"/>
                    </a:ext>
                  </a:extLst>
                </a:gridCol>
              </a:tblGrid>
              <a:tr h="217594">
                <a:tc gridSpan="4">
                  <a:txBody>
                    <a:bodyPr/>
                    <a:lstStyle/>
                    <a:p>
                      <a:pPr algn="ctr"/>
                      <a:r>
                        <a:rPr lang="en-US" altLang="zh-CN" sz="1050" i="1">
                          <a:solidFill>
                            <a:schemeClr val="bg1"/>
                          </a:solidFill>
                          <a:latin typeface="+mn-lt"/>
                        </a:rPr>
                        <a:t>2026</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2027</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2028</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2029</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2030</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625366761"/>
                  </a:ext>
                </a:extLst>
              </a:tr>
              <a:tr h="217594">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988584685"/>
                  </a:ext>
                </a:extLst>
              </a:tr>
            </a:tbl>
          </a:graphicData>
        </a:graphic>
      </p:graphicFrame>
      <p:grpSp>
        <p:nvGrpSpPr>
          <p:cNvPr id="1045" name="组合 1044">
            <a:extLst>
              <a:ext uri="{FF2B5EF4-FFF2-40B4-BE49-F238E27FC236}">
                <a16:creationId xmlns:a16="http://schemas.microsoft.com/office/drawing/2014/main" id="{DAB999E7-8EE2-8C7B-6F7F-AF4E51618A41}"/>
              </a:ext>
            </a:extLst>
          </p:cNvPr>
          <p:cNvGrpSpPr/>
          <p:nvPr/>
        </p:nvGrpSpPr>
        <p:grpSpPr>
          <a:xfrm>
            <a:off x="3242817" y="1472155"/>
            <a:ext cx="616021" cy="720601"/>
            <a:chOff x="2884755" y="3924306"/>
            <a:chExt cx="616021" cy="720601"/>
          </a:xfrm>
        </p:grpSpPr>
        <p:sp>
          <p:nvSpPr>
            <p:cNvPr id="15" name="OTLSHAPE_SLM_ad381d558991415bba51c004be78ac2a_Shape">
              <a:extLst>
                <a:ext uri="{FF2B5EF4-FFF2-40B4-BE49-F238E27FC236}">
                  <a16:creationId xmlns:a16="http://schemas.microsoft.com/office/drawing/2014/main" id="{830B9675-4495-141A-3D79-1414365AA0B9}"/>
                </a:ext>
              </a:extLst>
            </p:cNvPr>
            <p:cNvSpPr/>
            <p:nvPr>
              <p:custDataLst>
                <p:tags r:id="rId27"/>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OTLSHAPE_SLM_ad381d558991415bba51c004be78ac2a_Title">
              <a:extLst>
                <a:ext uri="{FF2B5EF4-FFF2-40B4-BE49-F238E27FC236}">
                  <a16:creationId xmlns:a16="http://schemas.microsoft.com/office/drawing/2014/main" id="{6D50E88D-A1FF-1C77-FD0B-0137100572EE}"/>
                </a:ext>
              </a:extLst>
            </p:cNvPr>
            <p:cNvSpPr txBox="1"/>
            <p:nvPr>
              <p:custDataLst>
                <p:tags r:id="rId28"/>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2026</a:t>
              </a:r>
            </a:p>
          </p:txBody>
        </p:sp>
      </p:grpSp>
      <p:grpSp>
        <p:nvGrpSpPr>
          <p:cNvPr id="1046" name="组合 1045">
            <a:extLst>
              <a:ext uri="{FF2B5EF4-FFF2-40B4-BE49-F238E27FC236}">
                <a16:creationId xmlns:a16="http://schemas.microsoft.com/office/drawing/2014/main" id="{0B3152B3-2CE2-0BCA-3368-F2838F3280D1}"/>
              </a:ext>
            </a:extLst>
          </p:cNvPr>
          <p:cNvGrpSpPr/>
          <p:nvPr/>
        </p:nvGrpSpPr>
        <p:grpSpPr>
          <a:xfrm>
            <a:off x="6037983" y="1472155"/>
            <a:ext cx="616021" cy="720601"/>
            <a:chOff x="2884755" y="3924306"/>
            <a:chExt cx="616021" cy="720601"/>
          </a:xfrm>
        </p:grpSpPr>
        <p:sp>
          <p:nvSpPr>
            <p:cNvPr id="1047" name="OTLSHAPE_SLM_ad381d558991415bba51c004be78ac2a_Shape">
              <a:extLst>
                <a:ext uri="{FF2B5EF4-FFF2-40B4-BE49-F238E27FC236}">
                  <a16:creationId xmlns:a16="http://schemas.microsoft.com/office/drawing/2014/main" id="{0B6A83B4-68E5-8D09-AB8F-C2ED6C5B0B2A}"/>
                </a:ext>
              </a:extLst>
            </p:cNvPr>
            <p:cNvSpPr/>
            <p:nvPr>
              <p:custDataLst>
                <p:tags r:id="rId25"/>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48" name="OTLSHAPE_SLM_ad381d558991415bba51c004be78ac2a_Title">
              <a:extLst>
                <a:ext uri="{FF2B5EF4-FFF2-40B4-BE49-F238E27FC236}">
                  <a16:creationId xmlns:a16="http://schemas.microsoft.com/office/drawing/2014/main" id="{F02E26E9-4C47-31DE-60E0-7939DBCBC1AB}"/>
                </a:ext>
              </a:extLst>
            </p:cNvPr>
            <p:cNvSpPr txBox="1"/>
            <p:nvPr>
              <p:custDataLst>
                <p:tags r:id="rId26"/>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Jun/Aug 2028</a:t>
              </a:r>
            </a:p>
          </p:txBody>
        </p:sp>
      </p:grpSp>
      <p:grpSp>
        <p:nvGrpSpPr>
          <p:cNvPr id="1049" name="组合 1048">
            <a:extLst>
              <a:ext uri="{FF2B5EF4-FFF2-40B4-BE49-F238E27FC236}">
                <a16:creationId xmlns:a16="http://schemas.microsoft.com/office/drawing/2014/main" id="{0A45511F-35A1-192B-8C38-6C98E0B2C575}"/>
              </a:ext>
            </a:extLst>
          </p:cNvPr>
          <p:cNvGrpSpPr/>
          <p:nvPr/>
        </p:nvGrpSpPr>
        <p:grpSpPr>
          <a:xfrm>
            <a:off x="4932923" y="1472155"/>
            <a:ext cx="691568" cy="720601"/>
            <a:chOff x="2884755" y="3924306"/>
            <a:chExt cx="691568" cy="720601"/>
          </a:xfrm>
        </p:grpSpPr>
        <p:sp>
          <p:nvSpPr>
            <p:cNvPr id="1050" name="OTLSHAPE_SLM_ad381d558991415bba51c004be78ac2a_Shape">
              <a:extLst>
                <a:ext uri="{FF2B5EF4-FFF2-40B4-BE49-F238E27FC236}">
                  <a16:creationId xmlns:a16="http://schemas.microsoft.com/office/drawing/2014/main" id="{08C43786-6FAA-CA2C-AD22-0E635A162802}"/>
                </a:ext>
              </a:extLst>
            </p:cNvPr>
            <p:cNvSpPr/>
            <p:nvPr>
              <p:custDataLst>
                <p:tags r:id="rId23"/>
              </p:custDataLst>
            </p:nvPr>
          </p:nvSpPr>
          <p:spPr>
            <a:xfrm>
              <a:off x="3141639" y="3924306"/>
              <a:ext cx="177800" cy="177800"/>
            </a:xfrm>
            <a:prstGeom prst="ellipse">
              <a:avLst/>
            </a:prstGeom>
            <a:solidFill>
              <a:schemeClr val="accent4">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51" name="OTLSHAPE_SLM_ad381d558991415bba51c004be78ac2a_Title">
              <a:extLst>
                <a:ext uri="{FF2B5EF4-FFF2-40B4-BE49-F238E27FC236}">
                  <a16:creationId xmlns:a16="http://schemas.microsoft.com/office/drawing/2014/main" id="{AD4F6174-3B8D-8CF3-A9BB-11B180DA86F2}"/>
                </a:ext>
              </a:extLst>
            </p:cNvPr>
            <p:cNvSpPr txBox="1"/>
            <p:nvPr>
              <p:custDataLst>
                <p:tags r:id="rId24"/>
              </p:custDataLst>
            </p:nvPr>
          </p:nvSpPr>
          <p:spPr bwMode="gray">
            <a:xfrm>
              <a:off x="2884755" y="4130151"/>
              <a:ext cx="691568"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 &amp; 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Oct</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2027</a:t>
              </a:r>
            </a:p>
          </p:txBody>
        </p:sp>
      </p:grpSp>
      <p:sp>
        <p:nvSpPr>
          <p:cNvPr id="10" name="OTLSHAPE_SL_9d4198e7302642ae977ae8c7422e7805_Header">
            <a:extLst>
              <a:ext uri="{FF2B5EF4-FFF2-40B4-BE49-F238E27FC236}">
                <a16:creationId xmlns:a16="http://schemas.microsoft.com/office/drawing/2014/main" id="{3C583631-CC16-7EF2-7DB3-BAE20ED6CE17}"/>
              </a:ext>
            </a:extLst>
          </p:cNvPr>
          <p:cNvSpPr txBox="1"/>
          <p:nvPr>
            <p:custDataLst>
              <p:tags r:id="rId2"/>
            </p:custDataLst>
          </p:nvPr>
        </p:nvSpPr>
        <p:spPr>
          <a:xfrm>
            <a:off x="38960" y="3828351"/>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China</a:t>
            </a:r>
          </a:p>
        </p:txBody>
      </p:sp>
      <p:sp>
        <p:nvSpPr>
          <p:cNvPr id="12" name="OTLSHAPE_SL_9d4198e7302642ae977ae8c7422e7805_Header">
            <a:extLst>
              <a:ext uri="{FF2B5EF4-FFF2-40B4-BE49-F238E27FC236}">
                <a16:creationId xmlns:a16="http://schemas.microsoft.com/office/drawing/2014/main" id="{DFAAE54A-6D59-E4A4-F43E-6BE51BAD31F1}"/>
              </a:ext>
            </a:extLst>
          </p:cNvPr>
          <p:cNvSpPr txBox="1"/>
          <p:nvPr>
            <p:custDataLst>
              <p:tags r:id="rId3"/>
            </p:custDataLst>
          </p:nvPr>
        </p:nvSpPr>
        <p:spPr>
          <a:xfrm>
            <a:off x="38960" y="2152671"/>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Global</a:t>
            </a:r>
          </a:p>
        </p:txBody>
      </p:sp>
      <p:sp>
        <p:nvSpPr>
          <p:cNvPr id="13" name="OTLSHAPE_SL_9d4198e7302642ae977ae8c7422e7805_Header">
            <a:extLst>
              <a:ext uri="{FF2B5EF4-FFF2-40B4-BE49-F238E27FC236}">
                <a16:creationId xmlns:a16="http://schemas.microsoft.com/office/drawing/2014/main" id="{31B9C2A6-4899-DE0E-DCF1-0FB01B621E65}"/>
              </a:ext>
            </a:extLst>
          </p:cNvPr>
          <p:cNvSpPr txBox="1"/>
          <p:nvPr>
            <p:custDataLst>
              <p:tags r:id="rId4"/>
            </p:custDataLst>
          </p:nvPr>
        </p:nvSpPr>
        <p:spPr>
          <a:xfrm>
            <a:off x="0" y="4109760"/>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China</a:t>
            </a:r>
          </a:p>
        </p:txBody>
      </p:sp>
      <p:sp>
        <p:nvSpPr>
          <p:cNvPr id="1034" name="矩形: 圆角 1033">
            <a:extLst>
              <a:ext uri="{FF2B5EF4-FFF2-40B4-BE49-F238E27FC236}">
                <a16:creationId xmlns:a16="http://schemas.microsoft.com/office/drawing/2014/main" id="{23F2D532-C298-CCDF-FA67-5F1E54CBBFE4}"/>
              </a:ext>
            </a:extLst>
          </p:cNvPr>
          <p:cNvSpPr/>
          <p:nvPr/>
        </p:nvSpPr>
        <p:spPr bwMode="gray">
          <a:xfrm>
            <a:off x="546960" y="1423262"/>
            <a:ext cx="1397486" cy="761859"/>
          </a:xfrm>
          <a:prstGeom prst="roundRect">
            <a:avLst>
              <a:gd name="adj" fmla="val 9006"/>
            </a:avLst>
          </a:prstGeom>
          <a:solidFill>
            <a:srgbClr val="A6A6A6">
              <a:alpha val="50196"/>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Global</a:t>
            </a:r>
            <a:endParaRPr lang="zh-CN" altLang="en-US" b="1">
              <a:solidFill>
                <a:schemeClr val="tx1"/>
              </a:solidFill>
            </a:endParaRPr>
          </a:p>
        </p:txBody>
      </p:sp>
      <p:sp>
        <p:nvSpPr>
          <p:cNvPr id="1035" name="矩形: 圆角 1034">
            <a:extLst>
              <a:ext uri="{FF2B5EF4-FFF2-40B4-BE49-F238E27FC236}">
                <a16:creationId xmlns:a16="http://schemas.microsoft.com/office/drawing/2014/main" id="{01BDAE41-60F8-61EF-A4BF-B5C4FE8D13DC}"/>
              </a:ext>
            </a:extLst>
          </p:cNvPr>
          <p:cNvSpPr/>
          <p:nvPr/>
        </p:nvSpPr>
        <p:spPr bwMode="gray">
          <a:xfrm>
            <a:off x="544430" y="2274710"/>
            <a:ext cx="1397486" cy="3620252"/>
          </a:xfrm>
          <a:prstGeom prst="roundRect">
            <a:avLst>
              <a:gd name="adj" fmla="val 9006"/>
            </a:avLst>
          </a:prstGeom>
          <a:solidFill>
            <a:schemeClr val="accent6">
              <a:alpha val="50196"/>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China</a:t>
            </a:r>
            <a:endParaRPr lang="zh-CN" altLang="en-US" b="1">
              <a:solidFill>
                <a:schemeClr val="tx1"/>
              </a:solidFill>
            </a:endParaRPr>
          </a:p>
        </p:txBody>
      </p:sp>
      <p:sp>
        <p:nvSpPr>
          <p:cNvPr id="1037" name="文本框 1036">
            <a:extLst>
              <a:ext uri="{FF2B5EF4-FFF2-40B4-BE49-F238E27FC236}">
                <a16:creationId xmlns:a16="http://schemas.microsoft.com/office/drawing/2014/main" id="{41DA086A-624A-039A-3295-A72BF6F8375F}"/>
              </a:ext>
            </a:extLst>
          </p:cNvPr>
          <p:cNvSpPr txBox="1"/>
          <p:nvPr/>
        </p:nvSpPr>
        <p:spPr bwMode="gray">
          <a:xfrm>
            <a:off x="2117980" y="2542270"/>
            <a:ext cx="8627542" cy="184666"/>
          </a:xfrm>
          <a:prstGeom prst="rect">
            <a:avLst/>
          </a:prstGeom>
          <a:noFill/>
        </p:spPr>
        <p:txBody>
          <a:bodyPr wrap="square" lIns="0" tIns="0" rIns="0" bIns="0" rtlCol="0">
            <a:spAutoFit/>
          </a:bodyPr>
          <a:lstStyle/>
          <a:p>
            <a:pPr algn="l">
              <a:spcBef>
                <a:spcPts val="600"/>
              </a:spcBef>
            </a:pPr>
            <a:r>
              <a:rPr lang="en-US" altLang="zh-CN" sz="1200"/>
              <a:t>The below submission pathway is recommended based on China Asset Team’s request and alignment.</a:t>
            </a:r>
          </a:p>
        </p:txBody>
      </p:sp>
      <p:grpSp>
        <p:nvGrpSpPr>
          <p:cNvPr id="1041" name="组合 1040">
            <a:extLst>
              <a:ext uri="{FF2B5EF4-FFF2-40B4-BE49-F238E27FC236}">
                <a16:creationId xmlns:a16="http://schemas.microsoft.com/office/drawing/2014/main" id="{6973BCDB-4E9F-4F5D-FCC8-08226E6A3640}"/>
              </a:ext>
            </a:extLst>
          </p:cNvPr>
          <p:cNvGrpSpPr/>
          <p:nvPr/>
        </p:nvGrpSpPr>
        <p:grpSpPr>
          <a:xfrm>
            <a:off x="2121122" y="5322816"/>
            <a:ext cx="8755756" cy="572146"/>
            <a:chOff x="2121122" y="5322816"/>
            <a:chExt cx="8755756" cy="572146"/>
          </a:xfrm>
          <a:solidFill>
            <a:schemeClr val="accent2"/>
          </a:solidFill>
        </p:grpSpPr>
        <p:sp>
          <p:nvSpPr>
            <p:cNvPr id="1039" name="矩形: 一个圆顶角，剪去另一个顶角 1038">
              <a:extLst>
                <a:ext uri="{FF2B5EF4-FFF2-40B4-BE49-F238E27FC236}">
                  <a16:creationId xmlns:a16="http://schemas.microsoft.com/office/drawing/2014/main" id="{6569ECC8-149C-6645-069F-D059E813D65D}"/>
                </a:ext>
              </a:extLst>
            </p:cNvPr>
            <p:cNvSpPr/>
            <p:nvPr/>
          </p:nvSpPr>
          <p:spPr bwMode="gray">
            <a:xfrm flipH="1">
              <a:off x="9155083" y="5322816"/>
              <a:ext cx="1721795" cy="514756"/>
            </a:xfrm>
            <a:prstGeom prst="snipRoundRect">
              <a:avLst>
                <a:gd name="adj1" fmla="val 16667"/>
                <a:gd name="adj2" fmla="val 48793"/>
              </a:avLst>
            </a:prstGeom>
            <a:grpFill/>
            <a:ln/>
          </p:spPr>
          <p:style>
            <a:lnRef idx="3">
              <a:schemeClr val="lt1"/>
            </a:lnRef>
            <a:fillRef idx="1">
              <a:schemeClr val="accent1"/>
            </a:fillRef>
            <a:effectRef idx="1">
              <a:schemeClr val="accent1"/>
            </a:effectRef>
            <a:fontRef idx="minor">
              <a:schemeClr val="lt1"/>
            </a:fontRef>
          </p:style>
          <p:txBody>
            <a:bodyPr rtlCol="0" anchor="ctr"/>
            <a:lstStyle/>
            <a:p>
              <a:pPr algn="ctr">
                <a:lnSpc>
                  <a:spcPct val="140000"/>
                </a:lnSpc>
              </a:pPr>
              <a:r>
                <a:rPr lang="en-US" altLang="zh-CN" sz="1600" b="1">
                  <a:solidFill>
                    <a:schemeClr val="bg1"/>
                  </a:solidFill>
                </a:rPr>
                <a:t>New proposal</a:t>
              </a:r>
              <a:endParaRPr lang="zh-CN" altLang="en-US" sz="1600" b="1">
                <a:solidFill>
                  <a:schemeClr val="bg1"/>
                </a:solidFill>
              </a:endParaRPr>
            </a:p>
          </p:txBody>
        </p:sp>
        <p:sp>
          <p:nvSpPr>
            <p:cNvPr id="1040" name="矩形 1039">
              <a:extLst>
                <a:ext uri="{FF2B5EF4-FFF2-40B4-BE49-F238E27FC236}">
                  <a16:creationId xmlns:a16="http://schemas.microsoft.com/office/drawing/2014/main" id="{D117258D-7840-6C92-29D8-A97CEAA9A9A1}"/>
                </a:ext>
              </a:extLst>
            </p:cNvPr>
            <p:cNvSpPr/>
            <p:nvPr/>
          </p:nvSpPr>
          <p:spPr bwMode="gray">
            <a:xfrm>
              <a:off x="2121122" y="5821952"/>
              <a:ext cx="8755756" cy="73010"/>
            </a:xfrm>
            <a:prstGeom prst="rect">
              <a:avLst/>
            </a:prstGeom>
            <a:grpFill/>
            <a:ln/>
          </p:spPr>
          <p:style>
            <a:lnRef idx="3">
              <a:schemeClr val="lt1"/>
            </a:lnRef>
            <a:fillRef idx="1">
              <a:schemeClr val="accent1"/>
            </a:fillRef>
            <a:effectRef idx="1">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pSp>
      <p:grpSp>
        <p:nvGrpSpPr>
          <p:cNvPr id="8" name="组合 7">
            <a:extLst>
              <a:ext uri="{FF2B5EF4-FFF2-40B4-BE49-F238E27FC236}">
                <a16:creationId xmlns:a16="http://schemas.microsoft.com/office/drawing/2014/main" id="{572EEC1D-E82F-1A16-6312-04A8B74EC014}"/>
              </a:ext>
            </a:extLst>
          </p:cNvPr>
          <p:cNvGrpSpPr/>
          <p:nvPr/>
        </p:nvGrpSpPr>
        <p:grpSpPr>
          <a:xfrm>
            <a:off x="6138947" y="3200681"/>
            <a:ext cx="2212068" cy="616482"/>
            <a:chOff x="7142792" y="2977911"/>
            <a:chExt cx="2212068" cy="616482"/>
          </a:xfrm>
        </p:grpSpPr>
        <p:sp>
          <p:nvSpPr>
            <p:cNvPr id="9" name="OTLSHAPE_SLT_1bd3967114194002a4466d58f2376017_Shape">
              <a:extLst>
                <a:ext uri="{FF2B5EF4-FFF2-40B4-BE49-F238E27FC236}">
                  <a16:creationId xmlns:a16="http://schemas.microsoft.com/office/drawing/2014/main" id="{2B4B0231-DB8D-30B0-4F26-EDC0B0367DD7}"/>
                </a:ext>
              </a:extLst>
            </p:cNvPr>
            <p:cNvSpPr/>
            <p:nvPr>
              <p:custDataLst>
                <p:tags r:id="rId20"/>
              </p:custDataLst>
            </p:nvPr>
          </p:nvSpPr>
          <p:spPr bwMode="gray">
            <a:xfrm>
              <a:off x="7142792" y="3095649"/>
              <a:ext cx="1759146" cy="82685"/>
            </a:xfrm>
            <a:prstGeom prst="roundRect">
              <a:avLst/>
            </a:prstGeom>
            <a:solidFill>
              <a:srgbClr val="6AD2E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1" name="OTLSHAPE_SLM_1cf7670f781744c09f6645c42b1f62dc_Shape">
              <a:extLst>
                <a:ext uri="{FF2B5EF4-FFF2-40B4-BE49-F238E27FC236}">
                  <a16:creationId xmlns:a16="http://schemas.microsoft.com/office/drawing/2014/main" id="{5521762A-2251-0C9A-3BBB-3C422F496E72}"/>
                </a:ext>
              </a:extLst>
            </p:cNvPr>
            <p:cNvSpPr/>
            <p:nvPr>
              <p:custDataLst>
                <p:tags r:id="rId21"/>
              </p:custDataLst>
            </p:nvPr>
          </p:nvSpPr>
          <p:spPr bwMode="gray">
            <a:xfrm>
              <a:off x="8828066" y="2977911"/>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4" name="OTLSHAPE_SLM_ad381d558991415bba51c004be78ac2a_Title">
              <a:extLst>
                <a:ext uri="{FF2B5EF4-FFF2-40B4-BE49-F238E27FC236}">
                  <a16:creationId xmlns:a16="http://schemas.microsoft.com/office/drawing/2014/main" id="{6ABC6674-A23B-C79D-89B8-C8C1DCC67BA4}"/>
                </a:ext>
              </a:extLst>
            </p:cNvPr>
            <p:cNvSpPr txBox="1"/>
            <p:nvPr>
              <p:custDataLst>
                <p:tags r:id="rId22"/>
              </p:custDataLst>
            </p:nvPr>
          </p:nvSpPr>
          <p:spPr bwMode="gray">
            <a:xfrm>
              <a:off x="8599415" y="3207877"/>
              <a:ext cx="755445"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altLang="zh-CN" sz="1000" spc="-2">
                  <a:solidFill>
                    <a:schemeClr val="dk1"/>
                  </a:solidFill>
                  <a:latin typeface="Calibri" panose="020F0502020204030204" pitchFamily="34" charset="0"/>
                  <a:cs typeface="Calibri" panose="020F0502020204030204" pitchFamily="34" charset="0"/>
                </a:rPr>
                <a:t>Mar-Jun </a:t>
              </a:r>
              <a:r>
                <a:rPr lang="en-US" sz="1000" spc="-2">
                  <a:solidFill>
                    <a:schemeClr val="dk1"/>
                  </a:solidFill>
                  <a:latin typeface="Calibri" panose="020F0502020204030204" pitchFamily="34" charset="0"/>
                  <a:cs typeface="Calibri" panose="020F0502020204030204" pitchFamily="34" charset="0"/>
                </a:rPr>
                <a:t>2029</a:t>
              </a:r>
            </a:p>
          </p:txBody>
        </p:sp>
      </p:grpSp>
      <p:grpSp>
        <p:nvGrpSpPr>
          <p:cNvPr id="17" name="组合 16">
            <a:extLst>
              <a:ext uri="{FF2B5EF4-FFF2-40B4-BE49-F238E27FC236}">
                <a16:creationId xmlns:a16="http://schemas.microsoft.com/office/drawing/2014/main" id="{8BD3B43E-6571-37ED-764D-9BA3012130D5}"/>
              </a:ext>
            </a:extLst>
          </p:cNvPr>
          <p:cNvGrpSpPr/>
          <p:nvPr/>
        </p:nvGrpSpPr>
        <p:grpSpPr>
          <a:xfrm>
            <a:off x="3240583" y="3214584"/>
            <a:ext cx="3384679" cy="767151"/>
            <a:chOff x="3224288" y="2290681"/>
            <a:chExt cx="3384679" cy="767151"/>
          </a:xfrm>
        </p:grpSpPr>
        <p:sp>
          <p:nvSpPr>
            <p:cNvPr id="18" name="OTLSHAPE_SLT_5ff12572ed344552826b2976d2663905_Shape">
              <a:extLst>
                <a:ext uri="{FF2B5EF4-FFF2-40B4-BE49-F238E27FC236}">
                  <a16:creationId xmlns:a16="http://schemas.microsoft.com/office/drawing/2014/main" id="{55C6B470-3212-D1CF-B2A8-2550EE840F6A}"/>
                </a:ext>
              </a:extLst>
            </p:cNvPr>
            <p:cNvSpPr/>
            <p:nvPr>
              <p:custDataLst>
                <p:tags r:id="rId14"/>
              </p:custDataLst>
            </p:nvPr>
          </p:nvSpPr>
          <p:spPr bwMode="gray">
            <a:xfrm>
              <a:off x="3746652" y="2388676"/>
              <a:ext cx="2376000" cy="67240"/>
            </a:xfrm>
            <a:prstGeom prst="roundRect">
              <a:avLst/>
            </a:prstGeom>
            <a:solidFill>
              <a:srgbClr val="1AAA4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9" name="OTLSHAPE_SLM_1cf7670f781744c09f6645c42b1f62dc_Shape">
              <a:extLst>
                <a:ext uri="{FF2B5EF4-FFF2-40B4-BE49-F238E27FC236}">
                  <a16:creationId xmlns:a16="http://schemas.microsoft.com/office/drawing/2014/main" id="{AFA07910-2C24-1DE7-0436-E732EFB88353}"/>
                </a:ext>
              </a:extLst>
            </p:cNvPr>
            <p:cNvSpPr/>
            <p:nvPr>
              <p:custDataLst>
                <p:tags r:id="rId15"/>
              </p:custDataLst>
            </p:nvPr>
          </p:nvSpPr>
          <p:spPr bwMode="gray">
            <a:xfrm>
              <a:off x="5991273" y="2290681"/>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20" name="组合 19">
              <a:extLst>
                <a:ext uri="{FF2B5EF4-FFF2-40B4-BE49-F238E27FC236}">
                  <a16:creationId xmlns:a16="http://schemas.microsoft.com/office/drawing/2014/main" id="{69BDAD0F-A29A-0325-A268-51FB3B8FD470}"/>
                </a:ext>
              </a:extLst>
            </p:cNvPr>
            <p:cNvGrpSpPr/>
            <p:nvPr/>
          </p:nvGrpSpPr>
          <p:grpSpPr>
            <a:xfrm>
              <a:off x="3358438" y="2332758"/>
              <a:ext cx="696498" cy="564015"/>
              <a:chOff x="2884755" y="3924306"/>
              <a:chExt cx="696498" cy="564015"/>
            </a:xfrm>
          </p:grpSpPr>
          <p:sp>
            <p:nvSpPr>
              <p:cNvPr id="24" name="OTLSHAPE_SLM_ad381d558991415bba51c004be78ac2a_Shape">
                <a:extLst>
                  <a:ext uri="{FF2B5EF4-FFF2-40B4-BE49-F238E27FC236}">
                    <a16:creationId xmlns:a16="http://schemas.microsoft.com/office/drawing/2014/main" id="{B00531A5-C0DF-B290-0819-7CED52E47173}"/>
                  </a:ext>
                </a:extLst>
              </p:cNvPr>
              <p:cNvSpPr/>
              <p:nvPr>
                <p:custDataLst>
                  <p:tags r:id="rId18"/>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5" name="OTLSHAPE_SLM_ad381d558991415bba51c004be78ac2a_Title">
                <a:extLst>
                  <a:ext uri="{FF2B5EF4-FFF2-40B4-BE49-F238E27FC236}">
                    <a16:creationId xmlns:a16="http://schemas.microsoft.com/office/drawing/2014/main" id="{5BDBEE53-FA35-AAE4-45F6-8C4D520B4DE2}"/>
                  </a:ext>
                </a:extLst>
              </p:cNvPr>
              <p:cNvSpPr txBox="1"/>
              <p:nvPr>
                <p:custDataLst>
                  <p:tags r:id="rId19"/>
                </p:custDataLst>
              </p:nvPr>
            </p:nvSpPr>
            <p:spPr bwMode="gray">
              <a:xfrm>
                <a:off x="2884755" y="4101805"/>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Dec 2026</a:t>
                </a:r>
              </a:p>
            </p:txBody>
          </p:sp>
        </p:grpSp>
        <p:sp>
          <p:nvSpPr>
            <p:cNvPr id="21" name="OTLSHAPE_SLM_ad381d558991415bba51c004be78ac2a_Title">
              <a:extLst>
                <a:ext uri="{FF2B5EF4-FFF2-40B4-BE49-F238E27FC236}">
                  <a16:creationId xmlns:a16="http://schemas.microsoft.com/office/drawing/2014/main" id="{E8735DE4-6BFA-CB58-7D55-5494020A26C2}"/>
                </a:ext>
              </a:extLst>
            </p:cNvPr>
            <p:cNvSpPr txBox="1"/>
            <p:nvPr>
              <p:custDataLst>
                <p:tags r:id="rId16"/>
              </p:custDataLst>
            </p:nvPr>
          </p:nvSpPr>
          <p:spPr bwMode="gray">
            <a:xfrm>
              <a:off x="4583531" y="2493881"/>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15-18M</a:t>
              </a:r>
            </a:p>
          </p:txBody>
        </p:sp>
        <p:sp>
          <p:nvSpPr>
            <p:cNvPr id="22" name="OTLSHAPE_SLM_ad381d558991415bba51c004be78ac2a_Title">
              <a:extLst>
                <a:ext uri="{FF2B5EF4-FFF2-40B4-BE49-F238E27FC236}">
                  <a16:creationId xmlns:a16="http://schemas.microsoft.com/office/drawing/2014/main" id="{8C6C4C79-6417-75D7-7E83-8B2054A8F67A}"/>
                </a:ext>
              </a:extLst>
            </p:cNvPr>
            <p:cNvSpPr txBox="1"/>
            <p:nvPr>
              <p:custDataLst>
                <p:tags r:id="rId17"/>
              </p:custDataLst>
            </p:nvPr>
          </p:nvSpPr>
          <p:spPr bwMode="gray">
            <a:xfrm>
              <a:off x="5669934" y="2549442"/>
              <a:ext cx="939033"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Mar-Jun 2028</a:t>
              </a:r>
            </a:p>
          </p:txBody>
        </p:sp>
        <p:pic>
          <p:nvPicPr>
            <p:cNvPr id="23" name="图片 22">
              <a:extLst>
                <a:ext uri="{FF2B5EF4-FFF2-40B4-BE49-F238E27FC236}">
                  <a16:creationId xmlns:a16="http://schemas.microsoft.com/office/drawing/2014/main" id="{CFD30CDC-CB39-64FC-FC5D-D21E02119B5B}"/>
                </a:ext>
              </a:extLst>
            </p:cNvPr>
            <p:cNvPicPr>
              <a:picLocks noChangeAspect="1"/>
            </p:cNvPicPr>
            <p:nvPr/>
          </p:nvPicPr>
          <p:blipFill rotWithShape="1">
            <a:blip r:embed="rId31"/>
            <a:srcRect l="31137" t="4897" r="28884" b="7515"/>
            <a:stretch/>
          </p:blipFill>
          <p:spPr>
            <a:xfrm>
              <a:off x="3224288" y="2543076"/>
              <a:ext cx="256308" cy="514756"/>
            </a:xfrm>
            <a:prstGeom prst="rect">
              <a:avLst/>
            </a:prstGeom>
          </p:spPr>
        </p:pic>
      </p:grpSp>
      <p:sp>
        <p:nvSpPr>
          <p:cNvPr id="27" name="OTLSHAPE_SLM_ad381d558991415bba51c004be78ac2a_Title">
            <a:extLst>
              <a:ext uri="{FF2B5EF4-FFF2-40B4-BE49-F238E27FC236}">
                <a16:creationId xmlns:a16="http://schemas.microsoft.com/office/drawing/2014/main" id="{D4C7F93B-CD3A-D752-1655-CFBD7ED79D33}"/>
              </a:ext>
            </a:extLst>
          </p:cNvPr>
          <p:cNvSpPr txBox="1"/>
          <p:nvPr>
            <p:custDataLst>
              <p:tags r:id="rId5"/>
            </p:custDataLst>
          </p:nvPr>
        </p:nvSpPr>
        <p:spPr bwMode="gray">
          <a:xfrm>
            <a:off x="7634563" y="4604651"/>
            <a:ext cx="835123"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 </a:t>
            </a:r>
            <a:r>
              <a:rPr lang="en-US" altLang="zh-CN" sz="1000" b="1" spc="-2">
                <a:solidFill>
                  <a:schemeClr val="bg2"/>
                </a:solidFill>
                <a:latin typeface="Calibri" panose="020F0502020204030204" pitchFamily="34" charset="0"/>
                <a:cs typeface="Calibri" panose="020F0502020204030204" pitchFamily="34" charset="0"/>
              </a:rPr>
              <a:t>+</a:t>
            </a:r>
            <a:r>
              <a:rPr lang="en-US" altLang="zh-CN" sz="1000" b="1" spc="-2">
                <a:solidFill>
                  <a:schemeClr val="tx2"/>
                </a:solidFill>
                <a:latin typeface="Calibri" panose="020F0502020204030204" pitchFamily="34" charset="0"/>
                <a:cs typeface="Calibri" panose="020F0502020204030204" pitchFamily="34" charset="0"/>
              </a:rPr>
              <a:t> </a:t>
            </a: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Mar-Jun 2029</a:t>
            </a:r>
          </a:p>
        </p:txBody>
      </p:sp>
      <p:cxnSp>
        <p:nvCxnSpPr>
          <p:cNvPr id="30" name="Straight Arrow Connector 1088">
            <a:extLst>
              <a:ext uri="{FF2B5EF4-FFF2-40B4-BE49-F238E27FC236}">
                <a16:creationId xmlns:a16="http://schemas.microsoft.com/office/drawing/2014/main" id="{A896E882-462E-81DC-827B-422F17D641B7}"/>
              </a:ext>
            </a:extLst>
          </p:cNvPr>
          <p:cNvCxnSpPr>
            <a:cxnSpLocks/>
          </p:cNvCxnSpPr>
          <p:nvPr/>
        </p:nvCxnSpPr>
        <p:spPr bwMode="gray">
          <a:xfrm>
            <a:off x="7972539" y="3907340"/>
            <a:ext cx="0" cy="36000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5D9AAA24-41D8-0463-0F78-460B7503650F}"/>
              </a:ext>
            </a:extLst>
          </p:cNvPr>
          <p:cNvGrpSpPr/>
          <p:nvPr/>
        </p:nvGrpSpPr>
        <p:grpSpPr>
          <a:xfrm>
            <a:off x="5153029" y="4340734"/>
            <a:ext cx="2433321" cy="770565"/>
            <a:chOff x="5057720" y="3620492"/>
            <a:chExt cx="2433321" cy="770565"/>
          </a:xfrm>
        </p:grpSpPr>
        <p:grpSp>
          <p:nvGrpSpPr>
            <p:cNvPr id="1024" name="组合 1023">
              <a:extLst>
                <a:ext uri="{FF2B5EF4-FFF2-40B4-BE49-F238E27FC236}">
                  <a16:creationId xmlns:a16="http://schemas.microsoft.com/office/drawing/2014/main" id="{75F223D6-F4A0-FE46-93DA-EE319DF299BD}"/>
                </a:ext>
              </a:extLst>
            </p:cNvPr>
            <p:cNvGrpSpPr/>
            <p:nvPr/>
          </p:nvGrpSpPr>
          <p:grpSpPr>
            <a:xfrm>
              <a:off x="5057720" y="3620492"/>
              <a:ext cx="2433321" cy="617963"/>
              <a:chOff x="5057720" y="2968737"/>
              <a:chExt cx="2433321" cy="617963"/>
            </a:xfrm>
          </p:grpSpPr>
          <p:sp>
            <p:nvSpPr>
              <p:cNvPr id="1026" name="OTLSHAPE_SLT_5ff12572ed344552826b2976d2663905_Shape">
                <a:extLst>
                  <a:ext uri="{FF2B5EF4-FFF2-40B4-BE49-F238E27FC236}">
                    <a16:creationId xmlns:a16="http://schemas.microsoft.com/office/drawing/2014/main" id="{BF99A51D-88D2-F760-93B8-5BDC52E56B05}"/>
                  </a:ext>
                </a:extLst>
              </p:cNvPr>
              <p:cNvSpPr/>
              <p:nvPr>
                <p:custDataLst>
                  <p:tags r:id="rId8"/>
                </p:custDataLst>
              </p:nvPr>
            </p:nvSpPr>
            <p:spPr bwMode="gray">
              <a:xfrm>
                <a:off x="5532500" y="3092487"/>
                <a:ext cx="1620000" cy="67240"/>
              </a:xfrm>
              <a:prstGeom prst="roundRect">
                <a:avLst/>
              </a:prstGeom>
              <a:solidFill>
                <a:schemeClr val="accent4">
                  <a:lumMod val="75000"/>
                </a:scheme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27" name="OTLSHAPE_SLM_1cf7670f781744c09f6645c42b1f62dc_Shape">
                <a:extLst>
                  <a:ext uri="{FF2B5EF4-FFF2-40B4-BE49-F238E27FC236}">
                    <a16:creationId xmlns:a16="http://schemas.microsoft.com/office/drawing/2014/main" id="{23D0113E-A0B4-D0AD-FF53-5D92CAE12EB7}"/>
                  </a:ext>
                </a:extLst>
              </p:cNvPr>
              <p:cNvSpPr/>
              <p:nvPr>
                <p:custDataLst>
                  <p:tags r:id="rId9"/>
                </p:custDataLst>
              </p:nvPr>
            </p:nvSpPr>
            <p:spPr bwMode="gray">
              <a:xfrm>
                <a:off x="7019799" y="2968737"/>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28" name="组合 1027">
                <a:extLst>
                  <a:ext uri="{FF2B5EF4-FFF2-40B4-BE49-F238E27FC236}">
                    <a16:creationId xmlns:a16="http://schemas.microsoft.com/office/drawing/2014/main" id="{123A93BB-6CF4-A633-FE0B-1F70091D61B7}"/>
                  </a:ext>
                </a:extLst>
              </p:cNvPr>
              <p:cNvGrpSpPr/>
              <p:nvPr/>
            </p:nvGrpSpPr>
            <p:grpSpPr>
              <a:xfrm>
                <a:off x="5057720" y="3036569"/>
                <a:ext cx="835123" cy="544951"/>
                <a:chOff x="2798189" y="3924306"/>
                <a:chExt cx="835123" cy="544951"/>
              </a:xfrm>
            </p:grpSpPr>
            <p:sp>
              <p:nvSpPr>
                <p:cNvPr id="1031" name="OTLSHAPE_SLM_ad381d558991415bba51c004be78ac2a_Shape">
                  <a:extLst>
                    <a:ext uri="{FF2B5EF4-FFF2-40B4-BE49-F238E27FC236}">
                      <a16:creationId xmlns:a16="http://schemas.microsoft.com/office/drawing/2014/main" id="{2F74B471-5FBE-40A3-702B-D5D5AF2493F2}"/>
                    </a:ext>
                  </a:extLst>
                </p:cNvPr>
                <p:cNvSpPr/>
                <p:nvPr>
                  <p:custDataLst>
                    <p:tags r:id="rId12"/>
                  </p:custDataLst>
                </p:nvPr>
              </p:nvSpPr>
              <p:spPr>
                <a:xfrm>
                  <a:off x="3103865" y="3924306"/>
                  <a:ext cx="177800" cy="177800"/>
                </a:xfrm>
                <a:prstGeom prst="ellipse">
                  <a:avLst/>
                </a:prstGeom>
                <a:solidFill>
                  <a:schemeClr val="accent4">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32" name="OTLSHAPE_SLM_ad381d558991415bba51c004be78ac2a_Title">
                  <a:extLst>
                    <a:ext uri="{FF2B5EF4-FFF2-40B4-BE49-F238E27FC236}">
                      <a16:creationId xmlns:a16="http://schemas.microsoft.com/office/drawing/2014/main" id="{F5591EE9-0100-4705-0F4C-D46FAEB030B1}"/>
                    </a:ext>
                  </a:extLst>
                </p:cNvPr>
                <p:cNvSpPr txBox="1"/>
                <p:nvPr>
                  <p:custDataLst>
                    <p:tags r:id="rId13"/>
                  </p:custDataLst>
                </p:nvPr>
              </p:nvSpPr>
              <p:spPr bwMode="gray">
                <a:xfrm>
                  <a:off x="2798189" y="4082741"/>
                  <a:ext cx="835123"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2027</a:t>
                  </a:r>
                </a:p>
              </p:txBody>
            </p:sp>
          </p:grpSp>
          <p:sp>
            <p:nvSpPr>
              <p:cNvPr id="1029" name="OTLSHAPE_SLM_ad381d558991415bba51c004be78ac2a_Title">
                <a:extLst>
                  <a:ext uri="{FF2B5EF4-FFF2-40B4-BE49-F238E27FC236}">
                    <a16:creationId xmlns:a16="http://schemas.microsoft.com/office/drawing/2014/main" id="{1C7A7646-9630-2B40-4A7B-5C4E408928F4}"/>
                  </a:ext>
                </a:extLst>
              </p:cNvPr>
              <p:cNvSpPr txBox="1"/>
              <p:nvPr>
                <p:custDataLst>
                  <p:tags r:id="rId10"/>
                </p:custDataLst>
              </p:nvPr>
            </p:nvSpPr>
            <p:spPr bwMode="gray">
              <a:xfrm>
                <a:off x="5925497" y="3197692"/>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12M (PR)</a:t>
                </a:r>
              </a:p>
            </p:txBody>
          </p:sp>
          <p:sp>
            <p:nvSpPr>
              <p:cNvPr id="1030" name="OTLSHAPE_SLM_ad381d558991415bba51c004be78ac2a_Title">
                <a:extLst>
                  <a:ext uri="{FF2B5EF4-FFF2-40B4-BE49-F238E27FC236}">
                    <a16:creationId xmlns:a16="http://schemas.microsoft.com/office/drawing/2014/main" id="{08CE4852-86F2-67BD-D7D9-71FB396DAC99}"/>
                  </a:ext>
                </a:extLst>
              </p:cNvPr>
              <p:cNvSpPr txBox="1"/>
              <p:nvPr>
                <p:custDataLst>
                  <p:tags r:id="rId11"/>
                </p:custDataLst>
              </p:nvPr>
            </p:nvSpPr>
            <p:spPr bwMode="gray">
              <a:xfrm>
                <a:off x="6794543" y="3200184"/>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2028</a:t>
                </a:r>
              </a:p>
            </p:txBody>
          </p:sp>
        </p:grpSp>
        <p:pic>
          <p:nvPicPr>
            <p:cNvPr id="1025" name="图片 1024">
              <a:extLst>
                <a:ext uri="{FF2B5EF4-FFF2-40B4-BE49-F238E27FC236}">
                  <a16:creationId xmlns:a16="http://schemas.microsoft.com/office/drawing/2014/main" id="{1B1ACF8C-9B29-0648-2EDC-7A13A31A3958}"/>
                </a:ext>
              </a:extLst>
            </p:cNvPr>
            <p:cNvPicPr>
              <a:picLocks noChangeAspect="1"/>
            </p:cNvPicPr>
            <p:nvPr/>
          </p:nvPicPr>
          <p:blipFill>
            <a:blip r:embed="rId32"/>
            <a:stretch>
              <a:fillRect/>
            </a:stretch>
          </p:blipFill>
          <p:spPr>
            <a:xfrm>
              <a:off x="5105953" y="3860330"/>
              <a:ext cx="107989" cy="530727"/>
            </a:xfrm>
            <a:prstGeom prst="rect">
              <a:avLst/>
            </a:prstGeom>
          </p:spPr>
        </p:pic>
      </p:grpSp>
      <p:sp>
        <p:nvSpPr>
          <p:cNvPr id="28" name="OTLSHAPE_SLM_ad381d558991415bba51c004be78ac2a_Title">
            <a:extLst>
              <a:ext uri="{FF2B5EF4-FFF2-40B4-BE49-F238E27FC236}">
                <a16:creationId xmlns:a16="http://schemas.microsoft.com/office/drawing/2014/main" id="{40689AD6-5DFE-E795-232C-400DD3A55085}"/>
              </a:ext>
            </a:extLst>
          </p:cNvPr>
          <p:cNvSpPr txBox="1"/>
          <p:nvPr>
            <p:custDataLst>
              <p:tags r:id="rId6"/>
            </p:custDataLst>
          </p:nvPr>
        </p:nvSpPr>
        <p:spPr bwMode="gray">
          <a:xfrm>
            <a:off x="6807097" y="3428056"/>
            <a:ext cx="755446"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12M*</a:t>
            </a:r>
          </a:p>
        </p:txBody>
      </p:sp>
      <p:sp>
        <p:nvSpPr>
          <p:cNvPr id="3" name="OTLSHAPE_SLM_ad381d558991415bba51c004be78ac2a_Title">
            <a:extLst>
              <a:ext uri="{FF2B5EF4-FFF2-40B4-BE49-F238E27FC236}">
                <a16:creationId xmlns:a16="http://schemas.microsoft.com/office/drawing/2014/main" id="{34ECBED9-9556-14A0-7BD8-94B4BFFDB7DA}"/>
              </a:ext>
            </a:extLst>
          </p:cNvPr>
          <p:cNvSpPr txBox="1"/>
          <p:nvPr>
            <p:custDataLst>
              <p:tags r:id="rId7"/>
            </p:custDataLst>
          </p:nvPr>
        </p:nvSpPr>
        <p:spPr bwMode="gray">
          <a:xfrm>
            <a:off x="1775818" y="6132330"/>
            <a:ext cx="7174217" cy="514756"/>
          </a:xfrm>
          <a:prstGeom prst="rect">
            <a:avLst/>
          </a:prstGeom>
          <a:noFill/>
        </p:spPr>
        <p:txBody>
          <a:bodyPr vert="horz" wrap="square" lIns="0" tIns="0" rIns="0" bIns="0" rtlCol="0" anchor="ctr" anchorCtr="0">
            <a:spAutoFit/>
          </a:bodyPr>
          <a:lstStyle/>
          <a:p>
            <a:pPr marL="171450" indent="-171450">
              <a:lnSpc>
                <a:spcPts val="1000"/>
              </a:lnSpc>
              <a:buFont typeface="Calibri" panose="020F0502020204030204" pitchFamily="34" charset="0"/>
              <a:buChar char="*"/>
            </a:pPr>
            <a:r>
              <a:rPr lang="en-US" sz="1000" spc="-2">
                <a:solidFill>
                  <a:schemeClr val="dk1"/>
                </a:solidFill>
                <a:latin typeface="Calibri" panose="020F0502020204030204" pitchFamily="34" charset="0"/>
                <a:cs typeface="Calibri" panose="020F0502020204030204" pitchFamily="34" charset="0"/>
              </a:rPr>
              <a:t>12M approval timeline for post-approval change is set: leverage with MASH/Pen NDA application, apply to waive QC testing and  accelerate Obesity/Pen review timeline. </a:t>
            </a:r>
          </a:p>
          <a:p>
            <a:pPr>
              <a:lnSpc>
                <a:spcPts val="1000"/>
              </a:lnSpc>
            </a:pPr>
            <a:r>
              <a:rPr lang="en-US" altLang="zh-CN" sz="1000" spc="-2">
                <a:solidFill>
                  <a:schemeClr val="dk1"/>
                </a:solidFill>
                <a:latin typeface="Calibri" panose="020F0502020204030204" pitchFamily="34" charset="0"/>
                <a:cs typeface="Calibri" panose="020F0502020204030204" pitchFamily="34" charset="0"/>
              </a:rPr>
              <a:t>      A check point is set up in Oct 2028 to further evaluate Obesity/PEN post- approval timeline, due to evolvement of China regulation.</a:t>
            </a:r>
          </a:p>
          <a:p>
            <a:pPr>
              <a:lnSpc>
                <a:spcPts val="1000"/>
              </a:lnSpc>
            </a:pPr>
            <a:r>
              <a:rPr lang="en-US" altLang="zh-CN" sz="1000" spc="-2">
                <a:solidFill>
                  <a:schemeClr val="dk1"/>
                </a:solidFill>
                <a:latin typeface="Calibri" panose="020F0502020204030204" pitchFamily="34" charset="0"/>
                <a:cs typeface="Calibri" panose="020F0502020204030204" pitchFamily="34" charset="0"/>
              </a:rPr>
              <a:t>      Reminder to consider the supply of AI and PEN. </a:t>
            </a:r>
            <a:endParaRPr lang="en-US" sz="1000" spc="-2">
              <a:solidFill>
                <a:schemeClr val="dk1"/>
              </a:solidFill>
              <a:latin typeface="Calibri" panose="020F0502020204030204" pitchFamily="34" charset="0"/>
              <a:cs typeface="Calibri" panose="020F0502020204030204" pitchFamily="34" charset="0"/>
            </a:endParaRPr>
          </a:p>
        </p:txBody>
      </p:sp>
      <p:sp>
        <p:nvSpPr>
          <p:cNvPr id="26" name="Star: 7 Points 25">
            <a:extLst>
              <a:ext uri="{FF2B5EF4-FFF2-40B4-BE49-F238E27FC236}">
                <a16:creationId xmlns:a16="http://schemas.microsoft.com/office/drawing/2014/main" id="{4991E626-A15A-F1B9-DE2B-B56E42ED8676}"/>
              </a:ext>
            </a:extLst>
          </p:cNvPr>
          <p:cNvSpPr/>
          <p:nvPr/>
        </p:nvSpPr>
        <p:spPr bwMode="gray">
          <a:xfrm>
            <a:off x="7839375" y="4343578"/>
            <a:ext cx="263400" cy="231480"/>
          </a:xfrm>
          <a:prstGeom prst="star7">
            <a:avLst/>
          </a:prstGeom>
          <a:solidFill>
            <a:srgbClr val="C00000"/>
          </a:solidFill>
          <a:ln w="6350">
            <a:solidFill>
              <a:srgbClr val="C00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46100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2AAEF5E2-BA69-7F8D-662C-EB59523EB606}"/>
              </a:ext>
            </a:extLst>
          </p:cNvPr>
          <p:cNvGrpSpPr/>
          <p:nvPr/>
        </p:nvGrpSpPr>
        <p:grpSpPr>
          <a:xfrm>
            <a:off x="7142792" y="4168178"/>
            <a:ext cx="2834559" cy="752398"/>
            <a:chOff x="7142792" y="2959552"/>
            <a:chExt cx="2834559" cy="752398"/>
          </a:xfrm>
        </p:grpSpPr>
        <p:sp>
          <p:nvSpPr>
            <p:cNvPr id="1058" name="OTLSHAPE_SLT_1bd3967114194002a4466d58f2376017_Shape">
              <a:extLst>
                <a:ext uri="{FF2B5EF4-FFF2-40B4-BE49-F238E27FC236}">
                  <a16:creationId xmlns:a16="http://schemas.microsoft.com/office/drawing/2014/main" id="{70A28166-23FD-2A63-3E1D-23E1945E6327}"/>
                </a:ext>
              </a:extLst>
            </p:cNvPr>
            <p:cNvSpPr/>
            <p:nvPr>
              <p:custDataLst>
                <p:tags r:id="rId21"/>
              </p:custDataLst>
            </p:nvPr>
          </p:nvSpPr>
          <p:spPr bwMode="gray">
            <a:xfrm>
              <a:off x="7142792" y="3095650"/>
              <a:ext cx="2491250" cy="68400"/>
            </a:xfrm>
            <a:prstGeom prst="roundRect">
              <a:avLst/>
            </a:prstGeom>
            <a:solidFill>
              <a:srgbClr val="6AD2E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75" name="OTLSHAPE_SLM_ad381d558991415bba51c004be78ac2a_Title">
              <a:extLst>
                <a:ext uri="{FF2B5EF4-FFF2-40B4-BE49-F238E27FC236}">
                  <a16:creationId xmlns:a16="http://schemas.microsoft.com/office/drawing/2014/main" id="{AADAEB6B-333B-6599-1FB9-BA7CD7553AF9}"/>
                </a:ext>
              </a:extLst>
            </p:cNvPr>
            <p:cNvSpPr txBox="1"/>
            <p:nvPr>
              <p:custDataLst>
                <p:tags r:id="rId22"/>
              </p:custDataLst>
            </p:nvPr>
          </p:nvSpPr>
          <p:spPr bwMode="gray">
            <a:xfrm>
              <a:off x="8091902" y="3208575"/>
              <a:ext cx="788372"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Sub &amp;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12-18M</a:t>
              </a:r>
            </a:p>
          </p:txBody>
        </p:sp>
        <p:sp>
          <p:nvSpPr>
            <p:cNvPr id="1076" name="OTLSHAPE_SLM_1cf7670f781744c09f6645c42b1f62dc_Shape">
              <a:extLst>
                <a:ext uri="{FF2B5EF4-FFF2-40B4-BE49-F238E27FC236}">
                  <a16:creationId xmlns:a16="http://schemas.microsoft.com/office/drawing/2014/main" id="{B649FFEF-67B2-FC33-CBFB-6BAB8806D47C}"/>
                </a:ext>
              </a:extLst>
            </p:cNvPr>
            <p:cNvSpPr/>
            <p:nvPr>
              <p:custDataLst>
                <p:tags r:id="rId23"/>
              </p:custDataLst>
            </p:nvPr>
          </p:nvSpPr>
          <p:spPr bwMode="gray">
            <a:xfrm>
              <a:off x="9506109" y="2959552"/>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77" name="OTLSHAPE_SLM_ad381d558991415bba51c004be78ac2a_Title">
              <a:extLst>
                <a:ext uri="{FF2B5EF4-FFF2-40B4-BE49-F238E27FC236}">
                  <a16:creationId xmlns:a16="http://schemas.microsoft.com/office/drawing/2014/main" id="{9FB024BD-66B7-7097-2A28-A39856B17432}"/>
                </a:ext>
              </a:extLst>
            </p:cNvPr>
            <p:cNvSpPr txBox="1"/>
            <p:nvPr>
              <p:custDataLst>
                <p:tags r:id="rId24"/>
              </p:custDataLst>
            </p:nvPr>
          </p:nvSpPr>
          <p:spPr bwMode="gray">
            <a:xfrm>
              <a:off x="9280853" y="3231967"/>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Q2, 2030</a:t>
              </a:r>
            </a:p>
          </p:txBody>
        </p:sp>
        <p:pic>
          <p:nvPicPr>
            <p:cNvPr id="1078" name="图片 1077">
              <a:extLst>
                <a:ext uri="{FF2B5EF4-FFF2-40B4-BE49-F238E27FC236}">
                  <a16:creationId xmlns:a16="http://schemas.microsoft.com/office/drawing/2014/main" id="{464D1079-BD1B-AF9A-4A95-3CB84F844DE5}"/>
                </a:ext>
              </a:extLst>
            </p:cNvPr>
            <p:cNvPicPr>
              <a:picLocks noChangeAspect="1"/>
            </p:cNvPicPr>
            <p:nvPr/>
          </p:nvPicPr>
          <p:blipFill>
            <a:blip r:embed="rId26"/>
            <a:stretch>
              <a:fillRect/>
            </a:stretch>
          </p:blipFill>
          <p:spPr>
            <a:xfrm>
              <a:off x="7998152" y="3181223"/>
              <a:ext cx="107989" cy="530727"/>
            </a:xfrm>
            <a:prstGeom prst="rect">
              <a:avLst/>
            </a:prstGeom>
          </p:spPr>
        </p:pic>
      </p:grpSp>
      <p:sp>
        <p:nvSpPr>
          <p:cNvPr id="2" name="标题 1">
            <a:extLst>
              <a:ext uri="{FF2B5EF4-FFF2-40B4-BE49-F238E27FC236}">
                <a16:creationId xmlns:a16="http://schemas.microsoft.com/office/drawing/2014/main" id="{E5505012-81DC-0840-FBC5-0A3763CAEBE8}"/>
              </a:ext>
            </a:extLst>
          </p:cNvPr>
          <p:cNvSpPr>
            <a:spLocks noGrp="1"/>
          </p:cNvSpPr>
          <p:nvPr>
            <p:ph type="title"/>
          </p:nvPr>
        </p:nvSpPr>
        <p:spPr/>
        <p:txBody>
          <a:bodyPr/>
          <a:lstStyle/>
          <a:p>
            <a:r>
              <a:rPr lang="en-US" altLang="zh-CN"/>
              <a:t>Previous</a:t>
            </a:r>
            <a:r>
              <a:rPr lang="en-US" altLang="zh-CN">
                <a:solidFill>
                  <a:schemeClr val="accent4">
                    <a:lumMod val="75000"/>
                  </a:schemeClr>
                </a:solidFill>
              </a:rPr>
              <a:t> </a:t>
            </a:r>
            <a:r>
              <a:rPr lang="en-US" altLang="zh-CN"/>
              <a:t>proposed China NDA submission pathway</a:t>
            </a:r>
            <a:endParaRPr lang="zh-CN" altLang="en-US"/>
          </a:p>
        </p:txBody>
      </p:sp>
      <p:sp>
        <p:nvSpPr>
          <p:cNvPr id="4" name="页脚占位符 3">
            <a:extLst>
              <a:ext uri="{FF2B5EF4-FFF2-40B4-BE49-F238E27FC236}">
                <a16:creationId xmlns:a16="http://schemas.microsoft.com/office/drawing/2014/main" id="{785608A9-1803-6BD4-7A67-3B9BBABBF36B}"/>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6A774F64-6CD4-C69B-5E0C-AAE07F7CDEC7}"/>
              </a:ext>
            </a:extLst>
          </p:cNvPr>
          <p:cNvSpPr>
            <a:spLocks noGrp="1"/>
          </p:cNvSpPr>
          <p:nvPr>
            <p:ph type="sldNum" sz="quarter" idx="11"/>
          </p:nvPr>
        </p:nvSpPr>
        <p:spPr/>
        <p:txBody>
          <a:bodyPr/>
          <a:lstStyle/>
          <a:p>
            <a:fld id="{8FF9B0DE-3FEB-4AA0-B465-B80EF7C1333D}" type="slidenum">
              <a:rPr lang="en-US" smtClean="0"/>
              <a:pPr/>
              <a:t>9</a:t>
            </a:fld>
            <a:endParaRPr lang="en-US"/>
          </a:p>
        </p:txBody>
      </p:sp>
      <p:sp>
        <p:nvSpPr>
          <p:cNvPr id="6" name="OTLSHAPE_SL_9d4198e7302642ae977ae8c7422e7805_HeaderRectangle">
            <a:extLst>
              <a:ext uri="{FF2B5EF4-FFF2-40B4-BE49-F238E27FC236}">
                <a16:creationId xmlns:a16="http://schemas.microsoft.com/office/drawing/2014/main" id="{2EDA162F-BDBE-1E8D-CAF6-9C8E3FCB141C}"/>
              </a:ext>
            </a:extLst>
          </p:cNvPr>
          <p:cNvSpPr/>
          <p:nvPr>
            <p:custDataLst>
              <p:tags r:id="rId1"/>
            </p:custDataLst>
          </p:nvPr>
        </p:nvSpPr>
        <p:spPr>
          <a:xfrm>
            <a:off x="2031252" y="1430897"/>
            <a:ext cx="8845626" cy="761859"/>
          </a:xfrm>
          <a:prstGeom prst="rect">
            <a:avLst/>
          </a:prstGeom>
          <a:solidFill>
            <a:schemeClr val="bg1">
              <a:lumMod val="85000"/>
              <a:alpha val="49804"/>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aphicFrame>
        <p:nvGraphicFramePr>
          <p:cNvPr id="7" name="Table 15">
            <a:extLst>
              <a:ext uri="{FF2B5EF4-FFF2-40B4-BE49-F238E27FC236}">
                <a16:creationId xmlns:a16="http://schemas.microsoft.com/office/drawing/2014/main" id="{A9297AEC-33D2-C2F8-7BEC-D4799632849B}"/>
              </a:ext>
            </a:extLst>
          </p:cNvPr>
          <p:cNvGraphicFramePr>
            <a:graphicFrameLocks noGrp="1"/>
          </p:cNvGraphicFramePr>
          <p:nvPr/>
        </p:nvGraphicFramePr>
        <p:xfrm>
          <a:off x="2036038" y="945540"/>
          <a:ext cx="8840840" cy="502920"/>
        </p:xfrm>
        <a:graphic>
          <a:graphicData uri="http://schemas.openxmlformats.org/drawingml/2006/table">
            <a:tbl>
              <a:tblPr firstRow="1" bandRow="1">
                <a:tableStyleId>{9D7B26C5-4107-4FEC-AEDC-1716B250A1EF}</a:tableStyleId>
              </a:tblPr>
              <a:tblGrid>
                <a:gridCol w="442042">
                  <a:extLst>
                    <a:ext uri="{9D8B030D-6E8A-4147-A177-3AD203B41FA5}">
                      <a16:colId xmlns:a16="http://schemas.microsoft.com/office/drawing/2014/main" val="2710609859"/>
                    </a:ext>
                  </a:extLst>
                </a:gridCol>
                <a:gridCol w="442042">
                  <a:extLst>
                    <a:ext uri="{9D8B030D-6E8A-4147-A177-3AD203B41FA5}">
                      <a16:colId xmlns:a16="http://schemas.microsoft.com/office/drawing/2014/main" val="1202052935"/>
                    </a:ext>
                  </a:extLst>
                </a:gridCol>
                <a:gridCol w="442042">
                  <a:extLst>
                    <a:ext uri="{9D8B030D-6E8A-4147-A177-3AD203B41FA5}">
                      <a16:colId xmlns:a16="http://schemas.microsoft.com/office/drawing/2014/main" val="3998831462"/>
                    </a:ext>
                  </a:extLst>
                </a:gridCol>
                <a:gridCol w="442042">
                  <a:extLst>
                    <a:ext uri="{9D8B030D-6E8A-4147-A177-3AD203B41FA5}">
                      <a16:colId xmlns:a16="http://schemas.microsoft.com/office/drawing/2014/main" val="3306444161"/>
                    </a:ext>
                  </a:extLst>
                </a:gridCol>
                <a:gridCol w="442042">
                  <a:extLst>
                    <a:ext uri="{9D8B030D-6E8A-4147-A177-3AD203B41FA5}">
                      <a16:colId xmlns:a16="http://schemas.microsoft.com/office/drawing/2014/main" val="2421841557"/>
                    </a:ext>
                  </a:extLst>
                </a:gridCol>
                <a:gridCol w="442042">
                  <a:extLst>
                    <a:ext uri="{9D8B030D-6E8A-4147-A177-3AD203B41FA5}">
                      <a16:colId xmlns:a16="http://schemas.microsoft.com/office/drawing/2014/main" val="3946134440"/>
                    </a:ext>
                  </a:extLst>
                </a:gridCol>
                <a:gridCol w="442042">
                  <a:extLst>
                    <a:ext uri="{9D8B030D-6E8A-4147-A177-3AD203B41FA5}">
                      <a16:colId xmlns:a16="http://schemas.microsoft.com/office/drawing/2014/main" val="2748333236"/>
                    </a:ext>
                  </a:extLst>
                </a:gridCol>
                <a:gridCol w="442042">
                  <a:extLst>
                    <a:ext uri="{9D8B030D-6E8A-4147-A177-3AD203B41FA5}">
                      <a16:colId xmlns:a16="http://schemas.microsoft.com/office/drawing/2014/main" val="4232468292"/>
                    </a:ext>
                  </a:extLst>
                </a:gridCol>
                <a:gridCol w="442042">
                  <a:extLst>
                    <a:ext uri="{9D8B030D-6E8A-4147-A177-3AD203B41FA5}">
                      <a16:colId xmlns:a16="http://schemas.microsoft.com/office/drawing/2014/main" val="764150642"/>
                    </a:ext>
                  </a:extLst>
                </a:gridCol>
                <a:gridCol w="442042">
                  <a:extLst>
                    <a:ext uri="{9D8B030D-6E8A-4147-A177-3AD203B41FA5}">
                      <a16:colId xmlns:a16="http://schemas.microsoft.com/office/drawing/2014/main" val="3402596158"/>
                    </a:ext>
                  </a:extLst>
                </a:gridCol>
                <a:gridCol w="442042">
                  <a:extLst>
                    <a:ext uri="{9D8B030D-6E8A-4147-A177-3AD203B41FA5}">
                      <a16:colId xmlns:a16="http://schemas.microsoft.com/office/drawing/2014/main" val="1551542107"/>
                    </a:ext>
                  </a:extLst>
                </a:gridCol>
                <a:gridCol w="442042">
                  <a:extLst>
                    <a:ext uri="{9D8B030D-6E8A-4147-A177-3AD203B41FA5}">
                      <a16:colId xmlns:a16="http://schemas.microsoft.com/office/drawing/2014/main" val="396539323"/>
                    </a:ext>
                  </a:extLst>
                </a:gridCol>
                <a:gridCol w="442042">
                  <a:extLst>
                    <a:ext uri="{9D8B030D-6E8A-4147-A177-3AD203B41FA5}">
                      <a16:colId xmlns:a16="http://schemas.microsoft.com/office/drawing/2014/main" val="2098044862"/>
                    </a:ext>
                  </a:extLst>
                </a:gridCol>
                <a:gridCol w="442042">
                  <a:extLst>
                    <a:ext uri="{9D8B030D-6E8A-4147-A177-3AD203B41FA5}">
                      <a16:colId xmlns:a16="http://schemas.microsoft.com/office/drawing/2014/main" val="3962594840"/>
                    </a:ext>
                  </a:extLst>
                </a:gridCol>
                <a:gridCol w="442042">
                  <a:extLst>
                    <a:ext uri="{9D8B030D-6E8A-4147-A177-3AD203B41FA5}">
                      <a16:colId xmlns:a16="http://schemas.microsoft.com/office/drawing/2014/main" val="1893482998"/>
                    </a:ext>
                  </a:extLst>
                </a:gridCol>
                <a:gridCol w="442042">
                  <a:extLst>
                    <a:ext uri="{9D8B030D-6E8A-4147-A177-3AD203B41FA5}">
                      <a16:colId xmlns:a16="http://schemas.microsoft.com/office/drawing/2014/main" val="854219069"/>
                    </a:ext>
                  </a:extLst>
                </a:gridCol>
                <a:gridCol w="442042">
                  <a:extLst>
                    <a:ext uri="{9D8B030D-6E8A-4147-A177-3AD203B41FA5}">
                      <a16:colId xmlns:a16="http://schemas.microsoft.com/office/drawing/2014/main" val="1080397421"/>
                    </a:ext>
                  </a:extLst>
                </a:gridCol>
                <a:gridCol w="442042">
                  <a:extLst>
                    <a:ext uri="{9D8B030D-6E8A-4147-A177-3AD203B41FA5}">
                      <a16:colId xmlns:a16="http://schemas.microsoft.com/office/drawing/2014/main" val="2208282259"/>
                    </a:ext>
                  </a:extLst>
                </a:gridCol>
                <a:gridCol w="442042">
                  <a:extLst>
                    <a:ext uri="{9D8B030D-6E8A-4147-A177-3AD203B41FA5}">
                      <a16:colId xmlns:a16="http://schemas.microsoft.com/office/drawing/2014/main" val="2225880014"/>
                    </a:ext>
                  </a:extLst>
                </a:gridCol>
                <a:gridCol w="442042">
                  <a:extLst>
                    <a:ext uri="{9D8B030D-6E8A-4147-A177-3AD203B41FA5}">
                      <a16:colId xmlns:a16="http://schemas.microsoft.com/office/drawing/2014/main" val="3552457352"/>
                    </a:ext>
                  </a:extLst>
                </a:gridCol>
              </a:tblGrid>
              <a:tr h="217594">
                <a:tc gridSpan="4">
                  <a:txBody>
                    <a:bodyPr/>
                    <a:lstStyle/>
                    <a:p>
                      <a:pPr algn="ctr"/>
                      <a:r>
                        <a:rPr lang="en-US" altLang="zh-CN" sz="1050" i="1">
                          <a:solidFill>
                            <a:schemeClr val="bg1"/>
                          </a:solidFill>
                          <a:latin typeface="+mn-lt"/>
                        </a:rPr>
                        <a:t>2026</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2027</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2028</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2029</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2030</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625366761"/>
                  </a:ext>
                </a:extLst>
              </a:tr>
              <a:tr h="217594">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988584685"/>
                  </a:ext>
                </a:extLst>
              </a:tr>
            </a:tbl>
          </a:graphicData>
        </a:graphic>
      </p:graphicFrame>
      <p:grpSp>
        <p:nvGrpSpPr>
          <p:cNvPr id="1045" name="组合 1044">
            <a:extLst>
              <a:ext uri="{FF2B5EF4-FFF2-40B4-BE49-F238E27FC236}">
                <a16:creationId xmlns:a16="http://schemas.microsoft.com/office/drawing/2014/main" id="{DAB999E7-8EE2-8C7B-6F7F-AF4E51618A41}"/>
              </a:ext>
            </a:extLst>
          </p:cNvPr>
          <p:cNvGrpSpPr/>
          <p:nvPr/>
        </p:nvGrpSpPr>
        <p:grpSpPr>
          <a:xfrm>
            <a:off x="3242817" y="1472155"/>
            <a:ext cx="616021" cy="720601"/>
            <a:chOff x="2884755" y="3924306"/>
            <a:chExt cx="616021" cy="720601"/>
          </a:xfrm>
        </p:grpSpPr>
        <p:sp>
          <p:nvSpPr>
            <p:cNvPr id="15" name="OTLSHAPE_SLM_ad381d558991415bba51c004be78ac2a_Shape">
              <a:extLst>
                <a:ext uri="{FF2B5EF4-FFF2-40B4-BE49-F238E27FC236}">
                  <a16:creationId xmlns:a16="http://schemas.microsoft.com/office/drawing/2014/main" id="{830B9675-4495-141A-3D79-1414365AA0B9}"/>
                </a:ext>
              </a:extLst>
            </p:cNvPr>
            <p:cNvSpPr/>
            <p:nvPr>
              <p:custDataLst>
                <p:tags r:id="rId19"/>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OTLSHAPE_SLM_ad381d558991415bba51c004be78ac2a_Title">
              <a:extLst>
                <a:ext uri="{FF2B5EF4-FFF2-40B4-BE49-F238E27FC236}">
                  <a16:creationId xmlns:a16="http://schemas.microsoft.com/office/drawing/2014/main" id="{6D50E88D-A1FF-1C77-FD0B-0137100572EE}"/>
                </a:ext>
              </a:extLst>
            </p:cNvPr>
            <p:cNvSpPr txBox="1"/>
            <p:nvPr>
              <p:custDataLst>
                <p:tags r:id="rId20"/>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2026</a:t>
              </a:r>
            </a:p>
          </p:txBody>
        </p:sp>
      </p:grpSp>
      <p:grpSp>
        <p:nvGrpSpPr>
          <p:cNvPr id="1046" name="组合 1045">
            <a:extLst>
              <a:ext uri="{FF2B5EF4-FFF2-40B4-BE49-F238E27FC236}">
                <a16:creationId xmlns:a16="http://schemas.microsoft.com/office/drawing/2014/main" id="{0B3152B3-2CE2-0BCA-3368-F2838F3280D1}"/>
              </a:ext>
            </a:extLst>
          </p:cNvPr>
          <p:cNvGrpSpPr/>
          <p:nvPr/>
        </p:nvGrpSpPr>
        <p:grpSpPr>
          <a:xfrm>
            <a:off x="6037983" y="1472155"/>
            <a:ext cx="616021" cy="720601"/>
            <a:chOff x="2884755" y="3924306"/>
            <a:chExt cx="616021" cy="720601"/>
          </a:xfrm>
        </p:grpSpPr>
        <p:sp>
          <p:nvSpPr>
            <p:cNvPr id="1047" name="OTLSHAPE_SLM_ad381d558991415bba51c004be78ac2a_Shape">
              <a:extLst>
                <a:ext uri="{FF2B5EF4-FFF2-40B4-BE49-F238E27FC236}">
                  <a16:creationId xmlns:a16="http://schemas.microsoft.com/office/drawing/2014/main" id="{0B6A83B4-68E5-8D09-AB8F-C2ED6C5B0B2A}"/>
                </a:ext>
              </a:extLst>
            </p:cNvPr>
            <p:cNvSpPr/>
            <p:nvPr>
              <p:custDataLst>
                <p:tags r:id="rId17"/>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48" name="OTLSHAPE_SLM_ad381d558991415bba51c004be78ac2a_Title">
              <a:extLst>
                <a:ext uri="{FF2B5EF4-FFF2-40B4-BE49-F238E27FC236}">
                  <a16:creationId xmlns:a16="http://schemas.microsoft.com/office/drawing/2014/main" id="{F02E26E9-4C47-31DE-60E0-7939DBCBC1AB}"/>
                </a:ext>
              </a:extLst>
            </p:cNvPr>
            <p:cNvSpPr txBox="1"/>
            <p:nvPr>
              <p:custDataLst>
                <p:tags r:id="rId18"/>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Jun/Aug 2028</a:t>
              </a:r>
            </a:p>
          </p:txBody>
        </p:sp>
      </p:grpSp>
      <p:grpSp>
        <p:nvGrpSpPr>
          <p:cNvPr id="1049" name="组合 1048">
            <a:extLst>
              <a:ext uri="{FF2B5EF4-FFF2-40B4-BE49-F238E27FC236}">
                <a16:creationId xmlns:a16="http://schemas.microsoft.com/office/drawing/2014/main" id="{0A45511F-35A1-192B-8C38-6C98E0B2C575}"/>
              </a:ext>
            </a:extLst>
          </p:cNvPr>
          <p:cNvGrpSpPr/>
          <p:nvPr/>
        </p:nvGrpSpPr>
        <p:grpSpPr>
          <a:xfrm>
            <a:off x="4932923" y="1472155"/>
            <a:ext cx="691568" cy="720601"/>
            <a:chOff x="2884755" y="3924306"/>
            <a:chExt cx="691568" cy="720601"/>
          </a:xfrm>
        </p:grpSpPr>
        <p:sp>
          <p:nvSpPr>
            <p:cNvPr id="1050" name="OTLSHAPE_SLM_ad381d558991415bba51c004be78ac2a_Shape">
              <a:extLst>
                <a:ext uri="{FF2B5EF4-FFF2-40B4-BE49-F238E27FC236}">
                  <a16:creationId xmlns:a16="http://schemas.microsoft.com/office/drawing/2014/main" id="{08C43786-6FAA-CA2C-AD22-0E635A162802}"/>
                </a:ext>
              </a:extLst>
            </p:cNvPr>
            <p:cNvSpPr/>
            <p:nvPr>
              <p:custDataLst>
                <p:tags r:id="rId15"/>
              </p:custDataLst>
            </p:nvPr>
          </p:nvSpPr>
          <p:spPr>
            <a:xfrm>
              <a:off x="3141639" y="3924306"/>
              <a:ext cx="177800" cy="177800"/>
            </a:xfrm>
            <a:prstGeom prst="ellipse">
              <a:avLst/>
            </a:prstGeom>
            <a:solidFill>
              <a:schemeClr val="accent4">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51" name="OTLSHAPE_SLM_ad381d558991415bba51c004be78ac2a_Title">
              <a:extLst>
                <a:ext uri="{FF2B5EF4-FFF2-40B4-BE49-F238E27FC236}">
                  <a16:creationId xmlns:a16="http://schemas.microsoft.com/office/drawing/2014/main" id="{AD4F6174-3B8D-8CF3-A9BB-11B180DA86F2}"/>
                </a:ext>
              </a:extLst>
            </p:cNvPr>
            <p:cNvSpPr txBox="1"/>
            <p:nvPr>
              <p:custDataLst>
                <p:tags r:id="rId16"/>
              </p:custDataLst>
            </p:nvPr>
          </p:nvSpPr>
          <p:spPr bwMode="gray">
            <a:xfrm>
              <a:off x="2884755" y="4130151"/>
              <a:ext cx="691568"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 &amp; 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Oct</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2027</a:t>
              </a:r>
            </a:p>
          </p:txBody>
        </p:sp>
      </p:grpSp>
      <p:grpSp>
        <p:nvGrpSpPr>
          <p:cNvPr id="1081" name="组合 1080">
            <a:extLst>
              <a:ext uri="{FF2B5EF4-FFF2-40B4-BE49-F238E27FC236}">
                <a16:creationId xmlns:a16="http://schemas.microsoft.com/office/drawing/2014/main" id="{EACAC2F3-CF03-20EF-7981-79EC0EF30118}"/>
              </a:ext>
            </a:extLst>
          </p:cNvPr>
          <p:cNvGrpSpPr/>
          <p:nvPr/>
        </p:nvGrpSpPr>
        <p:grpSpPr>
          <a:xfrm>
            <a:off x="5021184" y="4177363"/>
            <a:ext cx="2469857" cy="788433"/>
            <a:chOff x="5021184" y="2968737"/>
            <a:chExt cx="2469857" cy="788433"/>
          </a:xfrm>
        </p:grpSpPr>
        <p:pic>
          <p:nvPicPr>
            <p:cNvPr id="1067" name="图片 1066">
              <a:extLst>
                <a:ext uri="{FF2B5EF4-FFF2-40B4-BE49-F238E27FC236}">
                  <a16:creationId xmlns:a16="http://schemas.microsoft.com/office/drawing/2014/main" id="{265F39ED-7907-0329-C5F7-F468367AA2C8}"/>
                </a:ext>
              </a:extLst>
            </p:cNvPr>
            <p:cNvPicPr>
              <a:picLocks noChangeAspect="1"/>
            </p:cNvPicPr>
            <p:nvPr/>
          </p:nvPicPr>
          <p:blipFill rotWithShape="1">
            <a:blip r:embed="rId27"/>
            <a:srcRect l="31137" t="4897" r="28884" b="7515"/>
            <a:stretch/>
          </p:blipFill>
          <p:spPr>
            <a:xfrm>
              <a:off x="5021184" y="3207162"/>
              <a:ext cx="256308" cy="514756"/>
            </a:xfrm>
            <a:prstGeom prst="rect">
              <a:avLst/>
            </a:prstGeom>
          </p:spPr>
        </p:pic>
        <p:sp>
          <p:nvSpPr>
            <p:cNvPr id="1068" name="OTLSHAPE_SLT_5ff12572ed344552826b2976d2663905_Shape">
              <a:extLst>
                <a:ext uri="{FF2B5EF4-FFF2-40B4-BE49-F238E27FC236}">
                  <a16:creationId xmlns:a16="http://schemas.microsoft.com/office/drawing/2014/main" id="{F4B3A52E-C9D1-803E-BB88-AC8B2A02536A}"/>
                </a:ext>
              </a:extLst>
            </p:cNvPr>
            <p:cNvSpPr/>
            <p:nvPr>
              <p:custDataLst>
                <p:tags r:id="rId9"/>
              </p:custDataLst>
            </p:nvPr>
          </p:nvSpPr>
          <p:spPr bwMode="gray">
            <a:xfrm>
              <a:off x="5532500" y="3092487"/>
              <a:ext cx="1620000" cy="67240"/>
            </a:xfrm>
            <a:prstGeom prst="roundRect">
              <a:avLst/>
            </a:prstGeom>
            <a:solidFill>
              <a:schemeClr val="accent4">
                <a:lumMod val="75000"/>
              </a:scheme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69" name="OTLSHAPE_SLM_1cf7670f781744c09f6645c42b1f62dc_Shape">
              <a:extLst>
                <a:ext uri="{FF2B5EF4-FFF2-40B4-BE49-F238E27FC236}">
                  <a16:creationId xmlns:a16="http://schemas.microsoft.com/office/drawing/2014/main" id="{FC0ED082-1835-8997-78FC-A9116D06FBD9}"/>
                </a:ext>
              </a:extLst>
            </p:cNvPr>
            <p:cNvSpPr/>
            <p:nvPr>
              <p:custDataLst>
                <p:tags r:id="rId10"/>
              </p:custDataLst>
            </p:nvPr>
          </p:nvSpPr>
          <p:spPr bwMode="gray">
            <a:xfrm>
              <a:off x="7019799" y="2968737"/>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70" name="组合 1069">
              <a:extLst>
                <a:ext uri="{FF2B5EF4-FFF2-40B4-BE49-F238E27FC236}">
                  <a16:creationId xmlns:a16="http://schemas.microsoft.com/office/drawing/2014/main" id="{E4C0AEC3-2400-BA75-B908-5A7BEA04A1AA}"/>
                </a:ext>
              </a:extLst>
            </p:cNvPr>
            <p:cNvGrpSpPr/>
            <p:nvPr/>
          </p:nvGrpSpPr>
          <p:grpSpPr>
            <a:xfrm>
              <a:off x="5144286" y="3036569"/>
              <a:ext cx="616021" cy="720601"/>
              <a:chOff x="2884755" y="3924306"/>
              <a:chExt cx="616021" cy="720601"/>
            </a:xfrm>
          </p:grpSpPr>
          <p:sp>
            <p:nvSpPr>
              <p:cNvPr id="1071" name="OTLSHAPE_SLM_ad381d558991415bba51c004be78ac2a_Shape">
                <a:extLst>
                  <a:ext uri="{FF2B5EF4-FFF2-40B4-BE49-F238E27FC236}">
                    <a16:creationId xmlns:a16="http://schemas.microsoft.com/office/drawing/2014/main" id="{5AD0697C-A8A0-B3FE-7D41-7201F419E522}"/>
                  </a:ext>
                </a:extLst>
              </p:cNvPr>
              <p:cNvSpPr/>
              <p:nvPr>
                <p:custDataLst>
                  <p:tags r:id="rId13"/>
                </p:custDataLst>
              </p:nvPr>
            </p:nvSpPr>
            <p:spPr>
              <a:xfrm>
                <a:off x="3103865" y="3924306"/>
                <a:ext cx="177800" cy="177800"/>
              </a:xfrm>
              <a:prstGeom prst="ellipse">
                <a:avLst/>
              </a:prstGeom>
              <a:solidFill>
                <a:schemeClr val="accent4">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72" name="OTLSHAPE_SLM_ad381d558991415bba51c004be78ac2a_Title">
                <a:extLst>
                  <a:ext uri="{FF2B5EF4-FFF2-40B4-BE49-F238E27FC236}">
                    <a16:creationId xmlns:a16="http://schemas.microsoft.com/office/drawing/2014/main" id="{C7E4564C-F1CA-9332-FFC1-55FE8DD15B9C}"/>
                  </a:ext>
                </a:extLst>
              </p:cNvPr>
              <p:cNvSpPr txBox="1"/>
              <p:nvPr>
                <p:custDataLst>
                  <p:tags r:id="rId14"/>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2027</a:t>
                </a:r>
              </a:p>
            </p:txBody>
          </p:sp>
        </p:grpSp>
        <p:sp>
          <p:nvSpPr>
            <p:cNvPr id="1073" name="OTLSHAPE_SLM_ad381d558991415bba51c004be78ac2a_Title">
              <a:extLst>
                <a:ext uri="{FF2B5EF4-FFF2-40B4-BE49-F238E27FC236}">
                  <a16:creationId xmlns:a16="http://schemas.microsoft.com/office/drawing/2014/main" id="{81BEE7F9-41C3-BBA3-18E5-E2BFA019C64D}"/>
                </a:ext>
              </a:extLst>
            </p:cNvPr>
            <p:cNvSpPr txBox="1"/>
            <p:nvPr>
              <p:custDataLst>
                <p:tags r:id="rId11"/>
              </p:custDataLst>
            </p:nvPr>
          </p:nvSpPr>
          <p:spPr bwMode="gray">
            <a:xfrm>
              <a:off x="5925497" y="3197692"/>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10M (PR)</a:t>
              </a:r>
            </a:p>
          </p:txBody>
        </p:sp>
        <p:sp>
          <p:nvSpPr>
            <p:cNvPr id="1074" name="OTLSHAPE_SLM_ad381d558991415bba51c004be78ac2a_Title">
              <a:extLst>
                <a:ext uri="{FF2B5EF4-FFF2-40B4-BE49-F238E27FC236}">
                  <a16:creationId xmlns:a16="http://schemas.microsoft.com/office/drawing/2014/main" id="{E9D952D2-FD5E-F29D-1277-8DA13C13332F}"/>
                </a:ext>
              </a:extLst>
            </p:cNvPr>
            <p:cNvSpPr txBox="1"/>
            <p:nvPr>
              <p:custDataLst>
                <p:tags r:id="rId12"/>
              </p:custDataLst>
            </p:nvPr>
          </p:nvSpPr>
          <p:spPr bwMode="gray">
            <a:xfrm>
              <a:off x="6794543" y="3217130"/>
              <a:ext cx="696498"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Sep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2028</a:t>
              </a:r>
            </a:p>
          </p:txBody>
        </p:sp>
      </p:grpSp>
      <p:grpSp>
        <p:nvGrpSpPr>
          <p:cNvPr id="1080" name="组合 1079">
            <a:extLst>
              <a:ext uri="{FF2B5EF4-FFF2-40B4-BE49-F238E27FC236}">
                <a16:creationId xmlns:a16="http://schemas.microsoft.com/office/drawing/2014/main" id="{6CEDAEB4-F72E-3FAB-8A2F-9FFD20D4E563}"/>
              </a:ext>
            </a:extLst>
          </p:cNvPr>
          <p:cNvGrpSpPr/>
          <p:nvPr/>
        </p:nvGrpSpPr>
        <p:grpSpPr>
          <a:xfrm>
            <a:off x="3224288" y="3499307"/>
            <a:ext cx="3234933" cy="767151"/>
            <a:chOff x="3224288" y="2290681"/>
            <a:chExt cx="3234933" cy="767151"/>
          </a:xfrm>
        </p:grpSpPr>
        <p:sp>
          <p:nvSpPr>
            <p:cNvPr id="1052" name="OTLSHAPE_SLT_5ff12572ed344552826b2976d2663905_Shape">
              <a:extLst>
                <a:ext uri="{FF2B5EF4-FFF2-40B4-BE49-F238E27FC236}">
                  <a16:creationId xmlns:a16="http://schemas.microsoft.com/office/drawing/2014/main" id="{A3118F4D-953B-152C-FF3E-5E192D8BBF72}"/>
                </a:ext>
              </a:extLst>
            </p:cNvPr>
            <p:cNvSpPr/>
            <p:nvPr>
              <p:custDataLst>
                <p:tags r:id="rId3"/>
              </p:custDataLst>
            </p:nvPr>
          </p:nvSpPr>
          <p:spPr bwMode="gray">
            <a:xfrm>
              <a:off x="3746652" y="2388676"/>
              <a:ext cx="2376000" cy="67240"/>
            </a:xfrm>
            <a:prstGeom prst="roundRect">
              <a:avLst/>
            </a:prstGeom>
            <a:solidFill>
              <a:srgbClr val="1AAA4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53" name="OTLSHAPE_SLM_1cf7670f781744c09f6645c42b1f62dc_Shape">
              <a:extLst>
                <a:ext uri="{FF2B5EF4-FFF2-40B4-BE49-F238E27FC236}">
                  <a16:creationId xmlns:a16="http://schemas.microsoft.com/office/drawing/2014/main" id="{2D0AF578-C540-8E47-B643-EAB967FBB3C2}"/>
                </a:ext>
              </a:extLst>
            </p:cNvPr>
            <p:cNvSpPr/>
            <p:nvPr>
              <p:custDataLst>
                <p:tags r:id="rId4"/>
              </p:custDataLst>
            </p:nvPr>
          </p:nvSpPr>
          <p:spPr bwMode="gray">
            <a:xfrm>
              <a:off x="6028217" y="2290681"/>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62" name="组合 1061">
              <a:extLst>
                <a:ext uri="{FF2B5EF4-FFF2-40B4-BE49-F238E27FC236}">
                  <a16:creationId xmlns:a16="http://schemas.microsoft.com/office/drawing/2014/main" id="{7F9E15F4-F72C-4BED-0720-0F4C2139A4F8}"/>
                </a:ext>
              </a:extLst>
            </p:cNvPr>
            <p:cNvGrpSpPr/>
            <p:nvPr/>
          </p:nvGrpSpPr>
          <p:grpSpPr>
            <a:xfrm>
              <a:off x="3358438" y="2332758"/>
              <a:ext cx="616021" cy="720601"/>
              <a:chOff x="2884755" y="3924306"/>
              <a:chExt cx="616021" cy="720601"/>
            </a:xfrm>
          </p:grpSpPr>
          <p:sp>
            <p:nvSpPr>
              <p:cNvPr id="1063" name="OTLSHAPE_SLM_ad381d558991415bba51c004be78ac2a_Shape">
                <a:extLst>
                  <a:ext uri="{FF2B5EF4-FFF2-40B4-BE49-F238E27FC236}">
                    <a16:creationId xmlns:a16="http://schemas.microsoft.com/office/drawing/2014/main" id="{AEBD3644-EA0A-F0C3-AE7D-6EF4CA12A81E}"/>
                  </a:ext>
                </a:extLst>
              </p:cNvPr>
              <p:cNvSpPr/>
              <p:nvPr>
                <p:custDataLst>
                  <p:tags r:id="rId7"/>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64" name="OTLSHAPE_SLM_ad381d558991415bba51c004be78ac2a_Title">
                <a:extLst>
                  <a:ext uri="{FF2B5EF4-FFF2-40B4-BE49-F238E27FC236}">
                    <a16:creationId xmlns:a16="http://schemas.microsoft.com/office/drawing/2014/main" id="{FAE36D0C-0E7F-8490-7D6B-8B13518B8B3D}"/>
                  </a:ext>
                </a:extLst>
              </p:cNvPr>
              <p:cNvSpPr txBox="1"/>
              <p:nvPr>
                <p:custDataLst>
                  <p:tags r:id="rId8"/>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Dec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2026</a:t>
                </a:r>
              </a:p>
            </p:txBody>
          </p:sp>
        </p:grpSp>
        <p:sp>
          <p:nvSpPr>
            <p:cNvPr id="1065" name="OTLSHAPE_SLM_ad381d558991415bba51c004be78ac2a_Title">
              <a:extLst>
                <a:ext uri="{FF2B5EF4-FFF2-40B4-BE49-F238E27FC236}">
                  <a16:creationId xmlns:a16="http://schemas.microsoft.com/office/drawing/2014/main" id="{E3B27149-4AAE-AEFC-BF05-E1AA07BE9F04}"/>
                </a:ext>
              </a:extLst>
            </p:cNvPr>
            <p:cNvSpPr txBox="1"/>
            <p:nvPr>
              <p:custDataLst>
                <p:tags r:id="rId5"/>
              </p:custDataLst>
            </p:nvPr>
          </p:nvSpPr>
          <p:spPr bwMode="gray">
            <a:xfrm>
              <a:off x="4583531" y="2493881"/>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15*-18M</a:t>
              </a:r>
            </a:p>
          </p:txBody>
        </p:sp>
        <p:sp>
          <p:nvSpPr>
            <p:cNvPr id="1066" name="OTLSHAPE_SLM_ad381d558991415bba51c004be78ac2a_Title">
              <a:extLst>
                <a:ext uri="{FF2B5EF4-FFF2-40B4-BE49-F238E27FC236}">
                  <a16:creationId xmlns:a16="http://schemas.microsoft.com/office/drawing/2014/main" id="{64F9ACAC-674F-0870-2022-ADDB567E1FD8}"/>
                </a:ext>
              </a:extLst>
            </p:cNvPr>
            <p:cNvSpPr txBox="1"/>
            <p:nvPr>
              <p:custDataLst>
                <p:tags r:id="rId6"/>
              </p:custDataLst>
            </p:nvPr>
          </p:nvSpPr>
          <p:spPr bwMode="gray">
            <a:xfrm>
              <a:off x="5843200" y="2513319"/>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Mar-Jun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2028</a:t>
              </a:r>
            </a:p>
          </p:txBody>
        </p:sp>
        <p:pic>
          <p:nvPicPr>
            <p:cNvPr id="1079" name="图片 1078">
              <a:extLst>
                <a:ext uri="{FF2B5EF4-FFF2-40B4-BE49-F238E27FC236}">
                  <a16:creationId xmlns:a16="http://schemas.microsoft.com/office/drawing/2014/main" id="{7EA8C74C-0B30-068F-475F-862B2FDF7B11}"/>
                </a:ext>
              </a:extLst>
            </p:cNvPr>
            <p:cNvPicPr>
              <a:picLocks noChangeAspect="1"/>
            </p:cNvPicPr>
            <p:nvPr/>
          </p:nvPicPr>
          <p:blipFill rotWithShape="1">
            <a:blip r:embed="rId27"/>
            <a:srcRect l="31137" t="4897" r="28884" b="7515"/>
            <a:stretch/>
          </p:blipFill>
          <p:spPr>
            <a:xfrm>
              <a:off x="3224288" y="2543076"/>
              <a:ext cx="256308" cy="514756"/>
            </a:xfrm>
            <a:prstGeom prst="rect">
              <a:avLst/>
            </a:prstGeom>
          </p:spPr>
        </p:pic>
      </p:grpSp>
      <p:sp>
        <p:nvSpPr>
          <p:cNvPr id="12" name="OTLSHAPE_SL_9d4198e7302642ae977ae8c7422e7805_Header">
            <a:extLst>
              <a:ext uri="{FF2B5EF4-FFF2-40B4-BE49-F238E27FC236}">
                <a16:creationId xmlns:a16="http://schemas.microsoft.com/office/drawing/2014/main" id="{DFAAE54A-6D59-E4A4-F43E-6BE51BAD31F1}"/>
              </a:ext>
            </a:extLst>
          </p:cNvPr>
          <p:cNvSpPr txBox="1"/>
          <p:nvPr>
            <p:custDataLst>
              <p:tags r:id="rId2"/>
            </p:custDataLst>
          </p:nvPr>
        </p:nvSpPr>
        <p:spPr>
          <a:xfrm>
            <a:off x="38960" y="2152671"/>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Global</a:t>
            </a:r>
          </a:p>
        </p:txBody>
      </p:sp>
      <p:sp>
        <p:nvSpPr>
          <p:cNvPr id="1034" name="矩形: 圆角 1033">
            <a:extLst>
              <a:ext uri="{FF2B5EF4-FFF2-40B4-BE49-F238E27FC236}">
                <a16:creationId xmlns:a16="http://schemas.microsoft.com/office/drawing/2014/main" id="{23F2D532-C298-CCDF-FA67-5F1E54CBBFE4}"/>
              </a:ext>
            </a:extLst>
          </p:cNvPr>
          <p:cNvSpPr/>
          <p:nvPr/>
        </p:nvSpPr>
        <p:spPr bwMode="gray">
          <a:xfrm>
            <a:off x="546960" y="1423262"/>
            <a:ext cx="1397486" cy="761859"/>
          </a:xfrm>
          <a:prstGeom prst="roundRect">
            <a:avLst>
              <a:gd name="adj" fmla="val 9006"/>
            </a:avLst>
          </a:prstGeom>
          <a:solidFill>
            <a:srgbClr val="A6A6A6">
              <a:alpha val="50196"/>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Global</a:t>
            </a:r>
            <a:endParaRPr lang="zh-CN" altLang="en-US" b="1">
              <a:solidFill>
                <a:schemeClr val="tx1"/>
              </a:solidFill>
            </a:endParaRPr>
          </a:p>
        </p:txBody>
      </p:sp>
      <p:sp>
        <p:nvSpPr>
          <p:cNvPr id="1035" name="矩形: 圆角 1034">
            <a:extLst>
              <a:ext uri="{FF2B5EF4-FFF2-40B4-BE49-F238E27FC236}">
                <a16:creationId xmlns:a16="http://schemas.microsoft.com/office/drawing/2014/main" id="{01BDAE41-60F8-61EF-A4BF-B5C4FE8D13DC}"/>
              </a:ext>
            </a:extLst>
          </p:cNvPr>
          <p:cNvSpPr/>
          <p:nvPr/>
        </p:nvSpPr>
        <p:spPr bwMode="gray">
          <a:xfrm>
            <a:off x="544430" y="2274710"/>
            <a:ext cx="1397486" cy="3620252"/>
          </a:xfrm>
          <a:prstGeom prst="roundRect">
            <a:avLst>
              <a:gd name="adj" fmla="val 9006"/>
            </a:avLst>
          </a:prstGeom>
          <a:solidFill>
            <a:schemeClr val="accent6">
              <a:alpha val="50196"/>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China</a:t>
            </a:r>
            <a:endParaRPr lang="zh-CN" altLang="en-US" b="1">
              <a:solidFill>
                <a:schemeClr val="tx1"/>
              </a:solidFill>
            </a:endParaRPr>
          </a:p>
        </p:txBody>
      </p:sp>
      <p:sp>
        <p:nvSpPr>
          <p:cNvPr id="1037" name="文本框 1036">
            <a:extLst>
              <a:ext uri="{FF2B5EF4-FFF2-40B4-BE49-F238E27FC236}">
                <a16:creationId xmlns:a16="http://schemas.microsoft.com/office/drawing/2014/main" id="{41DA086A-624A-039A-3295-A72BF6F8375F}"/>
              </a:ext>
            </a:extLst>
          </p:cNvPr>
          <p:cNvSpPr txBox="1"/>
          <p:nvPr/>
        </p:nvSpPr>
        <p:spPr bwMode="gray">
          <a:xfrm>
            <a:off x="2121122" y="2384486"/>
            <a:ext cx="8627542" cy="707886"/>
          </a:xfrm>
          <a:prstGeom prst="rect">
            <a:avLst/>
          </a:prstGeom>
          <a:noFill/>
        </p:spPr>
        <p:txBody>
          <a:bodyPr wrap="square" lIns="0" tIns="0" rIns="0" bIns="0" rtlCol="0">
            <a:spAutoFit/>
          </a:bodyPr>
          <a:lstStyle/>
          <a:p>
            <a:pPr>
              <a:spcBef>
                <a:spcPts val="600"/>
              </a:spcBef>
            </a:pPr>
            <a:r>
              <a:rPr lang="en-US" altLang="zh-CN" sz="1200"/>
              <a:t>The following submission pathway was proposed previously</a:t>
            </a:r>
            <a:r>
              <a:rPr lang="zh-CN" altLang="en-US" sz="1200"/>
              <a:t>：</a:t>
            </a:r>
            <a:endParaRPr lang="en-US" altLang="zh-CN" sz="1200"/>
          </a:p>
          <a:p>
            <a:pPr marL="339725" indent="-169863">
              <a:spcBef>
                <a:spcPts val="600"/>
              </a:spcBef>
              <a:buFont typeface="Arial" panose="020B0604020202020204" pitchFamily="34" charset="0"/>
              <a:buChar char="•"/>
            </a:pPr>
            <a:r>
              <a:rPr lang="en-US" altLang="zh-CN" sz="1200"/>
              <a:t>Considering the uncertainty of PEN package readiness timepoint, </a:t>
            </a:r>
          </a:p>
          <a:p>
            <a:pPr marL="339725" indent="-169863">
              <a:spcBef>
                <a:spcPts val="600"/>
              </a:spcBef>
              <a:buFont typeface="Arial" panose="020B0604020202020204" pitchFamily="34" charset="0"/>
              <a:buChar char="•"/>
            </a:pPr>
            <a:r>
              <a:rPr lang="en-US" altLang="zh-CN" sz="1200"/>
              <a:t>to ensure two indications approval as early as possible.</a:t>
            </a:r>
          </a:p>
        </p:txBody>
      </p:sp>
      <p:grpSp>
        <p:nvGrpSpPr>
          <p:cNvPr id="1041" name="组合 1040">
            <a:extLst>
              <a:ext uri="{FF2B5EF4-FFF2-40B4-BE49-F238E27FC236}">
                <a16:creationId xmlns:a16="http://schemas.microsoft.com/office/drawing/2014/main" id="{6973BCDB-4E9F-4F5D-FCC8-08226E6A3640}"/>
              </a:ext>
            </a:extLst>
          </p:cNvPr>
          <p:cNvGrpSpPr/>
          <p:nvPr/>
        </p:nvGrpSpPr>
        <p:grpSpPr>
          <a:xfrm>
            <a:off x="2121122" y="5322816"/>
            <a:ext cx="8755756" cy="572146"/>
            <a:chOff x="2121122" y="5322816"/>
            <a:chExt cx="8755756" cy="572146"/>
          </a:xfrm>
        </p:grpSpPr>
        <p:sp>
          <p:nvSpPr>
            <p:cNvPr id="1039" name="矩形: 一个圆顶角，剪去另一个顶角 1038">
              <a:extLst>
                <a:ext uri="{FF2B5EF4-FFF2-40B4-BE49-F238E27FC236}">
                  <a16:creationId xmlns:a16="http://schemas.microsoft.com/office/drawing/2014/main" id="{6569ECC8-149C-6645-069F-D059E813D65D}"/>
                </a:ext>
              </a:extLst>
            </p:cNvPr>
            <p:cNvSpPr/>
            <p:nvPr/>
          </p:nvSpPr>
          <p:spPr bwMode="gray">
            <a:xfrm flipH="1">
              <a:off x="9155083" y="5322816"/>
              <a:ext cx="1721795" cy="514756"/>
            </a:xfrm>
            <a:prstGeom prst="snipRoundRect">
              <a:avLst>
                <a:gd name="adj1" fmla="val 16667"/>
                <a:gd name="adj2" fmla="val 48793"/>
              </a:avLst>
            </a:prstGeom>
            <a:ln/>
          </p:spPr>
          <p:style>
            <a:lnRef idx="3">
              <a:schemeClr val="lt1"/>
            </a:lnRef>
            <a:fillRef idx="1">
              <a:schemeClr val="accent1"/>
            </a:fillRef>
            <a:effectRef idx="1">
              <a:schemeClr val="accent1"/>
            </a:effectRef>
            <a:fontRef idx="minor">
              <a:schemeClr val="lt1"/>
            </a:fontRef>
          </p:style>
          <p:txBody>
            <a:bodyPr rtlCol="0" anchor="ctr"/>
            <a:lstStyle/>
            <a:p>
              <a:pPr algn="ctr">
                <a:lnSpc>
                  <a:spcPct val="140000"/>
                </a:lnSpc>
              </a:pPr>
              <a:r>
                <a:rPr lang="en-US" altLang="zh-CN" sz="1600" b="1">
                  <a:solidFill>
                    <a:schemeClr val="bg1"/>
                  </a:solidFill>
                </a:rPr>
                <a:t>Original Plan</a:t>
              </a:r>
              <a:endParaRPr lang="zh-CN" altLang="en-US" sz="1600" b="1">
                <a:solidFill>
                  <a:schemeClr val="bg1"/>
                </a:solidFill>
              </a:endParaRPr>
            </a:p>
          </p:txBody>
        </p:sp>
        <p:sp>
          <p:nvSpPr>
            <p:cNvPr id="1040" name="矩形 1039">
              <a:extLst>
                <a:ext uri="{FF2B5EF4-FFF2-40B4-BE49-F238E27FC236}">
                  <a16:creationId xmlns:a16="http://schemas.microsoft.com/office/drawing/2014/main" id="{D117258D-7840-6C92-29D8-A97CEAA9A9A1}"/>
                </a:ext>
              </a:extLst>
            </p:cNvPr>
            <p:cNvSpPr/>
            <p:nvPr/>
          </p:nvSpPr>
          <p:spPr bwMode="gray">
            <a:xfrm>
              <a:off x="2121122" y="5821952"/>
              <a:ext cx="8755756" cy="73010"/>
            </a:xfrm>
            <a:prstGeom prst="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pSp>
    </p:spTree>
    <p:extLst>
      <p:ext uri="{BB962C8B-B14F-4D97-AF65-F5344CB8AC3E}">
        <p14:creationId xmlns:p14="http://schemas.microsoft.com/office/powerpoint/2010/main" val="1384888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003ED2E-2536-A6AC-51BE-CCE711D0107C}"/>
              </a:ext>
            </a:extLst>
          </p:cNvPr>
          <p:cNvSpPr/>
          <p:nvPr/>
        </p:nvSpPr>
        <p:spPr bwMode="gray">
          <a:xfrm>
            <a:off x="0" y="4810897"/>
            <a:ext cx="12192000" cy="2059442"/>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6" name="标题 5">
            <a:extLst>
              <a:ext uri="{FF2B5EF4-FFF2-40B4-BE49-F238E27FC236}">
                <a16:creationId xmlns:a16="http://schemas.microsoft.com/office/drawing/2014/main" id="{33DB458F-D67E-C130-E0C5-87DE5A64E1B3}"/>
              </a:ext>
            </a:extLst>
          </p:cNvPr>
          <p:cNvSpPr>
            <a:spLocks noGrp="1"/>
          </p:cNvSpPr>
          <p:nvPr>
            <p:ph type="title"/>
          </p:nvPr>
        </p:nvSpPr>
        <p:spPr/>
        <p:txBody>
          <a:bodyPr/>
          <a:lstStyle/>
          <a:p>
            <a:r>
              <a:rPr lang="en-US" altLang="zh-CN"/>
              <a:t>Current development status for </a:t>
            </a:r>
            <a:r>
              <a:rPr lang="en-US" altLang="zh-CN" err="1"/>
              <a:t>Survodutide</a:t>
            </a:r>
            <a:endParaRPr lang="zh-CN" altLang="en-US"/>
          </a:p>
        </p:txBody>
      </p:sp>
      <p:sp>
        <p:nvSpPr>
          <p:cNvPr id="7" name="内容占位符 6">
            <a:extLst>
              <a:ext uri="{FF2B5EF4-FFF2-40B4-BE49-F238E27FC236}">
                <a16:creationId xmlns:a16="http://schemas.microsoft.com/office/drawing/2014/main" id="{B255901D-E506-5DDF-7C29-6C62EBBF3CFD}"/>
              </a:ext>
            </a:extLst>
          </p:cNvPr>
          <p:cNvSpPr>
            <a:spLocks noGrp="1"/>
          </p:cNvSpPr>
          <p:nvPr>
            <p:ph idx="1"/>
          </p:nvPr>
        </p:nvSpPr>
        <p:spPr>
          <a:xfrm>
            <a:off x="479424" y="1095949"/>
            <a:ext cx="5472114" cy="3714948"/>
          </a:xfrm>
        </p:spPr>
        <p:txBody>
          <a:bodyPr/>
          <a:lstStyle/>
          <a:p>
            <a:pPr marL="0" indent="0">
              <a:buNone/>
            </a:pPr>
            <a:r>
              <a:rPr lang="en-US" altLang="zh-CN" sz="2000" b="1">
                <a:solidFill>
                  <a:schemeClr val="tx2"/>
                </a:solidFill>
              </a:rPr>
              <a:t>From </a:t>
            </a:r>
            <a:r>
              <a:rPr lang="en-US" altLang="zh-CN" sz="2000" b="1" u="sng">
                <a:solidFill>
                  <a:schemeClr val="tx2"/>
                </a:solidFill>
              </a:rPr>
              <a:t>CMC</a:t>
            </a:r>
            <a:r>
              <a:rPr lang="en-US" altLang="zh-CN" sz="2000" b="1">
                <a:solidFill>
                  <a:schemeClr val="tx2"/>
                </a:solidFill>
              </a:rPr>
              <a:t> perspective:</a:t>
            </a:r>
          </a:p>
          <a:p>
            <a:pPr>
              <a:buFont typeface="Wingdings" panose="05000000000000000000" pitchFamily="2" charset="2"/>
              <a:buChar char="ü"/>
            </a:pPr>
            <a:r>
              <a:rPr lang="en-US" altLang="zh-CN" sz="1400" b="1"/>
              <a:t>Formulations</a:t>
            </a:r>
            <a:r>
              <a:rPr lang="en-US" altLang="zh-CN" sz="1400"/>
              <a:t> for AI &amp; PEN will be </a:t>
            </a:r>
            <a:r>
              <a:rPr lang="en-US" altLang="zh-CN" sz="1400" b="1"/>
              <a:t>different.</a:t>
            </a:r>
          </a:p>
          <a:p>
            <a:pPr>
              <a:buFont typeface="Wingdings" panose="05000000000000000000" pitchFamily="2" charset="2"/>
              <a:buChar char="ü"/>
            </a:pPr>
            <a:r>
              <a:rPr lang="en-US" altLang="zh-CN" sz="1400" b="1"/>
              <a:t>PFS</a:t>
            </a:r>
            <a:r>
              <a:rPr lang="en-US" altLang="zh-CN" sz="1400"/>
              <a:t> is used </a:t>
            </a:r>
            <a:r>
              <a:rPr lang="en-US" altLang="zh-CN" sz="1400" b="1"/>
              <a:t>in Phase 3 </a:t>
            </a:r>
            <a:r>
              <a:rPr lang="en-US" altLang="zh-CN" sz="1400"/>
              <a:t>Obesity &amp; MASH trials.</a:t>
            </a:r>
          </a:p>
          <a:p>
            <a:pPr>
              <a:buFont typeface="Wingdings" panose="05000000000000000000" pitchFamily="2" charset="2"/>
              <a:buChar char="ü"/>
            </a:pPr>
            <a:r>
              <a:rPr lang="en-US" altLang="zh-CN" sz="1400" b="1"/>
              <a:t>AI </a:t>
            </a:r>
            <a:r>
              <a:rPr lang="en-US" altLang="zh-CN" sz="1400"/>
              <a:t>will be used for the initial Obesity </a:t>
            </a:r>
            <a:r>
              <a:rPr lang="en-US" altLang="zh-CN" sz="1400" b="1"/>
              <a:t>NDA submission </a:t>
            </a:r>
            <a:r>
              <a:rPr lang="en-US" altLang="zh-CN" sz="1400"/>
              <a:t>(in Dec. 2026).</a:t>
            </a:r>
          </a:p>
          <a:p>
            <a:pPr>
              <a:buFont typeface="Wingdings" panose="05000000000000000000" pitchFamily="2" charset="2"/>
              <a:buChar char="ü"/>
            </a:pPr>
            <a:r>
              <a:rPr lang="en-US" altLang="zh-CN" sz="1400" b="1"/>
              <a:t>PEN CMC Dossier </a:t>
            </a:r>
            <a:r>
              <a:rPr lang="en-US" altLang="zh-CN" sz="1400"/>
              <a:t>will be ready by Oct 2027.</a:t>
            </a:r>
          </a:p>
          <a:p>
            <a:r>
              <a:rPr lang="en-US" altLang="zh-CN" sz="1400" b="1"/>
              <a:t>Sample for PEN registration QC-testing </a:t>
            </a:r>
            <a:r>
              <a:rPr lang="en-US" altLang="zh-CN" sz="1400"/>
              <a:t>will be ready by Oct 2027</a:t>
            </a:r>
            <a:r>
              <a:rPr lang="en-US" altLang="zh-CN" sz="1400" baseline="30000"/>
              <a:t>1</a:t>
            </a:r>
            <a:r>
              <a:rPr lang="en-US" altLang="zh-CN" sz="1400"/>
              <a:t>.</a:t>
            </a:r>
          </a:p>
          <a:p>
            <a:pPr marL="0" indent="0">
              <a:lnSpc>
                <a:spcPct val="100000"/>
              </a:lnSpc>
              <a:spcAft>
                <a:spcPts val="0"/>
              </a:spcAft>
              <a:buNone/>
            </a:pPr>
            <a:endParaRPr lang="en-US" altLang="zh-CN" sz="800"/>
          </a:p>
          <a:p>
            <a:pPr marL="0" indent="0">
              <a:lnSpc>
                <a:spcPct val="100000"/>
              </a:lnSpc>
              <a:spcAft>
                <a:spcPts val="0"/>
              </a:spcAft>
              <a:buNone/>
            </a:pPr>
            <a:endParaRPr lang="en-US" altLang="zh-CN" sz="800"/>
          </a:p>
          <a:p>
            <a:pPr marL="0" indent="0">
              <a:lnSpc>
                <a:spcPct val="100000"/>
              </a:lnSpc>
              <a:spcAft>
                <a:spcPts val="0"/>
              </a:spcAft>
              <a:buNone/>
            </a:pPr>
            <a:endParaRPr lang="en-US" altLang="zh-CN" sz="800"/>
          </a:p>
          <a:p>
            <a:pPr marL="0" indent="0">
              <a:lnSpc>
                <a:spcPct val="100000"/>
              </a:lnSpc>
              <a:spcAft>
                <a:spcPts val="0"/>
              </a:spcAft>
              <a:buNone/>
            </a:pPr>
            <a:r>
              <a:rPr lang="en-US" altLang="zh-CN" sz="800"/>
              <a:t>PFS, Pre-filled Syringe; AI, auto injector (single dose pen); PEN, refers to multi-dose pen</a:t>
            </a:r>
          </a:p>
          <a:p>
            <a:pPr marL="0" indent="0">
              <a:lnSpc>
                <a:spcPct val="100000"/>
              </a:lnSpc>
              <a:spcAft>
                <a:spcPts val="0"/>
              </a:spcAft>
              <a:buNone/>
            </a:pPr>
            <a:r>
              <a:rPr lang="en-US" altLang="zh-CN" sz="800"/>
              <a:t>1. The current plan will be consulted for HA’s opinion. Timeline will be further reevaluated based on HA’s feedback.</a:t>
            </a:r>
          </a:p>
          <a:p>
            <a:pPr marL="0" indent="0">
              <a:lnSpc>
                <a:spcPct val="100000"/>
              </a:lnSpc>
              <a:spcAft>
                <a:spcPts val="0"/>
              </a:spcAft>
              <a:buNone/>
            </a:pPr>
            <a:r>
              <a:rPr lang="en-US" altLang="zh-CN" sz="800"/>
              <a:t>2. It is based on the current SRD design; the timeline will be further reevaluated based on HA’s feedback on design.</a:t>
            </a:r>
          </a:p>
        </p:txBody>
      </p:sp>
      <p:sp>
        <p:nvSpPr>
          <p:cNvPr id="9" name="内容占位符 8">
            <a:extLst>
              <a:ext uri="{FF2B5EF4-FFF2-40B4-BE49-F238E27FC236}">
                <a16:creationId xmlns:a16="http://schemas.microsoft.com/office/drawing/2014/main" id="{875AE7FA-B159-225F-82AB-886562078B18}"/>
              </a:ext>
            </a:extLst>
          </p:cNvPr>
          <p:cNvSpPr>
            <a:spLocks noGrp="1"/>
          </p:cNvSpPr>
          <p:nvPr>
            <p:ph idx="16"/>
          </p:nvPr>
        </p:nvSpPr>
        <p:spPr>
          <a:xfrm>
            <a:off x="5885418" y="1095949"/>
            <a:ext cx="5927700" cy="3369936"/>
          </a:xfrm>
        </p:spPr>
        <p:txBody>
          <a:bodyPr/>
          <a:lstStyle/>
          <a:p>
            <a:pPr marL="0" indent="0">
              <a:buNone/>
            </a:pPr>
            <a:r>
              <a:rPr lang="en-US" altLang="zh-CN" sz="2000" b="1">
                <a:solidFill>
                  <a:schemeClr val="tx2"/>
                </a:solidFill>
              </a:rPr>
              <a:t>From </a:t>
            </a:r>
            <a:r>
              <a:rPr lang="en-US" altLang="zh-CN" sz="2000" b="1" u="sng">
                <a:solidFill>
                  <a:schemeClr val="tx2"/>
                </a:solidFill>
              </a:rPr>
              <a:t>Clinical</a:t>
            </a:r>
            <a:r>
              <a:rPr lang="en-US" altLang="zh-CN" sz="2000" b="1">
                <a:solidFill>
                  <a:schemeClr val="tx2"/>
                </a:solidFill>
              </a:rPr>
              <a:t> perspective:</a:t>
            </a:r>
          </a:p>
          <a:p>
            <a:pPr>
              <a:buFont typeface="Wingdings" panose="05000000000000000000" pitchFamily="2" charset="2"/>
              <a:buChar char="ü"/>
            </a:pPr>
            <a:r>
              <a:rPr lang="en-US" altLang="zh-CN" sz="1400" b="1"/>
              <a:t>Obesity Ph3 CTR </a:t>
            </a:r>
            <a:r>
              <a:rPr lang="en-US" altLang="zh-CN" sz="1400"/>
              <a:t>will be available in </a:t>
            </a:r>
            <a:r>
              <a:rPr lang="en-US" altLang="zh-CN" sz="1400" b="1"/>
              <a:t>Oct.  2026</a:t>
            </a:r>
            <a:r>
              <a:rPr lang="en-US" altLang="zh-CN" sz="1400"/>
              <a:t>.</a:t>
            </a:r>
          </a:p>
          <a:p>
            <a:pPr>
              <a:buFont typeface="Wingdings" panose="05000000000000000000" pitchFamily="2" charset="2"/>
              <a:buChar char="ü"/>
            </a:pPr>
            <a:r>
              <a:rPr lang="en-US" altLang="zh-CN" sz="1400" b="1"/>
              <a:t>MASH Ph3 CTR (conditional approval</a:t>
            </a:r>
            <a:r>
              <a:rPr lang="en-US" altLang="zh-CN" sz="1400"/>
              <a:t>) will be available in</a:t>
            </a:r>
            <a:r>
              <a:rPr lang="en-US" altLang="zh-CN" sz="1400" b="1"/>
              <a:t> Q3, 2027.</a:t>
            </a:r>
          </a:p>
          <a:p>
            <a:pPr>
              <a:buFont typeface="Wingdings" panose="05000000000000000000" pitchFamily="2" charset="2"/>
              <a:buChar char="ü"/>
            </a:pPr>
            <a:r>
              <a:rPr lang="en-US" altLang="zh-CN" sz="1400" b="1"/>
              <a:t>MASH Ph3 CTR (full approval) </a:t>
            </a:r>
            <a:r>
              <a:rPr lang="en-US" altLang="zh-CN" sz="1400"/>
              <a:t>will be available in </a:t>
            </a:r>
            <a:r>
              <a:rPr lang="en-US" altLang="zh-CN" sz="1400" b="1"/>
              <a:t>Q3 2029</a:t>
            </a:r>
            <a:r>
              <a:rPr lang="en-US" altLang="zh-CN" sz="1400"/>
              <a:t>.</a:t>
            </a:r>
          </a:p>
          <a:p>
            <a:pPr>
              <a:buFont typeface="Wingdings" panose="05000000000000000000" pitchFamily="2" charset="2"/>
              <a:buChar char="ü"/>
            </a:pPr>
            <a:r>
              <a:rPr lang="en-US" altLang="zh-CN" sz="1400"/>
              <a:t>2 PK bridging studies are planned and under discussion</a:t>
            </a:r>
          </a:p>
          <a:p>
            <a:pPr lvl="2">
              <a:spcAft>
                <a:spcPts val="0"/>
              </a:spcAft>
            </a:pPr>
            <a:r>
              <a:rPr lang="en-US" altLang="zh-CN" sz="1400"/>
              <a:t>PFS vs AI</a:t>
            </a:r>
          </a:p>
          <a:p>
            <a:pPr lvl="2">
              <a:spcAft>
                <a:spcPts val="0"/>
              </a:spcAft>
            </a:pPr>
            <a:r>
              <a:rPr lang="en-US" altLang="zh-CN" sz="1400"/>
              <a:t>PFS vs PEN</a:t>
            </a:r>
          </a:p>
          <a:p>
            <a:r>
              <a:rPr lang="en-US" altLang="zh-CN" sz="1400" b="1"/>
              <a:t>PFS VS PEN PK bridging study report </a:t>
            </a:r>
            <a:r>
              <a:rPr lang="en-US" altLang="zh-CN" sz="1400"/>
              <a:t>will be ready by Mar 2026</a:t>
            </a:r>
            <a:r>
              <a:rPr lang="en-US" altLang="zh-CN" sz="1400" baseline="30000"/>
              <a:t>2</a:t>
            </a:r>
            <a:r>
              <a:rPr lang="en-US" altLang="zh-CN" sz="1400"/>
              <a:t>.</a:t>
            </a:r>
          </a:p>
        </p:txBody>
      </p:sp>
      <p:sp>
        <p:nvSpPr>
          <p:cNvPr id="5" name="灯片编号占位符 4">
            <a:extLst>
              <a:ext uri="{FF2B5EF4-FFF2-40B4-BE49-F238E27FC236}">
                <a16:creationId xmlns:a16="http://schemas.microsoft.com/office/drawing/2014/main" id="{5312C09F-E1ED-C6F4-C1F6-6C02EE5033E6}"/>
              </a:ext>
            </a:extLst>
          </p:cNvPr>
          <p:cNvSpPr>
            <a:spLocks noGrp="1"/>
          </p:cNvSpPr>
          <p:nvPr>
            <p:ph type="sldNum" sz="quarter" idx="15"/>
          </p:nvPr>
        </p:nvSpPr>
        <p:spPr/>
        <p:txBody>
          <a:bodyPr/>
          <a:lstStyle/>
          <a:p>
            <a:fld id="{8FF9B0DE-3FEB-4AA0-B465-B80EF7C1333D}" type="slidenum">
              <a:rPr lang="en-US" smtClean="0">
                <a:solidFill>
                  <a:schemeClr val="bg1"/>
                </a:solidFill>
              </a:rPr>
              <a:pPr/>
              <a:t>10</a:t>
            </a:fld>
            <a:endParaRPr lang="en-US">
              <a:solidFill>
                <a:schemeClr val="bg1"/>
              </a:solidFill>
            </a:endParaRPr>
          </a:p>
        </p:txBody>
      </p:sp>
      <p:sp>
        <p:nvSpPr>
          <p:cNvPr id="4" name="页脚占位符 3">
            <a:extLst>
              <a:ext uri="{FF2B5EF4-FFF2-40B4-BE49-F238E27FC236}">
                <a16:creationId xmlns:a16="http://schemas.microsoft.com/office/drawing/2014/main" id="{5370FD35-4F09-DF20-B056-D8A3AB74FCFF}"/>
              </a:ext>
            </a:extLst>
          </p:cNvPr>
          <p:cNvSpPr>
            <a:spLocks noGrp="1"/>
          </p:cNvSpPr>
          <p:nvPr>
            <p:ph type="ftr" sz="quarter" idx="21"/>
          </p:nvPr>
        </p:nvSpPr>
        <p:spPr/>
        <p:txBody>
          <a:bodyPr/>
          <a:lstStyle/>
          <a:p>
            <a:r>
              <a:rPr lang="en-US"/>
              <a:t>Presentation title    |    ONLY FOR INTERNAL USE</a:t>
            </a:r>
          </a:p>
        </p:txBody>
      </p:sp>
      <p:sp>
        <p:nvSpPr>
          <p:cNvPr id="10" name="文本框 9">
            <a:extLst>
              <a:ext uri="{FF2B5EF4-FFF2-40B4-BE49-F238E27FC236}">
                <a16:creationId xmlns:a16="http://schemas.microsoft.com/office/drawing/2014/main" id="{4F4F0CE8-BF2E-A0EA-D528-EA73D6AA4C6C}"/>
              </a:ext>
            </a:extLst>
          </p:cNvPr>
          <p:cNvSpPr txBox="1"/>
          <p:nvPr/>
        </p:nvSpPr>
        <p:spPr bwMode="gray">
          <a:xfrm>
            <a:off x="794789" y="5236912"/>
            <a:ext cx="10773803" cy="394916"/>
          </a:xfrm>
          <a:prstGeom prst="rect">
            <a:avLst/>
          </a:prstGeom>
          <a:noFill/>
        </p:spPr>
        <p:txBody>
          <a:bodyPr wrap="square" lIns="0" tIns="0" rIns="0" bIns="0" rtlCol="0">
            <a:spAutoFit/>
          </a:bodyPr>
          <a:lstStyle/>
          <a:p>
            <a:pPr algn="ctr">
              <a:lnSpc>
                <a:spcPct val="140000"/>
              </a:lnSpc>
              <a:spcBef>
                <a:spcPts val="600"/>
              </a:spcBef>
            </a:pPr>
            <a:r>
              <a:rPr lang="en-US" altLang="zh-CN" sz="2000">
                <a:solidFill>
                  <a:schemeClr val="tx2"/>
                </a:solidFill>
              </a:rPr>
              <a:t>The</a:t>
            </a:r>
            <a:r>
              <a:rPr lang="zh-CN" altLang="en-US" sz="2000">
                <a:solidFill>
                  <a:schemeClr val="tx2"/>
                </a:solidFill>
              </a:rPr>
              <a:t> </a:t>
            </a:r>
            <a:r>
              <a:rPr lang="en-US" altLang="zh-CN" sz="2000">
                <a:solidFill>
                  <a:schemeClr val="tx2"/>
                </a:solidFill>
              </a:rPr>
              <a:t>information</a:t>
            </a:r>
            <a:r>
              <a:rPr lang="zh-CN" altLang="en-US" sz="2000">
                <a:solidFill>
                  <a:schemeClr val="tx2"/>
                </a:solidFill>
              </a:rPr>
              <a:t> </a:t>
            </a:r>
            <a:r>
              <a:rPr lang="en-US" altLang="zh-CN" sz="2000">
                <a:solidFill>
                  <a:schemeClr val="tx2"/>
                </a:solidFill>
              </a:rPr>
              <a:t>above</a:t>
            </a:r>
            <a:r>
              <a:rPr lang="zh-CN" altLang="en-US" sz="2000">
                <a:solidFill>
                  <a:schemeClr val="tx2"/>
                </a:solidFill>
              </a:rPr>
              <a:t> </a:t>
            </a:r>
            <a:r>
              <a:rPr lang="en-US" altLang="zh-CN" sz="2000">
                <a:solidFill>
                  <a:schemeClr val="tx2"/>
                </a:solidFill>
              </a:rPr>
              <a:t>enable it possible to have MASH NDA submission with PEN.</a:t>
            </a:r>
          </a:p>
        </p:txBody>
      </p:sp>
      <p:pic>
        <p:nvPicPr>
          <p:cNvPr id="12" name="Grafik 5">
            <a:extLst>
              <a:ext uri="{FF2B5EF4-FFF2-40B4-BE49-F238E27FC236}">
                <a16:creationId xmlns:a16="http://schemas.microsoft.com/office/drawing/2014/main" id="{B67DA94B-22A0-7A96-9C25-68FEC628124A}"/>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文本框 16">
            <a:extLst>
              <a:ext uri="{FF2B5EF4-FFF2-40B4-BE49-F238E27FC236}">
                <a16:creationId xmlns:a16="http://schemas.microsoft.com/office/drawing/2014/main" id="{5B5A0AED-4595-FC6D-F5FB-8BFBC6874636}"/>
              </a:ext>
            </a:extLst>
          </p:cNvPr>
          <p:cNvSpPr txBox="1"/>
          <p:nvPr/>
        </p:nvSpPr>
        <p:spPr bwMode="gray">
          <a:xfrm>
            <a:off x="1786232" y="6390836"/>
            <a:ext cx="7275390" cy="123111"/>
          </a:xfrm>
          <a:prstGeom prst="rect">
            <a:avLst/>
          </a:prstGeom>
          <a:noFill/>
        </p:spPr>
        <p:txBody>
          <a:bodyPr wrap="square" lIns="0" tIns="0" rIns="0" bIns="0" rtlCol="0">
            <a:spAutoFit/>
          </a:bodyPr>
          <a:lstStyle/>
          <a:p>
            <a:r>
              <a:rPr lang="en-US" altLang="zh-CN" sz="800">
                <a:solidFill>
                  <a:schemeClr val="bg1"/>
                </a:solidFill>
              </a:rPr>
              <a:t>*The assumption may be changed based on HA’s feedbacks on key issues on PK study design and QC-testing sample (expected Q3/Q4, 2025). </a:t>
            </a:r>
            <a:endParaRPr lang="zh-CN" altLang="en-US" sz="800">
              <a:solidFill>
                <a:schemeClr val="bg1"/>
              </a:solidFill>
            </a:endParaRPr>
          </a:p>
        </p:txBody>
      </p:sp>
      <p:sp>
        <p:nvSpPr>
          <p:cNvPr id="3" name="矩形 2">
            <a:extLst>
              <a:ext uri="{FF2B5EF4-FFF2-40B4-BE49-F238E27FC236}">
                <a16:creationId xmlns:a16="http://schemas.microsoft.com/office/drawing/2014/main" id="{5F396A37-1398-C2A6-CD59-023464B8E16C}"/>
              </a:ext>
            </a:extLst>
          </p:cNvPr>
          <p:cNvSpPr/>
          <p:nvPr/>
        </p:nvSpPr>
        <p:spPr bwMode="gray">
          <a:xfrm>
            <a:off x="378881" y="3400161"/>
            <a:ext cx="11333694" cy="695054"/>
          </a:xfrm>
          <a:prstGeom prst="rect">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ln>
                <a:solidFill>
                  <a:srgbClr val="FF0000"/>
                </a:solidFill>
              </a:ln>
              <a:noFill/>
            </a:endParaRPr>
          </a:p>
        </p:txBody>
      </p:sp>
    </p:spTree>
    <p:extLst>
      <p:ext uri="{BB962C8B-B14F-4D97-AF65-F5344CB8AC3E}">
        <p14:creationId xmlns:p14="http://schemas.microsoft.com/office/powerpoint/2010/main" val="3489247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3" end="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fade">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21B9DB-7520-1EA0-E834-EF12C7B61574}"/>
              </a:ext>
            </a:extLst>
          </p:cNvPr>
          <p:cNvSpPr>
            <a:spLocks noGrp="1"/>
          </p:cNvSpPr>
          <p:nvPr>
            <p:ph type="title"/>
          </p:nvPr>
        </p:nvSpPr>
        <p:spPr/>
        <p:txBody>
          <a:bodyPr/>
          <a:lstStyle/>
          <a:p>
            <a:r>
              <a:rPr lang="en-US" altLang="zh-CN"/>
              <a:t>Assessment on the new proposed pathway</a:t>
            </a:r>
            <a:endParaRPr lang="zh-CN" altLang="en-US"/>
          </a:p>
        </p:txBody>
      </p:sp>
      <p:sp>
        <p:nvSpPr>
          <p:cNvPr id="4" name="页脚占位符 3">
            <a:extLst>
              <a:ext uri="{FF2B5EF4-FFF2-40B4-BE49-F238E27FC236}">
                <a16:creationId xmlns:a16="http://schemas.microsoft.com/office/drawing/2014/main" id="{D0672008-C165-2D3D-3FD7-C92466499A77}"/>
              </a:ext>
            </a:extLst>
          </p:cNvPr>
          <p:cNvSpPr>
            <a:spLocks noGrp="1"/>
          </p:cNvSpPr>
          <p:nvPr>
            <p:ph type="ftr" sz="quarter" idx="16"/>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F86BBF07-F4DB-61A3-6EB4-3CBF72CBE46D}"/>
              </a:ext>
            </a:extLst>
          </p:cNvPr>
          <p:cNvSpPr>
            <a:spLocks noGrp="1"/>
          </p:cNvSpPr>
          <p:nvPr>
            <p:ph type="sldNum" sz="quarter" idx="17"/>
          </p:nvPr>
        </p:nvSpPr>
        <p:spPr/>
        <p:txBody>
          <a:bodyPr/>
          <a:lstStyle/>
          <a:p>
            <a:fld id="{8FF9B0DE-3FEB-4AA0-B465-B80EF7C1333D}" type="slidenum">
              <a:rPr lang="en-US" smtClean="0"/>
              <a:pPr/>
              <a:t>11</a:t>
            </a:fld>
            <a:endParaRPr lang="en-US"/>
          </a:p>
        </p:txBody>
      </p:sp>
      <p:graphicFrame>
        <p:nvGraphicFramePr>
          <p:cNvPr id="7" name="表格 6">
            <a:extLst>
              <a:ext uri="{FF2B5EF4-FFF2-40B4-BE49-F238E27FC236}">
                <a16:creationId xmlns:a16="http://schemas.microsoft.com/office/drawing/2014/main" id="{E66B0FD7-F0B1-418E-AFC0-2FF5373C5AFB}"/>
              </a:ext>
            </a:extLst>
          </p:cNvPr>
          <p:cNvGraphicFramePr>
            <a:graphicFrameLocks noGrp="1"/>
          </p:cNvGraphicFramePr>
          <p:nvPr/>
        </p:nvGraphicFramePr>
        <p:xfrm>
          <a:off x="479424" y="1518807"/>
          <a:ext cx="11189189" cy="2494280"/>
        </p:xfrm>
        <a:graphic>
          <a:graphicData uri="http://schemas.openxmlformats.org/drawingml/2006/table">
            <a:tbl>
              <a:tblPr firstRow="1" bandRow="1">
                <a:tableStyleId>{2D5ABB26-0587-4C30-8999-92F81FD0307C}</a:tableStyleId>
              </a:tblPr>
              <a:tblGrid>
                <a:gridCol w="1105390">
                  <a:extLst>
                    <a:ext uri="{9D8B030D-6E8A-4147-A177-3AD203B41FA5}">
                      <a16:colId xmlns:a16="http://schemas.microsoft.com/office/drawing/2014/main" val="3412878427"/>
                    </a:ext>
                  </a:extLst>
                </a:gridCol>
                <a:gridCol w="1574800">
                  <a:extLst>
                    <a:ext uri="{9D8B030D-6E8A-4147-A177-3AD203B41FA5}">
                      <a16:colId xmlns:a16="http://schemas.microsoft.com/office/drawing/2014/main" val="1726431178"/>
                    </a:ext>
                  </a:extLst>
                </a:gridCol>
                <a:gridCol w="1574800">
                  <a:extLst>
                    <a:ext uri="{9D8B030D-6E8A-4147-A177-3AD203B41FA5}">
                      <a16:colId xmlns:a16="http://schemas.microsoft.com/office/drawing/2014/main" val="1278543087"/>
                    </a:ext>
                  </a:extLst>
                </a:gridCol>
                <a:gridCol w="1885950">
                  <a:extLst>
                    <a:ext uri="{9D8B030D-6E8A-4147-A177-3AD203B41FA5}">
                      <a16:colId xmlns:a16="http://schemas.microsoft.com/office/drawing/2014/main" val="894767133"/>
                    </a:ext>
                  </a:extLst>
                </a:gridCol>
                <a:gridCol w="1885950">
                  <a:extLst>
                    <a:ext uri="{9D8B030D-6E8A-4147-A177-3AD203B41FA5}">
                      <a16:colId xmlns:a16="http://schemas.microsoft.com/office/drawing/2014/main" val="3021817868"/>
                    </a:ext>
                  </a:extLst>
                </a:gridCol>
                <a:gridCol w="990600">
                  <a:extLst>
                    <a:ext uri="{9D8B030D-6E8A-4147-A177-3AD203B41FA5}">
                      <a16:colId xmlns:a16="http://schemas.microsoft.com/office/drawing/2014/main" val="1449784534"/>
                    </a:ext>
                  </a:extLst>
                </a:gridCol>
                <a:gridCol w="2171699">
                  <a:extLst>
                    <a:ext uri="{9D8B030D-6E8A-4147-A177-3AD203B41FA5}">
                      <a16:colId xmlns:a16="http://schemas.microsoft.com/office/drawing/2014/main" val="3337905284"/>
                    </a:ext>
                  </a:extLst>
                </a:gridCol>
              </a:tblGrid>
              <a:tr h="370840">
                <a:tc rowSpan="2">
                  <a:txBody>
                    <a:bodyPr/>
                    <a:lstStyle/>
                    <a:p>
                      <a:pPr algn="ctr"/>
                      <a:r>
                        <a:rPr lang="en-US" altLang="zh-CN" sz="1400" b="1">
                          <a:solidFill>
                            <a:schemeClr val="bg1"/>
                          </a:solidFill>
                        </a:rPr>
                        <a:t>Indication</a:t>
                      </a:r>
                      <a:endParaRPr lang="zh-CN" altLang="en-US" sz="1400" b="1">
                        <a:solidFill>
                          <a:schemeClr val="bg1"/>
                        </a:solidFill>
                      </a:endParaRPr>
                    </a:p>
                  </a:txBody>
                  <a:tcPr anchor="ctr">
                    <a:solidFill>
                      <a:schemeClr val="bg2"/>
                    </a:solidFill>
                  </a:tcPr>
                </a:tc>
                <a:tc gridSpan="2">
                  <a:txBody>
                    <a:bodyPr/>
                    <a:lstStyle/>
                    <a:p>
                      <a:pPr algn="ctr"/>
                      <a:r>
                        <a:rPr lang="en-US" altLang="zh-CN" sz="1400" b="1">
                          <a:solidFill>
                            <a:schemeClr val="bg1"/>
                          </a:solidFill>
                        </a:rPr>
                        <a:t>Submission Pathway</a:t>
                      </a:r>
                      <a:endParaRPr lang="zh-CN" altLang="en-US" sz="1400" b="1">
                        <a:solidFill>
                          <a:schemeClr val="bg1"/>
                        </a:solidFill>
                      </a:endParaRPr>
                    </a:p>
                  </a:txBody>
                  <a:tcPr anchor="ctr">
                    <a:lnR w="9525" cap="flat" cmpd="sng" algn="ctr">
                      <a:solidFill>
                        <a:schemeClr val="bg1"/>
                      </a:solidFill>
                      <a:prstDash val="sysDot"/>
                      <a:round/>
                      <a:headEnd type="none" w="med" len="med"/>
                      <a:tailEnd type="none" w="med" len="med"/>
                    </a:lnR>
                    <a:lnB w="9525" cap="flat" cmpd="sng" algn="ctr">
                      <a:solidFill>
                        <a:schemeClr val="bg1"/>
                      </a:solidFill>
                      <a:prstDash val="sysDot"/>
                      <a:round/>
                      <a:headEnd type="none" w="med" len="med"/>
                      <a:tailEnd type="none" w="med" len="med"/>
                    </a:lnB>
                    <a:solidFill>
                      <a:schemeClr val="bg2"/>
                    </a:solidFill>
                  </a:tcPr>
                </a:tc>
                <a:tc hMerge="1">
                  <a:txBody>
                    <a:bodyPr/>
                    <a:lstStyle/>
                    <a:p>
                      <a:endParaRPr lang="zh-CN" altLang="en-US"/>
                    </a:p>
                  </a:txBody>
                  <a:tcPr/>
                </a:tc>
                <a:tc gridSpan="2">
                  <a:txBody>
                    <a:bodyPr/>
                    <a:lstStyle/>
                    <a:p>
                      <a:pPr algn="ctr"/>
                      <a:r>
                        <a:rPr lang="en-US" altLang="zh-CN" sz="1400" b="1">
                          <a:solidFill>
                            <a:schemeClr val="bg1"/>
                          </a:solidFill>
                        </a:rPr>
                        <a:t>Approval time assumption</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B w="9525" cap="flat" cmpd="sng" algn="ctr">
                      <a:solidFill>
                        <a:schemeClr val="bg1"/>
                      </a:solidFill>
                      <a:prstDash val="sysDot"/>
                      <a:round/>
                      <a:headEnd type="none" w="med" len="med"/>
                      <a:tailEnd type="none" w="med" len="med"/>
                    </a:lnB>
                    <a:solidFill>
                      <a:schemeClr val="bg2"/>
                    </a:solidFill>
                  </a:tcPr>
                </a:tc>
                <a:tc hMerge="1">
                  <a:txBody>
                    <a:bodyPr/>
                    <a:lstStyle/>
                    <a:p>
                      <a:endParaRPr lang="zh-CN" altLang="en-US"/>
                    </a:p>
                  </a:txBody>
                  <a:tcPr/>
                </a:tc>
                <a:tc rowSpan="2">
                  <a:txBody>
                    <a:bodyPr/>
                    <a:lstStyle/>
                    <a:p>
                      <a:pPr algn="ctr"/>
                      <a:r>
                        <a:rPr lang="en-US" altLang="zh-CN" sz="1400" b="1">
                          <a:solidFill>
                            <a:schemeClr val="bg1"/>
                          </a:solidFill>
                        </a:rPr>
                        <a:t>Trade/</a:t>
                      </a:r>
                    </a:p>
                    <a:p>
                      <a:pPr algn="ctr"/>
                      <a:r>
                        <a:rPr lang="en-US" altLang="zh-CN" sz="1400" b="1">
                          <a:solidFill>
                            <a:schemeClr val="bg1"/>
                          </a:solidFill>
                        </a:rPr>
                        <a:t>Brand name</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solidFill>
                      <a:schemeClr val="bg2"/>
                    </a:solidFill>
                  </a:tcPr>
                </a:tc>
                <a:tc rowSpan="2">
                  <a:txBody>
                    <a:bodyPr/>
                    <a:lstStyle/>
                    <a:p>
                      <a:pPr algn="ctr"/>
                      <a:r>
                        <a:rPr lang="en-US" altLang="zh-CN" sz="1400" b="1">
                          <a:solidFill>
                            <a:schemeClr val="bg1"/>
                          </a:solidFill>
                        </a:rPr>
                        <a:t>Assessment</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solidFill>
                      <a:schemeClr val="bg2"/>
                    </a:solidFill>
                  </a:tcPr>
                </a:tc>
                <a:extLst>
                  <a:ext uri="{0D108BD9-81ED-4DB2-BD59-A6C34878D82A}">
                    <a16:rowId xmlns:a16="http://schemas.microsoft.com/office/drawing/2014/main" val="2009538793"/>
                  </a:ext>
                </a:extLst>
              </a:tr>
              <a:tr h="370840">
                <a:tc vMerge="1">
                  <a:txBody>
                    <a:bodyPr/>
                    <a:lstStyle/>
                    <a:p>
                      <a:endParaRPr lang="zh-CN" altLang="en-US"/>
                    </a:p>
                  </a:txBody>
                  <a:tcPr/>
                </a:tc>
                <a:tc>
                  <a:txBody>
                    <a:bodyPr/>
                    <a:lstStyle/>
                    <a:p>
                      <a:pPr algn="ctr"/>
                      <a:r>
                        <a:rPr lang="en-US" altLang="zh-CN" sz="1400" b="1">
                          <a:solidFill>
                            <a:schemeClr val="bg1"/>
                          </a:solidFill>
                        </a:rPr>
                        <a:t>Step 1</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solidFill>
                      <a:schemeClr val="bg2"/>
                    </a:solidFill>
                  </a:tcPr>
                </a:tc>
                <a:tc>
                  <a:txBody>
                    <a:bodyPr/>
                    <a:lstStyle/>
                    <a:p>
                      <a:pPr algn="ctr"/>
                      <a:r>
                        <a:rPr lang="en-US" altLang="zh-CN" sz="1400" b="1">
                          <a:solidFill>
                            <a:schemeClr val="bg1"/>
                          </a:solidFill>
                        </a:rPr>
                        <a:t>Step 2</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solidFill>
                      <a:schemeClr val="bg2"/>
                    </a:solidFill>
                  </a:tcPr>
                </a:tc>
                <a:tc>
                  <a:txBody>
                    <a:bodyPr/>
                    <a:lstStyle/>
                    <a:p>
                      <a:pPr algn="ctr"/>
                      <a:r>
                        <a:rPr lang="en-US" altLang="zh-CN" sz="1400" b="1">
                          <a:solidFill>
                            <a:schemeClr val="bg1"/>
                          </a:solidFill>
                        </a:rPr>
                        <a:t>For AI</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solidFill>
                      <a:schemeClr val="bg2"/>
                    </a:solidFill>
                  </a:tcPr>
                </a:tc>
                <a:tc>
                  <a:txBody>
                    <a:bodyPr/>
                    <a:lstStyle/>
                    <a:p>
                      <a:pPr algn="ctr"/>
                      <a:r>
                        <a:rPr lang="en-US" altLang="zh-CN" sz="1400" b="1">
                          <a:solidFill>
                            <a:schemeClr val="bg1"/>
                          </a:solidFill>
                        </a:rPr>
                        <a:t>For</a:t>
                      </a:r>
                      <a:r>
                        <a:rPr lang="zh-CN" altLang="en-US" sz="1400" b="1">
                          <a:solidFill>
                            <a:schemeClr val="bg1"/>
                          </a:solidFill>
                        </a:rPr>
                        <a:t> </a:t>
                      </a:r>
                      <a:r>
                        <a:rPr lang="en-US" altLang="zh-CN" sz="1400" b="1">
                          <a:solidFill>
                            <a:schemeClr val="bg1"/>
                          </a:solidFill>
                        </a:rPr>
                        <a:t>PEN</a:t>
                      </a:r>
                      <a:endParaRPr lang="zh-CN" altLang="en-US" sz="1400" b="1">
                        <a:solidFill>
                          <a:schemeClr val="bg1"/>
                        </a:solidFill>
                      </a:endParaRPr>
                    </a:p>
                  </a:txBody>
                  <a:tcPr anchor="ctr">
                    <a:lnL w="9525" cap="flat" cmpd="sng" algn="ctr">
                      <a:solidFill>
                        <a:schemeClr val="bg1"/>
                      </a:solidFill>
                      <a:prstDash val="sysDot"/>
                      <a:round/>
                      <a:headEnd type="none" w="med" len="med"/>
                      <a:tailEnd type="none" w="med" len="med"/>
                    </a:lnL>
                    <a:lnR w="9525" cap="flat" cmpd="sng" algn="ctr">
                      <a:solidFill>
                        <a:schemeClr val="bg1"/>
                      </a:solidFill>
                      <a:prstDash val="sysDot"/>
                      <a:round/>
                      <a:headEnd type="none" w="med" len="med"/>
                      <a:tailEnd type="none" w="med" len="med"/>
                    </a:lnR>
                    <a:lnT w="9525" cap="flat" cmpd="sng" algn="ctr">
                      <a:solidFill>
                        <a:schemeClr val="bg1"/>
                      </a:solidFill>
                      <a:prstDash val="sysDot"/>
                      <a:round/>
                      <a:headEnd type="none" w="med" len="med"/>
                      <a:tailEnd type="none" w="med" len="med"/>
                    </a:lnT>
                    <a:solidFill>
                      <a:schemeClr val="bg2"/>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739230743"/>
                  </a:ext>
                </a:extLst>
              </a:tr>
              <a:tr h="370840">
                <a:tc>
                  <a:txBody>
                    <a:bodyPr/>
                    <a:lstStyle/>
                    <a:p>
                      <a:pPr algn="ctr"/>
                      <a:r>
                        <a:rPr lang="en-US" altLang="zh-CN" sz="1400" b="1"/>
                        <a:t>Obesity</a:t>
                      </a:r>
                      <a:endParaRPr lang="zh-CN" altLang="en-US" sz="1400" b="1"/>
                    </a:p>
                  </a:txBody>
                  <a:tcPr anchor="ctr">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solidFill>
                      <a:schemeClr val="accent4">
                        <a:lumMod val="40000"/>
                        <a:lumOff val="60000"/>
                      </a:schemeClr>
                    </a:solidFill>
                  </a:tcPr>
                </a:tc>
                <a:tc>
                  <a:txBody>
                    <a:bodyPr/>
                    <a:lstStyle/>
                    <a:p>
                      <a:pPr algn="ctr"/>
                      <a:r>
                        <a:rPr lang="en-US" altLang="zh-CN" sz="1400"/>
                        <a:t>Initial NDA with AI</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pPr algn="ctr"/>
                      <a:r>
                        <a:rPr lang="en-US" altLang="zh-CN" sz="1400"/>
                        <a:t>Post approval change, switch AI to PEN </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pPr algn="ctr"/>
                      <a:r>
                        <a:rPr lang="en-US" altLang="zh-CN" sz="1400"/>
                        <a:t>Best (15 M): </a:t>
                      </a:r>
                    </a:p>
                    <a:p>
                      <a:pPr algn="ctr"/>
                      <a:r>
                        <a:rPr lang="en-US" altLang="zh-CN" sz="1400"/>
                        <a:t>Mar 2028 </a:t>
                      </a:r>
                    </a:p>
                    <a:p>
                      <a:pPr algn="ctr">
                        <a:spcBef>
                          <a:spcPts val="600"/>
                        </a:spcBef>
                      </a:pPr>
                      <a:r>
                        <a:rPr lang="en-US" altLang="zh-CN" sz="1400"/>
                        <a:t>Base (18 M): </a:t>
                      </a:r>
                    </a:p>
                    <a:p>
                      <a:pPr algn="ctr"/>
                      <a:r>
                        <a:rPr lang="en-US" altLang="zh-CN" sz="1400"/>
                        <a:t>Jun 2028</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pPr algn="ctr"/>
                      <a:r>
                        <a:rPr lang="en-US" altLang="zh-CN" sz="1400"/>
                        <a:t>Best (12 M*): </a:t>
                      </a:r>
                    </a:p>
                    <a:p>
                      <a:pPr algn="ctr"/>
                      <a:r>
                        <a:rPr lang="en-US" altLang="zh-CN" sz="1400"/>
                        <a:t>Mar 2029</a:t>
                      </a:r>
                    </a:p>
                    <a:p>
                      <a:pPr algn="ctr">
                        <a:spcBef>
                          <a:spcPts val="600"/>
                        </a:spcBef>
                      </a:pPr>
                      <a:r>
                        <a:rPr lang="en-US" altLang="zh-CN" sz="1400"/>
                        <a:t>Base (12 M): </a:t>
                      </a:r>
                    </a:p>
                    <a:p>
                      <a:pPr algn="ctr"/>
                      <a:r>
                        <a:rPr lang="en-US" altLang="zh-CN" sz="1400"/>
                        <a:t>Jun 2029</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r>
                        <a:rPr lang="en-US" altLang="zh-CN" sz="1400"/>
                        <a:t>Brand A</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B w="12700" cap="flat" cmpd="sng" algn="ctr">
                      <a:solidFill>
                        <a:schemeClr val="tx1"/>
                      </a:solidFill>
                      <a:prstDash val="sysDot"/>
                      <a:round/>
                      <a:headEnd type="none" w="med" len="med"/>
                      <a:tailEnd type="none" w="med" len="med"/>
                    </a:lnB>
                  </a:tcPr>
                </a:tc>
                <a:tc>
                  <a:txBody>
                    <a:bodyPr/>
                    <a:lstStyle/>
                    <a:p>
                      <a:pPr marL="285750" indent="-285750">
                        <a:buFont typeface="Arial" panose="020B0604020202020204" pitchFamily="34" charset="0"/>
                        <a:buChar char="•"/>
                      </a:pPr>
                      <a:r>
                        <a:rPr lang="en-US" altLang="zh-CN" sz="1400"/>
                        <a:t>/</a:t>
                      </a:r>
                      <a:endParaRPr lang="zh-CN" altLang="en-US" sz="1400"/>
                    </a:p>
                  </a:txBody>
                  <a:tcPr anchor="ctr">
                    <a:lnL w="12700" cap="flat" cmpd="sng" algn="ctr">
                      <a:solidFill>
                        <a:schemeClr val="tx1"/>
                      </a:solidFill>
                      <a:prstDash val="sysDot"/>
                      <a:round/>
                      <a:headEnd type="none" w="med" len="med"/>
                      <a:tailEnd type="none" w="med" len="med"/>
                    </a:lnL>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937445797"/>
                  </a:ext>
                </a:extLst>
              </a:tr>
              <a:tr h="370840">
                <a:tc>
                  <a:txBody>
                    <a:bodyPr/>
                    <a:lstStyle/>
                    <a:p>
                      <a:pPr algn="ctr"/>
                      <a:r>
                        <a:rPr lang="en-US" altLang="zh-CN" sz="1400" b="1"/>
                        <a:t>MASH</a:t>
                      </a:r>
                    </a:p>
                    <a:p>
                      <a:pPr algn="ctr"/>
                      <a:r>
                        <a:rPr lang="en-US" altLang="zh-CN" sz="1400" b="0"/>
                        <a:t>(</a:t>
                      </a:r>
                      <a:r>
                        <a:rPr lang="en-US" altLang="zh-CN" sz="1200" b="0"/>
                        <a:t>conditional approval</a:t>
                      </a:r>
                      <a:r>
                        <a:rPr lang="en-US" altLang="zh-CN" sz="1400" b="0"/>
                        <a:t>)</a:t>
                      </a:r>
                      <a:endParaRPr lang="zh-CN" altLang="en-US" sz="1400" b="0"/>
                    </a:p>
                  </a:txBody>
                  <a:tcPr anchor="ctr">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r>
                        <a:rPr lang="en-US" altLang="zh-CN" sz="1400"/>
                        <a:t>Initial NDA with PEN</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a:t>/</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a:t>/</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a:t>(priority review, 12M):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a:t>Nov 2028</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400"/>
                        <a:t>/**</a:t>
                      </a:r>
                      <a:endParaRPr lang="zh-CN" altLang="en-US" sz="1400"/>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altLang="zh-CN" sz="1400"/>
                        <a:t>Earliest MASH/PEN approval</a:t>
                      </a:r>
                      <a:endParaRPr lang="zh-CN" altLang="en-US" sz="1400"/>
                    </a:p>
                  </a:txBody>
                  <a:tcPr anchor="ctr">
                    <a:lnL w="12700" cap="flat" cmpd="sng" algn="ctr">
                      <a:solidFill>
                        <a:schemeClr val="tx1"/>
                      </a:solidFill>
                      <a:prstDash val="sysDot"/>
                      <a:round/>
                      <a:headEnd type="none" w="med" len="med"/>
                      <a:tailEnd type="none" w="med" len="med"/>
                    </a:lnL>
                    <a:lnT w="12700"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1670073"/>
                  </a:ext>
                </a:extLst>
              </a:tr>
            </a:tbl>
          </a:graphicData>
        </a:graphic>
      </p:graphicFrame>
      <p:sp>
        <p:nvSpPr>
          <p:cNvPr id="11" name="文本框 16">
            <a:extLst>
              <a:ext uri="{FF2B5EF4-FFF2-40B4-BE49-F238E27FC236}">
                <a16:creationId xmlns:a16="http://schemas.microsoft.com/office/drawing/2014/main" id="{B3D8C235-7C47-B9F0-C391-24F6454F9D7F}"/>
              </a:ext>
            </a:extLst>
          </p:cNvPr>
          <p:cNvSpPr txBox="1"/>
          <p:nvPr/>
        </p:nvSpPr>
        <p:spPr bwMode="gray">
          <a:xfrm>
            <a:off x="479424" y="4242461"/>
            <a:ext cx="10752904" cy="492443"/>
          </a:xfrm>
          <a:prstGeom prst="rect">
            <a:avLst/>
          </a:prstGeom>
          <a:noFill/>
        </p:spPr>
        <p:txBody>
          <a:bodyPr wrap="square" lIns="0" tIns="0" rIns="0" bIns="0" rtlCol="0">
            <a:spAutoFit/>
          </a:bodyPr>
          <a:lstStyle/>
          <a:p>
            <a:pPr algn="l">
              <a:spcBef>
                <a:spcPts val="600"/>
              </a:spcBef>
            </a:pPr>
            <a:r>
              <a:rPr lang="en-US" altLang="zh-CN" sz="900"/>
              <a:t>* Best and Base case is according to different submission timeline. 12M approval timeline for post-approval change is set: leverage with MASH/Pen NDA application, apply to waive QC testing and accelerate Obesity/Pen review timeline. A check point is set up in Oct 2028 to further evaluate Obesity/PEN post- approval timeline, due to evolvement of China regulation. </a:t>
            </a:r>
          </a:p>
          <a:p>
            <a:pPr algn="l">
              <a:spcBef>
                <a:spcPts val="600"/>
              </a:spcBef>
            </a:pPr>
            <a:r>
              <a:rPr lang="en-US" altLang="zh-CN" sz="900"/>
              <a:t>** Potential uncertainty to get trade/brand name “A” (Medium risk to have no brand but only Trademark for MASH/PEN.)</a:t>
            </a:r>
            <a:endParaRPr lang="zh-CN" altLang="en-US" sz="900"/>
          </a:p>
        </p:txBody>
      </p:sp>
      <p:sp>
        <p:nvSpPr>
          <p:cNvPr id="6" name="文本框 5">
            <a:extLst>
              <a:ext uri="{FF2B5EF4-FFF2-40B4-BE49-F238E27FC236}">
                <a16:creationId xmlns:a16="http://schemas.microsoft.com/office/drawing/2014/main" id="{E5CA3758-966E-1CA1-E392-9AABECBBF319}"/>
              </a:ext>
            </a:extLst>
          </p:cNvPr>
          <p:cNvSpPr txBox="1"/>
          <p:nvPr/>
        </p:nvSpPr>
        <p:spPr bwMode="gray">
          <a:xfrm>
            <a:off x="479423" y="5175399"/>
            <a:ext cx="11233151" cy="523220"/>
          </a:xfrm>
          <a:prstGeom prst="rect">
            <a:avLst/>
          </a:prstGeom>
          <a:noFill/>
        </p:spPr>
        <p:txBody>
          <a:bodyPr wrap="square">
            <a:spAutoFit/>
          </a:bodyPr>
          <a:lstStyle/>
          <a:p>
            <a:pPr lvl="0" algn="just"/>
            <a:r>
              <a:rPr lang="en-US" altLang="zh-CN" sz="1400" b="1">
                <a:effectLst/>
                <a:latin typeface="Arial" panose="020B0604020202020204" pitchFamily="34" charset="0"/>
                <a:ea typeface="DengXian" panose="02010600030101010101" pitchFamily="2" charset="-122"/>
                <a:cs typeface="Times New Roman" panose="02020603050405020304" pitchFamily="18" charset="0"/>
              </a:rPr>
              <a:t>Assessment from commercial: </a:t>
            </a:r>
            <a:r>
              <a:rPr lang="en-US" altLang="zh-CN" sz="1400">
                <a:effectLst/>
                <a:latin typeface="Arial" panose="020B0604020202020204" pitchFamily="34" charset="0"/>
                <a:ea typeface="DengXian" panose="02010600030101010101" pitchFamily="2" charset="-122"/>
                <a:cs typeface="Times New Roman" panose="02020603050405020304" pitchFamily="18" charset="0"/>
              </a:rPr>
              <a:t>Compared to the cost of losing chance of having MASH/PEN for NRDL negotiation in 2029, the impact of having no brand name but only trademark for MASH/PEN is controllable and tolerable. </a:t>
            </a:r>
            <a:endParaRPr lang="zh-CN" altLang="zh-CN" sz="1600">
              <a:effectLst/>
              <a:latin typeface="Arial" panose="020B060402020202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92476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8" name="OTLSHAPE_SLM_ad381d558991415bba51c004be78ac2a_Title">
            <a:extLst>
              <a:ext uri="{FF2B5EF4-FFF2-40B4-BE49-F238E27FC236}">
                <a16:creationId xmlns:a16="http://schemas.microsoft.com/office/drawing/2014/main" id="{7657A275-0076-35D2-A647-41A0200BB9AA}"/>
              </a:ext>
            </a:extLst>
          </p:cNvPr>
          <p:cNvSpPr txBox="1"/>
          <p:nvPr>
            <p:custDataLst>
              <p:tags r:id="rId1"/>
            </p:custDataLst>
          </p:nvPr>
        </p:nvSpPr>
        <p:spPr bwMode="gray">
          <a:xfrm>
            <a:off x="8726049" y="4245610"/>
            <a:ext cx="607811"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MASH full appr.</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2030</a:t>
            </a:r>
          </a:p>
        </p:txBody>
      </p:sp>
      <p:sp>
        <p:nvSpPr>
          <p:cNvPr id="2" name="标题 1">
            <a:extLst>
              <a:ext uri="{FF2B5EF4-FFF2-40B4-BE49-F238E27FC236}">
                <a16:creationId xmlns:a16="http://schemas.microsoft.com/office/drawing/2014/main" id="{E5505012-81DC-0840-FBC5-0A3763CAEBE8}"/>
              </a:ext>
            </a:extLst>
          </p:cNvPr>
          <p:cNvSpPr>
            <a:spLocks noGrp="1"/>
          </p:cNvSpPr>
          <p:nvPr>
            <p:ph type="title"/>
          </p:nvPr>
        </p:nvSpPr>
        <p:spPr/>
        <p:txBody>
          <a:bodyPr/>
          <a:lstStyle/>
          <a:p>
            <a:r>
              <a:rPr lang="en-US" altLang="zh-CN"/>
              <a:t>Evaluation of different submission pathways</a:t>
            </a:r>
            <a:endParaRPr lang="zh-CN" altLang="en-US">
              <a:solidFill>
                <a:srgbClr val="FF0000"/>
              </a:solidFill>
            </a:endParaRPr>
          </a:p>
        </p:txBody>
      </p:sp>
      <p:sp>
        <p:nvSpPr>
          <p:cNvPr id="4" name="页脚占位符 3">
            <a:extLst>
              <a:ext uri="{FF2B5EF4-FFF2-40B4-BE49-F238E27FC236}">
                <a16:creationId xmlns:a16="http://schemas.microsoft.com/office/drawing/2014/main" id="{785608A9-1803-6BD4-7A67-3B9BBABBF36B}"/>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6A774F64-6CD4-C69B-5E0C-AAE07F7CDEC7}"/>
              </a:ext>
            </a:extLst>
          </p:cNvPr>
          <p:cNvSpPr>
            <a:spLocks noGrp="1"/>
          </p:cNvSpPr>
          <p:nvPr>
            <p:ph type="sldNum" sz="quarter" idx="11"/>
          </p:nvPr>
        </p:nvSpPr>
        <p:spPr/>
        <p:txBody>
          <a:bodyPr/>
          <a:lstStyle/>
          <a:p>
            <a:fld id="{8FF9B0DE-3FEB-4AA0-B465-B80EF7C1333D}" type="slidenum">
              <a:rPr lang="en-US" smtClean="0"/>
              <a:pPr/>
              <a:t>12</a:t>
            </a:fld>
            <a:endParaRPr lang="en-US"/>
          </a:p>
        </p:txBody>
      </p:sp>
      <p:sp>
        <p:nvSpPr>
          <p:cNvPr id="6" name="OTLSHAPE_SL_9d4198e7302642ae977ae8c7422e7805_HeaderRectangle">
            <a:extLst>
              <a:ext uri="{FF2B5EF4-FFF2-40B4-BE49-F238E27FC236}">
                <a16:creationId xmlns:a16="http://schemas.microsoft.com/office/drawing/2014/main" id="{2EDA162F-BDBE-1E8D-CAF6-9C8E3FCB141C}"/>
              </a:ext>
            </a:extLst>
          </p:cNvPr>
          <p:cNvSpPr/>
          <p:nvPr>
            <p:custDataLst>
              <p:tags r:id="rId2"/>
            </p:custDataLst>
          </p:nvPr>
        </p:nvSpPr>
        <p:spPr>
          <a:xfrm>
            <a:off x="2031252" y="1430897"/>
            <a:ext cx="8845626" cy="761859"/>
          </a:xfrm>
          <a:prstGeom prst="rect">
            <a:avLst/>
          </a:prstGeom>
          <a:solidFill>
            <a:schemeClr val="bg1">
              <a:lumMod val="85000"/>
              <a:alpha val="49804"/>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graphicFrame>
        <p:nvGraphicFramePr>
          <p:cNvPr id="7" name="Table 15">
            <a:extLst>
              <a:ext uri="{FF2B5EF4-FFF2-40B4-BE49-F238E27FC236}">
                <a16:creationId xmlns:a16="http://schemas.microsoft.com/office/drawing/2014/main" id="{A9297AEC-33D2-C2F8-7BEC-D4799632849B}"/>
              </a:ext>
            </a:extLst>
          </p:cNvPr>
          <p:cNvGraphicFramePr>
            <a:graphicFrameLocks noGrp="1"/>
          </p:cNvGraphicFramePr>
          <p:nvPr/>
        </p:nvGraphicFramePr>
        <p:xfrm>
          <a:off x="2036038" y="945540"/>
          <a:ext cx="8840840" cy="502920"/>
        </p:xfrm>
        <a:graphic>
          <a:graphicData uri="http://schemas.openxmlformats.org/drawingml/2006/table">
            <a:tbl>
              <a:tblPr firstRow="1" bandRow="1">
                <a:tableStyleId>{9D7B26C5-4107-4FEC-AEDC-1716B250A1EF}</a:tableStyleId>
              </a:tblPr>
              <a:tblGrid>
                <a:gridCol w="442042">
                  <a:extLst>
                    <a:ext uri="{9D8B030D-6E8A-4147-A177-3AD203B41FA5}">
                      <a16:colId xmlns:a16="http://schemas.microsoft.com/office/drawing/2014/main" val="2710609859"/>
                    </a:ext>
                  </a:extLst>
                </a:gridCol>
                <a:gridCol w="442042">
                  <a:extLst>
                    <a:ext uri="{9D8B030D-6E8A-4147-A177-3AD203B41FA5}">
                      <a16:colId xmlns:a16="http://schemas.microsoft.com/office/drawing/2014/main" val="1202052935"/>
                    </a:ext>
                  </a:extLst>
                </a:gridCol>
                <a:gridCol w="442042">
                  <a:extLst>
                    <a:ext uri="{9D8B030D-6E8A-4147-A177-3AD203B41FA5}">
                      <a16:colId xmlns:a16="http://schemas.microsoft.com/office/drawing/2014/main" val="3998831462"/>
                    </a:ext>
                  </a:extLst>
                </a:gridCol>
                <a:gridCol w="442042">
                  <a:extLst>
                    <a:ext uri="{9D8B030D-6E8A-4147-A177-3AD203B41FA5}">
                      <a16:colId xmlns:a16="http://schemas.microsoft.com/office/drawing/2014/main" val="3306444161"/>
                    </a:ext>
                  </a:extLst>
                </a:gridCol>
                <a:gridCol w="442042">
                  <a:extLst>
                    <a:ext uri="{9D8B030D-6E8A-4147-A177-3AD203B41FA5}">
                      <a16:colId xmlns:a16="http://schemas.microsoft.com/office/drawing/2014/main" val="2421841557"/>
                    </a:ext>
                  </a:extLst>
                </a:gridCol>
                <a:gridCol w="442042">
                  <a:extLst>
                    <a:ext uri="{9D8B030D-6E8A-4147-A177-3AD203B41FA5}">
                      <a16:colId xmlns:a16="http://schemas.microsoft.com/office/drawing/2014/main" val="3946134440"/>
                    </a:ext>
                  </a:extLst>
                </a:gridCol>
                <a:gridCol w="442042">
                  <a:extLst>
                    <a:ext uri="{9D8B030D-6E8A-4147-A177-3AD203B41FA5}">
                      <a16:colId xmlns:a16="http://schemas.microsoft.com/office/drawing/2014/main" val="2748333236"/>
                    </a:ext>
                  </a:extLst>
                </a:gridCol>
                <a:gridCol w="442042">
                  <a:extLst>
                    <a:ext uri="{9D8B030D-6E8A-4147-A177-3AD203B41FA5}">
                      <a16:colId xmlns:a16="http://schemas.microsoft.com/office/drawing/2014/main" val="4232468292"/>
                    </a:ext>
                  </a:extLst>
                </a:gridCol>
                <a:gridCol w="442042">
                  <a:extLst>
                    <a:ext uri="{9D8B030D-6E8A-4147-A177-3AD203B41FA5}">
                      <a16:colId xmlns:a16="http://schemas.microsoft.com/office/drawing/2014/main" val="764150642"/>
                    </a:ext>
                  </a:extLst>
                </a:gridCol>
                <a:gridCol w="442042">
                  <a:extLst>
                    <a:ext uri="{9D8B030D-6E8A-4147-A177-3AD203B41FA5}">
                      <a16:colId xmlns:a16="http://schemas.microsoft.com/office/drawing/2014/main" val="3402596158"/>
                    </a:ext>
                  </a:extLst>
                </a:gridCol>
                <a:gridCol w="442042">
                  <a:extLst>
                    <a:ext uri="{9D8B030D-6E8A-4147-A177-3AD203B41FA5}">
                      <a16:colId xmlns:a16="http://schemas.microsoft.com/office/drawing/2014/main" val="1551542107"/>
                    </a:ext>
                  </a:extLst>
                </a:gridCol>
                <a:gridCol w="442042">
                  <a:extLst>
                    <a:ext uri="{9D8B030D-6E8A-4147-A177-3AD203B41FA5}">
                      <a16:colId xmlns:a16="http://schemas.microsoft.com/office/drawing/2014/main" val="396539323"/>
                    </a:ext>
                  </a:extLst>
                </a:gridCol>
                <a:gridCol w="442042">
                  <a:extLst>
                    <a:ext uri="{9D8B030D-6E8A-4147-A177-3AD203B41FA5}">
                      <a16:colId xmlns:a16="http://schemas.microsoft.com/office/drawing/2014/main" val="2098044862"/>
                    </a:ext>
                  </a:extLst>
                </a:gridCol>
                <a:gridCol w="442042">
                  <a:extLst>
                    <a:ext uri="{9D8B030D-6E8A-4147-A177-3AD203B41FA5}">
                      <a16:colId xmlns:a16="http://schemas.microsoft.com/office/drawing/2014/main" val="3962594840"/>
                    </a:ext>
                  </a:extLst>
                </a:gridCol>
                <a:gridCol w="442042">
                  <a:extLst>
                    <a:ext uri="{9D8B030D-6E8A-4147-A177-3AD203B41FA5}">
                      <a16:colId xmlns:a16="http://schemas.microsoft.com/office/drawing/2014/main" val="1893482998"/>
                    </a:ext>
                  </a:extLst>
                </a:gridCol>
                <a:gridCol w="442042">
                  <a:extLst>
                    <a:ext uri="{9D8B030D-6E8A-4147-A177-3AD203B41FA5}">
                      <a16:colId xmlns:a16="http://schemas.microsoft.com/office/drawing/2014/main" val="854219069"/>
                    </a:ext>
                  </a:extLst>
                </a:gridCol>
                <a:gridCol w="442042">
                  <a:extLst>
                    <a:ext uri="{9D8B030D-6E8A-4147-A177-3AD203B41FA5}">
                      <a16:colId xmlns:a16="http://schemas.microsoft.com/office/drawing/2014/main" val="1080397421"/>
                    </a:ext>
                  </a:extLst>
                </a:gridCol>
                <a:gridCol w="442042">
                  <a:extLst>
                    <a:ext uri="{9D8B030D-6E8A-4147-A177-3AD203B41FA5}">
                      <a16:colId xmlns:a16="http://schemas.microsoft.com/office/drawing/2014/main" val="2208282259"/>
                    </a:ext>
                  </a:extLst>
                </a:gridCol>
                <a:gridCol w="442042">
                  <a:extLst>
                    <a:ext uri="{9D8B030D-6E8A-4147-A177-3AD203B41FA5}">
                      <a16:colId xmlns:a16="http://schemas.microsoft.com/office/drawing/2014/main" val="2225880014"/>
                    </a:ext>
                  </a:extLst>
                </a:gridCol>
                <a:gridCol w="442042">
                  <a:extLst>
                    <a:ext uri="{9D8B030D-6E8A-4147-A177-3AD203B41FA5}">
                      <a16:colId xmlns:a16="http://schemas.microsoft.com/office/drawing/2014/main" val="3552457352"/>
                    </a:ext>
                  </a:extLst>
                </a:gridCol>
              </a:tblGrid>
              <a:tr h="217594">
                <a:tc gridSpan="4">
                  <a:txBody>
                    <a:bodyPr/>
                    <a:lstStyle/>
                    <a:p>
                      <a:pPr algn="ctr"/>
                      <a:r>
                        <a:rPr lang="en-US" altLang="zh-CN" sz="1050" i="1">
                          <a:solidFill>
                            <a:schemeClr val="bg1"/>
                          </a:solidFill>
                          <a:latin typeface="+mn-lt"/>
                        </a:rPr>
                        <a:t>2026</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2027</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2028</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2029</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gridSpan="4">
                  <a:txBody>
                    <a:bodyPr/>
                    <a:lstStyle/>
                    <a:p>
                      <a:pPr algn="ctr"/>
                      <a:r>
                        <a:rPr lang="en-US" altLang="zh-CN" sz="1050" i="1">
                          <a:solidFill>
                            <a:schemeClr val="bg1"/>
                          </a:solidFill>
                          <a:latin typeface="+mn-lt"/>
                        </a:rPr>
                        <a:t>2030</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tc hMerge="1">
                  <a:txBody>
                    <a:bodyPr/>
                    <a:lstStyle/>
                    <a:p>
                      <a:endParaRPr lang="zh-CN" altLang="en-US"/>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65000"/>
                        <a:lumOff val="35000"/>
                      </a:schemeClr>
                    </a:solidFill>
                  </a:tcPr>
                </a:tc>
                <a:extLst>
                  <a:ext uri="{0D108BD9-81ED-4DB2-BD59-A6C34878D82A}">
                    <a16:rowId xmlns:a16="http://schemas.microsoft.com/office/drawing/2014/main" val="2625366761"/>
                  </a:ext>
                </a:extLst>
              </a:tr>
              <a:tr h="217594">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Q1</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Q2</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Q3</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r>
                        <a:rPr lang="en-US" altLang="zh-CN" sz="1050" i="1">
                          <a:solidFill>
                            <a:schemeClr val="bg1"/>
                          </a:solidFill>
                          <a:latin typeface="+mn-lt"/>
                        </a:rPr>
                        <a:t>Q4</a:t>
                      </a:r>
                      <a:endParaRPr lang="zh-CN" altLang="en-US" sz="1050" i="1">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3988584685"/>
                  </a:ext>
                </a:extLst>
              </a:tr>
            </a:tbl>
          </a:graphicData>
        </a:graphic>
      </p:graphicFrame>
      <p:grpSp>
        <p:nvGrpSpPr>
          <p:cNvPr id="1045" name="组合 1044">
            <a:extLst>
              <a:ext uri="{FF2B5EF4-FFF2-40B4-BE49-F238E27FC236}">
                <a16:creationId xmlns:a16="http://schemas.microsoft.com/office/drawing/2014/main" id="{DAB999E7-8EE2-8C7B-6F7F-AF4E51618A41}"/>
              </a:ext>
            </a:extLst>
          </p:cNvPr>
          <p:cNvGrpSpPr/>
          <p:nvPr/>
        </p:nvGrpSpPr>
        <p:grpSpPr>
          <a:xfrm>
            <a:off x="3242817" y="1472155"/>
            <a:ext cx="616021" cy="720601"/>
            <a:chOff x="2884755" y="3924306"/>
            <a:chExt cx="616021" cy="720601"/>
          </a:xfrm>
        </p:grpSpPr>
        <p:sp>
          <p:nvSpPr>
            <p:cNvPr id="15" name="OTLSHAPE_SLM_ad381d558991415bba51c004be78ac2a_Shape">
              <a:extLst>
                <a:ext uri="{FF2B5EF4-FFF2-40B4-BE49-F238E27FC236}">
                  <a16:creationId xmlns:a16="http://schemas.microsoft.com/office/drawing/2014/main" id="{830B9675-4495-141A-3D79-1414365AA0B9}"/>
                </a:ext>
              </a:extLst>
            </p:cNvPr>
            <p:cNvSpPr/>
            <p:nvPr>
              <p:custDataLst>
                <p:tags r:id="rId40"/>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OTLSHAPE_SLM_ad381d558991415bba51c004be78ac2a_Title">
              <a:extLst>
                <a:ext uri="{FF2B5EF4-FFF2-40B4-BE49-F238E27FC236}">
                  <a16:creationId xmlns:a16="http://schemas.microsoft.com/office/drawing/2014/main" id="{6D50E88D-A1FF-1C77-FD0B-0137100572EE}"/>
                </a:ext>
              </a:extLst>
            </p:cNvPr>
            <p:cNvSpPr txBox="1"/>
            <p:nvPr>
              <p:custDataLst>
                <p:tags r:id="rId41"/>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2026</a:t>
              </a:r>
            </a:p>
          </p:txBody>
        </p:sp>
      </p:grpSp>
      <p:grpSp>
        <p:nvGrpSpPr>
          <p:cNvPr id="1046" name="组合 1045">
            <a:extLst>
              <a:ext uri="{FF2B5EF4-FFF2-40B4-BE49-F238E27FC236}">
                <a16:creationId xmlns:a16="http://schemas.microsoft.com/office/drawing/2014/main" id="{0B3152B3-2CE2-0BCA-3368-F2838F3280D1}"/>
              </a:ext>
            </a:extLst>
          </p:cNvPr>
          <p:cNvGrpSpPr/>
          <p:nvPr/>
        </p:nvGrpSpPr>
        <p:grpSpPr>
          <a:xfrm>
            <a:off x="6037983" y="1472155"/>
            <a:ext cx="616021" cy="720601"/>
            <a:chOff x="2884755" y="3924306"/>
            <a:chExt cx="616021" cy="720601"/>
          </a:xfrm>
        </p:grpSpPr>
        <p:sp>
          <p:nvSpPr>
            <p:cNvPr id="1047" name="OTLSHAPE_SLM_ad381d558991415bba51c004be78ac2a_Shape">
              <a:extLst>
                <a:ext uri="{FF2B5EF4-FFF2-40B4-BE49-F238E27FC236}">
                  <a16:creationId xmlns:a16="http://schemas.microsoft.com/office/drawing/2014/main" id="{0B6A83B4-68E5-8D09-AB8F-C2ED6C5B0B2A}"/>
                </a:ext>
              </a:extLst>
            </p:cNvPr>
            <p:cNvSpPr/>
            <p:nvPr>
              <p:custDataLst>
                <p:tags r:id="rId38"/>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48" name="OTLSHAPE_SLM_ad381d558991415bba51c004be78ac2a_Title">
              <a:extLst>
                <a:ext uri="{FF2B5EF4-FFF2-40B4-BE49-F238E27FC236}">
                  <a16:creationId xmlns:a16="http://schemas.microsoft.com/office/drawing/2014/main" id="{F02E26E9-4C47-31DE-60E0-7939DBCBC1AB}"/>
                </a:ext>
              </a:extLst>
            </p:cNvPr>
            <p:cNvSpPr txBox="1"/>
            <p:nvPr>
              <p:custDataLst>
                <p:tags r:id="rId39"/>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Jun/Aug 2028</a:t>
              </a:r>
            </a:p>
          </p:txBody>
        </p:sp>
      </p:grpSp>
      <p:grpSp>
        <p:nvGrpSpPr>
          <p:cNvPr id="1049" name="组合 1048">
            <a:extLst>
              <a:ext uri="{FF2B5EF4-FFF2-40B4-BE49-F238E27FC236}">
                <a16:creationId xmlns:a16="http://schemas.microsoft.com/office/drawing/2014/main" id="{0A45511F-35A1-192B-8C38-6C98E0B2C575}"/>
              </a:ext>
            </a:extLst>
          </p:cNvPr>
          <p:cNvGrpSpPr/>
          <p:nvPr/>
        </p:nvGrpSpPr>
        <p:grpSpPr>
          <a:xfrm>
            <a:off x="4932923" y="1472155"/>
            <a:ext cx="959920" cy="720601"/>
            <a:chOff x="2884755" y="3924306"/>
            <a:chExt cx="691568" cy="720601"/>
          </a:xfrm>
        </p:grpSpPr>
        <p:sp>
          <p:nvSpPr>
            <p:cNvPr id="1050" name="OTLSHAPE_SLM_ad381d558991415bba51c004be78ac2a_Shape">
              <a:extLst>
                <a:ext uri="{FF2B5EF4-FFF2-40B4-BE49-F238E27FC236}">
                  <a16:creationId xmlns:a16="http://schemas.microsoft.com/office/drawing/2014/main" id="{08C43786-6FAA-CA2C-AD22-0E635A162802}"/>
                </a:ext>
              </a:extLst>
            </p:cNvPr>
            <p:cNvSpPr/>
            <p:nvPr>
              <p:custDataLst>
                <p:tags r:id="rId36"/>
              </p:custDataLst>
            </p:nvPr>
          </p:nvSpPr>
          <p:spPr>
            <a:xfrm>
              <a:off x="3141639" y="3924306"/>
              <a:ext cx="177800" cy="177800"/>
            </a:xfrm>
            <a:prstGeom prst="ellipse">
              <a:avLst/>
            </a:prstGeom>
            <a:solidFill>
              <a:schemeClr val="accent4">
                <a:lumMod val="75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51" name="OTLSHAPE_SLM_ad381d558991415bba51c004be78ac2a_Title">
              <a:extLst>
                <a:ext uri="{FF2B5EF4-FFF2-40B4-BE49-F238E27FC236}">
                  <a16:creationId xmlns:a16="http://schemas.microsoft.com/office/drawing/2014/main" id="{AD4F6174-3B8D-8CF3-A9BB-11B180DA86F2}"/>
                </a:ext>
              </a:extLst>
            </p:cNvPr>
            <p:cNvSpPr txBox="1"/>
            <p:nvPr>
              <p:custDataLst>
                <p:tags r:id="rId37"/>
              </p:custDataLst>
            </p:nvPr>
          </p:nvSpPr>
          <p:spPr bwMode="gray">
            <a:xfrm>
              <a:off x="2884755" y="4130151"/>
              <a:ext cx="691568"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US** &amp; EU</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Oct</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2027</a:t>
              </a:r>
            </a:p>
          </p:txBody>
        </p:sp>
      </p:grpSp>
      <p:sp>
        <p:nvSpPr>
          <p:cNvPr id="10" name="OTLSHAPE_SL_9d4198e7302642ae977ae8c7422e7805_Header">
            <a:extLst>
              <a:ext uri="{FF2B5EF4-FFF2-40B4-BE49-F238E27FC236}">
                <a16:creationId xmlns:a16="http://schemas.microsoft.com/office/drawing/2014/main" id="{3C583631-CC16-7EF2-7DB3-BAE20ED6CE17}"/>
              </a:ext>
            </a:extLst>
          </p:cNvPr>
          <p:cNvSpPr txBox="1"/>
          <p:nvPr>
            <p:custDataLst>
              <p:tags r:id="rId3"/>
            </p:custDataLst>
          </p:nvPr>
        </p:nvSpPr>
        <p:spPr>
          <a:xfrm>
            <a:off x="38960" y="3828351"/>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China</a:t>
            </a:r>
          </a:p>
        </p:txBody>
      </p:sp>
      <p:sp>
        <p:nvSpPr>
          <p:cNvPr id="12" name="OTLSHAPE_SL_9d4198e7302642ae977ae8c7422e7805_Header">
            <a:extLst>
              <a:ext uri="{FF2B5EF4-FFF2-40B4-BE49-F238E27FC236}">
                <a16:creationId xmlns:a16="http://schemas.microsoft.com/office/drawing/2014/main" id="{DFAAE54A-6D59-E4A4-F43E-6BE51BAD31F1}"/>
              </a:ext>
            </a:extLst>
          </p:cNvPr>
          <p:cNvSpPr txBox="1"/>
          <p:nvPr>
            <p:custDataLst>
              <p:tags r:id="rId4"/>
            </p:custDataLst>
          </p:nvPr>
        </p:nvSpPr>
        <p:spPr>
          <a:xfrm>
            <a:off x="38960" y="2152671"/>
            <a:ext cx="1016000" cy="185437"/>
          </a:xfrm>
          <a:prstGeom prst="rect">
            <a:avLst/>
          </a:prstGeom>
          <a:noFill/>
        </p:spPr>
        <p:txBody>
          <a:bodyPr vert="horz" wrap="square" lIns="0" tIns="0" rIns="0" bIns="0" rtlCol="0" anchor="ctr" anchorCtr="0">
            <a:noAutofit/>
          </a:bodyPr>
          <a:lstStyle/>
          <a:p>
            <a:pPr algn="ctr"/>
            <a:r>
              <a:rPr lang="en-US" sz="1600" b="1">
                <a:solidFill>
                  <a:schemeClr val="lt1"/>
                </a:solidFill>
                <a:latin typeface="Calibri" panose="020F0502020204030204" pitchFamily="34" charset="0"/>
                <a:cs typeface="Calibri" panose="020F0502020204030204" pitchFamily="34" charset="0"/>
              </a:rPr>
              <a:t>Global</a:t>
            </a:r>
          </a:p>
        </p:txBody>
      </p:sp>
      <p:sp>
        <p:nvSpPr>
          <p:cNvPr id="1034" name="矩形: 圆角 1033">
            <a:extLst>
              <a:ext uri="{FF2B5EF4-FFF2-40B4-BE49-F238E27FC236}">
                <a16:creationId xmlns:a16="http://schemas.microsoft.com/office/drawing/2014/main" id="{23F2D532-C298-CCDF-FA67-5F1E54CBBFE4}"/>
              </a:ext>
            </a:extLst>
          </p:cNvPr>
          <p:cNvSpPr/>
          <p:nvPr/>
        </p:nvSpPr>
        <p:spPr bwMode="gray">
          <a:xfrm>
            <a:off x="546960" y="1423262"/>
            <a:ext cx="1397486" cy="761859"/>
          </a:xfrm>
          <a:prstGeom prst="roundRect">
            <a:avLst>
              <a:gd name="adj" fmla="val 9006"/>
            </a:avLst>
          </a:prstGeom>
          <a:solidFill>
            <a:srgbClr val="A6A6A6">
              <a:alpha val="50196"/>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Global</a:t>
            </a:r>
            <a:endParaRPr lang="zh-CN" altLang="en-US" b="1">
              <a:solidFill>
                <a:schemeClr val="tx1"/>
              </a:solidFill>
            </a:endParaRPr>
          </a:p>
        </p:txBody>
      </p:sp>
      <p:sp>
        <p:nvSpPr>
          <p:cNvPr id="1035" name="矩形: 圆角 1034">
            <a:extLst>
              <a:ext uri="{FF2B5EF4-FFF2-40B4-BE49-F238E27FC236}">
                <a16:creationId xmlns:a16="http://schemas.microsoft.com/office/drawing/2014/main" id="{01BDAE41-60F8-61EF-A4BF-B5C4FE8D13DC}"/>
              </a:ext>
            </a:extLst>
          </p:cNvPr>
          <p:cNvSpPr/>
          <p:nvPr/>
        </p:nvSpPr>
        <p:spPr bwMode="gray">
          <a:xfrm>
            <a:off x="544430" y="2274710"/>
            <a:ext cx="1397486" cy="3620252"/>
          </a:xfrm>
          <a:prstGeom prst="roundRect">
            <a:avLst>
              <a:gd name="adj" fmla="val 9006"/>
            </a:avLst>
          </a:prstGeom>
          <a:solidFill>
            <a:schemeClr val="accent6">
              <a:alpha val="50196"/>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b="1">
                <a:solidFill>
                  <a:schemeClr val="tx1"/>
                </a:solidFill>
              </a:rPr>
              <a:t>China</a:t>
            </a:r>
            <a:endParaRPr lang="zh-CN" altLang="en-US" b="1">
              <a:solidFill>
                <a:schemeClr val="tx1"/>
              </a:solidFill>
            </a:endParaRPr>
          </a:p>
        </p:txBody>
      </p:sp>
      <p:grpSp>
        <p:nvGrpSpPr>
          <p:cNvPr id="8" name="组合 7">
            <a:extLst>
              <a:ext uri="{FF2B5EF4-FFF2-40B4-BE49-F238E27FC236}">
                <a16:creationId xmlns:a16="http://schemas.microsoft.com/office/drawing/2014/main" id="{26B65E96-0772-7C35-CA55-52917833B01E}"/>
              </a:ext>
            </a:extLst>
          </p:cNvPr>
          <p:cNvGrpSpPr/>
          <p:nvPr/>
        </p:nvGrpSpPr>
        <p:grpSpPr>
          <a:xfrm>
            <a:off x="6122652" y="2440855"/>
            <a:ext cx="2240162" cy="688400"/>
            <a:chOff x="7142792" y="2977911"/>
            <a:chExt cx="2240162" cy="688400"/>
          </a:xfrm>
        </p:grpSpPr>
        <p:sp>
          <p:nvSpPr>
            <p:cNvPr id="9" name="OTLSHAPE_SLT_1bd3967114194002a4466d58f2376017_Shape">
              <a:extLst>
                <a:ext uri="{FF2B5EF4-FFF2-40B4-BE49-F238E27FC236}">
                  <a16:creationId xmlns:a16="http://schemas.microsoft.com/office/drawing/2014/main" id="{D7CC79F4-1121-7F90-E8CE-29701ECF8481}"/>
                </a:ext>
              </a:extLst>
            </p:cNvPr>
            <p:cNvSpPr/>
            <p:nvPr>
              <p:custDataLst>
                <p:tags r:id="rId33"/>
              </p:custDataLst>
            </p:nvPr>
          </p:nvSpPr>
          <p:spPr bwMode="gray">
            <a:xfrm>
              <a:off x="7142792" y="3095649"/>
              <a:ext cx="1759146" cy="82685"/>
            </a:xfrm>
            <a:prstGeom prst="roundRect">
              <a:avLst/>
            </a:prstGeom>
            <a:solidFill>
              <a:srgbClr val="6AD2E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4" name="OTLSHAPE_SLM_1cf7670f781744c09f6645c42b1f62dc_Shape">
              <a:extLst>
                <a:ext uri="{FF2B5EF4-FFF2-40B4-BE49-F238E27FC236}">
                  <a16:creationId xmlns:a16="http://schemas.microsoft.com/office/drawing/2014/main" id="{3526B279-9AAD-5EF6-44DE-E94AABBD5641}"/>
                </a:ext>
              </a:extLst>
            </p:cNvPr>
            <p:cNvSpPr/>
            <p:nvPr>
              <p:custDataLst>
                <p:tags r:id="rId34"/>
              </p:custDataLst>
            </p:nvPr>
          </p:nvSpPr>
          <p:spPr bwMode="gray">
            <a:xfrm>
              <a:off x="8828066" y="2977911"/>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7" name="OTLSHAPE_SLM_ad381d558991415bba51c004be78ac2a_Title">
              <a:extLst>
                <a:ext uri="{FF2B5EF4-FFF2-40B4-BE49-F238E27FC236}">
                  <a16:creationId xmlns:a16="http://schemas.microsoft.com/office/drawing/2014/main" id="{6C2DD6D0-1BFE-FCD8-B3B0-B2D6FC112262}"/>
                </a:ext>
              </a:extLst>
            </p:cNvPr>
            <p:cNvSpPr txBox="1"/>
            <p:nvPr>
              <p:custDataLst>
                <p:tags r:id="rId35"/>
              </p:custDataLst>
            </p:nvPr>
          </p:nvSpPr>
          <p:spPr bwMode="gray">
            <a:xfrm>
              <a:off x="8599415" y="3279795"/>
              <a:ext cx="783539"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altLang="zh-CN" sz="1000" spc="-2">
                  <a:solidFill>
                    <a:schemeClr val="dk1"/>
                  </a:solidFill>
                  <a:latin typeface="Calibri" panose="020F0502020204030204" pitchFamily="34" charset="0"/>
                  <a:cs typeface="Calibri" panose="020F0502020204030204" pitchFamily="34" charset="0"/>
                </a:rPr>
                <a:t>Mar-Jun </a:t>
              </a:r>
              <a:r>
                <a:rPr lang="en-US" sz="1000" spc="-2">
                  <a:solidFill>
                    <a:schemeClr val="dk1"/>
                  </a:solidFill>
                  <a:latin typeface="Calibri" panose="020F0502020204030204" pitchFamily="34" charset="0"/>
                  <a:cs typeface="Calibri" panose="020F0502020204030204" pitchFamily="34" charset="0"/>
                </a:rPr>
                <a:t>2029</a:t>
              </a:r>
            </a:p>
          </p:txBody>
        </p:sp>
      </p:grpSp>
      <p:grpSp>
        <p:nvGrpSpPr>
          <p:cNvPr id="1032" name="组合 1031">
            <a:extLst>
              <a:ext uri="{FF2B5EF4-FFF2-40B4-BE49-F238E27FC236}">
                <a16:creationId xmlns:a16="http://schemas.microsoft.com/office/drawing/2014/main" id="{0544140F-0303-4BBA-8DC7-94DA4B8FDDD1}"/>
              </a:ext>
            </a:extLst>
          </p:cNvPr>
          <p:cNvGrpSpPr/>
          <p:nvPr/>
        </p:nvGrpSpPr>
        <p:grpSpPr>
          <a:xfrm>
            <a:off x="3224288" y="2454758"/>
            <a:ext cx="3384679" cy="767151"/>
            <a:chOff x="3224288" y="2290681"/>
            <a:chExt cx="3384679" cy="767151"/>
          </a:xfrm>
        </p:grpSpPr>
        <p:sp>
          <p:nvSpPr>
            <p:cNvPr id="1033" name="OTLSHAPE_SLT_5ff12572ed344552826b2976d2663905_Shape">
              <a:extLst>
                <a:ext uri="{FF2B5EF4-FFF2-40B4-BE49-F238E27FC236}">
                  <a16:creationId xmlns:a16="http://schemas.microsoft.com/office/drawing/2014/main" id="{0929A2E2-2E09-75B8-775D-3B072F4157F2}"/>
                </a:ext>
              </a:extLst>
            </p:cNvPr>
            <p:cNvSpPr/>
            <p:nvPr>
              <p:custDataLst>
                <p:tags r:id="rId27"/>
              </p:custDataLst>
            </p:nvPr>
          </p:nvSpPr>
          <p:spPr bwMode="gray">
            <a:xfrm>
              <a:off x="3746652" y="2388676"/>
              <a:ext cx="2376000" cy="67240"/>
            </a:xfrm>
            <a:prstGeom prst="roundRect">
              <a:avLst/>
            </a:prstGeom>
            <a:solidFill>
              <a:srgbClr val="1AAA4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36" name="OTLSHAPE_SLM_1cf7670f781744c09f6645c42b1f62dc_Shape">
              <a:extLst>
                <a:ext uri="{FF2B5EF4-FFF2-40B4-BE49-F238E27FC236}">
                  <a16:creationId xmlns:a16="http://schemas.microsoft.com/office/drawing/2014/main" id="{51062D4E-96B1-C96E-29AF-9125E4DD9288}"/>
                </a:ext>
              </a:extLst>
            </p:cNvPr>
            <p:cNvSpPr/>
            <p:nvPr>
              <p:custDataLst>
                <p:tags r:id="rId28"/>
              </p:custDataLst>
            </p:nvPr>
          </p:nvSpPr>
          <p:spPr bwMode="gray">
            <a:xfrm>
              <a:off x="5991273" y="2290681"/>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38" name="组合 1037">
              <a:extLst>
                <a:ext uri="{FF2B5EF4-FFF2-40B4-BE49-F238E27FC236}">
                  <a16:creationId xmlns:a16="http://schemas.microsoft.com/office/drawing/2014/main" id="{E3117CB0-5B99-DA31-2362-58BFA67A9DA1}"/>
                </a:ext>
              </a:extLst>
            </p:cNvPr>
            <p:cNvGrpSpPr/>
            <p:nvPr/>
          </p:nvGrpSpPr>
          <p:grpSpPr>
            <a:xfrm>
              <a:off x="3358438" y="2332758"/>
              <a:ext cx="616021" cy="720601"/>
              <a:chOff x="2884755" y="3924306"/>
              <a:chExt cx="616021" cy="720601"/>
            </a:xfrm>
          </p:grpSpPr>
          <p:sp>
            <p:nvSpPr>
              <p:cNvPr id="1042" name="OTLSHAPE_SLM_ad381d558991415bba51c004be78ac2a_Shape">
                <a:extLst>
                  <a:ext uri="{FF2B5EF4-FFF2-40B4-BE49-F238E27FC236}">
                    <a16:creationId xmlns:a16="http://schemas.microsoft.com/office/drawing/2014/main" id="{8BD03347-5D32-54D5-22DD-79174B5D37C7}"/>
                  </a:ext>
                </a:extLst>
              </p:cNvPr>
              <p:cNvSpPr/>
              <p:nvPr>
                <p:custDataLst>
                  <p:tags r:id="rId31"/>
                </p:custDataLst>
              </p:nvPr>
            </p:nvSpPr>
            <p:spPr>
              <a:xfrm>
                <a:off x="3103865" y="3924306"/>
                <a:ext cx="177800" cy="177800"/>
              </a:xfrm>
              <a:prstGeom prst="ellipse">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43" name="OTLSHAPE_SLM_ad381d558991415bba51c004be78ac2a_Title">
                <a:extLst>
                  <a:ext uri="{FF2B5EF4-FFF2-40B4-BE49-F238E27FC236}">
                    <a16:creationId xmlns:a16="http://schemas.microsoft.com/office/drawing/2014/main" id="{46552871-6678-1153-DC49-A7FDCFF6BCB8}"/>
                  </a:ext>
                </a:extLst>
              </p:cNvPr>
              <p:cNvSpPr txBox="1"/>
              <p:nvPr>
                <p:custDataLst>
                  <p:tags r:id="rId32"/>
                </p:custDataLst>
              </p:nvPr>
            </p:nvSpPr>
            <p:spPr bwMode="gray">
              <a:xfrm>
                <a:off x="2884755" y="4130151"/>
                <a:ext cx="6160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Dec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2026</a:t>
                </a:r>
              </a:p>
            </p:txBody>
          </p:sp>
        </p:grpSp>
        <p:sp>
          <p:nvSpPr>
            <p:cNvPr id="1039" name="OTLSHAPE_SLM_ad381d558991415bba51c004be78ac2a_Title">
              <a:extLst>
                <a:ext uri="{FF2B5EF4-FFF2-40B4-BE49-F238E27FC236}">
                  <a16:creationId xmlns:a16="http://schemas.microsoft.com/office/drawing/2014/main" id="{906521B7-7E3D-602A-337D-41AB13C6D813}"/>
                </a:ext>
              </a:extLst>
            </p:cNvPr>
            <p:cNvSpPr txBox="1"/>
            <p:nvPr>
              <p:custDataLst>
                <p:tags r:id="rId29"/>
              </p:custDataLst>
            </p:nvPr>
          </p:nvSpPr>
          <p:spPr bwMode="gray">
            <a:xfrm>
              <a:off x="4583531" y="2493881"/>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15-18M</a:t>
              </a:r>
            </a:p>
          </p:txBody>
        </p:sp>
        <p:sp>
          <p:nvSpPr>
            <p:cNvPr id="1040" name="OTLSHAPE_SLM_ad381d558991415bba51c004be78ac2a_Title">
              <a:extLst>
                <a:ext uri="{FF2B5EF4-FFF2-40B4-BE49-F238E27FC236}">
                  <a16:creationId xmlns:a16="http://schemas.microsoft.com/office/drawing/2014/main" id="{36DFB5BA-AACB-B1CC-B422-A84031FE359C}"/>
                </a:ext>
              </a:extLst>
            </p:cNvPr>
            <p:cNvSpPr txBox="1"/>
            <p:nvPr>
              <p:custDataLst>
                <p:tags r:id="rId30"/>
              </p:custDataLst>
            </p:nvPr>
          </p:nvSpPr>
          <p:spPr bwMode="gray">
            <a:xfrm>
              <a:off x="5669934" y="2549442"/>
              <a:ext cx="939033"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endParaRPr lang="en-US" sz="1000" spc="-2">
                <a:solidFill>
                  <a:schemeClr val="dk1"/>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Mar-Jun 2028</a:t>
              </a:r>
            </a:p>
          </p:txBody>
        </p:sp>
        <p:pic>
          <p:nvPicPr>
            <p:cNvPr id="1041" name="图片 1040">
              <a:extLst>
                <a:ext uri="{FF2B5EF4-FFF2-40B4-BE49-F238E27FC236}">
                  <a16:creationId xmlns:a16="http://schemas.microsoft.com/office/drawing/2014/main" id="{0C2044FE-0647-DD2E-B036-5BBEBCF89602}"/>
                </a:ext>
              </a:extLst>
            </p:cNvPr>
            <p:cNvPicPr>
              <a:picLocks noChangeAspect="1"/>
            </p:cNvPicPr>
            <p:nvPr/>
          </p:nvPicPr>
          <p:blipFill rotWithShape="1">
            <a:blip r:embed="rId43"/>
            <a:srcRect l="31137" t="4897" r="28884" b="7515"/>
            <a:stretch/>
          </p:blipFill>
          <p:spPr>
            <a:xfrm>
              <a:off x="3224288" y="2543076"/>
              <a:ext cx="256308" cy="514756"/>
            </a:xfrm>
            <a:prstGeom prst="rect">
              <a:avLst/>
            </a:prstGeom>
          </p:spPr>
        </p:pic>
      </p:grpSp>
      <p:grpSp>
        <p:nvGrpSpPr>
          <p:cNvPr id="3" name="组合 2">
            <a:extLst>
              <a:ext uri="{FF2B5EF4-FFF2-40B4-BE49-F238E27FC236}">
                <a16:creationId xmlns:a16="http://schemas.microsoft.com/office/drawing/2014/main" id="{7D4EE4A7-DFDB-99BF-AD6D-565E842F3256}"/>
              </a:ext>
            </a:extLst>
          </p:cNvPr>
          <p:cNvGrpSpPr/>
          <p:nvPr/>
        </p:nvGrpSpPr>
        <p:grpSpPr>
          <a:xfrm>
            <a:off x="2121122" y="5322816"/>
            <a:ext cx="8755756" cy="572146"/>
            <a:chOff x="2121122" y="5322816"/>
            <a:chExt cx="8755756" cy="572146"/>
          </a:xfrm>
        </p:grpSpPr>
        <p:sp>
          <p:nvSpPr>
            <p:cNvPr id="1052" name="矩形: 一个圆顶角，剪去另一个顶角 1051">
              <a:extLst>
                <a:ext uri="{FF2B5EF4-FFF2-40B4-BE49-F238E27FC236}">
                  <a16:creationId xmlns:a16="http://schemas.microsoft.com/office/drawing/2014/main" id="{8D0E74B5-ADB1-DB0D-B686-A6244861C3A6}"/>
                </a:ext>
              </a:extLst>
            </p:cNvPr>
            <p:cNvSpPr/>
            <p:nvPr/>
          </p:nvSpPr>
          <p:spPr bwMode="gray">
            <a:xfrm flipH="1">
              <a:off x="9155083" y="5322816"/>
              <a:ext cx="1721795" cy="514756"/>
            </a:xfrm>
            <a:prstGeom prst="snipRoundRect">
              <a:avLst>
                <a:gd name="adj1" fmla="val 16667"/>
                <a:gd name="adj2" fmla="val 48793"/>
              </a:avLst>
            </a:prstGeom>
            <a:ln/>
          </p:spPr>
          <p:style>
            <a:lnRef idx="3">
              <a:schemeClr val="lt1"/>
            </a:lnRef>
            <a:fillRef idx="1">
              <a:schemeClr val="accent2"/>
            </a:fillRef>
            <a:effectRef idx="1">
              <a:schemeClr val="accent2"/>
            </a:effectRef>
            <a:fontRef idx="minor">
              <a:schemeClr val="lt1"/>
            </a:fontRef>
          </p:style>
          <p:txBody>
            <a:bodyPr rtlCol="0" anchor="ctr"/>
            <a:lstStyle/>
            <a:p>
              <a:pPr algn="ctr">
                <a:lnSpc>
                  <a:spcPct val="140000"/>
                </a:lnSpc>
              </a:pPr>
              <a:r>
                <a:rPr lang="en-US" altLang="zh-CN" sz="1600" b="1">
                  <a:solidFill>
                    <a:schemeClr val="bg1"/>
                  </a:solidFill>
                </a:rPr>
                <a:t>Scenario 123</a:t>
              </a:r>
              <a:endParaRPr lang="zh-CN" altLang="en-US" sz="1600" b="1">
                <a:solidFill>
                  <a:schemeClr val="bg1"/>
                </a:solidFill>
              </a:endParaRPr>
            </a:p>
          </p:txBody>
        </p:sp>
        <p:sp>
          <p:nvSpPr>
            <p:cNvPr id="1053" name="矩形 1052">
              <a:extLst>
                <a:ext uri="{FF2B5EF4-FFF2-40B4-BE49-F238E27FC236}">
                  <a16:creationId xmlns:a16="http://schemas.microsoft.com/office/drawing/2014/main" id="{479893C3-3E21-F9A9-A7B9-88D1EC34BD6A}"/>
                </a:ext>
              </a:extLst>
            </p:cNvPr>
            <p:cNvSpPr/>
            <p:nvPr/>
          </p:nvSpPr>
          <p:spPr bwMode="gray">
            <a:xfrm>
              <a:off x="2121122" y="5821952"/>
              <a:ext cx="8755756" cy="73010"/>
            </a:xfrm>
            <a:prstGeom prst="rect">
              <a:avLst/>
            </a:prstGeom>
            <a:ln/>
          </p:spPr>
          <p:style>
            <a:lnRef idx="3">
              <a:schemeClr val="lt1"/>
            </a:lnRef>
            <a:fillRef idx="1">
              <a:schemeClr val="accent2"/>
            </a:fillRef>
            <a:effectRef idx="1">
              <a:schemeClr val="accent2"/>
            </a:effectRef>
            <a:fontRef idx="minor">
              <a:schemeClr val="lt1"/>
            </a:fontRef>
          </p:style>
          <p:txBody>
            <a:bodyPr rtlCol="0" anchor="ctr"/>
            <a:lstStyle/>
            <a:p>
              <a:pPr algn="ctr">
                <a:lnSpc>
                  <a:spcPct val="140000"/>
                </a:lnSpc>
              </a:pPr>
              <a:endParaRPr lang="zh-CN" altLang="en-US" sz="1600">
                <a:solidFill>
                  <a:schemeClr val="tx1"/>
                </a:solidFill>
              </a:endParaRPr>
            </a:p>
          </p:txBody>
        </p:sp>
      </p:grpSp>
      <p:grpSp>
        <p:nvGrpSpPr>
          <p:cNvPr id="1027" name="组合 1026">
            <a:extLst>
              <a:ext uri="{FF2B5EF4-FFF2-40B4-BE49-F238E27FC236}">
                <a16:creationId xmlns:a16="http://schemas.microsoft.com/office/drawing/2014/main" id="{5C0DACBD-09EC-8106-C07C-B750B733F961}"/>
              </a:ext>
            </a:extLst>
          </p:cNvPr>
          <p:cNvGrpSpPr/>
          <p:nvPr/>
        </p:nvGrpSpPr>
        <p:grpSpPr>
          <a:xfrm>
            <a:off x="5721966" y="4834065"/>
            <a:ext cx="2385088" cy="770565"/>
            <a:chOff x="5105953" y="3620492"/>
            <a:chExt cx="2385088" cy="770565"/>
          </a:xfrm>
        </p:grpSpPr>
        <p:grpSp>
          <p:nvGrpSpPr>
            <p:cNvPr id="1060" name="组合 1059">
              <a:extLst>
                <a:ext uri="{FF2B5EF4-FFF2-40B4-BE49-F238E27FC236}">
                  <a16:creationId xmlns:a16="http://schemas.microsoft.com/office/drawing/2014/main" id="{C6B3320B-4837-C139-2F63-17711DA6ED16}"/>
                </a:ext>
              </a:extLst>
            </p:cNvPr>
            <p:cNvGrpSpPr/>
            <p:nvPr/>
          </p:nvGrpSpPr>
          <p:grpSpPr>
            <a:xfrm>
              <a:off x="5144286" y="3620492"/>
              <a:ext cx="2346755" cy="724313"/>
              <a:chOff x="5144286" y="2968737"/>
              <a:chExt cx="2346755" cy="724313"/>
            </a:xfrm>
          </p:grpSpPr>
          <p:sp>
            <p:nvSpPr>
              <p:cNvPr id="1067" name="OTLSHAPE_SLT_5ff12572ed344552826b2976d2663905_Shape">
                <a:extLst>
                  <a:ext uri="{FF2B5EF4-FFF2-40B4-BE49-F238E27FC236}">
                    <a16:creationId xmlns:a16="http://schemas.microsoft.com/office/drawing/2014/main" id="{204EF0DC-BD17-E733-587A-F379D88FE891}"/>
                  </a:ext>
                </a:extLst>
              </p:cNvPr>
              <p:cNvSpPr/>
              <p:nvPr>
                <p:custDataLst>
                  <p:tags r:id="rId21"/>
                </p:custDataLst>
              </p:nvPr>
            </p:nvSpPr>
            <p:spPr bwMode="gray">
              <a:xfrm>
                <a:off x="5532500" y="3092487"/>
                <a:ext cx="1620000" cy="67240"/>
              </a:xfrm>
              <a:prstGeom prst="roundRect">
                <a:avLst/>
              </a:prstGeom>
              <a:solidFill>
                <a:schemeClr val="accent4">
                  <a:lumMod val="75000"/>
                </a:scheme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068" name="OTLSHAPE_SLM_1cf7670f781744c09f6645c42b1f62dc_Shape">
                <a:extLst>
                  <a:ext uri="{FF2B5EF4-FFF2-40B4-BE49-F238E27FC236}">
                    <a16:creationId xmlns:a16="http://schemas.microsoft.com/office/drawing/2014/main" id="{F727FFD2-AE13-2BA7-61E0-99B7DFCC0983}"/>
                  </a:ext>
                </a:extLst>
              </p:cNvPr>
              <p:cNvSpPr/>
              <p:nvPr>
                <p:custDataLst>
                  <p:tags r:id="rId22"/>
                </p:custDataLst>
              </p:nvPr>
            </p:nvSpPr>
            <p:spPr bwMode="gray">
              <a:xfrm>
                <a:off x="7019799" y="2968737"/>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69" name="组合 1068">
                <a:extLst>
                  <a:ext uri="{FF2B5EF4-FFF2-40B4-BE49-F238E27FC236}">
                    <a16:creationId xmlns:a16="http://schemas.microsoft.com/office/drawing/2014/main" id="{59DEFAED-D11B-8B16-E924-2DB2F34C2C59}"/>
                  </a:ext>
                </a:extLst>
              </p:cNvPr>
              <p:cNvGrpSpPr/>
              <p:nvPr/>
            </p:nvGrpSpPr>
            <p:grpSpPr>
              <a:xfrm>
                <a:off x="5144286" y="3036569"/>
                <a:ext cx="616021" cy="656481"/>
                <a:chOff x="2884755" y="3924306"/>
                <a:chExt cx="616021" cy="656481"/>
              </a:xfrm>
            </p:grpSpPr>
            <p:sp>
              <p:nvSpPr>
                <p:cNvPr id="1072" name="OTLSHAPE_SLM_ad381d558991415bba51c004be78ac2a_Shape">
                  <a:extLst>
                    <a:ext uri="{FF2B5EF4-FFF2-40B4-BE49-F238E27FC236}">
                      <a16:creationId xmlns:a16="http://schemas.microsoft.com/office/drawing/2014/main" id="{9D9ACCEA-5EDD-94C5-DDFD-E19A21A142A2}"/>
                    </a:ext>
                  </a:extLst>
                </p:cNvPr>
                <p:cNvSpPr/>
                <p:nvPr>
                  <p:custDataLst>
                    <p:tags r:id="rId25"/>
                  </p:custDataLst>
                </p:nvPr>
              </p:nvSpPr>
              <p:spPr>
                <a:xfrm>
                  <a:off x="3103865" y="3924306"/>
                  <a:ext cx="177800" cy="177800"/>
                </a:xfrm>
                <a:prstGeom prst="ellipse">
                  <a:avLst/>
                </a:prstGeom>
                <a:solidFill>
                  <a:schemeClr val="accent4">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73" name="OTLSHAPE_SLM_ad381d558991415bba51c004be78ac2a_Title">
                  <a:extLst>
                    <a:ext uri="{FF2B5EF4-FFF2-40B4-BE49-F238E27FC236}">
                      <a16:creationId xmlns:a16="http://schemas.microsoft.com/office/drawing/2014/main" id="{722F56D6-7467-01EA-9342-C6F527701651}"/>
                    </a:ext>
                  </a:extLst>
                </p:cNvPr>
                <p:cNvSpPr txBox="1"/>
                <p:nvPr>
                  <p:custDataLst>
                    <p:tags r:id="rId26"/>
                  </p:custDataLst>
                </p:nvPr>
              </p:nvSpPr>
              <p:spPr bwMode="gray">
                <a:xfrm>
                  <a:off x="2884755" y="4194271"/>
                  <a:ext cx="616021"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tbc</a:t>
                  </a:r>
                </a:p>
              </p:txBody>
            </p:sp>
          </p:grpSp>
          <p:sp>
            <p:nvSpPr>
              <p:cNvPr id="1070" name="OTLSHAPE_SLM_ad381d558991415bba51c004be78ac2a_Title">
                <a:extLst>
                  <a:ext uri="{FF2B5EF4-FFF2-40B4-BE49-F238E27FC236}">
                    <a16:creationId xmlns:a16="http://schemas.microsoft.com/office/drawing/2014/main" id="{B9853F29-A0FE-201B-F073-65A8E2D824F5}"/>
                  </a:ext>
                </a:extLst>
              </p:cNvPr>
              <p:cNvSpPr txBox="1"/>
              <p:nvPr>
                <p:custDataLst>
                  <p:tags r:id="rId23"/>
                </p:custDataLst>
              </p:nvPr>
            </p:nvSpPr>
            <p:spPr bwMode="gray">
              <a:xfrm>
                <a:off x="5925497" y="3197692"/>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12M (PR)</a:t>
                </a:r>
              </a:p>
            </p:txBody>
          </p:sp>
          <p:sp>
            <p:nvSpPr>
              <p:cNvPr id="1071" name="OTLSHAPE_SLM_ad381d558991415bba51c004be78ac2a_Title">
                <a:extLst>
                  <a:ext uri="{FF2B5EF4-FFF2-40B4-BE49-F238E27FC236}">
                    <a16:creationId xmlns:a16="http://schemas.microsoft.com/office/drawing/2014/main" id="{3CAA437E-40AA-41EE-DC83-47EBEB31E7C2}"/>
                  </a:ext>
                </a:extLst>
              </p:cNvPr>
              <p:cNvSpPr txBox="1"/>
              <p:nvPr>
                <p:custDataLst>
                  <p:tags r:id="rId24"/>
                </p:custDataLst>
              </p:nvPr>
            </p:nvSpPr>
            <p:spPr bwMode="gray">
              <a:xfrm>
                <a:off x="6794543" y="3281250"/>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tbc</a:t>
                </a:r>
              </a:p>
            </p:txBody>
          </p:sp>
        </p:grpSp>
        <p:pic>
          <p:nvPicPr>
            <p:cNvPr id="1063" name="图片 1062">
              <a:extLst>
                <a:ext uri="{FF2B5EF4-FFF2-40B4-BE49-F238E27FC236}">
                  <a16:creationId xmlns:a16="http://schemas.microsoft.com/office/drawing/2014/main" id="{2783139F-3FBD-D5C9-917D-58C45F3CC808}"/>
                </a:ext>
              </a:extLst>
            </p:cNvPr>
            <p:cNvPicPr>
              <a:picLocks noChangeAspect="1"/>
            </p:cNvPicPr>
            <p:nvPr/>
          </p:nvPicPr>
          <p:blipFill>
            <a:blip r:embed="rId44"/>
            <a:stretch>
              <a:fillRect/>
            </a:stretch>
          </p:blipFill>
          <p:spPr>
            <a:xfrm>
              <a:off x="5105953" y="3860330"/>
              <a:ext cx="107989" cy="530727"/>
            </a:xfrm>
            <a:prstGeom prst="rect">
              <a:avLst/>
            </a:prstGeom>
          </p:spPr>
        </p:pic>
      </p:grpSp>
      <p:sp>
        <p:nvSpPr>
          <p:cNvPr id="1084" name="文本框 1083">
            <a:extLst>
              <a:ext uri="{FF2B5EF4-FFF2-40B4-BE49-F238E27FC236}">
                <a16:creationId xmlns:a16="http://schemas.microsoft.com/office/drawing/2014/main" id="{90861F91-0771-590C-C790-B3F0DCF2863A}"/>
              </a:ext>
            </a:extLst>
          </p:cNvPr>
          <p:cNvSpPr txBox="1"/>
          <p:nvPr/>
        </p:nvSpPr>
        <p:spPr bwMode="gray">
          <a:xfrm>
            <a:off x="9114921" y="3196539"/>
            <a:ext cx="2886535" cy="184666"/>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spAutoFit/>
          </a:bodyPr>
          <a:lstStyle/>
          <a:p>
            <a:pPr marL="245700" indent="-171450">
              <a:buFont typeface="Arial" panose="020B0604020202020204" pitchFamily="34" charset="0"/>
              <a:buChar char="•"/>
            </a:pPr>
            <a:r>
              <a:rPr lang="en-US" altLang="zh-CN" sz="1200"/>
              <a:t>Earliest PEN approval (for MASH)</a:t>
            </a:r>
          </a:p>
        </p:txBody>
      </p:sp>
      <p:sp>
        <p:nvSpPr>
          <p:cNvPr id="1087" name="文本框 1086">
            <a:extLst>
              <a:ext uri="{FF2B5EF4-FFF2-40B4-BE49-F238E27FC236}">
                <a16:creationId xmlns:a16="http://schemas.microsoft.com/office/drawing/2014/main" id="{1109C8EF-5AC5-972D-1B24-94F118E48BA8}"/>
              </a:ext>
            </a:extLst>
          </p:cNvPr>
          <p:cNvSpPr txBox="1"/>
          <p:nvPr/>
        </p:nvSpPr>
        <p:spPr bwMode="gray">
          <a:xfrm>
            <a:off x="9133488" y="4916914"/>
            <a:ext cx="2867968" cy="369332"/>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spAutoFit/>
          </a:bodyPr>
          <a:lstStyle/>
          <a:p>
            <a:pPr marL="244475" indent="-171450">
              <a:buFont typeface="Arial" panose="020B0604020202020204" pitchFamily="34" charset="0"/>
              <a:buChar char="•"/>
            </a:pPr>
            <a:r>
              <a:rPr lang="en-US" altLang="zh-CN" sz="1200"/>
              <a:t>MASH approval timeline depends on PEN package availability </a:t>
            </a:r>
          </a:p>
        </p:txBody>
      </p:sp>
      <p:grpSp>
        <p:nvGrpSpPr>
          <p:cNvPr id="1109" name="组合 1108">
            <a:extLst>
              <a:ext uri="{FF2B5EF4-FFF2-40B4-BE49-F238E27FC236}">
                <a16:creationId xmlns:a16="http://schemas.microsoft.com/office/drawing/2014/main" id="{C9104199-885F-817E-ABC5-5CB61C95A2BB}"/>
              </a:ext>
            </a:extLst>
          </p:cNvPr>
          <p:cNvGrpSpPr/>
          <p:nvPr/>
        </p:nvGrpSpPr>
        <p:grpSpPr>
          <a:xfrm>
            <a:off x="5021184" y="3147514"/>
            <a:ext cx="3437895" cy="1581113"/>
            <a:chOff x="5021184" y="3147514"/>
            <a:chExt cx="3437895" cy="1581113"/>
          </a:xfrm>
        </p:grpSpPr>
        <p:grpSp>
          <p:nvGrpSpPr>
            <p:cNvPr id="1082" name="组合 1081">
              <a:extLst>
                <a:ext uri="{FF2B5EF4-FFF2-40B4-BE49-F238E27FC236}">
                  <a16:creationId xmlns:a16="http://schemas.microsoft.com/office/drawing/2014/main" id="{6FD043EB-06DD-D9C6-3F20-A7031F488EE1}"/>
                </a:ext>
              </a:extLst>
            </p:cNvPr>
            <p:cNvGrpSpPr/>
            <p:nvPr/>
          </p:nvGrpSpPr>
          <p:grpSpPr>
            <a:xfrm>
              <a:off x="5021184" y="3606240"/>
              <a:ext cx="3437895" cy="1122387"/>
              <a:chOff x="5021184" y="3513880"/>
              <a:chExt cx="3437895" cy="1122387"/>
            </a:xfrm>
          </p:grpSpPr>
          <p:grpSp>
            <p:nvGrpSpPr>
              <p:cNvPr id="1044" name="组合 1043">
                <a:extLst>
                  <a:ext uri="{FF2B5EF4-FFF2-40B4-BE49-F238E27FC236}">
                    <a16:creationId xmlns:a16="http://schemas.microsoft.com/office/drawing/2014/main" id="{F6CB53FE-712D-A4AB-8C77-6202B47D02F6}"/>
                  </a:ext>
                </a:extLst>
              </p:cNvPr>
              <p:cNvGrpSpPr/>
              <p:nvPr/>
            </p:nvGrpSpPr>
            <p:grpSpPr>
              <a:xfrm>
                <a:off x="7624166" y="3513880"/>
                <a:ext cx="834913" cy="652250"/>
                <a:chOff x="7624166" y="2599531"/>
                <a:chExt cx="834913" cy="652250"/>
              </a:xfrm>
            </p:grpSpPr>
            <p:sp>
              <p:nvSpPr>
                <p:cNvPr id="1057" name="OTLSHAPE_SLM_ad381d558991415bba51c004be78ac2a_Title">
                  <a:extLst>
                    <a:ext uri="{FF2B5EF4-FFF2-40B4-BE49-F238E27FC236}">
                      <a16:creationId xmlns:a16="http://schemas.microsoft.com/office/drawing/2014/main" id="{DB310B4D-8024-1636-ECDF-AF31D2832A8C}"/>
                    </a:ext>
                  </a:extLst>
                </p:cNvPr>
                <p:cNvSpPr txBox="1"/>
                <p:nvPr>
                  <p:custDataLst>
                    <p:tags r:id="rId20"/>
                  </p:custDataLst>
                </p:nvPr>
              </p:nvSpPr>
              <p:spPr bwMode="gray">
                <a:xfrm>
                  <a:off x="7639758" y="2737025"/>
                  <a:ext cx="819321" cy="51475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appr.</a:t>
                  </a:r>
                </a:p>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 </a:t>
                  </a:r>
                  <a:r>
                    <a:rPr lang="en-US" altLang="zh-CN" sz="1000" b="1" spc="-2">
                      <a:solidFill>
                        <a:schemeClr val="bg2"/>
                      </a:solidFill>
                      <a:latin typeface="Calibri" panose="020F0502020204030204" pitchFamily="34" charset="0"/>
                      <a:cs typeface="Calibri" panose="020F0502020204030204" pitchFamily="34" charset="0"/>
                    </a:rPr>
                    <a:t>+</a:t>
                  </a:r>
                  <a:r>
                    <a:rPr lang="en-US" altLang="zh-CN" sz="1000" b="1" spc="-2">
                      <a:solidFill>
                        <a:schemeClr val="tx2"/>
                      </a:solidFill>
                      <a:latin typeface="Calibri" panose="020F0502020204030204" pitchFamily="34" charset="0"/>
                      <a:cs typeface="Calibri" panose="020F0502020204030204" pitchFamily="34" charset="0"/>
                    </a:rPr>
                    <a:t> </a:t>
                  </a: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altLang="zh-CN" sz="1000" spc="-2">
                      <a:solidFill>
                        <a:schemeClr val="dk1"/>
                      </a:solidFill>
                      <a:latin typeface="Calibri" panose="020F0502020204030204" pitchFamily="34" charset="0"/>
                      <a:cs typeface="Calibri" panose="020F0502020204030204" pitchFamily="34" charset="0"/>
                    </a:rPr>
                    <a:t>Mar-Jun 2029</a:t>
                  </a:r>
                </a:p>
              </p:txBody>
            </p:sp>
            <p:pic>
              <p:nvPicPr>
                <p:cNvPr id="1059" name="图片 1058">
                  <a:extLst>
                    <a:ext uri="{FF2B5EF4-FFF2-40B4-BE49-F238E27FC236}">
                      <a16:creationId xmlns:a16="http://schemas.microsoft.com/office/drawing/2014/main" id="{5077AF33-F3A6-4D81-7A16-B7C9C22F3161}"/>
                    </a:ext>
                  </a:extLst>
                </p:cNvPr>
                <p:cNvPicPr>
                  <a:picLocks noChangeAspect="1"/>
                </p:cNvPicPr>
                <p:nvPr/>
              </p:nvPicPr>
              <p:blipFill>
                <a:blip r:embed="rId44"/>
                <a:stretch>
                  <a:fillRect/>
                </a:stretch>
              </p:blipFill>
              <p:spPr>
                <a:xfrm>
                  <a:off x="7624166" y="2599531"/>
                  <a:ext cx="107989" cy="530727"/>
                </a:xfrm>
                <a:prstGeom prst="rect">
                  <a:avLst/>
                </a:prstGeom>
              </p:spPr>
            </p:pic>
          </p:grpSp>
          <p:grpSp>
            <p:nvGrpSpPr>
              <p:cNvPr id="21" name="组合 20">
                <a:extLst>
                  <a:ext uri="{FF2B5EF4-FFF2-40B4-BE49-F238E27FC236}">
                    <a16:creationId xmlns:a16="http://schemas.microsoft.com/office/drawing/2014/main" id="{FB1382D4-FA3B-E90A-EF9A-363BFD469160}"/>
                  </a:ext>
                </a:extLst>
              </p:cNvPr>
              <p:cNvGrpSpPr/>
              <p:nvPr/>
            </p:nvGrpSpPr>
            <p:grpSpPr>
              <a:xfrm>
                <a:off x="5021184" y="3883086"/>
                <a:ext cx="2321143" cy="753181"/>
                <a:chOff x="5021184" y="2968737"/>
                <a:chExt cx="2321143" cy="753181"/>
              </a:xfrm>
            </p:grpSpPr>
            <p:pic>
              <p:nvPicPr>
                <p:cNvPr id="24" name="图片 23">
                  <a:extLst>
                    <a:ext uri="{FF2B5EF4-FFF2-40B4-BE49-F238E27FC236}">
                      <a16:creationId xmlns:a16="http://schemas.microsoft.com/office/drawing/2014/main" id="{8D3EF6D4-1FBA-668C-586C-1BA7CAFFB549}"/>
                    </a:ext>
                  </a:extLst>
                </p:cNvPr>
                <p:cNvPicPr>
                  <a:picLocks noChangeAspect="1"/>
                </p:cNvPicPr>
                <p:nvPr/>
              </p:nvPicPr>
              <p:blipFill rotWithShape="1">
                <a:blip r:embed="rId43"/>
                <a:srcRect l="31137" t="4897" r="28884" b="7515"/>
                <a:stretch/>
              </p:blipFill>
              <p:spPr>
                <a:xfrm>
                  <a:off x="5021184" y="3207162"/>
                  <a:ext cx="256308" cy="514756"/>
                </a:xfrm>
                <a:prstGeom prst="rect">
                  <a:avLst/>
                </a:prstGeom>
              </p:spPr>
            </p:pic>
            <p:sp>
              <p:nvSpPr>
                <p:cNvPr id="27" name="OTLSHAPE_SLT_5ff12572ed344552826b2976d2663905_Shape">
                  <a:extLst>
                    <a:ext uri="{FF2B5EF4-FFF2-40B4-BE49-F238E27FC236}">
                      <a16:creationId xmlns:a16="http://schemas.microsoft.com/office/drawing/2014/main" id="{D48A2CA1-2C44-4FE7-5F7F-667E82863DAA}"/>
                    </a:ext>
                  </a:extLst>
                </p:cNvPr>
                <p:cNvSpPr/>
                <p:nvPr>
                  <p:custDataLst>
                    <p:tags r:id="rId14"/>
                  </p:custDataLst>
                </p:nvPr>
              </p:nvSpPr>
              <p:spPr bwMode="gray">
                <a:xfrm>
                  <a:off x="5532500" y="3092487"/>
                  <a:ext cx="1368000" cy="67240"/>
                </a:xfrm>
                <a:prstGeom prst="roundRect">
                  <a:avLst/>
                </a:prstGeom>
                <a:solidFill>
                  <a:schemeClr val="accent4">
                    <a:lumMod val="75000"/>
                  </a:scheme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28" name="OTLSHAPE_SLM_1cf7670f781744c09f6645c42b1f62dc_Shape">
                  <a:extLst>
                    <a:ext uri="{FF2B5EF4-FFF2-40B4-BE49-F238E27FC236}">
                      <a16:creationId xmlns:a16="http://schemas.microsoft.com/office/drawing/2014/main" id="{98649BC3-1C53-C38C-C2BB-E9FC8970C6F7}"/>
                    </a:ext>
                  </a:extLst>
                </p:cNvPr>
                <p:cNvSpPr/>
                <p:nvPr>
                  <p:custDataLst>
                    <p:tags r:id="rId15"/>
                  </p:custDataLst>
                </p:nvPr>
              </p:nvSpPr>
              <p:spPr bwMode="gray">
                <a:xfrm>
                  <a:off x="6806439" y="2968737"/>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1026" name="组合 1025">
                  <a:extLst>
                    <a:ext uri="{FF2B5EF4-FFF2-40B4-BE49-F238E27FC236}">
                      <a16:creationId xmlns:a16="http://schemas.microsoft.com/office/drawing/2014/main" id="{FC127712-D359-6113-A82A-A8527CD1A653}"/>
                    </a:ext>
                  </a:extLst>
                </p:cNvPr>
                <p:cNvGrpSpPr/>
                <p:nvPr/>
              </p:nvGrpSpPr>
              <p:grpSpPr>
                <a:xfrm>
                  <a:off x="5152432" y="3036569"/>
                  <a:ext cx="616021" cy="527753"/>
                  <a:chOff x="2892901" y="3924306"/>
                  <a:chExt cx="616021" cy="527753"/>
                </a:xfrm>
              </p:grpSpPr>
              <p:sp>
                <p:nvSpPr>
                  <p:cNvPr id="1030" name="OTLSHAPE_SLM_ad381d558991415bba51c004be78ac2a_Shape">
                    <a:extLst>
                      <a:ext uri="{FF2B5EF4-FFF2-40B4-BE49-F238E27FC236}">
                        <a16:creationId xmlns:a16="http://schemas.microsoft.com/office/drawing/2014/main" id="{A46AF3E8-E60A-9274-BC25-A457B27A9003}"/>
                      </a:ext>
                    </a:extLst>
                  </p:cNvPr>
                  <p:cNvSpPr/>
                  <p:nvPr>
                    <p:custDataLst>
                      <p:tags r:id="rId18"/>
                    </p:custDataLst>
                  </p:nvPr>
                </p:nvSpPr>
                <p:spPr>
                  <a:xfrm>
                    <a:off x="3103865" y="3924306"/>
                    <a:ext cx="177800" cy="177800"/>
                  </a:xfrm>
                  <a:prstGeom prst="ellipse">
                    <a:avLst/>
                  </a:prstGeom>
                  <a:solidFill>
                    <a:schemeClr val="accent4">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31" name="OTLSHAPE_SLM_ad381d558991415bba51c004be78ac2a_Title">
                    <a:extLst>
                      <a:ext uri="{FF2B5EF4-FFF2-40B4-BE49-F238E27FC236}">
                        <a16:creationId xmlns:a16="http://schemas.microsoft.com/office/drawing/2014/main" id="{91E91F8F-0180-47B9-95E9-F495FBA1BFAF}"/>
                      </a:ext>
                    </a:extLst>
                  </p:cNvPr>
                  <p:cNvSpPr txBox="1"/>
                  <p:nvPr>
                    <p:custDataLst>
                      <p:tags r:id="rId19"/>
                    </p:custDataLst>
                  </p:nvPr>
                </p:nvSpPr>
                <p:spPr bwMode="gray">
                  <a:xfrm>
                    <a:off x="2892901" y="4065543"/>
                    <a:ext cx="616021"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2027</a:t>
                    </a:r>
                  </a:p>
                </p:txBody>
              </p:sp>
            </p:grpSp>
            <p:sp>
              <p:nvSpPr>
                <p:cNvPr id="1028" name="OTLSHAPE_SLM_ad381d558991415bba51c004be78ac2a_Title">
                  <a:extLst>
                    <a:ext uri="{FF2B5EF4-FFF2-40B4-BE49-F238E27FC236}">
                      <a16:creationId xmlns:a16="http://schemas.microsoft.com/office/drawing/2014/main" id="{868F82CB-A840-3C93-2D6F-40C2640976C3}"/>
                    </a:ext>
                  </a:extLst>
                </p:cNvPr>
                <p:cNvSpPr txBox="1"/>
                <p:nvPr>
                  <p:custDataLst>
                    <p:tags r:id="rId16"/>
                  </p:custDataLst>
                </p:nvPr>
              </p:nvSpPr>
              <p:spPr bwMode="gray">
                <a:xfrm>
                  <a:off x="5925497" y="3197692"/>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10M (PR)</a:t>
                  </a:r>
                </a:p>
              </p:txBody>
            </p:sp>
            <p:sp>
              <p:nvSpPr>
                <p:cNvPr id="1029" name="OTLSHAPE_SLM_ad381d558991415bba51c004be78ac2a_Title">
                  <a:extLst>
                    <a:ext uri="{FF2B5EF4-FFF2-40B4-BE49-F238E27FC236}">
                      <a16:creationId xmlns:a16="http://schemas.microsoft.com/office/drawing/2014/main" id="{09B7494D-EC02-3F1F-B838-F8312F339458}"/>
                    </a:ext>
                  </a:extLst>
                </p:cNvPr>
                <p:cNvSpPr txBox="1"/>
                <p:nvPr>
                  <p:custDataLst>
                    <p:tags r:id="rId17"/>
                  </p:custDataLst>
                </p:nvPr>
              </p:nvSpPr>
              <p:spPr bwMode="gray">
                <a:xfrm>
                  <a:off x="6645829" y="3197791"/>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AI</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Sep 2028</a:t>
                  </a:r>
                </a:p>
              </p:txBody>
            </p:sp>
          </p:grpSp>
        </p:grpSp>
        <p:cxnSp>
          <p:nvCxnSpPr>
            <p:cNvPr id="1089" name="Straight Arrow Connector 1088">
              <a:extLst>
                <a:ext uri="{FF2B5EF4-FFF2-40B4-BE49-F238E27FC236}">
                  <a16:creationId xmlns:a16="http://schemas.microsoft.com/office/drawing/2014/main" id="{4A1568E2-3E96-3CDD-C3D7-A5356BEA2336}"/>
                </a:ext>
              </a:extLst>
            </p:cNvPr>
            <p:cNvCxnSpPr>
              <a:cxnSpLocks/>
            </p:cNvCxnSpPr>
            <p:nvPr/>
          </p:nvCxnSpPr>
          <p:spPr bwMode="gray">
            <a:xfrm>
              <a:off x="7980180" y="3147514"/>
              <a:ext cx="0" cy="28148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10" name="组合 1109">
            <a:extLst>
              <a:ext uri="{FF2B5EF4-FFF2-40B4-BE49-F238E27FC236}">
                <a16:creationId xmlns:a16="http://schemas.microsoft.com/office/drawing/2014/main" id="{9C9E113E-645B-123E-AE5D-263019D8C586}"/>
              </a:ext>
            </a:extLst>
          </p:cNvPr>
          <p:cNvGrpSpPr/>
          <p:nvPr/>
        </p:nvGrpSpPr>
        <p:grpSpPr>
          <a:xfrm>
            <a:off x="5011749" y="3132812"/>
            <a:ext cx="2479292" cy="770565"/>
            <a:chOff x="5011749" y="3132812"/>
            <a:chExt cx="2479292" cy="770565"/>
          </a:xfrm>
        </p:grpSpPr>
        <p:grpSp>
          <p:nvGrpSpPr>
            <p:cNvPr id="20" name="组合 19">
              <a:extLst>
                <a:ext uri="{FF2B5EF4-FFF2-40B4-BE49-F238E27FC236}">
                  <a16:creationId xmlns:a16="http://schemas.microsoft.com/office/drawing/2014/main" id="{3658F413-F0F4-7E12-26F2-0C93681275B9}"/>
                </a:ext>
              </a:extLst>
            </p:cNvPr>
            <p:cNvGrpSpPr/>
            <p:nvPr/>
          </p:nvGrpSpPr>
          <p:grpSpPr>
            <a:xfrm>
              <a:off x="5057720" y="3132812"/>
              <a:ext cx="2433321" cy="770565"/>
              <a:chOff x="5057720" y="3620492"/>
              <a:chExt cx="2433321" cy="770565"/>
            </a:xfrm>
          </p:grpSpPr>
          <p:grpSp>
            <p:nvGrpSpPr>
              <p:cNvPr id="22" name="组合 21">
                <a:extLst>
                  <a:ext uri="{FF2B5EF4-FFF2-40B4-BE49-F238E27FC236}">
                    <a16:creationId xmlns:a16="http://schemas.microsoft.com/office/drawing/2014/main" id="{9AF17713-FF99-11B2-E9CD-B88A66326A7C}"/>
                  </a:ext>
                </a:extLst>
              </p:cNvPr>
              <p:cNvGrpSpPr/>
              <p:nvPr/>
            </p:nvGrpSpPr>
            <p:grpSpPr>
              <a:xfrm>
                <a:off x="5057720" y="3620492"/>
                <a:ext cx="2433321" cy="617963"/>
                <a:chOff x="5057720" y="2968737"/>
                <a:chExt cx="2433321" cy="617963"/>
              </a:xfrm>
            </p:grpSpPr>
            <p:sp>
              <p:nvSpPr>
                <p:cNvPr id="25" name="OTLSHAPE_SLT_5ff12572ed344552826b2976d2663905_Shape">
                  <a:extLst>
                    <a:ext uri="{FF2B5EF4-FFF2-40B4-BE49-F238E27FC236}">
                      <a16:creationId xmlns:a16="http://schemas.microsoft.com/office/drawing/2014/main" id="{89187078-EFCA-CD94-0CC6-25A2365E7CEB}"/>
                    </a:ext>
                  </a:extLst>
                </p:cNvPr>
                <p:cNvSpPr/>
                <p:nvPr>
                  <p:custDataLst>
                    <p:tags r:id="rId8"/>
                  </p:custDataLst>
                </p:nvPr>
              </p:nvSpPr>
              <p:spPr bwMode="gray">
                <a:xfrm>
                  <a:off x="5532500" y="3092487"/>
                  <a:ext cx="1620000" cy="67240"/>
                </a:xfrm>
                <a:prstGeom prst="roundRect">
                  <a:avLst/>
                </a:prstGeom>
                <a:solidFill>
                  <a:schemeClr val="accent4">
                    <a:lumMod val="75000"/>
                  </a:scheme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26" name="OTLSHAPE_SLM_1cf7670f781744c09f6645c42b1f62dc_Shape">
                  <a:extLst>
                    <a:ext uri="{FF2B5EF4-FFF2-40B4-BE49-F238E27FC236}">
                      <a16:creationId xmlns:a16="http://schemas.microsoft.com/office/drawing/2014/main" id="{AD327E24-7937-C4F7-8604-6891E791DA1C}"/>
                    </a:ext>
                  </a:extLst>
                </p:cNvPr>
                <p:cNvSpPr/>
                <p:nvPr>
                  <p:custDataLst>
                    <p:tags r:id="rId9"/>
                  </p:custDataLst>
                </p:nvPr>
              </p:nvSpPr>
              <p:spPr bwMode="gray">
                <a:xfrm>
                  <a:off x="7019799" y="2968737"/>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grpSp>
              <p:nvGrpSpPr>
                <p:cNvPr id="29" name="组合 28">
                  <a:extLst>
                    <a:ext uri="{FF2B5EF4-FFF2-40B4-BE49-F238E27FC236}">
                      <a16:creationId xmlns:a16="http://schemas.microsoft.com/office/drawing/2014/main" id="{15EFBD82-5DD7-8AF4-D949-5A57A775E55E}"/>
                    </a:ext>
                  </a:extLst>
                </p:cNvPr>
                <p:cNvGrpSpPr/>
                <p:nvPr/>
              </p:nvGrpSpPr>
              <p:grpSpPr>
                <a:xfrm>
                  <a:off x="5057720" y="3036569"/>
                  <a:ext cx="835123" cy="544951"/>
                  <a:chOff x="2798189" y="3924306"/>
                  <a:chExt cx="835123" cy="544951"/>
                </a:xfrm>
              </p:grpSpPr>
              <p:sp>
                <p:nvSpPr>
                  <p:cNvPr id="1024" name="OTLSHAPE_SLM_ad381d558991415bba51c004be78ac2a_Shape">
                    <a:extLst>
                      <a:ext uri="{FF2B5EF4-FFF2-40B4-BE49-F238E27FC236}">
                        <a16:creationId xmlns:a16="http://schemas.microsoft.com/office/drawing/2014/main" id="{FC69EED8-3F83-8A91-61BC-47B262DAB496}"/>
                      </a:ext>
                    </a:extLst>
                  </p:cNvPr>
                  <p:cNvSpPr/>
                  <p:nvPr>
                    <p:custDataLst>
                      <p:tags r:id="rId12"/>
                    </p:custDataLst>
                  </p:nvPr>
                </p:nvSpPr>
                <p:spPr>
                  <a:xfrm>
                    <a:off x="3103865" y="3924306"/>
                    <a:ext cx="177800" cy="177800"/>
                  </a:xfrm>
                  <a:prstGeom prst="ellipse">
                    <a:avLst/>
                  </a:prstGeom>
                  <a:solidFill>
                    <a:schemeClr val="accent4">
                      <a:lumMod val="75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25" name="OTLSHAPE_SLM_ad381d558991415bba51c004be78ac2a_Title">
                    <a:extLst>
                      <a:ext uri="{FF2B5EF4-FFF2-40B4-BE49-F238E27FC236}">
                        <a16:creationId xmlns:a16="http://schemas.microsoft.com/office/drawing/2014/main" id="{66C14830-CA87-AE62-0376-AAD7EFD140A4}"/>
                      </a:ext>
                    </a:extLst>
                  </p:cNvPr>
                  <p:cNvSpPr txBox="1"/>
                  <p:nvPr>
                    <p:custDataLst>
                      <p:tags r:id="rId13"/>
                    </p:custDataLst>
                  </p:nvPr>
                </p:nvSpPr>
                <p:spPr bwMode="gray">
                  <a:xfrm>
                    <a:off x="2798189" y="4082741"/>
                    <a:ext cx="835123"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sub</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2027</a:t>
                    </a:r>
                  </a:p>
                </p:txBody>
              </p:sp>
            </p:grpSp>
            <p:sp>
              <p:nvSpPr>
                <p:cNvPr id="30" name="OTLSHAPE_SLM_ad381d558991415bba51c004be78ac2a_Title">
                  <a:extLst>
                    <a:ext uri="{FF2B5EF4-FFF2-40B4-BE49-F238E27FC236}">
                      <a16:creationId xmlns:a16="http://schemas.microsoft.com/office/drawing/2014/main" id="{B5ED7381-2067-5463-B768-1AB4059B2B29}"/>
                    </a:ext>
                  </a:extLst>
                </p:cNvPr>
                <p:cNvSpPr txBox="1"/>
                <p:nvPr>
                  <p:custDataLst>
                    <p:tags r:id="rId10"/>
                  </p:custDataLst>
                </p:nvPr>
              </p:nvSpPr>
              <p:spPr bwMode="gray">
                <a:xfrm>
                  <a:off x="5925497" y="3197692"/>
                  <a:ext cx="616021"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NDA 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12M (PR)</a:t>
                  </a:r>
                </a:p>
              </p:txBody>
            </p:sp>
            <p:sp>
              <p:nvSpPr>
                <p:cNvPr id="31" name="OTLSHAPE_SLM_ad381d558991415bba51c004be78ac2a_Title">
                  <a:extLst>
                    <a:ext uri="{FF2B5EF4-FFF2-40B4-BE49-F238E27FC236}">
                      <a16:creationId xmlns:a16="http://schemas.microsoft.com/office/drawing/2014/main" id="{1263C47B-2041-FBBE-20B6-5B31AB4B5549}"/>
                    </a:ext>
                  </a:extLst>
                </p:cNvPr>
                <p:cNvSpPr txBox="1"/>
                <p:nvPr>
                  <p:custDataLst>
                    <p:tags r:id="rId11"/>
                  </p:custDataLst>
                </p:nvPr>
              </p:nvSpPr>
              <p:spPr bwMode="gray">
                <a:xfrm>
                  <a:off x="6794543" y="3200184"/>
                  <a:ext cx="696498" cy="386516"/>
                </a:xfrm>
                <a:prstGeom prst="rect">
                  <a:avLst/>
                </a:prstGeom>
                <a:noFill/>
              </p:spPr>
              <p:txBody>
                <a:bodyPr vert="horz" wrap="square" lIns="0" tIns="0" rIns="0" bIns="0" rtlCol="0" anchor="ctr" anchorCtr="0">
                  <a:spAutoFit/>
                </a:bodyPr>
                <a:lstStyle/>
                <a:p>
                  <a:pPr algn="ctr">
                    <a:lnSpc>
                      <a:spcPts val="1000"/>
                    </a:lnSpc>
                  </a:pPr>
                  <a:r>
                    <a:rPr lang="en-US" sz="1000" b="1" spc="-2">
                      <a:solidFill>
                        <a:schemeClr val="dk1"/>
                      </a:solidFill>
                      <a:latin typeface="Calibri" panose="020F0502020204030204" pitchFamily="34" charset="0"/>
                      <a:cs typeface="Calibri" panose="020F0502020204030204" pitchFamily="34" charset="0"/>
                    </a:rPr>
                    <a:t>CN</a:t>
                  </a:r>
                  <a:r>
                    <a:rPr lang="en-US" sz="1000" spc="-2">
                      <a:solidFill>
                        <a:schemeClr val="dk1"/>
                      </a:solidFill>
                      <a:latin typeface="Calibri" panose="020F0502020204030204" pitchFamily="34" charset="0"/>
                      <a:cs typeface="Calibri" panose="020F0502020204030204" pitchFamily="34" charset="0"/>
                    </a:rPr>
                    <a:t> con. appr.</a:t>
                  </a:r>
                </a:p>
                <a:p>
                  <a:pPr algn="ctr">
                    <a:lnSpc>
                      <a:spcPts val="1000"/>
                    </a:lnSpc>
                  </a:pPr>
                  <a:r>
                    <a:rPr lang="en-US" altLang="zh-CN" sz="1000" b="1" spc="-2">
                      <a:solidFill>
                        <a:srgbClr val="FFC000"/>
                      </a:solidFill>
                      <a:latin typeface="Calibri" panose="020F0502020204030204" pitchFamily="34" charset="0"/>
                      <a:cs typeface="Calibri" panose="020F0502020204030204" pitchFamily="34" charset="0"/>
                    </a:rPr>
                    <a:t>MASH/</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FFC000"/>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Nov  2028</a:t>
                  </a:r>
                </a:p>
              </p:txBody>
            </p:sp>
          </p:grpSp>
          <p:pic>
            <p:nvPicPr>
              <p:cNvPr id="23" name="图片 22">
                <a:extLst>
                  <a:ext uri="{FF2B5EF4-FFF2-40B4-BE49-F238E27FC236}">
                    <a16:creationId xmlns:a16="http://schemas.microsoft.com/office/drawing/2014/main" id="{0E19AEB5-EBD3-84AB-E191-74BA7D705E6E}"/>
                  </a:ext>
                </a:extLst>
              </p:cNvPr>
              <p:cNvPicPr>
                <a:picLocks noChangeAspect="1"/>
              </p:cNvPicPr>
              <p:nvPr/>
            </p:nvPicPr>
            <p:blipFill>
              <a:blip r:embed="rId44"/>
              <a:stretch>
                <a:fillRect/>
              </a:stretch>
            </p:blipFill>
            <p:spPr>
              <a:xfrm>
                <a:off x="5105953" y="3860330"/>
                <a:ext cx="107989" cy="530727"/>
              </a:xfrm>
              <a:prstGeom prst="rect">
                <a:avLst/>
              </a:prstGeom>
            </p:spPr>
          </p:pic>
        </p:grpSp>
        <p:sp>
          <p:nvSpPr>
            <p:cNvPr id="1090" name="文本框 226">
              <a:extLst>
                <a:ext uri="{FF2B5EF4-FFF2-40B4-BE49-F238E27FC236}">
                  <a16:creationId xmlns:a16="http://schemas.microsoft.com/office/drawing/2014/main" id="{775EE384-BD34-8D11-9C2E-ABE5A03C4C5D}"/>
                </a:ext>
              </a:extLst>
            </p:cNvPr>
            <p:cNvSpPr txBox="1"/>
            <p:nvPr/>
          </p:nvSpPr>
          <p:spPr bwMode="gray">
            <a:xfrm flipH="1">
              <a:off x="5011749" y="3148143"/>
              <a:ext cx="340700" cy="307777"/>
            </a:xfrm>
            <a:prstGeom prst="rect">
              <a:avLst/>
            </a:prstGeom>
            <a:noFill/>
          </p:spPr>
          <p:txBody>
            <a:bodyPr wrap="square">
              <a:spAutoFit/>
            </a:bodyPr>
            <a:lstStyle/>
            <a:p>
              <a:r>
                <a:rPr lang="en-US" altLang="zh-CN" sz="1400" b="1">
                  <a:solidFill>
                    <a:schemeClr val="tx2"/>
                  </a:solidFill>
                  <a:latin typeface="Calibri" panose="020F0502020204030204" pitchFamily="34" charset="0"/>
                  <a:ea typeface="DengXian" panose="02010600030101010101" pitchFamily="2" charset="-122"/>
                  <a:cs typeface="Calibri" panose="020F0502020204030204" pitchFamily="34" charset="0"/>
                </a:rPr>
                <a:t>①</a:t>
              </a:r>
              <a:endParaRPr lang="zh-CN" altLang="en-US" sz="1400">
                <a:solidFill>
                  <a:schemeClr val="tx2"/>
                </a:solidFill>
                <a:latin typeface="Calibri" panose="020F0502020204030204" pitchFamily="34" charset="0"/>
                <a:cs typeface="Calibri" panose="020F0502020204030204" pitchFamily="34" charset="0"/>
              </a:endParaRPr>
            </a:p>
          </p:txBody>
        </p:sp>
      </p:grpSp>
      <p:sp>
        <p:nvSpPr>
          <p:cNvPr id="1091" name="文本框 75">
            <a:extLst>
              <a:ext uri="{FF2B5EF4-FFF2-40B4-BE49-F238E27FC236}">
                <a16:creationId xmlns:a16="http://schemas.microsoft.com/office/drawing/2014/main" id="{BF09A098-39DC-4968-8B11-467189DCC0AD}"/>
              </a:ext>
            </a:extLst>
          </p:cNvPr>
          <p:cNvSpPr txBox="1"/>
          <p:nvPr/>
        </p:nvSpPr>
        <p:spPr bwMode="gray">
          <a:xfrm>
            <a:off x="5040534" y="3978030"/>
            <a:ext cx="475412" cy="307777"/>
          </a:xfrm>
          <a:prstGeom prst="rect">
            <a:avLst/>
          </a:prstGeom>
          <a:noFill/>
        </p:spPr>
        <p:txBody>
          <a:bodyPr wrap="square">
            <a:spAutoFit/>
          </a:bodyPr>
          <a:lstStyle/>
          <a:p>
            <a:r>
              <a:rPr lang="en-US" altLang="zh-CN" sz="1400" b="1">
                <a:solidFill>
                  <a:schemeClr val="tx2"/>
                </a:solidFill>
                <a:latin typeface="Calibri" panose="020F0502020204030204" pitchFamily="34" charset="0"/>
                <a:ea typeface="DengXian" panose="02010600030101010101" pitchFamily="2" charset="-122"/>
                <a:cs typeface="Calibri" panose="020F0502020204030204" pitchFamily="34" charset="0"/>
              </a:rPr>
              <a:t>②</a:t>
            </a:r>
            <a:endParaRPr lang="zh-CN" altLang="en-US" sz="1400">
              <a:solidFill>
                <a:schemeClr val="tx2"/>
              </a:solidFill>
              <a:latin typeface="Calibri" panose="020F0502020204030204" pitchFamily="34" charset="0"/>
              <a:cs typeface="Calibri" panose="020F0502020204030204" pitchFamily="34" charset="0"/>
            </a:endParaRPr>
          </a:p>
        </p:txBody>
      </p:sp>
      <p:sp>
        <p:nvSpPr>
          <p:cNvPr id="1092" name="文本框 42">
            <a:extLst>
              <a:ext uri="{FF2B5EF4-FFF2-40B4-BE49-F238E27FC236}">
                <a16:creationId xmlns:a16="http://schemas.microsoft.com/office/drawing/2014/main" id="{0D634C39-0B16-CC6F-DB00-F7BEB2387986}"/>
              </a:ext>
            </a:extLst>
          </p:cNvPr>
          <p:cNvSpPr txBox="1"/>
          <p:nvPr/>
        </p:nvSpPr>
        <p:spPr bwMode="gray">
          <a:xfrm>
            <a:off x="5702841" y="4850319"/>
            <a:ext cx="319266" cy="307777"/>
          </a:xfrm>
          <a:prstGeom prst="rect">
            <a:avLst/>
          </a:prstGeom>
          <a:noFill/>
        </p:spPr>
        <p:txBody>
          <a:bodyPr wrap="square">
            <a:spAutoFit/>
          </a:bodyPr>
          <a:lstStyle/>
          <a:p>
            <a:r>
              <a:rPr lang="en-US" altLang="zh-CN" sz="1400" b="1">
                <a:solidFill>
                  <a:schemeClr val="tx2"/>
                </a:solidFill>
                <a:latin typeface="Calibri" panose="020F0502020204030204" pitchFamily="34" charset="0"/>
                <a:ea typeface="DengXian" panose="02010600030101010101" pitchFamily="2" charset="-122"/>
                <a:cs typeface="Calibri" panose="020F0502020204030204" pitchFamily="34" charset="0"/>
              </a:rPr>
              <a:t>③</a:t>
            </a:r>
            <a:endParaRPr lang="zh-CN" altLang="en-US" sz="1400">
              <a:solidFill>
                <a:schemeClr val="tx2"/>
              </a:solidFill>
              <a:latin typeface="Calibri" panose="020F0502020204030204" pitchFamily="34" charset="0"/>
              <a:cs typeface="Calibri" panose="020F0502020204030204" pitchFamily="34" charset="0"/>
            </a:endParaRPr>
          </a:p>
        </p:txBody>
      </p:sp>
      <p:sp>
        <p:nvSpPr>
          <p:cNvPr id="1107" name="OTLSHAPE_SLM_1cf7670f781744c09f6645c42b1f62dc_Shape">
            <a:extLst>
              <a:ext uri="{FF2B5EF4-FFF2-40B4-BE49-F238E27FC236}">
                <a16:creationId xmlns:a16="http://schemas.microsoft.com/office/drawing/2014/main" id="{62174C50-2C27-8A13-06E7-2E629D3B0C6C}"/>
              </a:ext>
            </a:extLst>
          </p:cNvPr>
          <p:cNvSpPr/>
          <p:nvPr>
            <p:custDataLst>
              <p:tags r:id="rId5"/>
            </p:custDataLst>
          </p:nvPr>
        </p:nvSpPr>
        <p:spPr bwMode="gray">
          <a:xfrm>
            <a:off x="8899664" y="3911205"/>
            <a:ext cx="245986" cy="263230"/>
          </a:xfrm>
          <a:prstGeom prst="star5">
            <a:avLst>
              <a:gd name="adj" fmla="val 25000"/>
              <a:gd name="hf" fmla="val 105146"/>
              <a:gd name="vf" fmla="val 110557"/>
            </a:avLst>
          </a:prstGeom>
          <a:solidFill>
            <a:srgbClr val="FF00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latin typeface="Calibri" panose="020F0502020204030204" pitchFamily="34" charset="0"/>
              <a:cs typeface="Calibri" panose="020F0502020204030204" pitchFamily="34" charset="0"/>
            </a:endParaRPr>
          </a:p>
        </p:txBody>
      </p:sp>
      <p:sp>
        <p:nvSpPr>
          <p:cNvPr id="18" name="Rectangle 10">
            <a:extLst>
              <a:ext uri="{FF2B5EF4-FFF2-40B4-BE49-F238E27FC236}">
                <a16:creationId xmlns:a16="http://schemas.microsoft.com/office/drawing/2014/main" id="{B31F855C-A10C-B17E-6D92-341EC629EE5C}"/>
              </a:ext>
            </a:extLst>
          </p:cNvPr>
          <p:cNvSpPr/>
          <p:nvPr/>
        </p:nvSpPr>
        <p:spPr bwMode="gray">
          <a:xfrm>
            <a:off x="2036038" y="3921069"/>
            <a:ext cx="1694377" cy="692299"/>
          </a:xfrm>
          <a:prstGeom prst="rect">
            <a:avLst/>
          </a:prstGeom>
          <a:solidFill>
            <a:schemeClr val="accent6">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200">
                <a:solidFill>
                  <a:schemeClr val="bg2"/>
                </a:solidFill>
              </a:rPr>
              <a:t>If PEN submission package could be ready by Oct. 2027?</a:t>
            </a:r>
            <a:endParaRPr lang="zh-CN" altLang="en-US" sz="1200">
              <a:solidFill>
                <a:schemeClr val="bg2"/>
              </a:solidFill>
            </a:endParaRPr>
          </a:p>
        </p:txBody>
      </p:sp>
      <p:sp>
        <p:nvSpPr>
          <p:cNvPr id="1064" name="Rectangle 39">
            <a:extLst>
              <a:ext uri="{FF2B5EF4-FFF2-40B4-BE49-F238E27FC236}">
                <a16:creationId xmlns:a16="http://schemas.microsoft.com/office/drawing/2014/main" id="{7D537875-3F8C-F798-FE3B-8A1569F6AC34}"/>
              </a:ext>
            </a:extLst>
          </p:cNvPr>
          <p:cNvSpPr/>
          <p:nvPr/>
        </p:nvSpPr>
        <p:spPr bwMode="gray">
          <a:xfrm>
            <a:off x="3585022" y="4431187"/>
            <a:ext cx="930582" cy="2863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200" b="1">
                <a:solidFill>
                  <a:srgbClr val="FF0000"/>
                </a:solidFill>
              </a:rPr>
              <a:t>NO</a:t>
            </a:r>
            <a:endParaRPr lang="zh-CN" altLang="en-US" sz="1200" b="1">
              <a:solidFill>
                <a:srgbClr val="FF0000"/>
              </a:solidFill>
            </a:endParaRPr>
          </a:p>
        </p:txBody>
      </p:sp>
      <p:sp>
        <p:nvSpPr>
          <p:cNvPr id="1066" name="Rectangle 40">
            <a:extLst>
              <a:ext uri="{FF2B5EF4-FFF2-40B4-BE49-F238E27FC236}">
                <a16:creationId xmlns:a16="http://schemas.microsoft.com/office/drawing/2014/main" id="{4C19A961-FB0A-5CAD-B283-5F0B7FEBA654}"/>
              </a:ext>
            </a:extLst>
          </p:cNvPr>
          <p:cNvSpPr/>
          <p:nvPr/>
        </p:nvSpPr>
        <p:spPr bwMode="gray">
          <a:xfrm>
            <a:off x="3579759" y="3750381"/>
            <a:ext cx="930582" cy="286327"/>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altLang="zh-CN" sz="1200" b="1">
                <a:solidFill>
                  <a:schemeClr val="tx2"/>
                </a:solidFill>
              </a:rPr>
              <a:t>YES</a:t>
            </a:r>
            <a:endParaRPr lang="zh-CN" altLang="en-US" sz="1200" b="1">
              <a:solidFill>
                <a:schemeClr val="tx2"/>
              </a:solidFill>
            </a:endParaRPr>
          </a:p>
        </p:txBody>
      </p:sp>
      <p:cxnSp>
        <p:nvCxnSpPr>
          <p:cNvPr id="1074" name="Straight Connector 27">
            <a:extLst>
              <a:ext uri="{FF2B5EF4-FFF2-40B4-BE49-F238E27FC236}">
                <a16:creationId xmlns:a16="http://schemas.microsoft.com/office/drawing/2014/main" id="{6195A955-E069-75A5-D71F-0C564E7A8C6C}"/>
              </a:ext>
            </a:extLst>
          </p:cNvPr>
          <p:cNvCxnSpPr>
            <a:cxnSpLocks/>
          </p:cNvCxnSpPr>
          <p:nvPr/>
        </p:nvCxnSpPr>
        <p:spPr bwMode="gray">
          <a:xfrm rot="16200000">
            <a:off x="3991328" y="3996503"/>
            <a:ext cx="0" cy="51262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5" name="Connector: Elbow 72">
            <a:extLst>
              <a:ext uri="{FF2B5EF4-FFF2-40B4-BE49-F238E27FC236}">
                <a16:creationId xmlns:a16="http://schemas.microsoft.com/office/drawing/2014/main" id="{0FAACAAD-353B-9FC0-4FCB-778FC2B9C22E}"/>
              </a:ext>
            </a:extLst>
          </p:cNvPr>
          <p:cNvCxnSpPr>
            <a:cxnSpLocks/>
          </p:cNvCxnSpPr>
          <p:nvPr/>
        </p:nvCxnSpPr>
        <p:spPr bwMode="gray">
          <a:xfrm rot="16200000" flipV="1">
            <a:off x="4211090" y="4282898"/>
            <a:ext cx="607610" cy="549541"/>
          </a:xfrm>
          <a:prstGeom prst="bentConnector3">
            <a:avLst>
              <a:gd name="adj1" fmla="val -6435"/>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8" name="Connector: Elbow 35">
            <a:extLst>
              <a:ext uri="{FF2B5EF4-FFF2-40B4-BE49-F238E27FC236}">
                <a16:creationId xmlns:a16="http://schemas.microsoft.com/office/drawing/2014/main" id="{3D86AF28-3A9E-B5ED-2909-307E70C93D3E}"/>
              </a:ext>
            </a:extLst>
          </p:cNvPr>
          <p:cNvCxnSpPr>
            <a:cxnSpLocks/>
            <a:endCxn id="1090" idx="3"/>
          </p:cNvCxnSpPr>
          <p:nvPr/>
        </p:nvCxnSpPr>
        <p:spPr bwMode="gray">
          <a:xfrm rot="5400000" flipH="1" flipV="1">
            <a:off x="4148993" y="3393150"/>
            <a:ext cx="953874" cy="771638"/>
          </a:xfrm>
          <a:prstGeom prst="bentConnector2">
            <a:avLst/>
          </a:prstGeom>
          <a:ln w="63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93" name="Connector: Elbow 78">
            <a:extLst>
              <a:ext uri="{FF2B5EF4-FFF2-40B4-BE49-F238E27FC236}">
                <a16:creationId xmlns:a16="http://schemas.microsoft.com/office/drawing/2014/main" id="{155DDF7C-C966-6674-B746-8EDBD8C4D170}"/>
              </a:ext>
            </a:extLst>
          </p:cNvPr>
          <p:cNvCxnSpPr>
            <a:cxnSpLocks/>
          </p:cNvCxnSpPr>
          <p:nvPr/>
        </p:nvCxnSpPr>
        <p:spPr bwMode="gray">
          <a:xfrm>
            <a:off x="4783611" y="4917291"/>
            <a:ext cx="849660" cy="487415"/>
          </a:xfrm>
          <a:prstGeom prst="bentConnector3">
            <a:avLst>
              <a:gd name="adj1" fmla="val -124"/>
            </a:avLst>
          </a:prstGeom>
          <a:ln w="63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94" name="Connector: Elbow 79">
            <a:extLst>
              <a:ext uri="{FF2B5EF4-FFF2-40B4-BE49-F238E27FC236}">
                <a16:creationId xmlns:a16="http://schemas.microsoft.com/office/drawing/2014/main" id="{32AE3BDF-1BE8-E7B6-3426-58012BD7C956}"/>
              </a:ext>
            </a:extLst>
          </p:cNvPr>
          <p:cNvCxnSpPr>
            <a:cxnSpLocks/>
          </p:cNvCxnSpPr>
          <p:nvPr/>
        </p:nvCxnSpPr>
        <p:spPr bwMode="gray">
          <a:xfrm rot="5400000" flipH="1" flipV="1">
            <a:off x="4623173" y="4529243"/>
            <a:ext cx="541999" cy="210655"/>
          </a:xfrm>
          <a:prstGeom prst="bentConnector2">
            <a:avLst/>
          </a:prstGeom>
          <a:ln w="63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06" name="矩形 1105">
            <a:extLst>
              <a:ext uri="{FF2B5EF4-FFF2-40B4-BE49-F238E27FC236}">
                <a16:creationId xmlns:a16="http://schemas.microsoft.com/office/drawing/2014/main" id="{4E5440ED-0A09-2070-1F5B-0F18EE45ED47}"/>
              </a:ext>
            </a:extLst>
          </p:cNvPr>
          <p:cNvSpPr/>
          <p:nvPr/>
        </p:nvSpPr>
        <p:spPr bwMode="gray">
          <a:xfrm>
            <a:off x="8726049" y="3903377"/>
            <a:ext cx="786868" cy="82525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86" name="文本框 1085">
            <a:extLst>
              <a:ext uri="{FF2B5EF4-FFF2-40B4-BE49-F238E27FC236}">
                <a16:creationId xmlns:a16="http://schemas.microsoft.com/office/drawing/2014/main" id="{D5AE8FB4-B847-5F3B-10BF-A7FF64638ECE}"/>
              </a:ext>
            </a:extLst>
          </p:cNvPr>
          <p:cNvSpPr txBox="1"/>
          <p:nvPr/>
        </p:nvSpPr>
        <p:spPr bwMode="gray">
          <a:xfrm>
            <a:off x="9133488" y="4007941"/>
            <a:ext cx="2867968" cy="553998"/>
          </a:xfrm>
          <a:prstGeom prst="rect">
            <a:avLst/>
          </a:prstGeom>
        </p:spPr>
        <p:style>
          <a:lnRef idx="1">
            <a:schemeClr val="accent3"/>
          </a:lnRef>
          <a:fillRef idx="2">
            <a:schemeClr val="accent3"/>
          </a:fillRef>
          <a:effectRef idx="1">
            <a:schemeClr val="accent3"/>
          </a:effectRef>
          <a:fontRef idx="minor">
            <a:schemeClr val="dk1"/>
          </a:fontRef>
        </p:style>
        <p:txBody>
          <a:bodyPr wrap="square" lIns="0" tIns="0" rIns="0" bIns="0" rtlCol="0">
            <a:spAutoFit/>
          </a:bodyPr>
          <a:lstStyle/>
          <a:p>
            <a:pPr marL="245700" indent="-171450">
              <a:buFont typeface="Arial" panose="020B0604020202020204" pitchFamily="34" charset="0"/>
              <a:buChar char="•"/>
            </a:pPr>
            <a:r>
              <a:rPr lang="en-US" altLang="zh-CN" sz="1200"/>
              <a:t>Earliest MASH approval (for AI)</a:t>
            </a:r>
          </a:p>
          <a:p>
            <a:pPr marL="245700" indent="-171450">
              <a:buFont typeface="Arial" panose="020B0604020202020204" pitchFamily="34" charset="0"/>
              <a:buChar char="•"/>
            </a:pPr>
            <a:r>
              <a:rPr lang="en-US" altLang="zh-CN" sz="1200"/>
              <a:t>Same approval timeline for Obesity Pen and MASH Pen</a:t>
            </a:r>
          </a:p>
        </p:txBody>
      </p:sp>
      <p:sp>
        <p:nvSpPr>
          <p:cNvPr id="1055" name="OTLSHAPE_SLM_ad381d558991415bba51c004be78ac2a_Title">
            <a:extLst>
              <a:ext uri="{FF2B5EF4-FFF2-40B4-BE49-F238E27FC236}">
                <a16:creationId xmlns:a16="http://schemas.microsoft.com/office/drawing/2014/main" id="{4633D4EB-31FB-EE9C-FDCD-DDEFFF592A88}"/>
              </a:ext>
            </a:extLst>
          </p:cNvPr>
          <p:cNvSpPr txBox="1"/>
          <p:nvPr>
            <p:custDataLst>
              <p:tags r:id="rId6"/>
            </p:custDataLst>
          </p:nvPr>
        </p:nvSpPr>
        <p:spPr bwMode="gray">
          <a:xfrm>
            <a:off x="6770219" y="2672765"/>
            <a:ext cx="755446" cy="386516"/>
          </a:xfrm>
          <a:prstGeom prst="rect">
            <a:avLst/>
          </a:prstGeom>
          <a:noFill/>
        </p:spPr>
        <p:txBody>
          <a:bodyPr vert="horz" wrap="square" lIns="0" tIns="0" rIns="0" bIns="0" rtlCol="0" anchor="ctr" anchorCtr="0">
            <a:spAutoFit/>
          </a:bodyPr>
          <a:lstStyle/>
          <a:p>
            <a:pPr algn="ctr">
              <a:lnSpc>
                <a:spcPts val="1000"/>
              </a:lnSpc>
            </a:pPr>
            <a:r>
              <a:rPr lang="en-US" altLang="zh-CN" sz="1000" b="1" spc="-2">
                <a:solidFill>
                  <a:schemeClr val="tx2"/>
                </a:solidFill>
                <a:latin typeface="Calibri" panose="020F0502020204030204" pitchFamily="34" charset="0"/>
                <a:cs typeface="Calibri" panose="020F0502020204030204" pitchFamily="34" charset="0"/>
              </a:rPr>
              <a:t>Obesity/</a:t>
            </a:r>
            <a:r>
              <a:rPr lang="en-US" altLang="zh-CN" sz="1000" b="1" spc="-2">
                <a:solidFill>
                  <a:srgbClr val="0000CC"/>
                </a:solidFill>
                <a:latin typeface="Calibri" panose="020F0502020204030204" pitchFamily="34" charset="0"/>
                <a:cs typeface="Calibri" panose="020F0502020204030204" pitchFamily="34" charset="0"/>
              </a:rPr>
              <a:t>PEN</a:t>
            </a:r>
            <a:endParaRPr lang="en-US" sz="1000" spc="-2">
              <a:solidFill>
                <a:srgbClr val="0000CC"/>
              </a:solidFill>
              <a:latin typeface="Calibri" panose="020F0502020204030204" pitchFamily="34" charset="0"/>
              <a:cs typeface="Calibri" panose="020F0502020204030204" pitchFamily="34" charset="0"/>
            </a:endParaRPr>
          </a:p>
          <a:p>
            <a:pPr algn="ctr">
              <a:lnSpc>
                <a:spcPts val="1000"/>
              </a:lnSpc>
            </a:pPr>
            <a:r>
              <a:rPr lang="en-US" sz="1000" spc="-2">
                <a:solidFill>
                  <a:schemeClr val="dk1"/>
                </a:solidFill>
                <a:latin typeface="Calibri" panose="020F0502020204030204" pitchFamily="34" charset="0"/>
                <a:cs typeface="Calibri" panose="020F0502020204030204" pitchFamily="34" charset="0"/>
              </a:rPr>
              <a:t>review </a:t>
            </a:r>
          </a:p>
          <a:p>
            <a:pPr algn="ctr">
              <a:lnSpc>
                <a:spcPts val="1000"/>
              </a:lnSpc>
            </a:pPr>
            <a:r>
              <a:rPr lang="en-US" sz="1000" spc="-2">
                <a:solidFill>
                  <a:schemeClr val="dk1"/>
                </a:solidFill>
                <a:latin typeface="Calibri" panose="020F0502020204030204" pitchFamily="34" charset="0"/>
                <a:cs typeface="Calibri" panose="020F0502020204030204" pitchFamily="34" charset="0"/>
              </a:rPr>
              <a:t>12M*</a:t>
            </a:r>
          </a:p>
        </p:txBody>
      </p:sp>
      <p:sp>
        <p:nvSpPr>
          <p:cNvPr id="1037" name="Star: 7 Points 1036">
            <a:extLst>
              <a:ext uri="{FF2B5EF4-FFF2-40B4-BE49-F238E27FC236}">
                <a16:creationId xmlns:a16="http://schemas.microsoft.com/office/drawing/2014/main" id="{6EC23F8D-6D29-6592-DEFA-7A861CA3A688}"/>
              </a:ext>
            </a:extLst>
          </p:cNvPr>
          <p:cNvSpPr/>
          <p:nvPr/>
        </p:nvSpPr>
        <p:spPr bwMode="gray">
          <a:xfrm>
            <a:off x="7858719" y="3497267"/>
            <a:ext cx="263400" cy="231480"/>
          </a:xfrm>
          <a:prstGeom prst="star7">
            <a:avLst/>
          </a:prstGeom>
          <a:solidFill>
            <a:srgbClr val="C00000"/>
          </a:solidFill>
          <a:ln w="6350">
            <a:solidFill>
              <a:srgbClr val="C000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OTLSHAPE_SLM_ad381d558991415bba51c004be78ac2a_Title">
            <a:extLst>
              <a:ext uri="{FF2B5EF4-FFF2-40B4-BE49-F238E27FC236}">
                <a16:creationId xmlns:a16="http://schemas.microsoft.com/office/drawing/2014/main" id="{44206A72-03DC-BAE3-2D4C-6AEDB2D046BA}"/>
              </a:ext>
            </a:extLst>
          </p:cNvPr>
          <p:cNvSpPr txBox="1"/>
          <p:nvPr>
            <p:custDataLst>
              <p:tags r:id="rId7"/>
            </p:custDataLst>
          </p:nvPr>
        </p:nvSpPr>
        <p:spPr bwMode="gray">
          <a:xfrm>
            <a:off x="1775818" y="6132330"/>
            <a:ext cx="7174217" cy="514756"/>
          </a:xfrm>
          <a:prstGeom prst="rect">
            <a:avLst/>
          </a:prstGeom>
          <a:noFill/>
        </p:spPr>
        <p:txBody>
          <a:bodyPr vert="horz" wrap="square" lIns="0" tIns="0" rIns="0" bIns="0" rtlCol="0" anchor="ctr" anchorCtr="0">
            <a:spAutoFit/>
          </a:bodyPr>
          <a:lstStyle/>
          <a:p>
            <a:pPr marL="171450" indent="-171450">
              <a:lnSpc>
                <a:spcPts val="1000"/>
              </a:lnSpc>
              <a:buFont typeface="Calibri" panose="020F0502020204030204" pitchFamily="34" charset="0"/>
              <a:buChar char="*"/>
            </a:pPr>
            <a:r>
              <a:rPr lang="en-US" sz="1000" spc="-2">
                <a:solidFill>
                  <a:schemeClr val="dk1"/>
                </a:solidFill>
                <a:latin typeface="Calibri" panose="020F0502020204030204" pitchFamily="34" charset="0"/>
                <a:cs typeface="Calibri" panose="020F0502020204030204" pitchFamily="34" charset="0"/>
              </a:rPr>
              <a:t>12M approval timeline for post-approval change is set for scenario 1: leverage with MASH/Pen NDA application, apply to waive QC testing and  accelerate Obesity/Pen review timeline. </a:t>
            </a:r>
          </a:p>
          <a:p>
            <a:pPr>
              <a:lnSpc>
                <a:spcPts val="1000"/>
              </a:lnSpc>
            </a:pPr>
            <a:r>
              <a:rPr lang="en-US" altLang="zh-CN" sz="1000" spc="-2">
                <a:solidFill>
                  <a:schemeClr val="dk1"/>
                </a:solidFill>
                <a:latin typeface="Calibri" panose="020F0502020204030204" pitchFamily="34" charset="0"/>
                <a:cs typeface="Calibri" panose="020F0502020204030204" pitchFamily="34" charset="0"/>
              </a:rPr>
              <a:t>      A check point is set up in Oct 2028 to further evaluate Obesity/PEN post- approval timeline, due to evolvement of China regulation.</a:t>
            </a:r>
          </a:p>
          <a:p>
            <a:pPr>
              <a:lnSpc>
                <a:spcPts val="1000"/>
              </a:lnSpc>
            </a:pPr>
            <a:r>
              <a:rPr lang="en-US" altLang="zh-CN" sz="1000" spc="-2">
                <a:solidFill>
                  <a:schemeClr val="dk1"/>
                </a:solidFill>
                <a:latin typeface="Calibri" panose="020F0502020204030204" pitchFamily="34" charset="0"/>
                <a:cs typeface="Calibri" panose="020F0502020204030204" pitchFamily="34" charset="0"/>
              </a:rPr>
              <a:t>      Reminder to consider the supply of AI and PEN. </a:t>
            </a:r>
            <a:endParaRPr lang="en-US" sz="1000" spc="-2">
              <a:solidFill>
                <a:schemeClr val="dk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371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4"/>
                                        </p:tgtEl>
                                        <p:attrNameLst>
                                          <p:attrName>style.visibility</p:attrName>
                                        </p:attrNameLst>
                                      </p:cBhvr>
                                      <p:to>
                                        <p:strVal val="visible"/>
                                      </p:to>
                                    </p:set>
                                    <p:animEffect transition="in" filter="fade">
                                      <p:cBhvr>
                                        <p:cTn id="7" dur="500"/>
                                        <p:tgtEl>
                                          <p:spTgt spid="107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66"/>
                                        </p:tgtEl>
                                        <p:attrNameLst>
                                          <p:attrName>style.visibility</p:attrName>
                                        </p:attrNameLst>
                                      </p:cBhvr>
                                      <p:to>
                                        <p:strVal val="visible"/>
                                      </p:to>
                                    </p:set>
                                    <p:animEffect transition="in" filter="fade">
                                      <p:cBhvr>
                                        <p:cTn id="10" dur="500"/>
                                        <p:tgtEl>
                                          <p:spTgt spid="1066"/>
                                        </p:tgtEl>
                                      </p:cBhvr>
                                    </p:animEffect>
                                  </p:childTnLst>
                                </p:cTn>
                              </p:par>
                              <p:par>
                                <p:cTn id="11" presetID="10" presetClass="entr" presetSubtype="0" fill="hold" nodeType="withEffect">
                                  <p:stCondLst>
                                    <p:cond delay="0"/>
                                  </p:stCondLst>
                                  <p:childTnLst>
                                    <p:set>
                                      <p:cBhvr>
                                        <p:cTn id="12" dur="1" fill="hold">
                                          <p:stCondLst>
                                            <p:cond delay="0"/>
                                          </p:stCondLst>
                                        </p:cTn>
                                        <p:tgtEl>
                                          <p:spTgt spid="1088"/>
                                        </p:tgtEl>
                                        <p:attrNameLst>
                                          <p:attrName>style.visibility</p:attrName>
                                        </p:attrNameLst>
                                      </p:cBhvr>
                                      <p:to>
                                        <p:strVal val="visible"/>
                                      </p:to>
                                    </p:set>
                                    <p:animEffect transition="in" filter="fade">
                                      <p:cBhvr>
                                        <p:cTn id="13" dur="500"/>
                                        <p:tgtEl>
                                          <p:spTgt spid="108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84"/>
                                        </p:tgtEl>
                                        <p:attrNameLst>
                                          <p:attrName>style.visibility</p:attrName>
                                        </p:attrNameLst>
                                      </p:cBhvr>
                                      <p:to>
                                        <p:strVal val="visible"/>
                                      </p:to>
                                    </p:set>
                                    <p:animEffect transition="in" filter="fade">
                                      <p:cBhvr>
                                        <p:cTn id="16" dur="500"/>
                                        <p:tgtEl>
                                          <p:spTgt spid="1084"/>
                                        </p:tgtEl>
                                      </p:cBhvr>
                                    </p:animEffect>
                                  </p:childTnLst>
                                </p:cTn>
                              </p:par>
                              <p:par>
                                <p:cTn id="17" presetID="10" presetClass="entr" presetSubtype="0" fill="hold" nodeType="withEffect">
                                  <p:stCondLst>
                                    <p:cond delay="0"/>
                                  </p:stCondLst>
                                  <p:childTnLst>
                                    <p:set>
                                      <p:cBhvr>
                                        <p:cTn id="18" dur="1" fill="hold">
                                          <p:stCondLst>
                                            <p:cond delay="0"/>
                                          </p:stCondLst>
                                        </p:cTn>
                                        <p:tgtEl>
                                          <p:spTgt spid="1110"/>
                                        </p:tgtEl>
                                        <p:attrNameLst>
                                          <p:attrName>style.visibility</p:attrName>
                                        </p:attrNameLst>
                                      </p:cBhvr>
                                      <p:to>
                                        <p:strVal val="visible"/>
                                      </p:to>
                                    </p:set>
                                    <p:animEffect transition="in" filter="fade">
                                      <p:cBhvr>
                                        <p:cTn id="19" dur="500"/>
                                        <p:tgtEl>
                                          <p:spTgt spid="11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64"/>
                                        </p:tgtEl>
                                        <p:attrNameLst>
                                          <p:attrName>style.visibility</p:attrName>
                                        </p:attrNameLst>
                                      </p:cBhvr>
                                      <p:to>
                                        <p:strVal val="visible"/>
                                      </p:to>
                                    </p:set>
                                    <p:animEffect transition="in" filter="fade">
                                      <p:cBhvr>
                                        <p:cTn id="24" dur="500"/>
                                        <p:tgtEl>
                                          <p:spTgt spid="1064"/>
                                        </p:tgtEl>
                                      </p:cBhvr>
                                    </p:animEffect>
                                  </p:childTnLst>
                                </p:cTn>
                              </p:par>
                              <p:par>
                                <p:cTn id="25" presetID="10" presetClass="entr" presetSubtype="0" fill="hold" nodeType="withEffect">
                                  <p:stCondLst>
                                    <p:cond delay="0"/>
                                  </p:stCondLst>
                                  <p:childTnLst>
                                    <p:set>
                                      <p:cBhvr>
                                        <p:cTn id="26" dur="1" fill="hold">
                                          <p:stCondLst>
                                            <p:cond delay="0"/>
                                          </p:stCondLst>
                                        </p:cTn>
                                        <p:tgtEl>
                                          <p:spTgt spid="1109"/>
                                        </p:tgtEl>
                                        <p:attrNameLst>
                                          <p:attrName>style.visibility</p:attrName>
                                        </p:attrNameLst>
                                      </p:cBhvr>
                                      <p:to>
                                        <p:strVal val="visible"/>
                                      </p:to>
                                    </p:set>
                                    <p:animEffect transition="in" filter="fade">
                                      <p:cBhvr>
                                        <p:cTn id="27" dur="500"/>
                                        <p:tgtEl>
                                          <p:spTgt spid="1109"/>
                                        </p:tgtEl>
                                      </p:cBhvr>
                                    </p:animEffect>
                                  </p:childTnLst>
                                </p:cTn>
                              </p:par>
                              <p:par>
                                <p:cTn id="28" presetID="10" presetClass="entr" presetSubtype="0" fill="hold" nodeType="withEffect">
                                  <p:stCondLst>
                                    <p:cond delay="0"/>
                                  </p:stCondLst>
                                  <p:childTnLst>
                                    <p:set>
                                      <p:cBhvr>
                                        <p:cTn id="29" dur="1" fill="hold">
                                          <p:stCondLst>
                                            <p:cond delay="0"/>
                                          </p:stCondLst>
                                        </p:cTn>
                                        <p:tgtEl>
                                          <p:spTgt spid="1085"/>
                                        </p:tgtEl>
                                        <p:attrNameLst>
                                          <p:attrName>style.visibility</p:attrName>
                                        </p:attrNameLst>
                                      </p:cBhvr>
                                      <p:to>
                                        <p:strVal val="visible"/>
                                      </p:to>
                                    </p:set>
                                    <p:animEffect transition="in" filter="fade">
                                      <p:cBhvr>
                                        <p:cTn id="30" dur="500"/>
                                        <p:tgtEl>
                                          <p:spTgt spid="108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91"/>
                                        </p:tgtEl>
                                        <p:attrNameLst>
                                          <p:attrName>style.visibility</p:attrName>
                                        </p:attrNameLst>
                                      </p:cBhvr>
                                      <p:to>
                                        <p:strVal val="visible"/>
                                      </p:to>
                                    </p:set>
                                    <p:animEffect transition="in" filter="fade">
                                      <p:cBhvr>
                                        <p:cTn id="33" dur="500"/>
                                        <p:tgtEl>
                                          <p:spTgt spid="1091"/>
                                        </p:tgtEl>
                                      </p:cBhvr>
                                    </p:animEffect>
                                  </p:childTnLst>
                                </p:cTn>
                              </p:par>
                              <p:par>
                                <p:cTn id="34" presetID="10" presetClass="entr" presetSubtype="0" fill="hold" nodeType="withEffect">
                                  <p:stCondLst>
                                    <p:cond delay="0"/>
                                  </p:stCondLst>
                                  <p:childTnLst>
                                    <p:set>
                                      <p:cBhvr>
                                        <p:cTn id="35" dur="1" fill="hold">
                                          <p:stCondLst>
                                            <p:cond delay="0"/>
                                          </p:stCondLst>
                                        </p:cTn>
                                        <p:tgtEl>
                                          <p:spTgt spid="1094"/>
                                        </p:tgtEl>
                                        <p:attrNameLst>
                                          <p:attrName>style.visibility</p:attrName>
                                        </p:attrNameLst>
                                      </p:cBhvr>
                                      <p:to>
                                        <p:strVal val="visible"/>
                                      </p:to>
                                    </p:set>
                                    <p:animEffect transition="in" filter="fade">
                                      <p:cBhvr>
                                        <p:cTn id="36" dur="500"/>
                                        <p:tgtEl>
                                          <p:spTgt spid="109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106"/>
                                        </p:tgtEl>
                                        <p:attrNameLst>
                                          <p:attrName>style.visibility</p:attrName>
                                        </p:attrNameLst>
                                      </p:cBhvr>
                                      <p:to>
                                        <p:strVal val="visible"/>
                                      </p:to>
                                    </p:set>
                                    <p:animEffect transition="in" filter="fade">
                                      <p:cBhvr>
                                        <p:cTn id="39" dur="500"/>
                                        <p:tgtEl>
                                          <p:spTgt spid="110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086"/>
                                        </p:tgtEl>
                                        <p:attrNameLst>
                                          <p:attrName>style.visibility</p:attrName>
                                        </p:attrNameLst>
                                      </p:cBhvr>
                                      <p:to>
                                        <p:strVal val="visible"/>
                                      </p:to>
                                    </p:set>
                                    <p:animEffect transition="in" filter="fade">
                                      <p:cBhvr>
                                        <p:cTn id="42" dur="500"/>
                                        <p:tgtEl>
                                          <p:spTgt spid="108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93"/>
                                        </p:tgtEl>
                                        <p:attrNameLst>
                                          <p:attrName>style.visibility</p:attrName>
                                        </p:attrNameLst>
                                      </p:cBhvr>
                                      <p:to>
                                        <p:strVal val="visible"/>
                                      </p:to>
                                    </p:set>
                                    <p:animEffect transition="in" filter="fade">
                                      <p:cBhvr>
                                        <p:cTn id="47" dur="500"/>
                                        <p:tgtEl>
                                          <p:spTgt spid="1093"/>
                                        </p:tgtEl>
                                      </p:cBhvr>
                                    </p:animEffect>
                                  </p:childTnLst>
                                </p:cTn>
                              </p:par>
                              <p:par>
                                <p:cTn id="48" presetID="10" presetClass="entr" presetSubtype="0" fill="hold" nodeType="withEffect">
                                  <p:stCondLst>
                                    <p:cond delay="0"/>
                                  </p:stCondLst>
                                  <p:childTnLst>
                                    <p:set>
                                      <p:cBhvr>
                                        <p:cTn id="49" dur="1" fill="hold">
                                          <p:stCondLst>
                                            <p:cond delay="0"/>
                                          </p:stCondLst>
                                        </p:cTn>
                                        <p:tgtEl>
                                          <p:spTgt spid="1027"/>
                                        </p:tgtEl>
                                        <p:attrNameLst>
                                          <p:attrName>style.visibility</p:attrName>
                                        </p:attrNameLst>
                                      </p:cBhvr>
                                      <p:to>
                                        <p:strVal val="visible"/>
                                      </p:to>
                                    </p:set>
                                    <p:animEffect transition="in" filter="fade">
                                      <p:cBhvr>
                                        <p:cTn id="50" dur="500"/>
                                        <p:tgtEl>
                                          <p:spTgt spid="102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087"/>
                                        </p:tgtEl>
                                        <p:attrNameLst>
                                          <p:attrName>style.visibility</p:attrName>
                                        </p:attrNameLst>
                                      </p:cBhvr>
                                      <p:to>
                                        <p:strVal val="visible"/>
                                      </p:to>
                                    </p:set>
                                    <p:animEffect transition="in" filter="fade">
                                      <p:cBhvr>
                                        <p:cTn id="53" dur="500"/>
                                        <p:tgtEl>
                                          <p:spTgt spid="108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092"/>
                                        </p:tgtEl>
                                        <p:attrNameLst>
                                          <p:attrName>style.visibility</p:attrName>
                                        </p:attrNameLst>
                                      </p:cBhvr>
                                      <p:to>
                                        <p:strVal val="visible"/>
                                      </p:to>
                                    </p:set>
                                    <p:animEffect transition="in" filter="fade">
                                      <p:cBhvr>
                                        <p:cTn id="56" dur="500"/>
                                        <p:tgtEl>
                                          <p:spTgt spid="10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4" grpId="0" animBg="1"/>
      <p:bldP spid="1087" grpId="0" animBg="1"/>
      <p:bldP spid="1091" grpId="0"/>
      <p:bldP spid="1092" grpId="0"/>
      <p:bldP spid="1064" grpId="0"/>
      <p:bldP spid="1066" grpId="0"/>
      <p:bldP spid="1106" grpId="0" animBg="1"/>
      <p:bldP spid="1086"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A2E11-4FA7-8C57-A8AB-CAD6C1EAE8AF}"/>
              </a:ext>
            </a:extLst>
          </p:cNvPr>
          <p:cNvSpPr>
            <a:spLocks noGrp="1"/>
          </p:cNvSpPr>
          <p:nvPr>
            <p:ph type="title"/>
          </p:nvPr>
        </p:nvSpPr>
        <p:spPr/>
        <p:txBody>
          <a:bodyPr/>
          <a:lstStyle/>
          <a:p>
            <a:r>
              <a:rPr lang="en-US" altLang="zh-CN"/>
              <a:t>Registration information summary</a:t>
            </a:r>
            <a:endParaRPr lang="zh-CN" altLang="en-US"/>
          </a:p>
        </p:txBody>
      </p:sp>
      <p:sp>
        <p:nvSpPr>
          <p:cNvPr id="4" name="页脚占位符 3">
            <a:extLst>
              <a:ext uri="{FF2B5EF4-FFF2-40B4-BE49-F238E27FC236}">
                <a16:creationId xmlns:a16="http://schemas.microsoft.com/office/drawing/2014/main" id="{013C6C96-0547-DECD-034D-67EF154733EB}"/>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D0B0C8A5-ACFA-1679-6420-9A4B13C202AE}"/>
              </a:ext>
            </a:extLst>
          </p:cNvPr>
          <p:cNvSpPr>
            <a:spLocks noGrp="1"/>
          </p:cNvSpPr>
          <p:nvPr>
            <p:ph type="sldNum" sz="quarter" idx="11"/>
          </p:nvPr>
        </p:nvSpPr>
        <p:spPr/>
        <p:txBody>
          <a:bodyPr/>
          <a:lstStyle/>
          <a:p>
            <a:fld id="{8FF9B0DE-3FEB-4AA0-B465-B80EF7C1333D}" type="slidenum">
              <a:rPr lang="en-US" smtClean="0"/>
              <a:pPr/>
              <a:t>13</a:t>
            </a:fld>
            <a:endParaRPr lang="en-US"/>
          </a:p>
        </p:txBody>
      </p:sp>
      <p:grpSp>
        <p:nvGrpSpPr>
          <p:cNvPr id="12" name="组合 11">
            <a:extLst>
              <a:ext uri="{FF2B5EF4-FFF2-40B4-BE49-F238E27FC236}">
                <a16:creationId xmlns:a16="http://schemas.microsoft.com/office/drawing/2014/main" id="{C966A07F-2607-2249-993F-81A3BB814E71}"/>
              </a:ext>
            </a:extLst>
          </p:cNvPr>
          <p:cNvGrpSpPr/>
          <p:nvPr/>
        </p:nvGrpSpPr>
        <p:grpSpPr>
          <a:xfrm>
            <a:off x="479424" y="1234217"/>
            <a:ext cx="8969376" cy="707799"/>
            <a:chOff x="479424" y="1341223"/>
            <a:chExt cx="8969376" cy="707799"/>
          </a:xfrm>
        </p:grpSpPr>
        <p:sp>
          <p:nvSpPr>
            <p:cNvPr id="13" name="文本框 12">
              <a:extLst>
                <a:ext uri="{FF2B5EF4-FFF2-40B4-BE49-F238E27FC236}">
                  <a16:creationId xmlns:a16="http://schemas.microsoft.com/office/drawing/2014/main" id="{0FB36949-281E-F5E7-02CC-C1ACFE3E05FC}"/>
                </a:ext>
              </a:extLst>
            </p:cNvPr>
            <p:cNvSpPr txBox="1"/>
            <p:nvPr/>
          </p:nvSpPr>
          <p:spPr bwMode="gray">
            <a:xfrm>
              <a:off x="479424" y="1341223"/>
              <a:ext cx="3814119" cy="394916"/>
            </a:xfrm>
            <a:prstGeom prst="rect">
              <a:avLst/>
            </a:prstGeom>
            <a:noFill/>
          </p:spPr>
          <p:txBody>
            <a:bodyPr wrap="square" lIns="0" tIns="0" rIns="0" bIns="0" rtlCol="0">
              <a:spAutoFit/>
            </a:bodyPr>
            <a:lstStyle/>
            <a:p>
              <a:pPr marL="342900" indent="-342900">
                <a:lnSpc>
                  <a:spcPct val="140000"/>
                </a:lnSpc>
                <a:buFont typeface="Arial" panose="020B0604020202020204" pitchFamily="34" charset="0"/>
                <a:buChar char="•"/>
              </a:pPr>
              <a:r>
                <a:rPr lang="en-US" altLang="zh-CN" sz="2000" b="1">
                  <a:solidFill>
                    <a:schemeClr val="tx2"/>
                  </a:solidFill>
                </a:rPr>
                <a:t>INN </a:t>
              </a:r>
              <a:endParaRPr lang="zh-CN" altLang="en-US" sz="2000" b="1">
                <a:solidFill>
                  <a:schemeClr val="tx2"/>
                </a:solidFill>
              </a:endParaRPr>
            </a:p>
          </p:txBody>
        </p:sp>
        <p:sp>
          <p:nvSpPr>
            <p:cNvPr id="14" name="文本框 13">
              <a:extLst>
                <a:ext uri="{FF2B5EF4-FFF2-40B4-BE49-F238E27FC236}">
                  <a16:creationId xmlns:a16="http://schemas.microsoft.com/office/drawing/2014/main" id="{44B6C3C6-C3D8-1F67-C0FB-7996A227EA39}"/>
                </a:ext>
              </a:extLst>
            </p:cNvPr>
            <p:cNvSpPr txBox="1"/>
            <p:nvPr/>
          </p:nvSpPr>
          <p:spPr bwMode="gray">
            <a:xfrm>
              <a:off x="821258" y="1733102"/>
              <a:ext cx="8627542" cy="315920"/>
            </a:xfrm>
            <a:prstGeom prst="rect">
              <a:avLst/>
            </a:prstGeom>
            <a:noFill/>
          </p:spPr>
          <p:txBody>
            <a:bodyPr wrap="square" lIns="0" tIns="0" rIns="0" bIns="0" rtlCol="0">
              <a:spAutoFit/>
            </a:bodyPr>
            <a:lstStyle/>
            <a:p>
              <a:pPr algn="l">
                <a:lnSpc>
                  <a:spcPct val="140000"/>
                </a:lnSpc>
                <a:spcBef>
                  <a:spcPts val="600"/>
                </a:spcBef>
              </a:pPr>
              <a:r>
                <a:rPr lang="en-US" altLang="zh-CN" sz="1600"/>
                <a:t>Survodutide Injection</a:t>
              </a:r>
              <a:endParaRPr lang="zh-CN" altLang="en-US" sz="1600" i="1"/>
            </a:p>
          </p:txBody>
        </p:sp>
      </p:grpSp>
      <p:grpSp>
        <p:nvGrpSpPr>
          <p:cNvPr id="15" name="组合 14">
            <a:extLst>
              <a:ext uri="{FF2B5EF4-FFF2-40B4-BE49-F238E27FC236}">
                <a16:creationId xmlns:a16="http://schemas.microsoft.com/office/drawing/2014/main" id="{172CF149-1334-F828-146C-1DFDEBD7D94F}"/>
              </a:ext>
            </a:extLst>
          </p:cNvPr>
          <p:cNvGrpSpPr/>
          <p:nvPr/>
        </p:nvGrpSpPr>
        <p:grpSpPr>
          <a:xfrm>
            <a:off x="479424" y="2224186"/>
            <a:ext cx="11094738" cy="710997"/>
            <a:chOff x="479424" y="2449365"/>
            <a:chExt cx="11094738" cy="710997"/>
          </a:xfrm>
        </p:grpSpPr>
        <p:sp>
          <p:nvSpPr>
            <p:cNvPr id="16" name="文本框 15">
              <a:extLst>
                <a:ext uri="{FF2B5EF4-FFF2-40B4-BE49-F238E27FC236}">
                  <a16:creationId xmlns:a16="http://schemas.microsoft.com/office/drawing/2014/main" id="{8FD8D2E5-D919-8955-E0F5-88397B084CD9}"/>
                </a:ext>
              </a:extLst>
            </p:cNvPr>
            <p:cNvSpPr txBox="1"/>
            <p:nvPr/>
          </p:nvSpPr>
          <p:spPr bwMode="gray">
            <a:xfrm>
              <a:off x="479424" y="2449365"/>
              <a:ext cx="6107015" cy="394916"/>
            </a:xfrm>
            <a:prstGeom prst="rect">
              <a:avLst/>
            </a:prstGeom>
            <a:noFill/>
          </p:spPr>
          <p:txBody>
            <a:bodyPr wrap="square" lIns="0" tIns="0" rIns="0" bIns="0" rtlCol="0">
              <a:spAutoFit/>
            </a:bodyPr>
            <a:lstStyle/>
            <a:p>
              <a:pPr marL="342900" indent="-342900">
                <a:lnSpc>
                  <a:spcPct val="140000"/>
                </a:lnSpc>
                <a:buFont typeface="Arial" panose="020B0604020202020204" pitchFamily="34" charset="0"/>
                <a:buChar char="•"/>
              </a:pPr>
              <a:r>
                <a:rPr lang="en-US" altLang="zh-CN" sz="2000" b="1">
                  <a:solidFill>
                    <a:schemeClr val="tx2"/>
                  </a:solidFill>
                </a:rPr>
                <a:t>Dosage form</a:t>
              </a:r>
              <a:endParaRPr lang="zh-CN" altLang="en-US" sz="2000" b="1">
                <a:solidFill>
                  <a:schemeClr val="tx2"/>
                </a:solidFill>
              </a:endParaRPr>
            </a:p>
          </p:txBody>
        </p:sp>
        <p:sp>
          <p:nvSpPr>
            <p:cNvPr id="17" name="文本框 16">
              <a:extLst>
                <a:ext uri="{FF2B5EF4-FFF2-40B4-BE49-F238E27FC236}">
                  <a16:creationId xmlns:a16="http://schemas.microsoft.com/office/drawing/2014/main" id="{899B0CB6-3EDE-1FEA-1FEA-67C036719B98}"/>
                </a:ext>
              </a:extLst>
            </p:cNvPr>
            <p:cNvSpPr txBox="1"/>
            <p:nvPr/>
          </p:nvSpPr>
          <p:spPr bwMode="gray">
            <a:xfrm>
              <a:off x="821258" y="2844442"/>
              <a:ext cx="10752904" cy="315920"/>
            </a:xfrm>
            <a:prstGeom prst="rect">
              <a:avLst/>
            </a:prstGeom>
            <a:noFill/>
          </p:spPr>
          <p:txBody>
            <a:bodyPr wrap="square" lIns="0" tIns="0" rIns="0" bIns="0" rtlCol="0">
              <a:spAutoFit/>
            </a:bodyPr>
            <a:lstStyle/>
            <a:p>
              <a:pPr algn="l">
                <a:lnSpc>
                  <a:spcPct val="140000"/>
                </a:lnSpc>
                <a:spcBef>
                  <a:spcPts val="600"/>
                </a:spcBef>
              </a:pPr>
              <a:r>
                <a:rPr lang="en-US" altLang="zh-CN" sz="1600"/>
                <a:t>Injection</a:t>
              </a:r>
              <a:endParaRPr lang="zh-CN" altLang="en-US" sz="1600" i="1"/>
            </a:p>
          </p:txBody>
        </p:sp>
      </p:grpSp>
      <p:grpSp>
        <p:nvGrpSpPr>
          <p:cNvPr id="18" name="组合 17">
            <a:extLst>
              <a:ext uri="{FF2B5EF4-FFF2-40B4-BE49-F238E27FC236}">
                <a16:creationId xmlns:a16="http://schemas.microsoft.com/office/drawing/2014/main" id="{71A5045E-EE60-39FA-F4E1-BF44EF2EFAD3}"/>
              </a:ext>
            </a:extLst>
          </p:cNvPr>
          <p:cNvGrpSpPr/>
          <p:nvPr/>
        </p:nvGrpSpPr>
        <p:grpSpPr>
          <a:xfrm>
            <a:off x="479424" y="3217354"/>
            <a:ext cx="11094738" cy="704169"/>
            <a:chOff x="479424" y="3577281"/>
            <a:chExt cx="11094738" cy="704169"/>
          </a:xfrm>
        </p:grpSpPr>
        <p:sp>
          <p:nvSpPr>
            <p:cNvPr id="19" name="文本框 18">
              <a:extLst>
                <a:ext uri="{FF2B5EF4-FFF2-40B4-BE49-F238E27FC236}">
                  <a16:creationId xmlns:a16="http://schemas.microsoft.com/office/drawing/2014/main" id="{23F119AF-50D7-1B2E-F57F-D5D507C888BE}"/>
                </a:ext>
              </a:extLst>
            </p:cNvPr>
            <p:cNvSpPr txBox="1"/>
            <p:nvPr/>
          </p:nvSpPr>
          <p:spPr bwMode="gray">
            <a:xfrm>
              <a:off x="479424" y="3577281"/>
              <a:ext cx="7873744" cy="394916"/>
            </a:xfrm>
            <a:prstGeom prst="rect">
              <a:avLst/>
            </a:prstGeom>
            <a:noFill/>
          </p:spPr>
          <p:txBody>
            <a:bodyPr wrap="square" lIns="0" tIns="0" rIns="0" bIns="0" rtlCol="0">
              <a:spAutoFit/>
            </a:bodyPr>
            <a:lstStyle/>
            <a:p>
              <a:pPr marL="342900" indent="-342900">
                <a:lnSpc>
                  <a:spcPct val="140000"/>
                </a:lnSpc>
                <a:buFont typeface="Arial" panose="020B0604020202020204" pitchFamily="34" charset="0"/>
                <a:buChar char="•"/>
              </a:pPr>
              <a:r>
                <a:rPr lang="en-US" altLang="zh-CN" sz="2000" b="1">
                  <a:solidFill>
                    <a:schemeClr val="tx2"/>
                  </a:solidFill>
                </a:rPr>
                <a:t>Registration No. or license</a:t>
              </a:r>
              <a:endParaRPr lang="zh-CN" altLang="en-US" sz="2000" b="1">
                <a:solidFill>
                  <a:schemeClr val="tx2"/>
                </a:solidFill>
              </a:endParaRPr>
            </a:p>
          </p:txBody>
        </p:sp>
        <p:sp>
          <p:nvSpPr>
            <p:cNvPr id="20" name="文本框 19">
              <a:extLst>
                <a:ext uri="{FF2B5EF4-FFF2-40B4-BE49-F238E27FC236}">
                  <a16:creationId xmlns:a16="http://schemas.microsoft.com/office/drawing/2014/main" id="{D743771E-205D-E8A4-BA3D-1314B2C1B753}"/>
                </a:ext>
              </a:extLst>
            </p:cNvPr>
            <p:cNvSpPr txBox="1"/>
            <p:nvPr/>
          </p:nvSpPr>
          <p:spPr bwMode="gray">
            <a:xfrm>
              <a:off x="821258" y="3965530"/>
              <a:ext cx="10752904" cy="315920"/>
            </a:xfrm>
            <a:prstGeom prst="rect">
              <a:avLst/>
            </a:prstGeom>
            <a:noFill/>
          </p:spPr>
          <p:txBody>
            <a:bodyPr wrap="square" lIns="0" tIns="0" rIns="0" bIns="0" rtlCol="0">
              <a:spAutoFit/>
            </a:bodyPr>
            <a:lstStyle/>
            <a:p>
              <a:pPr algn="l">
                <a:lnSpc>
                  <a:spcPct val="140000"/>
                </a:lnSpc>
                <a:spcBef>
                  <a:spcPts val="600"/>
                </a:spcBef>
              </a:pPr>
              <a:r>
                <a:rPr lang="en-US" altLang="zh-CN" sz="1600">
                  <a:solidFill>
                    <a:schemeClr val="tx1"/>
                  </a:solidFill>
                </a:rPr>
                <a:t> Separate license for AI &amp; Pen, one license for each strength (</a:t>
              </a:r>
              <a:r>
                <a:rPr lang="zh-CN" altLang="en-US" sz="1600">
                  <a:solidFill>
                    <a:schemeClr val="tx1"/>
                  </a:solidFill>
                </a:rPr>
                <a:t>规格</a:t>
              </a:r>
              <a:r>
                <a:rPr lang="en-US" altLang="zh-CN" sz="1600">
                  <a:solidFill>
                    <a:schemeClr val="tx1"/>
                  </a:solidFill>
                </a:rPr>
                <a:t>)</a:t>
              </a:r>
              <a:endParaRPr lang="zh-CN" altLang="en-US" sz="1600" i="1"/>
            </a:p>
          </p:txBody>
        </p:sp>
      </p:grpSp>
    </p:spTree>
    <p:extLst>
      <p:ext uri="{BB962C8B-B14F-4D97-AF65-F5344CB8AC3E}">
        <p14:creationId xmlns:p14="http://schemas.microsoft.com/office/powerpoint/2010/main" val="2068242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2BE5-FD3D-B9CC-06F4-8D40086721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1898E5-9C8E-8148-A30F-569CBB00227E}"/>
              </a:ext>
            </a:extLst>
          </p:cNvPr>
          <p:cNvSpPr>
            <a:spLocks noGrp="1"/>
          </p:cNvSpPr>
          <p:nvPr>
            <p:ph type="title"/>
          </p:nvPr>
        </p:nvSpPr>
        <p:spPr/>
        <p:txBody>
          <a:bodyPr/>
          <a:lstStyle/>
          <a:p>
            <a:r>
              <a:rPr lang="en-US" altLang="zh-CN"/>
              <a:t>Decisions/Advice provided by TA-CEC (</a:t>
            </a:r>
            <a:r>
              <a:rPr lang="en-US">
                <a:hlinkClick r:id="rId2">
                  <a:extLst>
                    <a:ext uri="{A12FA001-AC4F-418D-AE19-62706E023703}">
                      <ahyp:hlinkClr xmlns:ahyp="http://schemas.microsoft.com/office/drawing/2018/hyperlinkcolor" val="tx"/>
                    </a:ext>
                  </a:extLst>
                </a:hlinkClick>
              </a:rPr>
              <a:t>CEC@2025.05.12</a:t>
            </a:r>
            <a:r>
              <a:rPr lang="en-US" altLang="zh-CN"/>
              <a:t>) </a:t>
            </a:r>
            <a:r>
              <a:rPr lang="en-US"/>
              <a:t>(2/3)</a:t>
            </a:r>
            <a:endParaRPr lang="en-US" b="0">
              <a:solidFill>
                <a:srgbClr val="000000"/>
              </a:solidFill>
            </a:endParaRPr>
          </a:p>
          <a:p>
            <a:endParaRPr lang="en-US" altLang="zh-CN"/>
          </a:p>
        </p:txBody>
      </p:sp>
      <p:sp>
        <p:nvSpPr>
          <p:cNvPr id="4" name="页脚占位符 3">
            <a:extLst>
              <a:ext uri="{FF2B5EF4-FFF2-40B4-BE49-F238E27FC236}">
                <a16:creationId xmlns:a16="http://schemas.microsoft.com/office/drawing/2014/main" id="{AFB327CB-B066-C611-4727-86D9C2B27F0C}"/>
              </a:ext>
            </a:extLst>
          </p:cNvPr>
          <p:cNvSpPr>
            <a:spLocks noGrp="1"/>
          </p:cNvSpPr>
          <p:nvPr>
            <p:ph type="ftr" sz="quarter" idx="16"/>
          </p:nvPr>
        </p:nvSpPr>
        <p:spPr/>
        <p:txBody>
          <a:bodyPr/>
          <a:lstStyle/>
          <a:p>
            <a:r>
              <a:rPr lang="en-US" altLang="zh-CN"/>
              <a:t>MAP</a:t>
            </a:r>
            <a:r>
              <a:rPr lang="en-US"/>
              <a:t>|    ONLY FOR INTERNAL USE</a:t>
            </a:r>
          </a:p>
        </p:txBody>
      </p:sp>
      <p:sp>
        <p:nvSpPr>
          <p:cNvPr id="5" name="灯片编号占位符 4">
            <a:extLst>
              <a:ext uri="{FF2B5EF4-FFF2-40B4-BE49-F238E27FC236}">
                <a16:creationId xmlns:a16="http://schemas.microsoft.com/office/drawing/2014/main" id="{540FAB25-0F66-8891-776A-287DFC31CE19}"/>
              </a:ext>
            </a:extLst>
          </p:cNvPr>
          <p:cNvSpPr>
            <a:spLocks noGrp="1"/>
          </p:cNvSpPr>
          <p:nvPr>
            <p:ph type="sldNum" sz="quarter" idx="17"/>
          </p:nvPr>
        </p:nvSpPr>
        <p:spPr/>
        <p:txBody>
          <a:bodyPr/>
          <a:lstStyle/>
          <a:p>
            <a:fld id="{8FF9B0DE-3FEB-4AA0-B465-B80EF7C1333D}" type="slidenum">
              <a:rPr lang="en-US" smtClean="0"/>
              <a:pPr/>
              <a:t>14</a:t>
            </a:fld>
            <a:endParaRPr lang="en-US"/>
          </a:p>
        </p:txBody>
      </p:sp>
      <p:graphicFrame>
        <p:nvGraphicFramePr>
          <p:cNvPr id="6" name="Inhaltsplatzhalter 11">
            <a:extLst>
              <a:ext uri="{FF2B5EF4-FFF2-40B4-BE49-F238E27FC236}">
                <a16:creationId xmlns:a16="http://schemas.microsoft.com/office/drawing/2014/main" id="{CBE3C37E-5F48-D08E-4B95-7B63244BABBE}"/>
              </a:ext>
            </a:extLst>
          </p:cNvPr>
          <p:cNvGraphicFramePr>
            <a:graphicFrameLocks/>
          </p:cNvGraphicFramePr>
          <p:nvPr>
            <p:extLst>
              <p:ext uri="{D42A27DB-BD31-4B8C-83A1-F6EECF244321}">
                <p14:modId xmlns:p14="http://schemas.microsoft.com/office/powerpoint/2010/main" val="3859032299"/>
              </p:ext>
            </p:extLst>
          </p:nvPr>
        </p:nvGraphicFramePr>
        <p:xfrm>
          <a:off x="341923" y="986692"/>
          <a:ext cx="11077268" cy="4426443"/>
        </p:xfrm>
        <a:graphic>
          <a:graphicData uri="http://schemas.openxmlformats.org/drawingml/2006/table">
            <a:tbl>
              <a:tblPr firstRow="1" bandRow="1">
                <a:tableStyleId>{5C22544A-7EE6-4342-B048-85BDC9FD1C3A}</a:tableStyleId>
              </a:tblPr>
              <a:tblGrid>
                <a:gridCol w="2060058">
                  <a:extLst>
                    <a:ext uri="{9D8B030D-6E8A-4147-A177-3AD203B41FA5}">
                      <a16:colId xmlns:a16="http://schemas.microsoft.com/office/drawing/2014/main" val="2389719309"/>
                    </a:ext>
                  </a:extLst>
                </a:gridCol>
                <a:gridCol w="3827719">
                  <a:extLst>
                    <a:ext uri="{9D8B030D-6E8A-4147-A177-3AD203B41FA5}">
                      <a16:colId xmlns:a16="http://schemas.microsoft.com/office/drawing/2014/main" val="2275645487"/>
                    </a:ext>
                  </a:extLst>
                </a:gridCol>
                <a:gridCol w="2671428">
                  <a:extLst>
                    <a:ext uri="{9D8B030D-6E8A-4147-A177-3AD203B41FA5}">
                      <a16:colId xmlns:a16="http://schemas.microsoft.com/office/drawing/2014/main" val="418550560"/>
                    </a:ext>
                  </a:extLst>
                </a:gridCol>
                <a:gridCol w="2518063">
                  <a:extLst>
                    <a:ext uri="{9D8B030D-6E8A-4147-A177-3AD203B41FA5}">
                      <a16:colId xmlns:a16="http://schemas.microsoft.com/office/drawing/2014/main" val="3293208662"/>
                    </a:ext>
                  </a:extLst>
                </a:gridCol>
              </a:tblGrid>
              <a:tr h="1009538">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 </a:t>
                      </a:r>
                    </a:p>
                    <a:p>
                      <a:pPr algn="ctr"/>
                      <a:r>
                        <a:rPr kumimoji="0" lang="en-US" sz="1600" b="1" i="0" u="none" strike="noStrike" kern="1200" cap="none" spc="0" normalizeH="0" baseline="0" noProof="0">
                          <a:ln>
                            <a:noFill/>
                          </a:ln>
                          <a:solidFill>
                            <a:schemeClr val="tx1"/>
                          </a:solidFill>
                          <a:effectLst/>
                          <a:uLnTx/>
                          <a:uFillTx/>
                          <a:latin typeface="+mn-lt"/>
                          <a:ea typeface="+mn-ea"/>
                          <a:cs typeface="+mn-cs"/>
                        </a:rPr>
                        <a:t>Decisions/Advice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3416905">
                <a:tc>
                  <a:txBody>
                    <a:bodyPr/>
                    <a:lstStyle/>
                    <a:p>
                      <a:pPr lvl="0">
                        <a:buNone/>
                      </a:pPr>
                      <a:r>
                        <a:rPr lang="en-US" sz="1200" b="0" i="0" u="none" strike="noStrike" noProof="0">
                          <a:solidFill>
                            <a:schemeClr val="tx1"/>
                          </a:solidFill>
                          <a:latin typeface="BoehringerForward Text"/>
                        </a:rPr>
                        <a:t>ORIENTAL trial timeline update</a:t>
                      </a:r>
                      <a:endParaRPr lang="en-US" sz="1200" b="0" i="0" u="none" strike="noStrike" baseline="0" noProof="0">
                        <a:solidFill>
                          <a:srgbClr val="000000"/>
                        </a:solidFill>
                        <a:latin typeface="BoehringerForward Text"/>
                      </a:endParaRPr>
                    </a:p>
                    <a:p>
                      <a:pPr lvl="0">
                        <a:buNone/>
                      </a:pPr>
                      <a:endParaRPr lang="en-US" altLang="zh-CN" sz="1200" b="0" i="0" u="none" strike="noStrike" noProof="0">
                        <a:solidFill>
                          <a:srgbClr val="000000"/>
                        </a:solidFill>
                        <a:latin typeface="BoehringerForward Text"/>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lvl="0" indent="-171450" algn="l">
                        <a:lnSpc>
                          <a:spcPct val="100000"/>
                        </a:lnSpc>
                        <a:buFont typeface="Arial" panose="020B0604020202020204" pitchFamily="34" charset="0"/>
                        <a:buChar char="•"/>
                      </a:pPr>
                      <a:r>
                        <a:rPr lang="en-US" sz="1200" b="0" i="0" u="none" strike="noStrike" kern="1200" cap="none" spc="0" normalizeH="0" baseline="0" noProof="0">
                          <a:ln>
                            <a:noFill/>
                          </a:ln>
                          <a:solidFill>
                            <a:srgbClr val="000000"/>
                          </a:solidFill>
                          <a:effectLst/>
                          <a:uLnTx/>
                          <a:uFillTx/>
                          <a:latin typeface="+mn-lt"/>
                        </a:rPr>
                        <a:t>The previous timeline (</a:t>
                      </a:r>
                      <a:r>
                        <a:rPr lang="en-US" altLang="zh-CN" sz="1200" b="0" i="0" u="none" strike="noStrike" kern="1200" cap="none" spc="0" normalizeH="0" baseline="0" noProof="0">
                          <a:ln>
                            <a:noFill/>
                          </a:ln>
                          <a:solidFill>
                            <a:srgbClr val="000000"/>
                          </a:solidFill>
                          <a:effectLst/>
                          <a:uLnTx/>
                          <a:uFillTx/>
                          <a:latin typeface="+mn-lt"/>
                        </a:rPr>
                        <a:t>eg:</a:t>
                      </a:r>
                      <a:r>
                        <a:rPr lang="zh-CN" altLang="en-US" sz="1200" b="0" i="0" u="none" strike="noStrike" kern="1200" cap="none" spc="0" normalizeH="0" baseline="0" noProof="0">
                          <a:ln>
                            <a:noFill/>
                          </a:ln>
                          <a:solidFill>
                            <a:srgbClr val="000000"/>
                          </a:solidFill>
                          <a:effectLst/>
                          <a:uLnTx/>
                          <a:uFillTx/>
                          <a:latin typeface="+mn-lt"/>
                        </a:rPr>
                        <a:t> </a:t>
                      </a:r>
                      <a:r>
                        <a:rPr lang="en-US" sz="1200" b="0" i="0" u="none" strike="noStrike" kern="1200" cap="none" spc="0" normalizeH="0" baseline="0" noProof="0">
                          <a:ln>
                            <a:noFill/>
                          </a:ln>
                          <a:solidFill>
                            <a:srgbClr val="000000"/>
                          </a:solidFill>
                          <a:effectLst/>
                          <a:uLnTx/>
                          <a:uFillTx/>
                          <a:latin typeface="+mn-lt"/>
                        </a:rPr>
                        <a:t>FPI Jul 2025) was based on Metalyse's BLA in Jan 2025.</a:t>
                      </a:r>
                    </a:p>
                    <a:p>
                      <a:pPr marL="171450" lvl="0" indent="-171450" algn="l">
                        <a:lnSpc>
                          <a:spcPct val="100000"/>
                        </a:lnSpc>
                        <a:buFont typeface="Arial" panose="020B0604020202020204" pitchFamily="34" charset="0"/>
                        <a:buChar char="•"/>
                      </a:pPr>
                      <a:endParaRPr lang="en-US" sz="1200" b="0" i="0" u="none" strike="noStrike" kern="1200" cap="none" spc="0" normalizeH="0" baseline="0" noProof="0">
                        <a:ln>
                          <a:noFill/>
                        </a:ln>
                        <a:solidFill>
                          <a:srgbClr val="000000"/>
                        </a:solidFill>
                        <a:effectLst/>
                        <a:uLnTx/>
                        <a:uFillTx/>
                        <a:latin typeface="+mn-lt"/>
                      </a:endParaRPr>
                    </a:p>
                    <a:p>
                      <a:pPr marL="171450" lvl="0" indent="-171450" algn="l">
                        <a:lnSpc>
                          <a:spcPct val="100000"/>
                        </a:lnSpc>
                        <a:buFont typeface="Arial" panose="020B0604020202020204" pitchFamily="34" charset="0"/>
                        <a:buChar char="•"/>
                      </a:pPr>
                      <a:r>
                        <a:rPr lang="en-US" altLang="zh-CN" sz="1200">
                          <a:cs typeface="Arial"/>
                        </a:rPr>
                        <a:t>Revised</a:t>
                      </a:r>
                      <a:r>
                        <a:rPr lang="en-US" altLang="zh-CN" sz="1200"/>
                        <a:t> timeline of FPI (to Dec 2025 ) is based on updated BLA-approval (May 2025) and commercial launch (Sep.2025) timeline</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a:t>
                      </a:r>
                    </a:p>
                    <a:p>
                      <a:pPr marL="171450" lvl="0" indent="-171450" algn="l">
                        <a:lnSpc>
                          <a:spcPct val="100000"/>
                        </a:lnSpc>
                        <a:buFont typeface="Arial" panose="020B0604020202020204" pitchFamily="34" charset="0"/>
                        <a:buChar char="•"/>
                      </a:pPr>
                      <a:endParaRPr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altLang="zh-CN" sz="1200"/>
                        <a:t>One-month extended enrollment period is based on PI's consideration of time needed for Metalyse hospital listing at sites.</a:t>
                      </a: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Boehringer Forward Text"/>
                        </a:rPr>
                        <a:t>CEC decision: endorsed the new timeline </a:t>
                      </a:r>
                      <a:endParaRPr lang="en-US" sz="1200" b="0" i="0" u="none" strike="noStrike" kern="1200" cap="none" spc="0" normalizeH="0" baseline="0" noProof="0">
                        <a:ln>
                          <a:noFill/>
                        </a:ln>
                        <a:solidFill>
                          <a:srgbClr val="000000"/>
                        </a:solidFill>
                        <a:effectLst/>
                        <a:uLnTx/>
                        <a:uFillTx/>
                        <a:latin typeface="Calibri"/>
                      </a:endParaRPr>
                    </a:p>
                    <a:p>
                      <a:pPr marL="228600" marR="0" lvl="0" indent="-228600" algn="l">
                        <a:lnSpc>
                          <a:spcPct val="100000"/>
                        </a:lnSpc>
                        <a:spcBef>
                          <a:spcPts val="0"/>
                        </a:spcBef>
                        <a:spcAft>
                          <a:spcPts val="0"/>
                        </a:spcAft>
                        <a:buFont typeface="Calibri"/>
                        <a:buChar char="-"/>
                      </a:pPr>
                      <a:endParaRPr lang="en-US" sz="1200" b="0" i="0" u="none" strike="noStrike" kern="1200" cap="none" spc="0" normalizeH="0" baseline="0" noProof="0">
                        <a:ln>
                          <a:noFill/>
                        </a:ln>
                        <a:solidFill>
                          <a:srgbClr val="000000"/>
                        </a:solidFill>
                        <a:effectLst/>
                        <a:uLnTx/>
                        <a:uFillTx/>
                        <a:latin typeface="Calibri"/>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None/>
                      </a:pPr>
                      <a:r>
                        <a:rPr lang="en-US" sz="1200" b="0" i="0" u="none" strike="noStrike" kern="1200" cap="none" spc="0" normalizeH="0" baseline="0" noProof="0">
                          <a:ln>
                            <a:noFill/>
                          </a:ln>
                          <a:solidFill>
                            <a:schemeClr val="tx1"/>
                          </a:solidFill>
                          <a:effectLst/>
                          <a:uLnTx/>
                          <a:uFillTx/>
                          <a:latin typeface="+mn-lt"/>
                          <a:ea typeface="+mn-ea"/>
                          <a:cs typeface="+mn-cs"/>
                        </a:rPr>
                        <a:t>/</a:t>
                      </a:r>
                      <a:endParaRPr lang="zh-CN"/>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4513900"/>
                  </a:ext>
                </a:extLst>
              </a:tr>
            </a:tbl>
          </a:graphicData>
        </a:graphic>
      </p:graphicFrame>
    </p:spTree>
    <p:extLst>
      <p:ext uri="{BB962C8B-B14F-4D97-AF65-F5344CB8AC3E}">
        <p14:creationId xmlns:p14="http://schemas.microsoft.com/office/powerpoint/2010/main" val="159678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2BE5-FD3D-B9CC-06F4-8D400867210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1898E5-9C8E-8148-A30F-569CBB00227E}"/>
              </a:ext>
            </a:extLst>
          </p:cNvPr>
          <p:cNvSpPr>
            <a:spLocks noGrp="1"/>
          </p:cNvSpPr>
          <p:nvPr>
            <p:ph type="title"/>
          </p:nvPr>
        </p:nvSpPr>
        <p:spPr/>
        <p:txBody>
          <a:bodyPr/>
          <a:lstStyle/>
          <a:p>
            <a:r>
              <a:rPr lang="en-US" altLang="zh-CN"/>
              <a:t>Decisions/Advice provided by TA-CEC (</a:t>
            </a:r>
            <a:r>
              <a:rPr lang="en-US">
                <a:hlinkClick r:id="rId2">
                  <a:extLst>
                    <a:ext uri="{A12FA001-AC4F-418D-AE19-62706E023703}">
                      <ahyp:hlinkClr xmlns:ahyp="http://schemas.microsoft.com/office/drawing/2018/hyperlinkcolor" val="tx"/>
                    </a:ext>
                  </a:extLst>
                </a:hlinkClick>
              </a:rPr>
              <a:t>CEC@2025.05.12</a:t>
            </a:r>
            <a:r>
              <a:rPr lang="en-US" altLang="zh-CN"/>
              <a:t>) </a:t>
            </a:r>
            <a:r>
              <a:rPr lang="en-US"/>
              <a:t>(3/3)</a:t>
            </a:r>
            <a:endParaRPr lang="en-US" b="0">
              <a:solidFill>
                <a:srgbClr val="000000"/>
              </a:solidFill>
            </a:endParaRPr>
          </a:p>
          <a:p>
            <a:endParaRPr lang="en-US" altLang="zh-CN"/>
          </a:p>
        </p:txBody>
      </p:sp>
      <p:sp>
        <p:nvSpPr>
          <p:cNvPr id="4" name="页脚占位符 3">
            <a:extLst>
              <a:ext uri="{FF2B5EF4-FFF2-40B4-BE49-F238E27FC236}">
                <a16:creationId xmlns:a16="http://schemas.microsoft.com/office/drawing/2014/main" id="{AFB327CB-B066-C611-4727-86D9C2B27F0C}"/>
              </a:ext>
            </a:extLst>
          </p:cNvPr>
          <p:cNvSpPr>
            <a:spLocks noGrp="1"/>
          </p:cNvSpPr>
          <p:nvPr>
            <p:ph type="ftr" sz="quarter" idx="16"/>
          </p:nvPr>
        </p:nvSpPr>
        <p:spPr/>
        <p:txBody>
          <a:bodyPr/>
          <a:lstStyle/>
          <a:p>
            <a:r>
              <a:rPr lang="en-US" altLang="zh-CN"/>
              <a:t>MAP</a:t>
            </a:r>
            <a:r>
              <a:rPr lang="en-US"/>
              <a:t>|    ONLY FOR INTERNAL USE</a:t>
            </a:r>
          </a:p>
        </p:txBody>
      </p:sp>
      <p:sp>
        <p:nvSpPr>
          <p:cNvPr id="5" name="灯片编号占位符 4">
            <a:extLst>
              <a:ext uri="{FF2B5EF4-FFF2-40B4-BE49-F238E27FC236}">
                <a16:creationId xmlns:a16="http://schemas.microsoft.com/office/drawing/2014/main" id="{540FAB25-0F66-8891-776A-287DFC31CE19}"/>
              </a:ext>
            </a:extLst>
          </p:cNvPr>
          <p:cNvSpPr>
            <a:spLocks noGrp="1"/>
          </p:cNvSpPr>
          <p:nvPr>
            <p:ph type="sldNum" sz="quarter" idx="17"/>
          </p:nvPr>
        </p:nvSpPr>
        <p:spPr/>
        <p:txBody>
          <a:bodyPr/>
          <a:lstStyle/>
          <a:p>
            <a:fld id="{8FF9B0DE-3FEB-4AA0-B465-B80EF7C1333D}" type="slidenum">
              <a:rPr lang="en-US" smtClean="0"/>
              <a:pPr/>
              <a:t>15</a:t>
            </a:fld>
            <a:endParaRPr lang="en-US"/>
          </a:p>
        </p:txBody>
      </p:sp>
      <p:graphicFrame>
        <p:nvGraphicFramePr>
          <p:cNvPr id="6" name="Inhaltsplatzhalter 11">
            <a:extLst>
              <a:ext uri="{FF2B5EF4-FFF2-40B4-BE49-F238E27FC236}">
                <a16:creationId xmlns:a16="http://schemas.microsoft.com/office/drawing/2014/main" id="{CBE3C37E-5F48-D08E-4B95-7B63244BABBE}"/>
              </a:ext>
            </a:extLst>
          </p:cNvPr>
          <p:cNvGraphicFramePr>
            <a:graphicFrameLocks/>
          </p:cNvGraphicFramePr>
          <p:nvPr>
            <p:extLst>
              <p:ext uri="{D42A27DB-BD31-4B8C-83A1-F6EECF244321}">
                <p14:modId xmlns:p14="http://schemas.microsoft.com/office/powerpoint/2010/main" val="2932642153"/>
              </p:ext>
            </p:extLst>
          </p:nvPr>
        </p:nvGraphicFramePr>
        <p:xfrm>
          <a:off x="341923" y="986692"/>
          <a:ext cx="11077268" cy="4775138"/>
        </p:xfrm>
        <a:graphic>
          <a:graphicData uri="http://schemas.openxmlformats.org/drawingml/2006/table">
            <a:tbl>
              <a:tblPr firstRow="1" bandRow="1">
                <a:tableStyleId>{5C22544A-7EE6-4342-B048-85BDC9FD1C3A}</a:tableStyleId>
              </a:tblPr>
              <a:tblGrid>
                <a:gridCol w="2060058">
                  <a:extLst>
                    <a:ext uri="{9D8B030D-6E8A-4147-A177-3AD203B41FA5}">
                      <a16:colId xmlns:a16="http://schemas.microsoft.com/office/drawing/2014/main" val="2389719309"/>
                    </a:ext>
                  </a:extLst>
                </a:gridCol>
                <a:gridCol w="3827719">
                  <a:extLst>
                    <a:ext uri="{9D8B030D-6E8A-4147-A177-3AD203B41FA5}">
                      <a16:colId xmlns:a16="http://schemas.microsoft.com/office/drawing/2014/main" val="2275645487"/>
                    </a:ext>
                  </a:extLst>
                </a:gridCol>
                <a:gridCol w="2671428">
                  <a:extLst>
                    <a:ext uri="{9D8B030D-6E8A-4147-A177-3AD203B41FA5}">
                      <a16:colId xmlns:a16="http://schemas.microsoft.com/office/drawing/2014/main" val="418550560"/>
                    </a:ext>
                  </a:extLst>
                </a:gridCol>
                <a:gridCol w="2518063">
                  <a:extLst>
                    <a:ext uri="{9D8B030D-6E8A-4147-A177-3AD203B41FA5}">
                      <a16:colId xmlns:a16="http://schemas.microsoft.com/office/drawing/2014/main" val="3293208662"/>
                    </a:ext>
                  </a:extLst>
                </a:gridCol>
              </a:tblGrid>
              <a:tr h="1009538">
                <a:tc>
                  <a:txBody>
                    <a:bodyPr/>
                    <a:lstStyle/>
                    <a:p>
                      <a:pPr algn="ctr"/>
                      <a:r>
                        <a:rPr lang="en-US" altLang="zh-CN" sz="1600">
                          <a:solidFill>
                            <a:schemeClr val="bg2"/>
                          </a:solidFill>
                        </a:rPr>
                        <a:t>Topic</a:t>
                      </a:r>
                      <a:endParaRPr lang="zh-CN" altLang="en-US" sz="1600">
                        <a:solidFill>
                          <a:schemeClr val="bg2"/>
                        </a:solidFill>
                      </a:endParaRP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Background</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TA-CEC Advice</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600" b="1" i="0" u="none" strike="noStrike" kern="1200" cap="none" spc="0" normalizeH="0" baseline="0" noProof="0">
                          <a:ln>
                            <a:noFill/>
                          </a:ln>
                          <a:solidFill>
                            <a:schemeClr val="tx1"/>
                          </a:solidFill>
                          <a:effectLst/>
                          <a:uLnTx/>
                          <a:uFillTx/>
                          <a:latin typeface="+mn-lt"/>
                          <a:ea typeface="+mn-ea"/>
                          <a:cs typeface="+mn-cs"/>
                        </a:rPr>
                        <a:t>Next step/ Updates</a:t>
                      </a:r>
                    </a:p>
                  </a:txBody>
                  <a:tcPr marL="144000" marR="144000" marT="54000" marB="54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1012171"/>
                  </a:ext>
                </a:extLst>
              </a:tr>
              <a:tr h="341690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BI 764198 (TRPC6i)</a:t>
                      </a:r>
                      <a:endParaRPr kumimoji="0" lang="zh-CN" altLang="en-US" sz="1200" b="0" i="0" u="none" strike="noStrike" kern="1200" cap="none" spc="0" normalizeH="0" baseline="0">
                        <a:ln>
                          <a:noFill/>
                        </a:ln>
                        <a:solidFill>
                          <a:schemeClr val="tx1"/>
                        </a:solidFill>
                        <a:effectLst/>
                        <a:uLnTx/>
                        <a:uFillTx/>
                        <a:latin typeface="Boehringer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Ph III trial in pFSGS (1434-0017) </a:t>
                      </a:r>
                      <a:endParaRPr kumimoji="0" lang="zh-CN" altLang="en-US" sz="1200" b="0" i="0" u="none" strike="noStrike" kern="1200" cap="none" spc="0" normalizeH="0" baseline="0">
                        <a:ln>
                          <a:noFill/>
                        </a:ln>
                        <a:solidFill>
                          <a:schemeClr val="tx1"/>
                        </a:solidFill>
                        <a:effectLst/>
                        <a:uLnTx/>
                        <a:uFillTx/>
                        <a:latin typeface="Boehringer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China Leading PI selection </a:t>
                      </a:r>
                    </a:p>
                    <a:p>
                      <a:pPr lvl="0">
                        <a:buNone/>
                      </a:pPr>
                      <a:endParaRPr lang="en-US" altLang="zh-CN" sz="1200" b="0" i="0" u="none" strike="noStrike" noProof="0">
                        <a:solidFill>
                          <a:srgbClr val="000000"/>
                        </a:solidFill>
                        <a:latin typeface="BoehringerForward Text"/>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l">
                        <a:lnSpc>
                          <a:spcPct val="100000"/>
                        </a:lnSpc>
                        <a:buNone/>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Evidence Team proposed to select </a:t>
                      </a:r>
                      <a:r>
                        <a:rPr kumimoji="0" lang="en-US" sz="1200" b="1" i="0" u="none" strike="noStrike" kern="1200" cap="none" spc="0" normalizeH="0" baseline="0" noProof="0">
                          <a:ln>
                            <a:noFill/>
                          </a:ln>
                          <a:solidFill>
                            <a:schemeClr val="tx1"/>
                          </a:solidFill>
                          <a:effectLst/>
                          <a:uLnTx/>
                          <a:uFillTx/>
                          <a:latin typeface="BoehringerForward Text"/>
                          <a:ea typeface="+mn-ea"/>
                          <a:cs typeface="+mn-cs"/>
                        </a:rPr>
                        <a:t>Prof. Xueqing Yu (</a:t>
                      </a:r>
                      <a:r>
                        <a:rPr kumimoji="0" lang="zh-CN" altLang="en-US" sz="1200" b="1" i="0" u="none" strike="noStrike" kern="1200" cap="none" spc="0" normalizeH="0" baseline="0" noProof="0">
                          <a:ln>
                            <a:noFill/>
                          </a:ln>
                          <a:solidFill>
                            <a:schemeClr val="tx1"/>
                          </a:solidFill>
                          <a:effectLst/>
                          <a:uLnTx/>
                          <a:uFillTx/>
                          <a:latin typeface="BoehringerForward Text"/>
                          <a:ea typeface="+mn-ea"/>
                          <a:cs typeface="+mn-cs"/>
                        </a:rPr>
                        <a:t>余学清</a:t>
                      </a:r>
                      <a:r>
                        <a:rPr kumimoji="0" lang="en-US" altLang="zh-CN" sz="1200" b="1" i="0" u="none" strike="noStrike" kern="1200" cap="none" spc="0" normalizeH="0" baseline="0" noProof="0">
                          <a:ln>
                            <a:noFill/>
                          </a:ln>
                          <a:solidFill>
                            <a:schemeClr val="tx1"/>
                          </a:solidFill>
                          <a:effectLst/>
                          <a:uLnTx/>
                          <a:uFillTx/>
                          <a:latin typeface="BoehringerForward Text"/>
                          <a:ea typeface="+mn-ea"/>
                          <a:cs typeface="+mn-cs"/>
                        </a:rPr>
                        <a:t>) as the China Leading PI </a:t>
                      </a:r>
                      <a:r>
                        <a:rPr kumimoji="0" lang="en-US" altLang="zh-CN" sz="1200" b="0" i="0" u="none" strike="noStrike" kern="1200" cap="none" spc="0" normalizeH="0" baseline="0" noProof="0">
                          <a:ln>
                            <a:noFill/>
                          </a:ln>
                          <a:solidFill>
                            <a:schemeClr val="tx1"/>
                          </a:solidFill>
                          <a:effectLst/>
                          <a:uLnTx/>
                          <a:uFillTx/>
                          <a:latin typeface="BoehringerForward Text"/>
                          <a:ea typeface="+mn-ea"/>
                          <a:cs typeface="+mn-cs"/>
                        </a:rPr>
                        <a:t>of the Ph III trial </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based on the following considerations:</a:t>
                      </a:r>
                    </a:p>
                    <a:p>
                      <a:pPr marL="0" lvl="0" indent="0" algn="l">
                        <a:lnSpc>
                          <a:spcPct val="100000"/>
                        </a:lnSpc>
                        <a:buNone/>
                      </a:pPr>
                      <a:endParaRPr lang="en-US" sz="1200" b="0" i="0" u="none" strike="noStrike" kern="1200" cap="none" spc="0" normalizeH="0" baseline="0" noProof="0">
                        <a:ln>
                          <a:noFill/>
                        </a:ln>
                        <a:solidFill>
                          <a:srgbClr val="000000"/>
                        </a:solidFill>
                        <a:effectLst/>
                        <a:uLnTx/>
                        <a:uFillTx/>
                        <a:latin typeface="Boehringer Forward Tex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cap="none" spc="0" normalizeH="0" baseline="0" noProof="0">
                          <a:ln>
                            <a:noFill/>
                          </a:ln>
                          <a:solidFill>
                            <a:schemeClr val="tx1"/>
                          </a:solidFill>
                          <a:effectLst/>
                          <a:uLnTx/>
                          <a:uFillTx/>
                          <a:latin typeface="BoehringerForward Text"/>
                          <a:ea typeface="+mn-ea"/>
                          <a:cs typeface="+mn-cs"/>
                        </a:rPr>
                        <a:t>Great</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a:t>
                      </a:r>
                      <a:r>
                        <a:rPr kumimoji="0" lang="en-US" sz="1200" b="0" i="0" u="sng" strike="noStrike" kern="1200" cap="none" spc="0" normalizeH="0" baseline="0" noProof="0">
                          <a:ln>
                            <a:noFill/>
                          </a:ln>
                          <a:solidFill>
                            <a:schemeClr val="tx1"/>
                          </a:solidFill>
                          <a:effectLst/>
                          <a:uLnTx/>
                          <a:uFillTx/>
                          <a:latin typeface="BoehringerForward Text"/>
                          <a:ea typeface="+mn-ea"/>
                          <a:cs typeface="+mn-cs"/>
                        </a:rPr>
                        <a:t>domestic and international influence</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in the field with important positions in various associations (e.g. President of APSN) and as the Dean of Guangdong </a:t>
                      </a:r>
                      <a:r>
                        <a:rPr kumimoji="0" lang="en-US" altLang="zh-CN" sz="1200" b="0" i="0" u="none" strike="noStrike" kern="1200" cap="none" spc="0" normalizeH="0" baseline="0" noProof="0">
                          <a:ln>
                            <a:noFill/>
                          </a:ln>
                          <a:solidFill>
                            <a:schemeClr val="tx1"/>
                          </a:solidFill>
                          <a:effectLst/>
                          <a:uLnTx/>
                          <a:uFillTx/>
                          <a:latin typeface="BoehringerForward Text"/>
                          <a:ea typeface="+mn-ea"/>
                          <a:cs typeface="+mn-cs"/>
                        </a:rPr>
                        <a:t>Provincial </a:t>
                      </a:r>
                      <a:r>
                        <a:rPr lang="en-US" altLang="zh-CN" sz="1200" b="0" i="0" u="none" strike="noStrike" kern="1200" cap="none" spc="0" normalizeH="0" baseline="0" noProof="0">
                          <a:ln>
                            <a:noFill/>
                          </a:ln>
                          <a:solidFill>
                            <a:schemeClr val="tx1"/>
                          </a:solidFill>
                          <a:effectLst/>
                          <a:uLnTx/>
                          <a:uFillTx/>
                          <a:latin typeface="BoehringerForward Text"/>
                          <a:ea typeface="+mn-ea"/>
                          <a:cs typeface="+mn-cs"/>
                        </a:rPr>
                        <a:t>People's</a:t>
                      </a:r>
                      <a:r>
                        <a:rPr kumimoji="0" lang="en-US" altLang="zh-CN" sz="1200" b="0" i="0" u="none" strike="noStrike" kern="1200" cap="none" spc="0" normalizeH="0" baseline="0" noProof="0">
                          <a:ln>
                            <a:noFill/>
                          </a:ln>
                          <a:solidFill>
                            <a:schemeClr val="tx1"/>
                          </a:solidFill>
                          <a:effectLst/>
                          <a:uLnTx/>
                          <a:uFillTx/>
                          <a:latin typeface="BoehringerForward Text"/>
                          <a:ea typeface="+mn-ea"/>
                          <a:cs typeface="+mn-cs"/>
                        </a:rPr>
                        <a:t> Hospital  </a:t>
                      </a:r>
                      <a:endParaRPr kumimoji="0"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200" b="0" i="0" u="none" strike="noStrike" kern="1200" cap="none" spc="0" normalizeH="0" baseline="0" noProof="0">
                          <a:ln>
                            <a:noFill/>
                          </a:ln>
                          <a:solidFill>
                            <a:schemeClr val="tx1"/>
                          </a:solidFill>
                          <a:effectLst/>
                          <a:uLnTx/>
                          <a:uFillTx/>
                          <a:latin typeface="BoehringerForward Text"/>
                          <a:ea typeface="+mn-ea"/>
                          <a:cs typeface="+mn-cs"/>
                        </a:rPr>
                        <a:t>Extensive</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a:t>
                      </a:r>
                      <a:r>
                        <a:rPr kumimoji="0" lang="en-US" sz="1200" b="0" i="0" u="sng" strike="noStrike" kern="1200" cap="none" spc="0" normalizeH="0" baseline="0" noProof="0">
                          <a:ln>
                            <a:noFill/>
                          </a:ln>
                          <a:solidFill>
                            <a:schemeClr val="tx1"/>
                          </a:solidFill>
                          <a:effectLst/>
                          <a:uLnTx/>
                          <a:uFillTx/>
                          <a:latin typeface="BoehringerForward Text"/>
                          <a:ea typeface="+mn-ea"/>
                          <a:cs typeface="+mn-cs"/>
                        </a:rPr>
                        <a:t>clinical and research experience </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in the field</a:t>
                      </a:r>
                      <a:r>
                        <a:rPr lang="en-US" sz="1200" b="0" i="0" u="none" strike="noStrike" kern="1200" cap="none" spc="0" normalizeH="0" baseline="0" noProof="0">
                          <a:ln>
                            <a:noFill/>
                          </a:ln>
                          <a:solidFill>
                            <a:schemeClr val="tx1"/>
                          </a:solidFill>
                          <a:effectLst/>
                          <a:uLnTx/>
                          <a:uFillTx/>
                          <a:latin typeface="BoehringerForward Text"/>
                          <a:ea typeface="+mn-ea"/>
                          <a:cs typeface="+mn-cs"/>
                        </a:rPr>
                        <a:t>,China</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Leading PI in over 20 clinical trials including many MRCTs.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sng" strike="noStrike" kern="1200" cap="none" spc="0" normalizeH="0" baseline="0" noProof="0">
                          <a:ln>
                            <a:noFill/>
                          </a:ln>
                          <a:solidFill>
                            <a:schemeClr val="tx1"/>
                          </a:solidFill>
                          <a:effectLst/>
                          <a:uLnTx/>
                          <a:uFillTx/>
                          <a:latin typeface="BoehringerForward Text"/>
                          <a:ea typeface="+mn-ea"/>
                          <a:cs typeface="+mn-cs"/>
                        </a:rPr>
                        <a:t>China</a:t>
                      </a:r>
                      <a:r>
                        <a:rPr kumimoji="0" lang="en-US" sz="1200" b="0" i="0" u="sng" strike="noStrike" kern="1200" cap="none" spc="0" normalizeH="0" baseline="0" noProof="0">
                          <a:ln>
                            <a:noFill/>
                          </a:ln>
                          <a:solidFill>
                            <a:schemeClr val="tx1"/>
                          </a:solidFill>
                          <a:effectLst/>
                          <a:uLnTx/>
                          <a:uFillTx/>
                          <a:latin typeface="BoehringerForward Text"/>
                          <a:ea typeface="+mn-ea"/>
                          <a:cs typeface="+mn-cs"/>
                        </a:rPr>
                        <a:t> Leading PI of TRPC6i Ph II </a:t>
                      </a:r>
                      <a:r>
                        <a:rPr kumimoji="0" lang="en-US" altLang="zh-CN" sz="1200" b="0" i="0" u="sng" strike="noStrike" kern="1200" cap="none" spc="0" normalizeH="0" baseline="0" noProof="0">
                          <a:ln>
                            <a:noFill/>
                          </a:ln>
                          <a:solidFill>
                            <a:schemeClr val="tx1"/>
                          </a:solidFill>
                          <a:effectLst/>
                          <a:uLnTx/>
                          <a:uFillTx/>
                          <a:latin typeface="BoehringerForward Text"/>
                          <a:ea typeface="+mn-ea"/>
                          <a:cs typeface="+mn-cs"/>
                        </a:rPr>
                        <a:t>trial </a:t>
                      </a:r>
                      <a:r>
                        <a:rPr kumimoji="0" lang="en-US" altLang="zh-CN" sz="1200" b="0" i="0" u="none" strike="noStrike" kern="1200" cap="none" spc="0" normalizeH="0" baseline="0" noProof="0">
                          <a:ln>
                            <a:noFill/>
                          </a:ln>
                          <a:solidFill>
                            <a:schemeClr val="tx1"/>
                          </a:solidFill>
                          <a:effectLst/>
                          <a:uLnTx/>
                          <a:uFillTx/>
                          <a:latin typeface="BoehringerForward Text"/>
                          <a:ea typeface="+mn-ea"/>
                          <a:cs typeface="+mn-cs"/>
                        </a:rPr>
                        <a:t>(1434-0004) and contributed </a:t>
                      </a:r>
                      <a:r>
                        <a:rPr lang="en-US" altLang="zh-CN" sz="1200" b="0" i="0" u="none" strike="noStrike" kern="1200" cap="none" spc="0" normalizeH="0" baseline="0" noProof="0">
                          <a:ln>
                            <a:noFill/>
                          </a:ln>
                          <a:solidFill>
                            <a:schemeClr val="tx1"/>
                          </a:solidFill>
                          <a:effectLst/>
                          <a:uLnTx/>
                          <a:uFillTx/>
                          <a:latin typeface="BoehringerForward Text"/>
                          <a:ea typeface="+mn-ea"/>
                          <a:cs typeface="+mn-cs"/>
                        </a:rPr>
                        <a:t>4/8</a:t>
                      </a:r>
                      <a:r>
                        <a:rPr kumimoji="0" lang="en-US" altLang="zh-CN" sz="1200" b="0" i="0" u="none" strike="noStrike" kern="1200" cap="none" spc="0" normalizeH="0" baseline="0" noProof="0">
                          <a:ln>
                            <a:noFill/>
                          </a:ln>
                          <a:solidFill>
                            <a:schemeClr val="tx1"/>
                          </a:solidFill>
                          <a:effectLst/>
                          <a:uLnTx/>
                          <a:uFillTx/>
                          <a:latin typeface="BoehringerForward Text"/>
                          <a:ea typeface="+mn-ea"/>
                          <a:cs typeface="+mn-cs"/>
                        </a:rPr>
                        <a:t> patients enrolled from China. He and his team have accumulated deep understanding and rich experience with the study compound.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The site has MSA with Boehringer and demonstrated </a:t>
                      </a:r>
                      <a:r>
                        <a:rPr kumimoji="0" lang="en-US" sz="1200" b="0" i="0" u="sng" strike="noStrike" kern="1200" cap="none" spc="0" normalizeH="0" baseline="0" noProof="0">
                          <a:ln>
                            <a:noFill/>
                          </a:ln>
                          <a:solidFill>
                            <a:schemeClr val="tx1"/>
                          </a:solidFill>
                          <a:effectLst/>
                          <a:uLnTx/>
                          <a:uFillTx/>
                          <a:latin typeface="BoehringerForward Text"/>
                          <a:ea typeface="+mn-ea"/>
                          <a:cs typeface="+mn-cs"/>
                        </a:rPr>
                        <a:t>fast start-up</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 in the past trial (4.8 months from CTA submission to SIV).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BoehringerForward Text"/>
                        <a:ea typeface="+mn-ea"/>
                        <a:cs typeface="+mn-cs"/>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kumimoji="0" lang="en-US" sz="1200" b="0" i="0" u="none" strike="noStrike" kern="1200" cap="none" spc="0" normalizeH="0" baseline="0" noProof="0">
                          <a:ln>
                            <a:noFill/>
                          </a:ln>
                          <a:solidFill>
                            <a:schemeClr val="tx1"/>
                          </a:solidFill>
                          <a:effectLst/>
                          <a:uLnTx/>
                          <a:uFillTx/>
                          <a:latin typeface="BoehringerForward Text"/>
                          <a:ea typeface="+mn-ea"/>
                          <a:cs typeface="+mn-cs"/>
                        </a:rPr>
                        <a:t>CEC agreed with the </a:t>
                      </a:r>
                      <a:r>
                        <a:rPr lang="en-US" sz="1200" b="0" i="0" u="none" strike="noStrike" kern="1200" cap="none" spc="0" normalizeH="0" baseline="0" noProof="0">
                          <a:ln>
                            <a:noFill/>
                          </a:ln>
                          <a:solidFill>
                            <a:schemeClr val="tx1"/>
                          </a:solidFill>
                          <a:effectLst/>
                          <a:uLnTx/>
                          <a:uFillTx/>
                          <a:latin typeface="BoehringerForward Text"/>
                          <a:ea typeface="+mn-ea"/>
                          <a:cs typeface="+mn-cs"/>
                        </a:rPr>
                        <a:t>proposal</a:t>
                      </a:r>
                      <a:endParaRPr lang="zh-CN"/>
                    </a:p>
                    <a:p>
                      <a:pPr marL="171450" marR="0" lvl="0" indent="-171450" algn="l">
                        <a:lnSpc>
                          <a:spcPct val="100000"/>
                        </a:lnSpc>
                        <a:spcBef>
                          <a:spcPts val="0"/>
                        </a:spcBef>
                        <a:spcAft>
                          <a:spcPts val="0"/>
                        </a:spcAft>
                        <a:buClrTx/>
                        <a:buSzTx/>
                        <a:buFont typeface="Arial" panose="020B0604020202020204" pitchFamily="34" charset="0"/>
                        <a:buChar char="•"/>
                      </a:pPr>
                      <a:endParaRPr lang="en-US" sz="1200" b="0" i="0" u="none" strike="noStrike" kern="1200" cap="none" spc="0" normalizeH="0" baseline="0" noProof="0">
                        <a:ln>
                          <a:noFill/>
                        </a:ln>
                        <a:solidFill>
                          <a:schemeClr val="tx1"/>
                        </a:solidFill>
                        <a:effectLst/>
                        <a:uLnTx/>
                        <a:uFillTx/>
                        <a:latin typeface="BoehringerForward Text"/>
                        <a:ea typeface="+mn-ea"/>
                        <a:cs typeface="+mn-cs"/>
                      </a:endParaRPr>
                    </a:p>
                    <a:p>
                      <a:pPr marL="171450" marR="0" lvl="0" indent="-171450" algn="l">
                        <a:lnSpc>
                          <a:spcPct val="100000"/>
                        </a:lnSpc>
                        <a:spcBef>
                          <a:spcPts val="0"/>
                        </a:spcBef>
                        <a:spcAft>
                          <a:spcPts val="0"/>
                        </a:spcAft>
                        <a:buClrTx/>
                        <a:buSzTx/>
                        <a:buFont typeface="Arial" panose="020B0604020202020204" pitchFamily="34" charset="0"/>
                        <a:buChar char="•"/>
                      </a:pPr>
                      <a:r>
                        <a:rPr lang="en-US" sz="1200" b="0" i="0" u="none" strike="noStrike" kern="1200" cap="none" spc="0" normalizeH="0" baseline="0" noProof="0">
                          <a:ln>
                            <a:noFill/>
                          </a:ln>
                          <a:solidFill>
                            <a:schemeClr val="tx1"/>
                          </a:solidFill>
                          <a:effectLst/>
                          <a:uLnTx/>
                          <a:uFillTx/>
                          <a:latin typeface="BoehringerForward Text"/>
                          <a:ea typeface="+mn-ea"/>
                          <a:cs typeface="+mn-cs"/>
                        </a:rPr>
                        <a:t>Suggested </a:t>
                      </a:r>
                      <a:r>
                        <a:rPr kumimoji="0" lang="en-US" sz="1200" b="0" i="0" u="none" strike="noStrike" kern="1200" cap="none" spc="0" normalizeH="0" baseline="0" noProof="0">
                          <a:ln>
                            <a:noFill/>
                          </a:ln>
                          <a:solidFill>
                            <a:schemeClr val="tx1"/>
                          </a:solidFill>
                          <a:effectLst/>
                          <a:uLnTx/>
                          <a:uFillTx/>
                          <a:latin typeface="BoehringerForward Text"/>
                          <a:ea typeface="+mn-ea"/>
                          <a:cs typeface="+mn-cs"/>
                        </a:rPr>
                        <a:t>team to explore the feasibility of including Prof. Yu in the Steering Committee (SC) of the trial. </a:t>
                      </a:r>
                      <a:endParaRPr kumimoji="0" lang="en-US"/>
                    </a:p>
                    <a:p>
                      <a:pPr marL="228600" marR="0" lvl="0" indent="-228600" algn="l">
                        <a:lnSpc>
                          <a:spcPct val="100000"/>
                        </a:lnSpc>
                        <a:spcBef>
                          <a:spcPts val="0"/>
                        </a:spcBef>
                        <a:spcAft>
                          <a:spcPts val="0"/>
                        </a:spcAft>
                        <a:buFont typeface="Arial"/>
                        <a:buChar char="•"/>
                      </a:pPr>
                      <a:endParaRPr lang="en-US" sz="1200" b="0" i="0" u="none" strike="noStrike" kern="1200" cap="none" spc="0" normalizeH="0" baseline="0" noProof="0">
                        <a:ln>
                          <a:noFill/>
                        </a:ln>
                        <a:solidFill>
                          <a:srgbClr val="000000"/>
                        </a:solidFill>
                        <a:effectLst/>
                        <a:uLnTx/>
                        <a:uFillTx/>
                        <a:latin typeface="Calibri"/>
                      </a:endParaRPr>
                    </a:p>
                    <a:p>
                      <a:pPr marL="228600" marR="0" lvl="0" indent="-228600" algn="l">
                        <a:lnSpc>
                          <a:spcPct val="100000"/>
                        </a:lnSpc>
                        <a:spcBef>
                          <a:spcPts val="0"/>
                        </a:spcBef>
                        <a:spcAft>
                          <a:spcPts val="0"/>
                        </a:spcAft>
                        <a:buFont typeface="Arial"/>
                        <a:buChar char="•"/>
                      </a:pPr>
                      <a:endParaRPr lang="en-US" sz="1200" b="0" i="0" u="none" strike="noStrike" kern="1200" cap="none" spc="0" normalizeH="0" baseline="0" noProof="0">
                        <a:ln>
                          <a:noFill/>
                        </a:ln>
                        <a:solidFill>
                          <a:srgbClr val="000000"/>
                        </a:solidFill>
                        <a:effectLst/>
                        <a:uLnTx/>
                        <a:uFillTx/>
                        <a:latin typeface="Calibri"/>
                      </a:endParaRPr>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200" b="0" i="0" u="none" strike="noStrike" kern="1200" cap="none" spc="0" normalizeH="0" baseline="0">
                          <a:ln>
                            <a:noFill/>
                          </a:ln>
                          <a:solidFill>
                            <a:schemeClr val="tx1"/>
                          </a:solidFill>
                          <a:effectLst/>
                          <a:uLnTx/>
                          <a:uFillTx/>
                          <a:latin typeface="BoehringerForward Text"/>
                          <a:ea typeface="+mn-ea"/>
                          <a:cs typeface="+mn-cs"/>
                        </a:rPr>
                        <a:t>To visit Prof. Yu to communicate about the study and check his interest and feasibility.</a:t>
                      </a:r>
                    </a:p>
                    <a:p>
                      <a:pPr marL="0" marR="0" lvl="0" indent="0" algn="l">
                        <a:lnSpc>
                          <a:spcPct val="100000"/>
                        </a:lnSpc>
                        <a:spcBef>
                          <a:spcPts val="0"/>
                        </a:spcBef>
                        <a:spcAft>
                          <a:spcPts val="0"/>
                        </a:spcAft>
                        <a:buClrTx/>
                        <a:buSzTx/>
                        <a:buNone/>
                      </a:pPr>
                      <a:endParaRPr lang="en-US" altLang="zh-CN" sz="1200" b="0" i="0" u="none" strike="noStrike" kern="1200" cap="none" spc="0" normalizeH="0" baseline="0">
                        <a:ln>
                          <a:noFill/>
                        </a:ln>
                        <a:solidFill>
                          <a:schemeClr val="tx1"/>
                        </a:solidFill>
                        <a:effectLst/>
                        <a:uLnTx/>
                        <a:uFillTx/>
                        <a:latin typeface="BoehringerForward Text"/>
                        <a:ea typeface="+mn-ea"/>
                        <a:cs typeface="+mn-cs"/>
                      </a:endParaRP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kumimoji="0" lang="en-US" altLang="zh-CN" sz="1200" b="0" i="0" u="none" strike="noStrike" kern="1200" cap="none" spc="0" normalizeH="0" baseline="0">
                          <a:ln>
                            <a:noFill/>
                          </a:ln>
                          <a:solidFill>
                            <a:schemeClr val="tx1"/>
                          </a:solidFill>
                          <a:effectLst/>
                          <a:uLnTx/>
                          <a:uFillTx/>
                          <a:latin typeface="BoehringerForward Text"/>
                          <a:ea typeface="+mn-ea"/>
                          <a:cs typeface="+mn-cs"/>
                        </a:rPr>
                        <a:t>To check with corporate team about the SC setup status and the selection criteria of SC members before visiting Prof. Yu</a:t>
                      </a:r>
                    </a:p>
                    <a:p>
                      <a:pPr marL="0" marR="0" lvl="0" indent="0" algn="l" rtl="0" eaLnBrk="1" fontAlgn="auto" latinLnBrk="0" hangingPunct="1">
                        <a:lnSpc>
                          <a:spcPct val="100000"/>
                        </a:lnSpc>
                        <a:spcBef>
                          <a:spcPts val="0"/>
                        </a:spcBef>
                        <a:spcAft>
                          <a:spcPts val="0"/>
                        </a:spcAft>
                        <a:buClrTx/>
                        <a:buSzTx/>
                        <a:buNone/>
                      </a:pPr>
                      <a:endParaRPr lang="zh-CN"/>
                    </a:p>
                  </a:txBody>
                  <a:tcPr marL="144000" marR="144000" marT="54000" marB="540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4513900"/>
                  </a:ext>
                </a:extLst>
              </a:tr>
            </a:tbl>
          </a:graphicData>
        </a:graphic>
      </p:graphicFrame>
    </p:spTree>
    <p:extLst>
      <p:ext uri="{BB962C8B-B14F-4D97-AF65-F5344CB8AC3E}">
        <p14:creationId xmlns:p14="http://schemas.microsoft.com/office/powerpoint/2010/main" val="3826449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A387F-4137-4E8F-DF4A-4F16B33CEE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D19B77-6523-D78F-E2A9-444C67936B38}"/>
              </a:ext>
            </a:extLst>
          </p:cNvPr>
          <p:cNvSpPr>
            <a:spLocks noGrp="1"/>
          </p:cNvSpPr>
          <p:nvPr>
            <p:ph type="title"/>
          </p:nvPr>
        </p:nvSpPr>
        <p:spPr/>
        <p:txBody>
          <a:bodyPr/>
          <a:lstStyle/>
          <a:p>
            <a:r>
              <a:rPr lang="zh-CN" altLang="en-US"/>
              <a:t>Topics</a:t>
            </a:r>
          </a:p>
        </p:txBody>
      </p:sp>
      <p:sp>
        <p:nvSpPr>
          <p:cNvPr id="3" name="内容占位符 2">
            <a:extLst>
              <a:ext uri="{FF2B5EF4-FFF2-40B4-BE49-F238E27FC236}">
                <a16:creationId xmlns:a16="http://schemas.microsoft.com/office/drawing/2014/main" id="{C0E3C9F0-C8C8-CC7D-4F0E-A9D58F02E21E}"/>
              </a:ext>
            </a:extLst>
          </p:cNvPr>
          <p:cNvSpPr>
            <a:spLocks noGrp="1"/>
          </p:cNvSpPr>
          <p:nvPr>
            <p:ph idx="1"/>
          </p:nvPr>
        </p:nvSpPr>
        <p:spPr/>
        <p:txBody>
          <a:bodyPr vert="horz" lIns="0" tIns="0" rIns="0" bIns="0" rtlCol="0" anchor="t">
            <a:noAutofit/>
          </a:bodyPr>
          <a:lstStyle/>
          <a:p>
            <a:pPr marL="342900" indent="-342900">
              <a:buAutoNum type="arabicPeriod"/>
            </a:pPr>
            <a:r>
              <a:rPr lang="zh-CN" altLang="en-US" sz="2000" b="1">
                <a:solidFill>
                  <a:schemeClr val="bg1">
                    <a:lumMod val="65000"/>
                  </a:schemeClr>
                </a:solidFill>
              </a:rPr>
              <a:t>Pipeline Key Update</a:t>
            </a:r>
          </a:p>
          <a:p>
            <a:pPr marL="342900" indent="-342900">
              <a:buAutoNum type="arabicPeriod"/>
            </a:pPr>
            <a:r>
              <a:rPr lang="zh-CN" altLang="en-US" sz="2000" b="1">
                <a:solidFill>
                  <a:schemeClr val="bg1">
                    <a:lumMod val="65000"/>
                  </a:schemeClr>
                </a:solidFill>
              </a:rPr>
              <a:t>Decisions/Advice Provided by TA-CEC</a:t>
            </a:r>
          </a:p>
          <a:p>
            <a:pPr marL="342900" indent="-342900">
              <a:buAutoNum type="arabicPeriod"/>
            </a:pPr>
            <a:r>
              <a:rPr lang="zh-CN" altLang="en-US" sz="2000" b="1"/>
              <a:t>TA Portfolio Key Update-Late Stage Assets</a:t>
            </a:r>
          </a:p>
          <a:p>
            <a:pPr marL="342900" indent="-342900">
              <a:buAutoNum type="arabicPeriod"/>
            </a:pPr>
            <a:r>
              <a:rPr lang="zh-CN" altLang="en-US" sz="2000" b="1">
                <a:solidFill>
                  <a:schemeClr val="bg1">
                    <a:lumMod val="65000"/>
                  </a:schemeClr>
                </a:solidFill>
              </a:rPr>
              <a:t>China Local Data Generation Key Update</a:t>
            </a:r>
          </a:p>
          <a:p>
            <a:pPr marL="342900" indent="-342900">
              <a:buAutoNum type="arabicPeriod"/>
            </a:pPr>
            <a:r>
              <a:rPr lang="zh-CN" altLang="en-US" sz="2000" b="1">
                <a:solidFill>
                  <a:schemeClr val="bg1">
                    <a:lumMod val="65000"/>
                  </a:schemeClr>
                </a:solidFill>
              </a:rPr>
              <a:t>TA Portfolio Key Update-Early Assets </a:t>
            </a:r>
          </a:p>
        </p:txBody>
      </p:sp>
      <p:sp>
        <p:nvSpPr>
          <p:cNvPr id="4" name="文本占位符 3">
            <a:extLst>
              <a:ext uri="{FF2B5EF4-FFF2-40B4-BE49-F238E27FC236}">
                <a16:creationId xmlns:a16="http://schemas.microsoft.com/office/drawing/2014/main" id="{065EBED1-B112-57A4-11A6-18F71FA851A3}"/>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785899FC-7E73-5BB6-527D-B9625081FCC6}"/>
              </a:ext>
            </a:extLst>
          </p:cNvPr>
          <p:cNvSpPr>
            <a:spLocks noGrp="1"/>
          </p:cNvSpPr>
          <p:nvPr>
            <p:ph type="ftr" sz="quarter" idx="19"/>
          </p:nvPr>
        </p:nvSpPr>
        <p:spPr/>
        <p:txBody>
          <a:bodyPr/>
          <a:lstStyle/>
          <a:p>
            <a:r>
              <a:rPr lang="en-US" altLang="zh-CN"/>
              <a:t>MAP</a:t>
            </a:r>
            <a:r>
              <a:rPr lang="en-US"/>
              <a:t>|    ONLY FOR INTERNAL USE</a:t>
            </a:r>
          </a:p>
        </p:txBody>
      </p:sp>
      <p:sp>
        <p:nvSpPr>
          <p:cNvPr id="6" name="灯片编号占位符 5">
            <a:extLst>
              <a:ext uri="{FF2B5EF4-FFF2-40B4-BE49-F238E27FC236}">
                <a16:creationId xmlns:a16="http://schemas.microsoft.com/office/drawing/2014/main" id="{B30844D5-65CE-DFE5-B384-0D5A7C68A650}"/>
              </a:ext>
            </a:extLst>
          </p:cNvPr>
          <p:cNvSpPr>
            <a:spLocks noGrp="1"/>
          </p:cNvSpPr>
          <p:nvPr>
            <p:ph type="sldNum" sz="quarter" idx="20"/>
          </p:nvPr>
        </p:nvSpPr>
        <p:spPr/>
        <p:txBody>
          <a:bodyPr/>
          <a:lstStyle/>
          <a:p>
            <a:fld id="{DF4E8F9F-5B1F-4F5B-BE49-3245D8C18D9F}" type="slidenum">
              <a:rPr lang="en-US" smtClean="0"/>
              <a:pPr/>
              <a:t>16</a:t>
            </a:fld>
            <a:endParaRPr lang="en-US"/>
          </a:p>
        </p:txBody>
      </p:sp>
    </p:spTree>
    <p:extLst>
      <p:ext uri="{BB962C8B-B14F-4D97-AF65-F5344CB8AC3E}">
        <p14:creationId xmlns:p14="http://schemas.microsoft.com/office/powerpoint/2010/main" val="1862893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TA Portfolio Key Update-Late Stage Assets</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fld id="{8FF9B0DE-3FEB-4AA0-B465-B80EF7C1333D}" type="slidenum">
              <a:rPr lang="en-US" smtClean="0"/>
              <a:pPr/>
              <a:t>17</a:t>
            </a:fld>
            <a:endParaRPr lang="en-US"/>
          </a:p>
        </p:txBody>
      </p:sp>
      <p:graphicFrame>
        <p:nvGraphicFramePr>
          <p:cNvPr id="6" name="Table 6">
            <a:extLst>
              <a:ext uri="{FF2B5EF4-FFF2-40B4-BE49-F238E27FC236}">
                <a16:creationId xmlns:a16="http://schemas.microsoft.com/office/drawing/2014/main" id="{99E71C16-9E1E-F011-B398-2DD75D956D8F}"/>
              </a:ext>
            </a:extLst>
          </p:cNvPr>
          <p:cNvGraphicFramePr>
            <a:graphicFrameLocks noGrp="1"/>
          </p:cNvGraphicFramePr>
          <p:nvPr>
            <p:extLst>
              <p:ext uri="{D42A27DB-BD31-4B8C-83A1-F6EECF244321}">
                <p14:modId xmlns:p14="http://schemas.microsoft.com/office/powerpoint/2010/main" val="3837056888"/>
              </p:ext>
            </p:extLst>
          </p:nvPr>
        </p:nvGraphicFramePr>
        <p:xfrm>
          <a:off x="573528" y="1034756"/>
          <a:ext cx="11233152" cy="4731390"/>
        </p:xfrm>
        <a:graphic>
          <a:graphicData uri="http://schemas.openxmlformats.org/drawingml/2006/table">
            <a:tbl>
              <a:tblPr firstRow="1" bandRow="1">
                <a:tableStyleId>{7E9639D4-E3E2-4D34-9284-5A2195B3D0D7}</a:tableStyleId>
              </a:tblPr>
              <a:tblGrid>
                <a:gridCol w="2077779">
                  <a:extLst>
                    <a:ext uri="{9D8B030D-6E8A-4147-A177-3AD203B41FA5}">
                      <a16:colId xmlns:a16="http://schemas.microsoft.com/office/drawing/2014/main" val="3183558779"/>
                    </a:ext>
                  </a:extLst>
                </a:gridCol>
                <a:gridCol w="1787343">
                  <a:extLst>
                    <a:ext uri="{9D8B030D-6E8A-4147-A177-3AD203B41FA5}">
                      <a16:colId xmlns:a16="http://schemas.microsoft.com/office/drawing/2014/main" val="4060529730"/>
                    </a:ext>
                  </a:extLst>
                </a:gridCol>
                <a:gridCol w="1504950">
                  <a:extLst>
                    <a:ext uri="{9D8B030D-6E8A-4147-A177-3AD203B41FA5}">
                      <a16:colId xmlns:a16="http://schemas.microsoft.com/office/drawing/2014/main" val="1540706906"/>
                    </a:ext>
                  </a:extLst>
                </a:gridCol>
                <a:gridCol w="4234543">
                  <a:extLst>
                    <a:ext uri="{9D8B030D-6E8A-4147-A177-3AD203B41FA5}">
                      <a16:colId xmlns:a16="http://schemas.microsoft.com/office/drawing/2014/main" val="1815427223"/>
                    </a:ext>
                  </a:extLst>
                </a:gridCol>
                <a:gridCol w="1628537">
                  <a:extLst>
                    <a:ext uri="{9D8B030D-6E8A-4147-A177-3AD203B41FA5}">
                      <a16:colId xmlns:a16="http://schemas.microsoft.com/office/drawing/2014/main" val="3539556881"/>
                    </a:ext>
                  </a:extLst>
                </a:gridCol>
              </a:tblGrid>
              <a:tr h="552205">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China Approval </a:t>
                      </a:r>
                    </a:p>
                    <a:p>
                      <a:pPr lvl="0" algn="ctr">
                        <a:buNone/>
                      </a:pPr>
                      <a:r>
                        <a:rPr lang="en-US" altLang="zh-CN" sz="1200"/>
                        <a:t>(base case)</a:t>
                      </a: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  (</a:t>
                      </a:r>
                      <a:r>
                        <a:rPr lang="en-US" altLang="zh-CN" sz="1200" i="1">
                          <a:solidFill>
                            <a:schemeClr val="bg1">
                              <a:lumMod val="75000"/>
                            </a:schemeClr>
                          </a:solidFill>
                        </a:rPr>
                        <a:t>please include key achievements, issues/risks, and etc.)</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280112">
                <a:tc rowSpan="3">
                  <a:txBody>
                    <a:bodyPr/>
                    <a:lstStyle/>
                    <a:p>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r>
                        <a:rPr kumimoji="1" lang="en-US" altLang="zh-CN" sz="1200" b="1" i="1" kern="1200">
                          <a:solidFill>
                            <a:schemeClr val="tx1"/>
                          </a:solidFill>
                        </a:rPr>
                        <a:t>Survodutide </a:t>
                      </a:r>
                      <a:endParaRPr lang="zh-CN" altLang="en-US" sz="1200" b="1" i="1" kern="1200">
                        <a:solidFill>
                          <a:schemeClr val="tx1"/>
                        </a:solidFill>
                        <a:latin typeface="+mn-lt"/>
                        <a:ea typeface="+mn-ea"/>
                        <a:cs typeface="+mn-cs"/>
                      </a:endParaRPr>
                    </a:p>
                    <a:p>
                      <a:pPr lvl="0">
                        <a:buNone/>
                      </a:pPr>
                      <a:r>
                        <a:rPr kumimoji="1" lang="en-US" altLang="zh-CN" sz="1200" b="1" i="1" kern="1200">
                          <a:solidFill>
                            <a:schemeClr val="tx1"/>
                          </a:solidFill>
                        </a:rPr>
                        <a:t>(GCGR/GLP-1R dual agonist)</a:t>
                      </a:r>
                      <a:endParaRPr kumimoji="1" lang="zh-CN" altLang="en-US" sz="1200" b="1" i="1" kern="1200">
                        <a:solidFill>
                          <a:schemeClr val="tx1"/>
                        </a:solidFill>
                        <a:latin typeface="+mn-lt"/>
                        <a:ea typeface="+mn-ea"/>
                        <a:cs typeface="+mn-cs"/>
                      </a:endParaRPr>
                    </a:p>
                  </a:txBody>
                  <a:tcP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rPr>
                        <a:t>Obesity</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0" kern="1200">
                          <a:solidFill>
                            <a:schemeClr val="tx1"/>
                          </a:solidFill>
                          <a:latin typeface="+mn-lt"/>
                          <a:ea typeface="+mn-ea"/>
                          <a:cs typeface="+mn-cs"/>
                        </a:rPr>
                        <a:t>Jun</a:t>
                      </a:r>
                      <a:r>
                        <a:rPr lang="en-US" altLang="zh-CN" sz="1200" b="1" i="0" kern="1200">
                          <a:solidFill>
                            <a:schemeClr val="tx1"/>
                          </a:solidFill>
                          <a:latin typeface="+mn-lt"/>
                          <a:ea typeface="+mn-ea"/>
                          <a:cs typeface="+mn-cs"/>
                        </a:rPr>
                        <a:t>,</a:t>
                      </a:r>
                      <a:r>
                        <a:rPr kumimoji="1" lang="en-US" altLang="zh-CN" sz="1200" b="1" i="0" kern="1200">
                          <a:solidFill>
                            <a:schemeClr val="tx1"/>
                          </a:solidFill>
                          <a:latin typeface="+mn-lt"/>
                          <a:ea typeface="+mn-ea"/>
                          <a:cs typeface="+mn-cs"/>
                        </a:rPr>
                        <a:t> 2028</a:t>
                      </a:r>
                      <a:endParaRPr kumimoji="1" lang="zh-CN" altLang="en-US" sz="1200" b="1"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kumimoji="1" lang="en-US" altLang="zh-CN" sz="1200" i="0" kern="1200">
                          <a:solidFill>
                            <a:schemeClr val="tx1"/>
                          </a:solidFill>
                          <a:latin typeface="+mn-lt"/>
                          <a:ea typeface="+mn-ea"/>
                          <a:cs typeface="+mn-cs"/>
                        </a:rPr>
                        <a:t>Virtual SYNCHRONIZE™ -CVOT PaReS 2025 Annual meeting was held on Apr. 24th, 2025.</a:t>
                      </a:r>
                    </a:p>
                    <a:p>
                      <a:pPr marL="0" lvl="0" indent="0">
                        <a:buNone/>
                      </a:pPr>
                      <a:endParaRPr lang="en-US" altLang="zh-CN" sz="1200" i="0" kern="1200">
                        <a:solidFill>
                          <a:schemeClr val="tx1"/>
                        </a:solidFill>
                        <a:latin typeface="+mn-lt"/>
                        <a:ea typeface="+mn-ea"/>
                        <a:cs typeface="+mn-cs"/>
                      </a:endParaRPr>
                    </a:p>
                    <a:p>
                      <a:pPr marL="171450" indent="-171450">
                        <a:buFont typeface="Arial" panose="020B0604020202020204" pitchFamily="34" charset="0"/>
                        <a:buChar char="•"/>
                      </a:pPr>
                      <a:r>
                        <a:rPr kumimoji="1" lang="en-US" altLang="zh-CN" sz="1200" i="0" kern="1200">
                          <a:solidFill>
                            <a:schemeClr val="tx1"/>
                          </a:solidFill>
                          <a:latin typeface="+mn-lt"/>
                          <a:ea typeface="+mn-ea"/>
                          <a:cs typeface="+mn-cs"/>
                        </a:rPr>
                        <a:t>HAI for PEN Development strategy (CMC properties, PK bridging study design) will be submitted on May 23th. </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004128368"/>
                  </a:ext>
                </a:extLst>
              </a:tr>
              <a:tr h="1267561">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MASH (F2-F3) conditional approval</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0" kern="1200">
                          <a:solidFill>
                            <a:schemeClr val="tx1"/>
                          </a:solidFill>
                          <a:latin typeface="+mn-lt"/>
                          <a:ea typeface="+mn-ea"/>
                          <a:cs typeface="+mn-cs"/>
                        </a:rPr>
                        <a:t>Nov</a:t>
                      </a:r>
                      <a:r>
                        <a:rPr lang="en-US" altLang="zh-CN" sz="1200" b="1" i="0" kern="1200">
                          <a:solidFill>
                            <a:schemeClr val="tx1"/>
                          </a:solidFill>
                          <a:latin typeface="+mn-lt"/>
                          <a:ea typeface="+mn-ea"/>
                          <a:cs typeface="+mn-cs"/>
                        </a:rPr>
                        <a:t>,</a:t>
                      </a:r>
                      <a:r>
                        <a:rPr kumimoji="1" lang="en-US" altLang="zh-CN" sz="1200" b="1" i="0" kern="1200">
                          <a:solidFill>
                            <a:schemeClr val="tx1"/>
                          </a:solidFill>
                          <a:latin typeface="+mn-lt"/>
                          <a:ea typeface="+mn-ea"/>
                          <a:cs typeface="+mn-cs"/>
                        </a:rPr>
                        <a:t> 2028</a:t>
                      </a:r>
                      <a:endParaRPr kumimoji="1" lang="zh-CN" altLang="en-US" sz="1200" b="1"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rowSpan="2">
                  <a:txBody>
                    <a:bodyPr/>
                    <a:lstStyle/>
                    <a:p>
                      <a:pPr marL="171450" indent="-171450">
                        <a:buFont typeface="Arial" panose="020B0604020202020204" pitchFamily="34" charset="0"/>
                        <a:buChar char="•"/>
                      </a:pPr>
                      <a:r>
                        <a:rPr kumimoji="1" lang="en-US" altLang="zh-CN" sz="1200" i="0" kern="1200">
                          <a:solidFill>
                            <a:schemeClr val="tx1"/>
                          </a:solidFill>
                          <a:latin typeface="+mn-lt"/>
                          <a:ea typeface="+mn-ea"/>
                          <a:cs typeface="+mn-cs"/>
                        </a:rPr>
                        <a:t>Till Apr. 30th, the site activation and patient recruitment for the program in China is</a:t>
                      </a:r>
                      <a:r>
                        <a:rPr kumimoji="1" lang="en-US" altLang="zh-CN" sz="1200" b="1" i="0" kern="1200">
                          <a:solidFill>
                            <a:schemeClr val="tx1"/>
                          </a:solidFill>
                          <a:latin typeface="+mn-lt"/>
                          <a:ea typeface="+mn-ea"/>
                          <a:cs typeface="+mn-cs"/>
                        </a:rPr>
                        <a:t> on track</a:t>
                      </a:r>
                      <a:r>
                        <a:rPr kumimoji="1" lang="en-US" altLang="zh-CN" sz="1200" i="0" kern="1200">
                          <a:solidFill>
                            <a:schemeClr val="tx1"/>
                          </a:solidFill>
                          <a:latin typeface="+mn-lt"/>
                          <a:ea typeface="+mn-ea"/>
                          <a:cs typeface="+mn-cs"/>
                        </a:rPr>
                        <a:t> </a:t>
                      </a:r>
                      <a:r>
                        <a:rPr kumimoji="1" lang="en-US" altLang="zh-CN" sz="1000" i="1" kern="1200">
                          <a:solidFill>
                            <a:schemeClr val="tx1"/>
                          </a:solidFill>
                          <a:latin typeface="+mn-lt"/>
                          <a:ea typeface="+mn-ea"/>
                          <a:cs typeface="+mn-cs"/>
                        </a:rPr>
                        <a:t>(</a:t>
                      </a:r>
                      <a:r>
                        <a:rPr lang="en-US" altLang="zh-CN" sz="1000" i="1" kern="1200">
                          <a:solidFill>
                            <a:schemeClr val="tx1"/>
                          </a:solidFill>
                          <a:latin typeface="+mn-lt"/>
                          <a:ea typeface="+mn-ea"/>
                          <a:cs typeface="+mn-cs"/>
                        </a:rPr>
                        <a:t>LIEVERAGE:14</a:t>
                      </a:r>
                      <a:r>
                        <a:rPr kumimoji="1" lang="en-US" altLang="zh-CN" sz="1000" i="1" kern="1200">
                          <a:solidFill>
                            <a:schemeClr val="tx1"/>
                          </a:solidFill>
                          <a:latin typeface="+mn-lt"/>
                          <a:ea typeface="+mn-ea"/>
                          <a:cs typeface="+mn-cs"/>
                        </a:rPr>
                        <a:t> sites activated, 12 pts screened,  LIVERAGE-Cirrhosis</a:t>
                      </a:r>
                      <a:r>
                        <a:rPr lang="en-US" altLang="zh-CN" sz="1000" i="1" kern="1200">
                          <a:solidFill>
                            <a:schemeClr val="tx1"/>
                          </a:solidFill>
                          <a:latin typeface="+mn-lt"/>
                          <a:ea typeface="+mn-ea"/>
                          <a:cs typeface="+mn-cs"/>
                        </a:rPr>
                        <a:t>:</a:t>
                      </a:r>
                      <a:r>
                        <a:rPr kumimoji="1" lang="en-US" altLang="zh-CN" sz="1000" i="1" kern="1200">
                          <a:solidFill>
                            <a:schemeClr val="tx1"/>
                          </a:solidFill>
                          <a:latin typeface="+mn-lt"/>
                          <a:ea typeface="+mn-ea"/>
                          <a:cs typeface="+mn-cs"/>
                        </a:rPr>
                        <a:t>13 sites activated. 7 pts screened)</a:t>
                      </a:r>
                    </a:p>
                    <a:p>
                      <a:pPr marL="171450" indent="-171450">
                        <a:spcBef>
                          <a:spcPts val="600"/>
                        </a:spcBef>
                        <a:buFont typeface="Arial" panose="020B0604020202020204" pitchFamily="34" charset="0"/>
                        <a:buChar char="•"/>
                      </a:pPr>
                      <a:r>
                        <a:rPr kumimoji="1" lang="en-US" altLang="zh-CN" sz="1200" i="0" kern="1200">
                          <a:solidFill>
                            <a:schemeClr val="tx1"/>
                          </a:solidFill>
                          <a:latin typeface="+mn-lt"/>
                          <a:ea typeface="+mn-ea"/>
                          <a:cs typeface="+mn-cs"/>
                        </a:rPr>
                        <a:t>LIVERAGE Internal Workshop for a focus group discussion around the program uptake and potential collaboration between global, CN/JP countries teams and PXL is planned </a:t>
                      </a:r>
                      <a:r>
                        <a:rPr lang="en-US" altLang="zh-CN" sz="1200" i="0" kern="1200">
                          <a:solidFill>
                            <a:schemeClr val="tx1"/>
                          </a:solidFill>
                          <a:latin typeface="+mn-lt"/>
                          <a:ea typeface="+mn-ea"/>
                          <a:cs typeface="+mn-cs"/>
                        </a:rPr>
                        <a:t>on</a:t>
                      </a:r>
                      <a:r>
                        <a:rPr kumimoji="1" lang="en-US" altLang="zh-CN" sz="1200" i="0" kern="1200">
                          <a:solidFill>
                            <a:schemeClr val="tx1"/>
                          </a:solidFill>
                          <a:latin typeface="+mn-lt"/>
                          <a:ea typeface="+mn-ea"/>
                          <a:cs typeface="+mn-cs"/>
                        </a:rPr>
                        <a:t> Jun 2</a:t>
                      </a:r>
                      <a:r>
                        <a:rPr kumimoji="1" lang="en-US" altLang="zh-CN" sz="1200" i="0" kern="1200" baseline="30000">
                          <a:solidFill>
                            <a:schemeClr val="tx1"/>
                          </a:solidFill>
                          <a:latin typeface="+mn-lt"/>
                          <a:ea typeface="+mn-ea"/>
                          <a:cs typeface="+mn-cs"/>
                        </a:rPr>
                        <a:t>nd</a:t>
                      </a:r>
                      <a:r>
                        <a:rPr kumimoji="1" lang="en-US" altLang="zh-CN" sz="1200" i="0" kern="1200">
                          <a:solidFill>
                            <a:schemeClr val="tx1"/>
                          </a:solidFill>
                          <a:latin typeface="+mn-lt"/>
                          <a:ea typeface="+mn-ea"/>
                          <a:cs typeface="+mn-cs"/>
                        </a:rPr>
                        <a:t>. </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rowSpan="2">
                  <a:txBody>
                    <a:bodyPr/>
                    <a:lstStyle/>
                    <a:p>
                      <a:pPr marL="171450" indent="-171450">
                        <a:buFont typeface="Arial" panose="020B0604020202020204" pitchFamily="34" charset="0"/>
                        <a:buChar char="•"/>
                      </a:pPr>
                      <a:r>
                        <a:rPr kumimoji="1" lang="en-US" altLang="zh-CN" sz="1200" i="0" kern="1200">
                          <a:solidFill>
                            <a:schemeClr val="tx1"/>
                          </a:solidFill>
                          <a:latin typeface="+mn-lt"/>
                          <a:ea typeface="+mn-ea"/>
                          <a:cs typeface="+mn-cs"/>
                        </a:rPr>
                        <a:t>Information exchange with global and PXL, keeping monitoring the program status in China</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302708110"/>
                  </a:ext>
                </a:extLst>
              </a:tr>
              <a:tr h="1631512">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MASH (F2-cF4) </a:t>
                      </a: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full approval</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kumimoji="1" lang="en-US" altLang="zh-CN" sz="1200" b="1" i="0" kern="1200">
                          <a:solidFill>
                            <a:schemeClr val="tx1"/>
                          </a:solidFill>
                          <a:latin typeface="+mn-lt"/>
                          <a:ea typeface="+mn-ea"/>
                          <a:cs typeface="+mn-cs"/>
                        </a:rPr>
                        <a:t>Oct</a:t>
                      </a:r>
                      <a:r>
                        <a:rPr lang="en-US" altLang="zh-CN" sz="1200" b="1" i="0" kern="1200">
                          <a:solidFill>
                            <a:schemeClr val="tx1"/>
                          </a:solidFill>
                          <a:latin typeface="+mn-lt"/>
                          <a:ea typeface="+mn-ea"/>
                          <a:cs typeface="+mn-cs"/>
                        </a:rPr>
                        <a:t>,</a:t>
                      </a:r>
                      <a:r>
                        <a:rPr kumimoji="1" lang="en-US" altLang="zh-CN" sz="1200" b="1" i="0" kern="1200">
                          <a:solidFill>
                            <a:schemeClr val="tx1"/>
                          </a:solidFill>
                          <a:latin typeface="+mn-lt"/>
                          <a:ea typeface="+mn-ea"/>
                          <a:cs typeface="+mn-cs"/>
                        </a:rPr>
                        <a:t> 2030</a:t>
                      </a:r>
                      <a:endParaRPr kumimoji="1" lang="zh-CN" altLang="en-US" sz="1200" b="1"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vMerge="1">
                  <a:txBody>
                    <a:bodyPr/>
                    <a:lstStyle/>
                    <a:p>
                      <a:endParaRPr kumimoji="1" lang="zh-CN" altLang="en-US" sz="1200"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vMerge="1">
                  <a:txBody>
                    <a:bodyPr/>
                    <a:lstStyle/>
                    <a:p>
                      <a:endParaRPr lang="zh-CN" altLang="en-US">
                        <a:solidFill>
                          <a:schemeClr val="tx1"/>
                        </a:solidFill>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589678411"/>
                  </a:ext>
                </a:extLst>
              </a:tr>
            </a:tbl>
          </a:graphicData>
        </a:graphic>
      </p:graphicFrame>
      <p:sp>
        <p:nvSpPr>
          <p:cNvPr id="11" name="Star: 5 Points 10">
            <a:extLst>
              <a:ext uri="{FF2B5EF4-FFF2-40B4-BE49-F238E27FC236}">
                <a16:creationId xmlns:a16="http://schemas.microsoft.com/office/drawing/2014/main" id="{7104E3B0-A385-491A-68DF-93F38CDB65E5}"/>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828FA8B4-1632-34E2-85CA-9771417FD3DB}"/>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ABAA68EE-A24B-6453-449D-0C81D4589AE6}"/>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FC468952-BCBE-275F-8436-15F0E1D700BD}"/>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Star: 5 Points 15">
            <a:extLst>
              <a:ext uri="{FF2B5EF4-FFF2-40B4-BE49-F238E27FC236}">
                <a16:creationId xmlns:a16="http://schemas.microsoft.com/office/drawing/2014/main" id="{55FD0CB7-5422-1804-EA48-0EF5892C05A6}"/>
              </a:ext>
            </a:extLst>
          </p:cNvPr>
          <p:cNvSpPr/>
          <p:nvPr/>
        </p:nvSpPr>
        <p:spPr bwMode="gray">
          <a:xfrm>
            <a:off x="2395112" y="2751648"/>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939105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483E8-7EA5-944E-D55E-EBB0EB618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3E207-EF71-AD09-72F4-8C860F3312A1}"/>
              </a:ext>
            </a:extLst>
          </p:cNvPr>
          <p:cNvSpPr>
            <a:spLocks noGrp="1"/>
          </p:cNvSpPr>
          <p:nvPr>
            <p:ph type="title"/>
          </p:nvPr>
        </p:nvSpPr>
        <p:spPr/>
        <p:txBody>
          <a:bodyPr/>
          <a:lstStyle/>
          <a:p>
            <a:r>
              <a:rPr lang="en-US" altLang="zh-CN"/>
              <a:t>TA Portfolio Key Update-Late Stage Assets </a:t>
            </a:r>
            <a:r>
              <a:rPr lang="en-US"/>
              <a:t>(2/3)</a:t>
            </a:r>
            <a:endParaRPr lang="en-US" b="0">
              <a:solidFill>
                <a:srgbClr val="000000"/>
              </a:solidFill>
            </a:endParaRPr>
          </a:p>
          <a:p>
            <a:endParaRPr lang="en-US" altLang="zh-CN"/>
          </a:p>
        </p:txBody>
      </p:sp>
      <p:sp>
        <p:nvSpPr>
          <p:cNvPr id="4" name="Footer Placeholder 3">
            <a:extLst>
              <a:ext uri="{FF2B5EF4-FFF2-40B4-BE49-F238E27FC236}">
                <a16:creationId xmlns:a16="http://schemas.microsoft.com/office/drawing/2014/main" id="{7934DBF7-6949-F06D-FDFE-3347960F2812}"/>
              </a:ext>
            </a:extLst>
          </p:cNvPr>
          <p:cNvSpPr>
            <a:spLocks noGrp="1"/>
          </p:cNvSpPr>
          <p:nvPr>
            <p:ph type="ftr" sz="quarter" idx="16"/>
          </p:nvPr>
        </p:nvSpPr>
        <p:spPr/>
        <p:txBody>
          <a:bodyPr/>
          <a:lstStyle/>
          <a:p>
            <a:r>
              <a:rPr lang="en-US" altLang="zh-CN"/>
              <a:t>MAP </a:t>
            </a:r>
            <a:r>
              <a:rPr lang="en-US"/>
              <a:t>|    ONLY FOR INTERNAL USE</a:t>
            </a:r>
          </a:p>
        </p:txBody>
      </p:sp>
      <p:sp>
        <p:nvSpPr>
          <p:cNvPr id="5" name="Slide Number Placeholder 4">
            <a:extLst>
              <a:ext uri="{FF2B5EF4-FFF2-40B4-BE49-F238E27FC236}">
                <a16:creationId xmlns:a16="http://schemas.microsoft.com/office/drawing/2014/main" id="{DD301942-4D4D-B29F-5D2C-27ACFA829D63}"/>
              </a:ext>
            </a:extLst>
          </p:cNvPr>
          <p:cNvSpPr>
            <a:spLocks noGrp="1"/>
          </p:cNvSpPr>
          <p:nvPr>
            <p:ph type="sldNum" sz="quarter" idx="17"/>
          </p:nvPr>
        </p:nvSpPr>
        <p:spPr/>
        <p:txBody>
          <a:bodyPr/>
          <a:lstStyle/>
          <a:p>
            <a:fld id="{8FF9B0DE-3FEB-4AA0-B465-B80EF7C1333D}" type="slidenum">
              <a:rPr lang="en-US" smtClean="0"/>
              <a:pPr/>
              <a:t>18</a:t>
            </a:fld>
            <a:endParaRPr lang="en-US"/>
          </a:p>
        </p:txBody>
      </p:sp>
      <p:sp>
        <p:nvSpPr>
          <p:cNvPr id="11" name="Star: 5 Points 10">
            <a:extLst>
              <a:ext uri="{FF2B5EF4-FFF2-40B4-BE49-F238E27FC236}">
                <a16:creationId xmlns:a16="http://schemas.microsoft.com/office/drawing/2014/main" id="{AA255258-7590-4835-9058-E66CDB9E6AF6}"/>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7F74468F-CAD0-D661-DD76-4C31BE231FAA}"/>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C53CBC5B-D32A-C24F-0804-CA4199B3A380}"/>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0C091AE7-F5C0-6E97-A6BF-D6C013CEF836}"/>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7" name="Table 6">
            <a:extLst>
              <a:ext uri="{FF2B5EF4-FFF2-40B4-BE49-F238E27FC236}">
                <a16:creationId xmlns:a16="http://schemas.microsoft.com/office/drawing/2014/main" id="{909957D2-540E-042B-88F2-6245C6A82F29}"/>
              </a:ext>
            </a:extLst>
          </p:cNvPr>
          <p:cNvGraphicFramePr>
            <a:graphicFrameLocks noGrp="1"/>
          </p:cNvGraphicFramePr>
          <p:nvPr>
            <p:extLst>
              <p:ext uri="{D42A27DB-BD31-4B8C-83A1-F6EECF244321}">
                <p14:modId xmlns:p14="http://schemas.microsoft.com/office/powerpoint/2010/main" val="1897693965"/>
              </p:ext>
            </p:extLst>
          </p:nvPr>
        </p:nvGraphicFramePr>
        <p:xfrm>
          <a:off x="573528" y="1486826"/>
          <a:ext cx="11233152" cy="4172615"/>
        </p:xfrm>
        <a:graphic>
          <a:graphicData uri="http://schemas.openxmlformats.org/drawingml/2006/table">
            <a:tbl>
              <a:tblPr firstRow="1" bandRow="1">
                <a:tableStyleId>{7E9639D4-E3E2-4D34-9284-5A2195B3D0D7}</a:tableStyleId>
              </a:tblPr>
              <a:tblGrid>
                <a:gridCol w="2077779">
                  <a:extLst>
                    <a:ext uri="{9D8B030D-6E8A-4147-A177-3AD203B41FA5}">
                      <a16:colId xmlns:a16="http://schemas.microsoft.com/office/drawing/2014/main" val="3183558779"/>
                    </a:ext>
                  </a:extLst>
                </a:gridCol>
                <a:gridCol w="1303636">
                  <a:extLst>
                    <a:ext uri="{9D8B030D-6E8A-4147-A177-3AD203B41FA5}">
                      <a16:colId xmlns:a16="http://schemas.microsoft.com/office/drawing/2014/main" val="4060529730"/>
                    </a:ext>
                  </a:extLst>
                </a:gridCol>
                <a:gridCol w="1428118">
                  <a:extLst>
                    <a:ext uri="{9D8B030D-6E8A-4147-A177-3AD203B41FA5}">
                      <a16:colId xmlns:a16="http://schemas.microsoft.com/office/drawing/2014/main" val="1540706906"/>
                    </a:ext>
                  </a:extLst>
                </a:gridCol>
                <a:gridCol w="4247499">
                  <a:extLst>
                    <a:ext uri="{9D8B030D-6E8A-4147-A177-3AD203B41FA5}">
                      <a16:colId xmlns:a16="http://schemas.microsoft.com/office/drawing/2014/main" val="1815427223"/>
                    </a:ext>
                  </a:extLst>
                </a:gridCol>
                <a:gridCol w="2176120">
                  <a:extLst>
                    <a:ext uri="{9D8B030D-6E8A-4147-A177-3AD203B41FA5}">
                      <a16:colId xmlns:a16="http://schemas.microsoft.com/office/drawing/2014/main" val="3539556881"/>
                    </a:ext>
                  </a:extLst>
                </a:gridCol>
              </a:tblGrid>
              <a:tr h="56169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China Approval </a:t>
                      </a:r>
                    </a:p>
                    <a:p>
                      <a:pPr lvl="0" algn="ctr">
                        <a:buNone/>
                      </a:pPr>
                      <a:r>
                        <a:rPr lang="en-US" altLang="zh-CN" sz="1200"/>
                        <a:t>(base case)</a:t>
                      </a: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  (</a:t>
                      </a:r>
                      <a:r>
                        <a:rPr lang="en-US" altLang="zh-CN" sz="1200" i="1">
                          <a:solidFill>
                            <a:schemeClr val="bg1">
                              <a:lumMod val="75000"/>
                            </a:schemeClr>
                          </a:solidFill>
                        </a:rPr>
                        <a:t>please include key achievements, issues/risks, and etc.)</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348075">
                <a:tc rowSpan="4">
                  <a:txBody>
                    <a:bodyPr/>
                    <a:lstStyle/>
                    <a:p>
                      <a:endParaRPr lang="en-US" altLang="zh-CN" sz="1200" b="1" i="1" kern="1200">
                        <a:solidFill>
                          <a:schemeClr val="tx1"/>
                        </a:solidFill>
                        <a:latin typeface="+mn-lt"/>
                        <a:ea typeface="+mn-ea"/>
                        <a:cs typeface="+mn-cs"/>
                      </a:endParaRPr>
                    </a:p>
                    <a:p>
                      <a:pPr lvl="0">
                        <a:buNone/>
                      </a:pPr>
                      <a:endParaRPr lang="en-US" altLang="zh-CN" sz="1200" b="1" i="1" kern="1200">
                        <a:solidFill>
                          <a:schemeClr val="tx1"/>
                        </a:solidFill>
                        <a:latin typeface="+mn-lt"/>
                        <a:ea typeface="+mn-ea"/>
                        <a:cs typeface="+mn-cs"/>
                      </a:endParaRPr>
                    </a:p>
                    <a:p>
                      <a:pPr lvl="0">
                        <a:buNone/>
                      </a:pPr>
                      <a:endParaRPr lang="en-US" altLang="zh-CN" sz="1200" b="1" i="1" kern="1200">
                        <a:solidFill>
                          <a:schemeClr val="tx1"/>
                        </a:solidFill>
                        <a:latin typeface="+mn-lt"/>
                        <a:ea typeface="+mn-ea"/>
                        <a:cs typeface="+mn-cs"/>
                      </a:endParaRPr>
                    </a:p>
                    <a:p>
                      <a:pPr lvl="0">
                        <a:buNone/>
                      </a:pPr>
                      <a:endParaRPr lang="en-US" altLang="zh-CN" sz="1200" b="1" i="1" kern="1200">
                        <a:solidFill>
                          <a:schemeClr val="tx1"/>
                        </a:solidFill>
                        <a:latin typeface="+mn-lt"/>
                        <a:ea typeface="+mn-ea"/>
                        <a:cs typeface="+mn-cs"/>
                      </a:endParaRPr>
                    </a:p>
                    <a:p>
                      <a:pPr lvl="0">
                        <a:buNone/>
                      </a:pPr>
                      <a:endParaRPr lang="en-US" altLang="zh-CN" sz="1200" b="1" i="1" kern="1200">
                        <a:solidFill>
                          <a:schemeClr val="tx1"/>
                        </a:solidFill>
                        <a:latin typeface="+mn-lt"/>
                        <a:ea typeface="+mn-ea"/>
                        <a:cs typeface="+mn-cs"/>
                      </a:endParaRPr>
                    </a:p>
                    <a:p>
                      <a:pPr lvl="0">
                        <a:buNone/>
                      </a:pPr>
                      <a:r>
                        <a:rPr lang="en-US" altLang="zh-CN" sz="1200" b="1" i="1" kern="1200">
                          <a:solidFill>
                            <a:schemeClr val="tx1"/>
                          </a:solidFill>
                          <a:latin typeface="+mn-lt"/>
                          <a:ea typeface="+mn-ea"/>
                          <a:cs typeface="+mn-cs"/>
                        </a:rPr>
                        <a:t>Vica+Empa</a:t>
                      </a:r>
                      <a:endParaRPr lang="zh-CN" altLang="en-US" sz="1200" b="1" i="1" kern="1200">
                        <a:solidFill>
                          <a:schemeClr val="tx1"/>
                        </a:solidFill>
                        <a:latin typeface="+mn-lt"/>
                        <a:ea typeface="+mn-ea"/>
                        <a:cs typeface="+mn-cs"/>
                      </a:endParaRPr>
                    </a:p>
                    <a:p>
                      <a:pPr lvl="0">
                        <a:buNone/>
                      </a:pPr>
                      <a:r>
                        <a:rPr kumimoji="1" lang="en-US" altLang="zh-CN" sz="1200" b="1" i="1" kern="1200">
                          <a:solidFill>
                            <a:schemeClr val="tx1"/>
                          </a:solidFill>
                          <a:latin typeface="+mn-lt"/>
                          <a:ea typeface="+mn-ea"/>
                          <a:cs typeface="+mn-cs"/>
                        </a:rPr>
                        <a:t>(aldosterone synthase inhibitor + SGLT2 inhibitor)</a:t>
                      </a:r>
                      <a:endParaRPr kumimoji="1" lang="zh-CN" altLang="en-US" sz="1200" b="1" i="1" kern="1200">
                        <a:solidFill>
                          <a:schemeClr val="tx1"/>
                        </a:solidFill>
                        <a:latin typeface="+mn-lt"/>
                        <a:ea typeface="+mn-ea"/>
                        <a:cs typeface="+mn-cs"/>
                      </a:endParaRPr>
                    </a:p>
                  </a:txBody>
                  <a:tcPr>
                    <a:lnR w="12700" cap="flat" cmpd="sng" algn="ctr">
                      <a:solidFill>
                        <a:schemeClr val="bg1">
                          <a:lumMod val="85000"/>
                        </a:schemeClr>
                      </a:solidFill>
                      <a:prstDash val="dash"/>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CKD</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b="1">
                          <a:solidFill>
                            <a:schemeClr val="tx1"/>
                          </a:solidFill>
                        </a:rPr>
                        <a:t>Mar, 2030</a:t>
                      </a:r>
                      <a:endParaRPr lang="zh-CN" altLang="en-US" sz="1200" b="1">
                        <a:solidFill>
                          <a:schemeClr val="tx1"/>
                        </a:solidFill>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spcAft>
                          <a:spcPts val="600"/>
                        </a:spcAft>
                        <a:buFont typeface="Arial" panose="020B0604020202020204" pitchFamily="34" charset="0"/>
                        <a:buChar char="•"/>
                      </a:pPr>
                      <a:r>
                        <a:rPr lang="en-US" altLang="zh-CN" sz="1200">
                          <a:solidFill>
                            <a:schemeClr val="tx1"/>
                          </a:solidFill>
                        </a:rPr>
                        <a:t>EASi-KIDNEY trail start-up delayed continuously, global evidence Lead  will be meeting with Oxford to discuss in the next few weeks.</a:t>
                      </a:r>
                    </a:p>
                    <a:p>
                      <a:pPr marL="171450" indent="-171450">
                        <a:spcAft>
                          <a:spcPts val="600"/>
                        </a:spcAft>
                        <a:buFont typeface="Arial" panose="020B0604020202020204" pitchFamily="34" charset="0"/>
                        <a:buChar char="•"/>
                      </a:pPr>
                      <a:r>
                        <a:rPr lang="en-US" altLang="zh-CN" sz="1200">
                          <a:solidFill>
                            <a:schemeClr val="tx1"/>
                          </a:solidFill>
                        </a:rPr>
                        <a:t>Meeting with national coordinator of EASi-SYNC – Prof. Fangfang Hou at</a:t>
                      </a:r>
                      <a:r>
                        <a:rPr lang="en-US" altLang="zh-CN" sz="1200" b="1">
                          <a:solidFill>
                            <a:schemeClr val="tx1"/>
                          </a:solidFill>
                        </a:rPr>
                        <a:t> investigator meeting on 19</a:t>
                      </a:r>
                      <a:r>
                        <a:rPr lang="en-US" altLang="zh-CN" sz="1200" b="1" baseline="30000">
                          <a:solidFill>
                            <a:schemeClr val="tx1"/>
                          </a:solidFill>
                        </a:rPr>
                        <a:t>th</a:t>
                      </a:r>
                      <a:r>
                        <a:rPr lang="en-US" altLang="zh-CN" sz="1200" b="1">
                          <a:solidFill>
                            <a:schemeClr val="tx1"/>
                          </a:solidFill>
                        </a:rPr>
                        <a:t> Jul.</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a:solidFill>
                            <a:schemeClr val="tx1"/>
                          </a:solidFill>
                        </a:rPr>
                        <a:t>Further evaluation with Oxford is anticipated in Jun</a:t>
                      </a:r>
                      <a:endParaRPr lang="zh-CN" altLang="en-US" sz="1200">
                        <a:solidFill>
                          <a:schemeClr val="tx1"/>
                        </a:solidFill>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786378">
                <a:tc vMerge="1">
                  <a:txBody>
                    <a:bodyPr/>
                    <a:lstStyle/>
                    <a:p>
                      <a:endParaRPr lang="zh-CN" altLang="en-US"/>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HFpEF</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b="1">
                          <a:solidFill>
                            <a:schemeClr val="tx1"/>
                          </a:solidFill>
                        </a:rPr>
                        <a:t>Nov, 2029</a:t>
                      </a:r>
                      <a:endParaRPr lang="zh-CN" altLang="en-US" sz="1200" b="1">
                        <a:solidFill>
                          <a:schemeClr val="tx1"/>
                        </a:solidFill>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a:solidFill>
                            <a:schemeClr val="tx1"/>
                          </a:solidFill>
                        </a:rPr>
                        <a:t>118 (vs. 45 planned) patients randomized in China, while global recruitment keeps in same momentum (1,334 vs. 1,202 planned)</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endParaRPr lang="zh-CN" altLang="en-US" sz="1200">
                        <a:solidFill>
                          <a:schemeClr val="tx1"/>
                        </a:solidFill>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251782790"/>
                  </a:ext>
                </a:extLst>
              </a:tr>
              <a:tr h="353067">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HFrEF</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b="1">
                          <a:solidFill>
                            <a:schemeClr val="tx1"/>
                          </a:solidFill>
                        </a:rPr>
                        <a:t>Sep, 2030</a:t>
                      </a:r>
                      <a:endParaRPr lang="zh-CN" altLang="en-US" sz="1200" b="1">
                        <a:solidFill>
                          <a:schemeClr val="tx1"/>
                        </a:solidFill>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a:solidFill>
                            <a:schemeClr val="tx1"/>
                          </a:solidFill>
                        </a:rPr>
                        <a:t>N.A.</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endParaRPr lang="zh-CN" altLang="en-US" sz="1200">
                        <a:solidFill>
                          <a:schemeClr val="tx1"/>
                        </a:solidFill>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418175574"/>
                  </a:ext>
                </a:extLst>
              </a:tr>
              <a:tr h="1123397">
                <a:tc vMerge="1">
                  <a:txBody>
                    <a:bodyPr/>
                    <a:lstStyle/>
                    <a:p>
                      <a:endParaRPr kumimoji="1" lang="zh-CN" altLang="en-US" sz="1200" i="1" kern="1200">
                        <a:solidFill>
                          <a:schemeClr val="bg1">
                            <a:lumMod val="65000"/>
                          </a:schemeClr>
                        </a:solidFill>
                        <a:latin typeface="+mn-lt"/>
                        <a:ea typeface="+mn-ea"/>
                        <a:cs typeface="+mn-cs"/>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b="1" i="1" kern="1200">
                          <a:solidFill>
                            <a:schemeClr val="tx1"/>
                          </a:solidFill>
                          <a:latin typeface="+mn-lt"/>
                          <a:ea typeface="+mn-ea"/>
                          <a:cs typeface="+mn-cs"/>
                        </a:rPr>
                        <a:t>CVRR</a:t>
                      </a:r>
                      <a:endParaRPr kumimoji="1" lang="zh-CN" altLang="en-US"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b="1">
                          <a:solidFill>
                            <a:schemeClr val="tx1"/>
                          </a:solidFill>
                        </a:rPr>
                        <a:t>Oct, 2031</a:t>
                      </a:r>
                      <a:endParaRPr lang="zh-CN" altLang="en-US" sz="1200" b="1">
                        <a:solidFill>
                          <a:schemeClr val="tx1"/>
                        </a:solidFill>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spcAft>
                          <a:spcPts val="600"/>
                        </a:spcAft>
                        <a:buFont typeface="Arial" panose="020B0604020202020204" pitchFamily="34" charset="0"/>
                        <a:buChar char="•"/>
                      </a:pPr>
                      <a:r>
                        <a:rPr lang="en-US" altLang="zh-CN" sz="1200">
                          <a:solidFill>
                            <a:schemeClr val="tx1"/>
                          </a:solidFill>
                        </a:rPr>
                        <a:t>FDA meeting canceled after initial positive feedback, final protocol archived on 5</a:t>
                      </a:r>
                      <a:r>
                        <a:rPr lang="en-US" altLang="zh-CN" sz="1200" baseline="30000">
                          <a:solidFill>
                            <a:schemeClr val="tx1"/>
                          </a:solidFill>
                        </a:rPr>
                        <a:t>th</a:t>
                      </a:r>
                      <a:r>
                        <a:rPr lang="en-US" altLang="zh-CN" sz="1200">
                          <a:solidFill>
                            <a:schemeClr val="tx1"/>
                          </a:solidFill>
                        </a:rPr>
                        <a:t> May</a:t>
                      </a:r>
                    </a:p>
                    <a:p>
                      <a:pPr marL="171450" indent="-171450">
                        <a:spcAft>
                          <a:spcPts val="600"/>
                        </a:spcAft>
                        <a:buFont typeface="Arial" panose="020B0604020202020204" pitchFamily="34" charset="0"/>
                        <a:buChar char="•"/>
                      </a:pPr>
                      <a:r>
                        <a:rPr lang="en-US" altLang="zh-CN" sz="1200">
                          <a:solidFill>
                            <a:schemeClr val="tx1"/>
                          </a:solidFill>
                        </a:rPr>
                        <a:t>Meeting with National Coordinator-</a:t>
                      </a:r>
                      <a:r>
                        <a:rPr lang="en-US" altLang="zh-CN" sz="1200" b="1">
                          <a:solidFill>
                            <a:schemeClr val="tx1"/>
                          </a:solidFill>
                        </a:rPr>
                        <a:t>Prof. Yida Tang is scheduled  on 5th Jun.</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endParaRPr lang="zh-CN" altLang="en-US" sz="1200">
                        <a:solidFill>
                          <a:schemeClr val="accent1"/>
                        </a:solidFill>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3105167356"/>
                  </a:ext>
                </a:extLst>
              </a:tr>
            </a:tbl>
          </a:graphicData>
        </a:graphic>
      </p:graphicFrame>
      <p:sp>
        <p:nvSpPr>
          <p:cNvPr id="6" name="Star: 5 Points 10">
            <a:extLst>
              <a:ext uri="{FF2B5EF4-FFF2-40B4-BE49-F238E27FC236}">
                <a16:creationId xmlns:a16="http://schemas.microsoft.com/office/drawing/2014/main" id="{B41FF4F4-54C0-3D8A-E7C6-693A9441419D}"/>
              </a:ext>
            </a:extLst>
          </p:cNvPr>
          <p:cNvSpPr/>
          <p:nvPr/>
        </p:nvSpPr>
        <p:spPr bwMode="gray">
          <a:xfrm>
            <a:off x="2395339" y="302676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794875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4394A-5E11-64E5-1BAA-230995CD7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75DBD-B5A6-8584-1156-63591DAC3B5D}"/>
              </a:ext>
            </a:extLst>
          </p:cNvPr>
          <p:cNvSpPr>
            <a:spLocks noGrp="1"/>
          </p:cNvSpPr>
          <p:nvPr>
            <p:ph type="title"/>
          </p:nvPr>
        </p:nvSpPr>
        <p:spPr/>
        <p:txBody>
          <a:bodyPr/>
          <a:lstStyle/>
          <a:p>
            <a:r>
              <a:rPr lang="en-US" altLang="zh-CN"/>
              <a:t>TA Portfolio Key Update-Late Stage Assets</a:t>
            </a:r>
            <a:endParaRPr lang="en-US" b="0">
              <a:solidFill>
                <a:srgbClr val="000000"/>
              </a:solidFill>
            </a:endParaRPr>
          </a:p>
          <a:p>
            <a:endParaRPr lang="en-US" altLang="zh-CN"/>
          </a:p>
        </p:txBody>
      </p:sp>
      <p:sp>
        <p:nvSpPr>
          <p:cNvPr id="4" name="Footer Placeholder 3">
            <a:extLst>
              <a:ext uri="{FF2B5EF4-FFF2-40B4-BE49-F238E27FC236}">
                <a16:creationId xmlns:a16="http://schemas.microsoft.com/office/drawing/2014/main" id="{A54BF8AD-54FC-39D2-660B-12C1E66CCA95}"/>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5" name="Slide Number Placeholder 4">
            <a:extLst>
              <a:ext uri="{FF2B5EF4-FFF2-40B4-BE49-F238E27FC236}">
                <a16:creationId xmlns:a16="http://schemas.microsoft.com/office/drawing/2014/main" id="{3E52239F-00E7-D4C8-A293-74D2888D9016}"/>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Table 6">
            <a:extLst>
              <a:ext uri="{FF2B5EF4-FFF2-40B4-BE49-F238E27FC236}">
                <a16:creationId xmlns:a16="http://schemas.microsoft.com/office/drawing/2014/main" id="{03548376-02AA-4560-1270-A61A5F271A10}"/>
              </a:ext>
            </a:extLst>
          </p:cNvPr>
          <p:cNvGraphicFramePr>
            <a:graphicFrameLocks noGrp="1"/>
          </p:cNvGraphicFramePr>
          <p:nvPr>
            <p:extLst>
              <p:ext uri="{D42A27DB-BD31-4B8C-83A1-F6EECF244321}">
                <p14:modId xmlns:p14="http://schemas.microsoft.com/office/powerpoint/2010/main" val="4171141440"/>
              </p:ext>
            </p:extLst>
          </p:nvPr>
        </p:nvGraphicFramePr>
        <p:xfrm>
          <a:off x="479422" y="936625"/>
          <a:ext cx="11497230" cy="4925467"/>
        </p:xfrm>
        <a:graphic>
          <a:graphicData uri="http://schemas.openxmlformats.org/drawingml/2006/table">
            <a:tbl>
              <a:tblPr firstRow="1" bandRow="1">
                <a:tableStyleId>{7E9639D4-E3E2-4D34-9284-5A2195B3D0D7}</a:tableStyleId>
              </a:tblPr>
              <a:tblGrid>
                <a:gridCol w="1686284">
                  <a:extLst>
                    <a:ext uri="{9D8B030D-6E8A-4147-A177-3AD203B41FA5}">
                      <a16:colId xmlns:a16="http://schemas.microsoft.com/office/drawing/2014/main" val="3183558779"/>
                    </a:ext>
                  </a:extLst>
                </a:gridCol>
                <a:gridCol w="1088488">
                  <a:extLst>
                    <a:ext uri="{9D8B030D-6E8A-4147-A177-3AD203B41FA5}">
                      <a16:colId xmlns:a16="http://schemas.microsoft.com/office/drawing/2014/main" val="4060529730"/>
                    </a:ext>
                  </a:extLst>
                </a:gridCol>
                <a:gridCol w="1159698">
                  <a:extLst>
                    <a:ext uri="{9D8B030D-6E8A-4147-A177-3AD203B41FA5}">
                      <a16:colId xmlns:a16="http://schemas.microsoft.com/office/drawing/2014/main" val="1540706906"/>
                    </a:ext>
                  </a:extLst>
                </a:gridCol>
                <a:gridCol w="5335482">
                  <a:extLst>
                    <a:ext uri="{9D8B030D-6E8A-4147-A177-3AD203B41FA5}">
                      <a16:colId xmlns:a16="http://schemas.microsoft.com/office/drawing/2014/main" val="1815427223"/>
                    </a:ext>
                  </a:extLst>
                </a:gridCol>
                <a:gridCol w="2227278">
                  <a:extLst>
                    <a:ext uri="{9D8B030D-6E8A-4147-A177-3AD203B41FA5}">
                      <a16:colId xmlns:a16="http://schemas.microsoft.com/office/drawing/2014/main" val="3539556881"/>
                    </a:ext>
                  </a:extLst>
                </a:gridCol>
              </a:tblGrid>
              <a:tr h="108498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 (</a:t>
                      </a:r>
                      <a:r>
                        <a:rPr lang="en-US" altLang="zh-CN" sz="1200" err="1"/>
                        <a:t>MoA</a:t>
                      </a:r>
                      <a:r>
                        <a:rPr lang="en-US" altLang="zh-CN" sz="1200"/>
                        <a:t>)</a:t>
                      </a:r>
                      <a:endParaRPr lang="zh-CN" altLang="en-US" sz="1200"/>
                    </a:p>
                  </a:txBody>
                  <a:tcPr anchor="ct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China Approval </a:t>
                      </a:r>
                    </a:p>
                    <a:p>
                      <a:pPr lvl="0" algn="ctr">
                        <a:buNone/>
                      </a:pPr>
                      <a:r>
                        <a:rPr lang="en-US" altLang="zh-CN" sz="1200"/>
                        <a:t>(base case)</a:t>
                      </a: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  (</a:t>
                      </a:r>
                      <a:r>
                        <a:rPr lang="en-US" altLang="zh-CN" sz="1200" i="1">
                          <a:solidFill>
                            <a:schemeClr val="bg1">
                              <a:lumMod val="75000"/>
                            </a:schemeClr>
                          </a:solidFill>
                        </a:rPr>
                        <a:t>please include key achievements, issues/risks, and etc.)</a:t>
                      </a:r>
                      <a:endParaRPr lang="zh-CN" altLang="en-US" sz="1200" i="1">
                        <a:solidFill>
                          <a:schemeClr val="bg1">
                            <a:lumMod val="75000"/>
                          </a:schemeClr>
                        </a:solidFill>
                      </a:endParaRPr>
                    </a:p>
                  </a:txBody>
                  <a:tcPr anchor="ct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nchor="ct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1342360">
                <a:tc rowSpan="2">
                  <a:txBody>
                    <a:bodyPr/>
                    <a:lstStyle/>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endParaRPr lang="en-US" altLang="zh-CN" sz="1200" b="1" i="1" kern="1200">
                        <a:solidFill>
                          <a:schemeClr val="tx1"/>
                        </a:solidFill>
                      </a:endParaRPr>
                    </a:p>
                    <a:p>
                      <a:pPr lvl="0">
                        <a:buNone/>
                      </a:pPr>
                      <a:r>
                        <a:rPr lang="en-US" altLang="zh-CN" sz="1200" b="1" i="1" kern="1200">
                          <a:solidFill>
                            <a:schemeClr val="tx1"/>
                          </a:solidFill>
                        </a:rPr>
                        <a:t>Metalyse </a:t>
                      </a:r>
                      <a:endParaRPr lang="zh-CN" altLang="en-US" b="1" i="1"/>
                    </a:p>
                    <a:p>
                      <a:pPr lvl="0">
                        <a:buNone/>
                      </a:pPr>
                      <a:r>
                        <a:rPr lang="en-US" altLang="zh-CN" sz="1200" b="1" i="1" kern="1200">
                          <a:solidFill>
                            <a:schemeClr val="tx1"/>
                          </a:solidFill>
                        </a:rPr>
                        <a:t>(TNK)</a:t>
                      </a:r>
                      <a:endParaRPr kumimoji="1" lang="zh-CN" altLang="en-US" b="1" i="1"/>
                    </a:p>
                  </a:txBody>
                  <a:tcPr>
                    <a:lnR w="12700" cap="flat" cmpd="sng" algn="ctr">
                      <a:solidFill>
                        <a:schemeClr val="bg1">
                          <a:lumMod val="85000"/>
                        </a:schemeClr>
                      </a:solidFill>
                      <a:prstDash val="dash"/>
                      <a:round/>
                      <a:headEnd type="none" w="med" len="med"/>
                      <a:tailEnd type="none" w="med" len="med"/>
                    </a:lnR>
                    <a:lnB w="6350" cap="flat" cmpd="sng" algn="ctr">
                      <a:solidFill>
                        <a:schemeClr val="tx1"/>
                      </a:solidFill>
                      <a:prstDash val="solid"/>
                      <a:round/>
                      <a:headEnd type="none" w="med" len="med"/>
                      <a:tailEnd type="none" w="med" len="med"/>
                    </a:lnB>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altLang="zh-CN" sz="1200" b="1" i="1" kern="1200">
                          <a:solidFill>
                            <a:schemeClr val="tx1"/>
                          </a:solidFill>
                          <a:latin typeface="+mn-lt"/>
                          <a:ea typeface="+mn-ea"/>
                          <a:cs typeface="+mn-cs"/>
                        </a:rPr>
                        <a:t>AIS</a:t>
                      </a:r>
                    </a:p>
                    <a:p>
                      <a:pPr marL="0" marR="0" lvl="0" indent="0" algn="l" defTabSz="914377">
                        <a:lnSpc>
                          <a:spcPct val="100000"/>
                        </a:lnSpc>
                        <a:spcBef>
                          <a:spcPts val="0"/>
                        </a:spcBef>
                        <a:spcAft>
                          <a:spcPts val="0"/>
                        </a:spcAft>
                        <a:buClrTx/>
                        <a:buSzTx/>
                        <a:buFontTx/>
                        <a:buNone/>
                        <a:tabLst/>
                        <a:defRPr/>
                      </a:pPr>
                      <a:r>
                        <a:rPr lang="en-US" altLang="zh-CN" sz="1200" b="1" i="1" kern="1200">
                          <a:solidFill>
                            <a:schemeClr val="tx1"/>
                          </a:solidFill>
                          <a:latin typeface="+mn-lt"/>
                          <a:ea typeface="+mn-ea"/>
                          <a:cs typeface="+mn-cs"/>
                        </a:rPr>
                        <a:t>&lt;4.5h</a:t>
                      </a:r>
                      <a:endParaRPr kumimoji="1" lang="en-US" altLang="zh-CN"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r>
                        <a:rPr lang="en-US" altLang="zh-CN" sz="1200" b="1">
                          <a:solidFill>
                            <a:schemeClr val="tx1"/>
                          </a:solidFill>
                        </a:rPr>
                        <a:t>May, 2025</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a:buChar char="•"/>
                      </a:pPr>
                      <a:r>
                        <a:rPr lang="en-US" altLang="zh-CN" sz="1200">
                          <a:solidFill>
                            <a:schemeClr val="tx1"/>
                          </a:solidFill>
                        </a:rPr>
                        <a:t> </a:t>
                      </a:r>
                      <a:r>
                        <a:rPr lang="en-US" sz="1200" b="0" i="0" u="none" strike="noStrike" noProof="0">
                          <a:solidFill>
                            <a:schemeClr val="tx1"/>
                          </a:solidFill>
                          <a:latin typeface="Boehringer Forward Text"/>
                        </a:rPr>
                        <a:t>BLA review at NMPA has been completed on May 14th . The License is under preparation at NMPA and expected to receive soon.</a:t>
                      </a:r>
                      <a:endParaRPr lang="en-US" altLang="zh-CN" sz="1200"/>
                    </a:p>
                    <a:p>
                      <a:pPr marL="171450" lvl="0" indent="-171450">
                        <a:buFont typeface="Arial"/>
                        <a:buChar char="•"/>
                      </a:pPr>
                      <a:endParaRPr lang="en-US" altLang="zh-CN" sz="1200">
                        <a:solidFill>
                          <a:schemeClr val="tx1"/>
                        </a:solidFill>
                      </a:endParaRPr>
                    </a:p>
                    <a:p>
                      <a:pPr marL="171450" lvl="0" indent="-171450">
                        <a:buFont typeface="Arial"/>
                        <a:buChar char="•"/>
                      </a:pPr>
                      <a:r>
                        <a:rPr lang="en-US" altLang="zh-CN" sz="1200">
                          <a:solidFill>
                            <a:schemeClr val="tx1"/>
                          </a:solidFill>
                        </a:rPr>
                        <a:t>Current approval timeline assessment: high possibility to receive BLA approval in mid-May. </a:t>
                      </a:r>
                      <a:endParaRPr lang="en-US" altLang="zh-CN" sz="1200"/>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lang="en-US" altLang="zh-CN" sz="1200">
                          <a:solidFill>
                            <a:schemeClr val="tx1"/>
                          </a:solidFill>
                        </a:rPr>
                        <a:t>Follow up</a:t>
                      </a:r>
                      <a:r>
                        <a:rPr lang="en-US" altLang="zh-CN" sz="1200" u="none">
                          <a:solidFill>
                            <a:schemeClr val="tx1"/>
                          </a:solidFill>
                        </a:rPr>
                        <a:t> NMPA review </a:t>
                      </a:r>
                      <a:r>
                        <a:rPr lang="en-US" altLang="zh-CN" sz="1200">
                          <a:solidFill>
                            <a:schemeClr val="tx1"/>
                          </a:solidFill>
                        </a:rPr>
                        <a:t>and approval process.</a:t>
                      </a:r>
                    </a:p>
                    <a:p>
                      <a:pPr marL="171450" lvl="0" indent="-171450">
                        <a:buFont typeface="Arial" panose="020B0604020202020204" pitchFamily="34" charset="0"/>
                        <a:buChar char="•"/>
                      </a:pPr>
                      <a:endParaRPr lang="en-US" altLang="zh-CN" sz="1200">
                        <a:solidFill>
                          <a:schemeClr val="tx1"/>
                        </a:solidFill>
                      </a:endParaRPr>
                    </a:p>
                    <a:p>
                      <a:pPr marL="171450" indent="-171450">
                        <a:buFont typeface="Arial" panose="020B0604020202020204" pitchFamily="34" charset="0"/>
                        <a:buChar char="•"/>
                      </a:pPr>
                      <a:r>
                        <a:rPr lang="en-US" altLang="zh-CN" sz="1200">
                          <a:solidFill>
                            <a:schemeClr val="tx1"/>
                          </a:solidFill>
                        </a:rPr>
                        <a:t>Further accelerate Gentamicin IPC method switch to ensure smooth launch. </a:t>
                      </a: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2382634">
                <a:tc vMerge="1">
                  <a:txBody>
                    <a:bodyPr/>
                    <a:lstStyle/>
                    <a:p>
                      <a:endParaRPr lang="zh-CN" altLang="en-US"/>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altLang="zh-CN" sz="1200" b="1" i="1" kern="1200">
                          <a:solidFill>
                            <a:schemeClr val="tx1"/>
                          </a:solidFill>
                          <a:latin typeface="+mn-lt"/>
                          <a:ea typeface="+mn-ea"/>
                          <a:cs typeface="+mn-cs"/>
                        </a:rPr>
                        <a:t>AIS </a:t>
                      </a:r>
                    </a:p>
                    <a:p>
                      <a:pPr marL="0" marR="0" lvl="0" indent="0" algn="l">
                        <a:lnSpc>
                          <a:spcPct val="100000"/>
                        </a:lnSpc>
                        <a:spcBef>
                          <a:spcPts val="0"/>
                        </a:spcBef>
                        <a:spcAft>
                          <a:spcPts val="0"/>
                        </a:spcAft>
                        <a:buClrTx/>
                        <a:buSzTx/>
                        <a:buFontTx/>
                        <a:buNone/>
                      </a:pPr>
                      <a:r>
                        <a:rPr lang="en-US" altLang="zh-CN" sz="1200" b="1" i="1" kern="1200">
                          <a:solidFill>
                            <a:schemeClr val="tx1"/>
                          </a:solidFill>
                          <a:latin typeface="+mn-lt"/>
                          <a:ea typeface="+mn-ea"/>
                          <a:cs typeface="+mn-cs"/>
                        </a:rPr>
                        <a:t>Late Window</a:t>
                      </a:r>
                      <a:endParaRPr kumimoji="1" lang="en-US" altLang="zh-CN" sz="1200" b="1" i="1"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zh-CN" sz="1200" b="1" kern="1200">
                          <a:solidFill>
                            <a:schemeClr val="tx1"/>
                          </a:solidFill>
                          <a:latin typeface="+mn-lt"/>
                          <a:ea typeface="+mn-ea"/>
                          <a:cs typeface="+mn-cs"/>
                        </a:rPr>
                        <a:t>Q2, 2029</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285750" marR="0" lvl="0" indent="-285750" algn="l" rtl="0" eaLnBrk="1" fontAlgn="auto" latinLnBrk="0" hangingPunct="1">
                        <a:lnSpc>
                          <a:spcPct val="100000"/>
                        </a:lnSpc>
                        <a:spcBef>
                          <a:spcPts val="0"/>
                        </a:spcBef>
                        <a:spcAft>
                          <a:spcPts val="0"/>
                        </a:spcAft>
                        <a:buClrTx/>
                        <a:buSzTx/>
                        <a:buFont typeface="Arial" panose="05000000000000000000" pitchFamily="2" charset="2"/>
                        <a:buChar char="•"/>
                      </a:pPr>
                      <a:r>
                        <a:rPr lang="en-US" altLang="zh-CN" sz="1200" kern="1200">
                          <a:solidFill>
                            <a:schemeClr val="tx1"/>
                          </a:solidFill>
                          <a:latin typeface="+mn-lt"/>
                          <a:ea typeface="+mn-ea"/>
                          <a:cs typeface="+mn-cs"/>
                        </a:rPr>
                        <a:t>CDE written feedback (</a:t>
                      </a:r>
                      <a:r>
                        <a:rPr lang="en-US" altLang="zh-CN" sz="1200" kern="1200" noProof="0">
                          <a:solidFill>
                            <a:schemeClr val="tx1"/>
                          </a:solidFill>
                          <a:latin typeface="+mn-lt"/>
                          <a:ea typeface="+mn-ea"/>
                          <a:cs typeface="+mn-cs"/>
                        </a:rPr>
                        <a:t>Stat, CP, Clinical)</a:t>
                      </a:r>
                      <a:r>
                        <a:rPr lang="en-US" altLang="zh-CN" sz="1200" kern="1200">
                          <a:solidFill>
                            <a:schemeClr val="tx1"/>
                          </a:solidFill>
                          <a:latin typeface="+mn-lt"/>
                          <a:ea typeface="+mn-ea"/>
                          <a:cs typeface="+mn-cs"/>
                        </a:rPr>
                        <a:t> received in Apr;  clarification </a:t>
                      </a:r>
                      <a:r>
                        <a:rPr lang="en-US" altLang="zh-CN" sz="1200" kern="1200" noProof="0">
                          <a:solidFill>
                            <a:schemeClr val="tx1"/>
                          </a:solidFill>
                          <a:latin typeface="+mn-lt"/>
                          <a:ea typeface="+mn-ea"/>
                          <a:cs typeface="+mn-cs"/>
                        </a:rPr>
                        <a:t>question on dosing scheme to CDE CP is still open. </a:t>
                      </a:r>
                      <a:endParaRPr lang="zh-CN" altLang="en-US"/>
                    </a:p>
                    <a:p>
                      <a:pPr marL="285750" marR="0" lvl="0" indent="-285750" algn="l" rtl="0" eaLnBrk="1" fontAlgn="auto" latinLnBrk="0" hangingPunct="1">
                        <a:lnSpc>
                          <a:spcPct val="100000"/>
                        </a:lnSpc>
                        <a:spcBef>
                          <a:spcPts val="0"/>
                        </a:spcBef>
                        <a:spcAft>
                          <a:spcPts val="0"/>
                        </a:spcAft>
                        <a:buClrTx/>
                        <a:buSzTx/>
                        <a:buFont typeface="Arial" panose="05000000000000000000" pitchFamily="2" charset="2"/>
                        <a:buChar char="•"/>
                      </a:pPr>
                      <a:r>
                        <a:rPr lang="en-US" altLang="zh-CN" sz="1200" kern="1200">
                          <a:solidFill>
                            <a:schemeClr val="tx1"/>
                          </a:solidFill>
                          <a:latin typeface="+mn-lt"/>
                          <a:ea typeface="+mn-ea"/>
                          <a:cs typeface="+mn-cs"/>
                        </a:rPr>
                        <a:t>EMA final written feedback</a:t>
                      </a:r>
                      <a:r>
                        <a:rPr lang="en-US" altLang="zh-CN" sz="1200" kern="1200" noProof="0">
                          <a:solidFill>
                            <a:schemeClr val="tx1"/>
                          </a:solidFill>
                          <a:latin typeface="+mn-lt"/>
                          <a:ea typeface="+mn-ea"/>
                          <a:cs typeface="+mn-cs"/>
                        </a:rPr>
                        <a:t> received in May;</a:t>
                      </a:r>
                    </a:p>
                    <a:p>
                      <a:pPr marL="285750" marR="0" lvl="0" indent="-285750" algn="l">
                        <a:lnSpc>
                          <a:spcPct val="100000"/>
                        </a:lnSpc>
                        <a:spcBef>
                          <a:spcPts val="0"/>
                        </a:spcBef>
                        <a:spcAft>
                          <a:spcPts val="0"/>
                        </a:spcAft>
                        <a:buClrTx/>
                        <a:buSzTx/>
                        <a:buFont typeface="Arial" panose="05000000000000000000" pitchFamily="2" charset="2"/>
                        <a:buChar char="•"/>
                      </a:pPr>
                      <a:endParaRPr lang="en-US" altLang="zh-CN" sz="1200" kern="1200" noProof="0">
                        <a:solidFill>
                          <a:schemeClr val="tx1"/>
                        </a:solidFill>
                        <a:latin typeface="+mn-lt"/>
                        <a:ea typeface="+mn-ea"/>
                        <a:cs typeface="+mn-cs"/>
                      </a:endParaRPr>
                    </a:p>
                    <a:p>
                      <a:pPr marL="285750" marR="0" lvl="0" indent="-285750" algn="l">
                        <a:lnSpc>
                          <a:spcPct val="100000"/>
                        </a:lnSpc>
                        <a:spcBef>
                          <a:spcPts val="0"/>
                        </a:spcBef>
                        <a:spcAft>
                          <a:spcPts val="0"/>
                        </a:spcAft>
                        <a:buClrTx/>
                        <a:buSzTx/>
                        <a:buFont typeface="Arial" panose="05000000000000000000" pitchFamily="2" charset="2"/>
                        <a:buChar char="•"/>
                      </a:pPr>
                      <a:r>
                        <a:rPr lang="en-US" altLang="zh-CN" sz="1200" kern="1200" noProof="0">
                          <a:solidFill>
                            <a:schemeClr val="tx1"/>
                          </a:solidFill>
                          <a:latin typeface="+mn-lt"/>
                          <a:ea typeface="+mn-ea"/>
                          <a:cs typeface="+mn-cs"/>
                        </a:rPr>
                        <a:t>Key considerations on study design based on feedback from HAs:</a:t>
                      </a:r>
                    </a:p>
                    <a:p>
                      <a:pPr marL="0" marR="0" lvl="0" indent="0" algn="l">
                        <a:lnSpc>
                          <a:spcPct val="100000"/>
                        </a:lnSpc>
                        <a:spcBef>
                          <a:spcPts val="0"/>
                        </a:spcBef>
                        <a:spcAft>
                          <a:spcPts val="0"/>
                        </a:spcAft>
                        <a:buClrTx/>
                        <a:buSzTx/>
                        <a:buNone/>
                      </a:pPr>
                      <a:r>
                        <a:rPr lang="en-US" altLang="zh-CN" sz="1200" kern="1200" noProof="0">
                          <a:solidFill>
                            <a:schemeClr val="tx1"/>
                          </a:solidFill>
                          <a:latin typeface="+mn-lt"/>
                          <a:ea typeface="+mn-ea"/>
                          <a:cs typeface="+mn-cs"/>
                        </a:rPr>
                        <a:t>        (1) Time window: to further discuss at this MAP  </a:t>
                      </a:r>
                      <a:endParaRPr lang="en-US"/>
                    </a:p>
                    <a:p>
                      <a:pPr marL="0" marR="0" lvl="0" indent="0" algn="l">
                        <a:lnSpc>
                          <a:spcPct val="100000"/>
                        </a:lnSpc>
                        <a:spcBef>
                          <a:spcPts val="0"/>
                        </a:spcBef>
                        <a:spcAft>
                          <a:spcPts val="0"/>
                        </a:spcAft>
                        <a:buClrTx/>
                        <a:buSzTx/>
                        <a:buNone/>
                      </a:pPr>
                      <a:r>
                        <a:rPr lang="en-US" altLang="zh-CN" sz="1200" kern="1200" noProof="0">
                          <a:solidFill>
                            <a:schemeClr val="tx1"/>
                          </a:solidFill>
                          <a:latin typeface="+mn-lt"/>
                          <a:ea typeface="+mn-ea"/>
                          <a:cs typeface="+mn-cs"/>
                        </a:rPr>
                        <a:t>        (2) Dosing scheme;</a:t>
                      </a:r>
                      <a:endParaRPr lang="en-US"/>
                    </a:p>
                    <a:p>
                      <a:pPr marL="0" marR="0" lvl="0" indent="0" algn="l">
                        <a:lnSpc>
                          <a:spcPct val="100000"/>
                        </a:lnSpc>
                        <a:spcBef>
                          <a:spcPts val="0"/>
                        </a:spcBef>
                        <a:spcAft>
                          <a:spcPts val="0"/>
                        </a:spcAft>
                        <a:buClrTx/>
                        <a:buSzTx/>
                        <a:buNone/>
                      </a:pPr>
                      <a:r>
                        <a:rPr lang="en-US" altLang="zh-CN" sz="1200" kern="1200" noProof="0">
                          <a:solidFill>
                            <a:schemeClr val="tx1"/>
                          </a:solidFill>
                          <a:latin typeface="+mn-lt"/>
                          <a:ea typeface="+mn-ea"/>
                          <a:cs typeface="+mn-cs"/>
                        </a:rPr>
                        <a:t>        (3) Double – blind design; </a:t>
                      </a:r>
                      <a:endParaRPr lang="en-US"/>
                    </a:p>
                    <a:p>
                      <a:pPr marL="0" marR="0" lvl="0" indent="0" algn="l" defTabSz="914400" rtl="0" eaLnBrk="1" fontAlgn="auto" latinLnBrk="0" hangingPunct="1">
                        <a:lnSpc>
                          <a:spcPct val="100000"/>
                        </a:lnSpc>
                        <a:spcBef>
                          <a:spcPts val="0"/>
                        </a:spcBef>
                        <a:spcAft>
                          <a:spcPts val="0"/>
                        </a:spcAft>
                        <a:buClrTx/>
                        <a:buSzTx/>
                        <a:buNone/>
                        <a:tabLst/>
                        <a:defRPr/>
                      </a:pPr>
                      <a:endParaRPr lang="en-US" altLang="zh-CN" sz="1200" kern="1200" noProof="0">
                        <a:solidFill>
                          <a:schemeClr val="tx1"/>
                        </a:solidFill>
                        <a:latin typeface="+mn-lt"/>
                        <a:ea typeface="+mn-ea"/>
                        <a:cs typeface="+mn-cs"/>
                      </a:endParaRPr>
                    </a:p>
                    <a:p>
                      <a:pPr marL="285750" marR="0" lvl="0" indent="-285750" algn="l" rtl="0" eaLnBrk="1" fontAlgn="auto" latinLnBrk="0" hangingPunct="1">
                        <a:lnSpc>
                          <a:spcPct val="100000"/>
                        </a:lnSpc>
                        <a:spcBef>
                          <a:spcPts val="0"/>
                        </a:spcBef>
                        <a:spcAft>
                          <a:spcPts val="0"/>
                        </a:spcAft>
                        <a:buClrTx/>
                        <a:buSzTx/>
                        <a:buFont typeface="Arial" panose="05000000000000000000" pitchFamily="2" charset="2"/>
                        <a:buChar char="•"/>
                      </a:pPr>
                      <a:r>
                        <a:rPr lang="en-US" altLang="zh-CN" sz="1200" kern="1200" noProof="0">
                          <a:solidFill>
                            <a:schemeClr val="tx1"/>
                          </a:solidFill>
                          <a:latin typeface="+mn-lt"/>
                          <a:ea typeface="+mn-ea"/>
                          <a:cs typeface="+mn-cs"/>
                        </a:rPr>
                        <a:t>Steer committee meeting will be held during ESOC;</a:t>
                      </a:r>
                    </a:p>
                    <a:p>
                      <a:pPr marL="0" marR="0" lvl="0" indent="0" algn="l">
                        <a:lnSpc>
                          <a:spcPct val="100000"/>
                        </a:lnSpc>
                        <a:spcBef>
                          <a:spcPts val="0"/>
                        </a:spcBef>
                        <a:spcAft>
                          <a:spcPts val="0"/>
                        </a:spcAft>
                        <a:buClrTx/>
                        <a:buSzTx/>
                        <a:buNone/>
                      </a:pPr>
                      <a:endParaRPr lang="en-US" altLang="zh-CN" sz="1200" kern="1200" noProof="0">
                        <a:solidFill>
                          <a:schemeClr val="tx1"/>
                        </a:solidFill>
                        <a:latin typeface="+mn-lt"/>
                        <a:ea typeface="+mn-ea"/>
                        <a:cs typeface="+mn-cs"/>
                      </a:endParaRPr>
                    </a:p>
                    <a:p>
                      <a:pPr marL="285750" marR="0" lvl="0" indent="-285750" algn="l" defTabSz="914400">
                        <a:lnSpc>
                          <a:spcPct val="100000"/>
                        </a:lnSpc>
                        <a:spcBef>
                          <a:spcPts val="0"/>
                        </a:spcBef>
                        <a:spcAft>
                          <a:spcPts val="0"/>
                        </a:spcAft>
                        <a:buClrTx/>
                        <a:buSzTx/>
                        <a:buFont typeface="Arial" panose="05000000000000000000" pitchFamily="2" charset="2"/>
                        <a:buChar char="•"/>
                        <a:tabLst/>
                        <a:defRPr/>
                      </a:pPr>
                      <a:r>
                        <a:rPr lang="en-US" altLang="zh-CN" sz="1200" kern="1200" noProof="0">
                          <a:solidFill>
                            <a:schemeClr val="tx1"/>
                          </a:solidFill>
                          <a:latin typeface="+mn-lt"/>
                          <a:ea typeface="+mn-ea"/>
                          <a:cs typeface="+mn-cs"/>
                        </a:rPr>
                        <a:t>Competitor Mingfule-CSPC late time window (4.5-24h) registration trial obtained the CTA permission in Apr 2024</a:t>
                      </a:r>
                      <a:endParaRPr lang="en-US"/>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lgn="l" defTabSz="914377" rtl="0" eaLnBrk="1" fontAlgn="auto" latinLnBrk="0" hangingPunct="1">
                        <a:buFont typeface="Arial" panose="020B0604020202020204" pitchFamily="34" charset="0"/>
                        <a:buChar char="•"/>
                      </a:pPr>
                      <a:r>
                        <a:rPr lang="en-US" altLang="zh-CN" sz="1200" kern="1200">
                          <a:solidFill>
                            <a:schemeClr val="tx1"/>
                          </a:solidFill>
                          <a:latin typeface="+mn-lt"/>
                          <a:ea typeface="+mn-ea"/>
                          <a:cs typeface="+mn-cs"/>
                        </a:rPr>
                        <a:t>Global and local team will jointly discuss CDE &amp; EMA feedback to reach an alignment on study design.</a:t>
                      </a:r>
                    </a:p>
                    <a:p>
                      <a:pPr marL="171450" indent="-171450" algn="l" defTabSz="914377" rtl="0" eaLnBrk="1" fontAlgn="auto" latinLnBrk="0" hangingPunct="1">
                        <a:buFont typeface="Arial" panose="020B0604020202020204" pitchFamily="34" charset="0"/>
                        <a:buChar char="•"/>
                      </a:pPr>
                      <a:endParaRPr lang="en-US" altLang="zh-CN" sz="1200" kern="1200">
                        <a:solidFill>
                          <a:schemeClr val="tx1"/>
                        </a:solidFill>
                        <a:latin typeface="+mn-lt"/>
                        <a:ea typeface="+mn-ea"/>
                        <a:cs typeface="+mn-cs"/>
                      </a:endParaRPr>
                    </a:p>
                    <a:p>
                      <a:pPr marL="0" indent="0" algn="l" defTabSz="914377" rtl="0" eaLnBrk="1" fontAlgn="auto" latinLnBrk="0" hangingPunct="1">
                        <a:buFont typeface="Arial" panose="020B0604020202020204" pitchFamily="34" charset="0"/>
                        <a:buNone/>
                      </a:pPr>
                      <a:endParaRPr lang="en-US" altLang="zh-CN" sz="120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251782790"/>
                  </a:ext>
                </a:extLst>
              </a:tr>
            </a:tbl>
          </a:graphicData>
        </a:graphic>
      </p:graphicFrame>
      <p:sp>
        <p:nvSpPr>
          <p:cNvPr id="11" name="Star: 5 Points 10">
            <a:extLst>
              <a:ext uri="{FF2B5EF4-FFF2-40B4-BE49-F238E27FC236}">
                <a16:creationId xmlns:a16="http://schemas.microsoft.com/office/drawing/2014/main" id="{D862FFEF-ED47-7389-F9FF-A1A9BD916992}"/>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5A0DD373-D6E9-5562-6B55-D8311C995113}"/>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237B0649-DD1C-D919-F4CF-E956BB2B5BCA}"/>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F3D63929-C318-AF09-ACAF-7F5A80F2D119}"/>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598082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45866-1A64-936D-C298-62B9AB0D15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321E65-3C80-1A22-A29A-52744179961A}"/>
              </a:ext>
            </a:extLst>
          </p:cNvPr>
          <p:cNvSpPr>
            <a:spLocks noGrp="1"/>
          </p:cNvSpPr>
          <p:nvPr>
            <p:ph type="title"/>
          </p:nvPr>
        </p:nvSpPr>
        <p:spPr/>
        <p:txBody>
          <a:bodyPr/>
          <a:lstStyle/>
          <a:p>
            <a:r>
              <a:rPr lang="zh-CN" altLang="en-US"/>
              <a:t>Topics</a:t>
            </a:r>
          </a:p>
        </p:txBody>
      </p:sp>
      <p:sp>
        <p:nvSpPr>
          <p:cNvPr id="3" name="内容占位符 2">
            <a:extLst>
              <a:ext uri="{FF2B5EF4-FFF2-40B4-BE49-F238E27FC236}">
                <a16:creationId xmlns:a16="http://schemas.microsoft.com/office/drawing/2014/main" id="{ECBE7DFF-A34E-0DCB-EF20-CDE44A7EC9A8}"/>
              </a:ext>
            </a:extLst>
          </p:cNvPr>
          <p:cNvSpPr>
            <a:spLocks noGrp="1"/>
          </p:cNvSpPr>
          <p:nvPr>
            <p:ph idx="1"/>
          </p:nvPr>
        </p:nvSpPr>
        <p:spPr/>
        <p:txBody>
          <a:bodyPr vert="horz" lIns="0" tIns="0" rIns="0" bIns="0" rtlCol="0" anchor="t">
            <a:noAutofit/>
          </a:bodyPr>
          <a:lstStyle/>
          <a:p>
            <a:pPr marL="342900" indent="-342900">
              <a:buAutoNum type="arabicPeriod"/>
            </a:pPr>
            <a:r>
              <a:rPr lang="zh-CN" altLang="en-US" sz="2000" b="1">
                <a:solidFill>
                  <a:schemeClr val="bg1">
                    <a:lumMod val="65000"/>
                  </a:schemeClr>
                </a:solidFill>
              </a:rPr>
              <a:t>Pipeline Key Update</a:t>
            </a:r>
          </a:p>
          <a:p>
            <a:pPr marL="342900" indent="-342900">
              <a:buAutoNum type="arabicPeriod"/>
            </a:pPr>
            <a:r>
              <a:rPr lang="zh-CN" altLang="en-US" sz="2000" b="1">
                <a:solidFill>
                  <a:schemeClr val="bg1">
                    <a:lumMod val="65000"/>
                  </a:schemeClr>
                </a:solidFill>
              </a:rPr>
              <a:t>Decisions/Advice Provided by TA-CEC</a:t>
            </a:r>
          </a:p>
          <a:p>
            <a:pPr marL="342900" indent="-342900">
              <a:buAutoNum type="arabicPeriod"/>
            </a:pPr>
            <a:r>
              <a:rPr lang="zh-CN" altLang="en-US" sz="2000" b="1">
                <a:solidFill>
                  <a:schemeClr val="bg1">
                    <a:lumMod val="65000"/>
                  </a:schemeClr>
                </a:solidFill>
              </a:rPr>
              <a:t>TA Portfolio Key Update-Late Stage Assets</a:t>
            </a:r>
          </a:p>
          <a:p>
            <a:pPr marL="342900" indent="-342900">
              <a:buAutoNum type="arabicPeriod"/>
            </a:pPr>
            <a:r>
              <a:rPr lang="zh-CN" altLang="en-US" sz="2000" b="1"/>
              <a:t>China Local Data Generation Key Update</a:t>
            </a:r>
          </a:p>
          <a:p>
            <a:pPr marL="342900" indent="-342900">
              <a:buAutoNum type="arabicPeriod"/>
            </a:pPr>
            <a:r>
              <a:rPr lang="zh-CN" altLang="en-US" sz="2000" b="1">
                <a:solidFill>
                  <a:schemeClr val="bg1">
                    <a:lumMod val="65000"/>
                  </a:schemeClr>
                </a:solidFill>
              </a:rPr>
              <a:t>TA Portfolio Key Update-Early Assets </a:t>
            </a:r>
          </a:p>
        </p:txBody>
      </p:sp>
      <p:sp>
        <p:nvSpPr>
          <p:cNvPr id="4" name="文本占位符 3">
            <a:extLst>
              <a:ext uri="{FF2B5EF4-FFF2-40B4-BE49-F238E27FC236}">
                <a16:creationId xmlns:a16="http://schemas.microsoft.com/office/drawing/2014/main" id="{43A4CA1E-77BF-6C61-DB3F-090498212D3F}"/>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6DD8EB35-601C-79D8-5A30-63159690E8A4}"/>
              </a:ext>
            </a:extLst>
          </p:cNvPr>
          <p:cNvSpPr>
            <a:spLocks noGrp="1"/>
          </p:cNvSpPr>
          <p:nvPr>
            <p:ph type="ftr" sz="quarter" idx="19"/>
          </p:nvPr>
        </p:nvSpPr>
        <p:spPr/>
        <p:txBody>
          <a:bodyPr/>
          <a:lstStyle/>
          <a:p>
            <a:r>
              <a:rPr lang="en-US" altLang="zh-CN"/>
              <a:t>MAP</a:t>
            </a:r>
            <a:r>
              <a:rPr lang="en-US"/>
              <a:t>|    ONLY FOR INTERNAL USE</a:t>
            </a:r>
          </a:p>
        </p:txBody>
      </p:sp>
      <p:sp>
        <p:nvSpPr>
          <p:cNvPr id="6" name="灯片编号占位符 5">
            <a:extLst>
              <a:ext uri="{FF2B5EF4-FFF2-40B4-BE49-F238E27FC236}">
                <a16:creationId xmlns:a16="http://schemas.microsoft.com/office/drawing/2014/main" id="{B68845BC-162E-EF91-EB7F-73B4DC8AF507}"/>
              </a:ext>
            </a:extLst>
          </p:cNvPr>
          <p:cNvSpPr>
            <a:spLocks noGrp="1"/>
          </p:cNvSpPr>
          <p:nvPr>
            <p:ph type="sldNum" sz="quarter" idx="20"/>
          </p:nvPr>
        </p:nvSpPr>
        <p:spPr/>
        <p:txBody>
          <a:bodyPr/>
          <a:lstStyle/>
          <a:p>
            <a:fld id="{DF4E8F9F-5B1F-4F5B-BE49-3245D8C18D9F}" type="slidenum">
              <a:rPr lang="en-US" smtClean="0"/>
              <a:pPr/>
              <a:t>20</a:t>
            </a:fld>
            <a:endParaRPr lang="en-US"/>
          </a:p>
        </p:txBody>
      </p:sp>
    </p:spTree>
    <p:extLst>
      <p:ext uri="{BB962C8B-B14F-4D97-AF65-F5344CB8AC3E}">
        <p14:creationId xmlns:p14="http://schemas.microsoft.com/office/powerpoint/2010/main" val="1640362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479424" y="477000"/>
            <a:ext cx="11233151" cy="870537"/>
          </a:xfrm>
        </p:spPr>
        <p:txBody>
          <a:bodyPr/>
          <a:lstStyle/>
          <a:p>
            <a:r>
              <a:rPr lang="en-US" altLang="zh-CN"/>
              <a:t>TA Review Meeting </a:t>
            </a:r>
            <a:br>
              <a:rPr lang="en-US" altLang="zh-CN"/>
            </a:br>
            <a:r>
              <a:rPr lang="en-US" altLang="zh-CN"/>
              <a:t>Mature Product Overview Metabolism </a:t>
            </a:r>
          </a:p>
        </p:txBody>
      </p:sp>
      <p:graphicFrame>
        <p:nvGraphicFramePr>
          <p:cNvPr id="5" name="表格 4">
            <a:extLst>
              <a:ext uri="{FF2B5EF4-FFF2-40B4-BE49-F238E27FC236}">
                <a16:creationId xmlns:a16="http://schemas.microsoft.com/office/drawing/2014/main" id="{D3DAFFB9-4E9F-9EB6-1273-2E3A376D9211}"/>
              </a:ext>
            </a:extLst>
          </p:cNvPr>
          <p:cNvGraphicFramePr>
            <a:graphicFrameLocks noGrp="1"/>
          </p:cNvGraphicFramePr>
          <p:nvPr>
            <p:extLst>
              <p:ext uri="{D42A27DB-BD31-4B8C-83A1-F6EECF244321}">
                <p14:modId xmlns:p14="http://schemas.microsoft.com/office/powerpoint/2010/main" val="866975949"/>
              </p:ext>
            </p:extLst>
          </p:nvPr>
        </p:nvGraphicFramePr>
        <p:xfrm>
          <a:off x="251922" y="1442943"/>
          <a:ext cx="11851869" cy="2946471"/>
        </p:xfrm>
        <a:graphic>
          <a:graphicData uri="http://schemas.openxmlformats.org/drawingml/2006/table">
            <a:tbl>
              <a:tblPr firstRow="1" bandRow="1">
                <a:tableStyleId>{21E4AEA4-8DFA-4A89-87EB-49C32662AFE0}</a:tableStyleId>
              </a:tblPr>
              <a:tblGrid>
                <a:gridCol w="926428">
                  <a:extLst>
                    <a:ext uri="{9D8B030D-6E8A-4147-A177-3AD203B41FA5}">
                      <a16:colId xmlns:a16="http://schemas.microsoft.com/office/drawing/2014/main" val="2087559983"/>
                    </a:ext>
                  </a:extLst>
                </a:gridCol>
                <a:gridCol w="1581555">
                  <a:extLst>
                    <a:ext uri="{9D8B030D-6E8A-4147-A177-3AD203B41FA5}">
                      <a16:colId xmlns:a16="http://schemas.microsoft.com/office/drawing/2014/main" val="873806999"/>
                    </a:ext>
                  </a:extLst>
                </a:gridCol>
                <a:gridCol w="1950627">
                  <a:extLst>
                    <a:ext uri="{9D8B030D-6E8A-4147-A177-3AD203B41FA5}">
                      <a16:colId xmlns:a16="http://schemas.microsoft.com/office/drawing/2014/main" val="3812779303"/>
                    </a:ext>
                  </a:extLst>
                </a:gridCol>
                <a:gridCol w="1271239">
                  <a:extLst>
                    <a:ext uri="{9D8B030D-6E8A-4147-A177-3AD203B41FA5}">
                      <a16:colId xmlns:a16="http://schemas.microsoft.com/office/drawing/2014/main" val="2538639655"/>
                    </a:ext>
                  </a:extLst>
                </a:gridCol>
                <a:gridCol w="1304693">
                  <a:extLst>
                    <a:ext uri="{9D8B030D-6E8A-4147-A177-3AD203B41FA5}">
                      <a16:colId xmlns:a16="http://schemas.microsoft.com/office/drawing/2014/main" val="1362959423"/>
                    </a:ext>
                  </a:extLst>
                </a:gridCol>
                <a:gridCol w="1416205">
                  <a:extLst>
                    <a:ext uri="{9D8B030D-6E8A-4147-A177-3AD203B41FA5}">
                      <a16:colId xmlns:a16="http://schemas.microsoft.com/office/drawing/2014/main" val="1527556270"/>
                    </a:ext>
                  </a:extLst>
                </a:gridCol>
                <a:gridCol w="3155795">
                  <a:extLst>
                    <a:ext uri="{9D8B030D-6E8A-4147-A177-3AD203B41FA5}">
                      <a16:colId xmlns:a16="http://schemas.microsoft.com/office/drawing/2014/main" val="2116820431"/>
                    </a:ext>
                  </a:extLst>
                </a:gridCol>
                <a:gridCol w="245327">
                  <a:extLst>
                    <a:ext uri="{9D8B030D-6E8A-4147-A177-3AD203B41FA5}">
                      <a16:colId xmlns:a16="http://schemas.microsoft.com/office/drawing/2014/main" val="1071587069"/>
                    </a:ext>
                  </a:extLst>
                </a:gridCol>
              </a:tblGrid>
              <a:tr h="1087193">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Product</a:t>
                      </a:r>
                      <a:endParaRPr lang="en-US" altLang="zh-CN"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a:t>
                      </a:r>
                      <a:r>
                        <a:rPr lang="en-US" sz="1500" kern="1200">
                          <a:solidFill>
                            <a:schemeClr val="bg1"/>
                          </a:solidFill>
                        </a:rPr>
                        <a:t>Indication</a:t>
                      </a:r>
                      <a:endParaRPr lang="en-US"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 type/Global</a:t>
                      </a:r>
                      <a:r>
                        <a:rPr lang="en-US" altLang="zh-CN" sz="1500" kern="1200" baseline="0">
                          <a:solidFill>
                            <a:schemeClr val="bg1"/>
                          </a:solidFill>
                        </a:rPr>
                        <a:t> </a:t>
                      </a:r>
                      <a:r>
                        <a:rPr lang="en-US" altLang="zh-CN" sz="1500" kern="1200">
                          <a:solidFill>
                            <a:schemeClr val="bg1"/>
                          </a:solidFill>
                        </a:rPr>
                        <a:t>Status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a:t>
                      </a:r>
                      <a:r>
                        <a:rPr lang="en-US" altLang="zh-CN" sz="1500" kern="1200" baseline="0">
                          <a:solidFill>
                            <a:schemeClr val="bg1"/>
                          </a:solidFill>
                        </a:rPr>
                        <a:t> no.: FPI-LPO,</a:t>
                      </a:r>
                      <a:r>
                        <a:rPr lang="zh-CN" altLang="en-US" sz="1500" kern="1200" baseline="0">
                          <a:solidFill>
                            <a:schemeClr val="bg1"/>
                          </a:solidFill>
                        </a:rPr>
                        <a:t> </a:t>
                      </a:r>
                      <a:r>
                        <a:rPr lang="en-US" altLang="zh-CN" sz="1500" kern="1200" baseline="0">
                          <a:solidFill>
                            <a:schemeClr val="bg1"/>
                          </a:solidFill>
                        </a:rPr>
                        <a:t>CTR</a:t>
                      </a:r>
                      <a:r>
                        <a:rPr lang="en-US" altLang="zh-CN" sz="1500" kern="1200">
                          <a:solidFill>
                            <a:schemeClr val="bg1"/>
                          </a:solidFill>
                        </a:rPr>
                        <a:t>)</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China</a:t>
                      </a:r>
                      <a:r>
                        <a:rPr lang="en-US" altLang="zh-CN" sz="1500" b="1" kern="1200" baseline="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baseline="0">
                          <a:solidFill>
                            <a:schemeClr val="bg1"/>
                          </a:solidFill>
                        </a:rPr>
                        <a:t>Dev. Strat.</a:t>
                      </a:r>
                      <a:r>
                        <a:rPr lang="en-US" altLang="zh-CN" sz="1500" b="1" kern="1200">
                          <a:solidFill>
                            <a:schemeClr val="bg1"/>
                          </a:solidFill>
                        </a:rPr>
                        <a:t>  </a:t>
                      </a: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a:solidFill>
                            <a:schemeClr val="bg1"/>
                          </a:solidFill>
                        </a:rPr>
                        <a:t>Current status</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Next Mile-stone</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Key Updates</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extLst>
                  <a:ext uri="{0D108BD9-81ED-4DB2-BD59-A6C34878D82A}">
                    <a16:rowId xmlns:a16="http://schemas.microsoft.com/office/drawing/2014/main" val="25406406"/>
                  </a:ext>
                </a:extLst>
              </a:tr>
              <a:tr h="594754">
                <a:tc>
                  <a:txBody>
                    <a:bodyPr/>
                    <a:lstStyle/>
                    <a:p>
                      <a:pPr marL="0" lvl="0" indent="0" algn="ctr" defTabSz="914400">
                        <a:lnSpc>
                          <a:spcPct val="100000"/>
                        </a:lnSpc>
                        <a:spcBef>
                          <a:spcPts val="0"/>
                        </a:spcBef>
                        <a:spcAft>
                          <a:spcPts val="0"/>
                        </a:spcAft>
                        <a:buNone/>
                        <a:tabLst/>
                        <a:defRPr/>
                      </a:pPr>
                      <a:r>
                        <a:rPr kumimoji="0" lang="en-US" altLang="zh-CN" sz="1000" b="0" u="none" strike="noStrike" kern="1200" cap="none" spc="0" normalizeH="0" baseline="0">
                          <a:ln>
                            <a:noFill/>
                          </a:ln>
                          <a:solidFill>
                            <a:schemeClr val="tx1"/>
                          </a:solidFill>
                          <a:effectLst/>
                          <a:uLnTx/>
                          <a:uFillTx/>
                        </a:rPr>
                        <a:t>Jardiance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chemeClr val="tx1"/>
                          </a:solidFill>
                          <a:effectLst/>
                          <a:uLnTx/>
                          <a:uFillTx/>
                        </a:rPr>
                        <a:t>(Empagliflozin)</a:t>
                      </a:r>
                      <a:endParaRPr kumimoji="0" lang="zh-CN" altLang="en-US" sz="1000" b="0" u="none" strike="noStrike" kern="1200" cap="none" spc="0" normalizeH="0" baseline="0">
                        <a:ln>
                          <a:noFill/>
                        </a:ln>
                        <a:solidFill>
                          <a:schemeClr val="tx1"/>
                        </a:solidFill>
                        <a:effectLst/>
                        <a:uLnTx/>
                        <a:uFillTx/>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1000" b="0" u="none" strike="noStrike" kern="1200" cap="none" spc="0" normalizeH="0" baseline="0" noProof="0">
                          <a:ln>
                            <a:noFill/>
                          </a:ln>
                          <a:solidFill>
                            <a:schemeClr val="tx1"/>
                          </a:solidFill>
                          <a:effectLst/>
                          <a:uLnTx/>
                          <a:uFillTx/>
                        </a:rPr>
                        <a:t>HFrEF</a:t>
                      </a:r>
                      <a:r>
                        <a:rPr lang="en-US" sz="1000" b="0" u="none" strike="noStrike" kern="1200" cap="none" spc="0" normalizeH="0" baseline="0" noProof="0">
                          <a:ln>
                            <a:noFill/>
                          </a:ln>
                          <a:solidFill>
                            <a:schemeClr val="tx1"/>
                          </a:solidFill>
                          <a:effectLst/>
                          <a:uLnTx/>
                          <a:uFillTx/>
                        </a:rPr>
                        <a:t> </a:t>
                      </a:r>
                      <a:endParaRPr kumimoji="0" lang="en-US"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  China local NISed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(1245.0291:Nov 2021-Q1 2026)</a:t>
                      </a:r>
                      <a:endParaRPr lang="en-US" altLang="zh-CN" sz="10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chemeClr val="tx1"/>
                          </a:solidFill>
                          <a:effectLst/>
                          <a:uLnTx/>
                          <a:uFillTx/>
                        </a:rPr>
                        <a:t>China alone</a:t>
                      </a:r>
                      <a:endParaRPr kumimoji="0" lang="en-US" altLang="zh-CN"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i="0" u="none" strike="noStrike" kern="1200" noProof="0">
                          <a:solidFill>
                            <a:schemeClr val="tx1"/>
                          </a:solidFill>
                          <a:latin typeface="+mn-lt"/>
                          <a:ea typeface="+mn-ea"/>
                          <a:cs typeface="+mn-cs"/>
                        </a:rPr>
                        <a:t>IEC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a:t>Feasibility analysis 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noProof="0">
                          <a:solidFill>
                            <a:schemeClr val="tx1"/>
                          </a:solidFill>
                          <a:latin typeface="+mn-lt"/>
                          <a:ea typeface="+mn-ea"/>
                          <a:cs typeface="+mn-cs"/>
                        </a:rPr>
                        <a:t>(2024 Q1)</a:t>
                      </a:r>
                    </a:p>
                  </a:txBody>
                  <a:tcPr marL="92811" marR="92811" marT="38099" marB="38099" anchor="ctr">
                    <a:solidFill>
                      <a:schemeClr val="bg1">
                        <a:lumMod val="85000"/>
                      </a:schemeClr>
                    </a:solidFill>
                  </a:tcPr>
                </a:tc>
                <a:tc rowSpan="2">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Current database enrolment delay: due to VBP, and drug switch situation</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HAI was sent on Jan 20</a:t>
                      </a:r>
                      <a:r>
                        <a:rPr lang="en-US" altLang="zh-CN" sz="1000" b="0" i="0" u="none" strike="noStrike" kern="1200" baseline="30000" noProof="0">
                          <a:solidFill>
                            <a:schemeClr val="tx1"/>
                          </a:solidFill>
                          <a:latin typeface="+mn-lt"/>
                          <a:ea typeface="+mn-ea"/>
                          <a:cs typeface="+mn-cs"/>
                        </a:rPr>
                        <a:t>th</a:t>
                      </a:r>
                      <a:r>
                        <a:rPr lang="en-US" altLang="zh-CN" sz="1000" b="0" i="0" u="none" strike="noStrike" kern="1200" noProof="0">
                          <a:solidFill>
                            <a:schemeClr val="tx1"/>
                          </a:solidFill>
                          <a:latin typeface="+mn-lt"/>
                          <a:ea typeface="+mn-ea"/>
                          <a:cs typeface="+mn-cs"/>
                        </a:rPr>
                        <a:t>,  waiting for CDE’s feedback</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CDE feedback on 14 May: </a:t>
                      </a:r>
                      <a:r>
                        <a:rPr lang="en-US" sz="1100" b="0" i="0" u="none" strike="noStrike" kern="1200" noProof="0">
                          <a:solidFill>
                            <a:schemeClr val="tx1"/>
                          </a:solidFill>
                          <a:latin typeface="Calibri"/>
                        </a:rPr>
                        <a:t>Suggest submitting the periodical analytical report of the above two post-approval clinical trials, if any serious safety issue identified, should submit the relevant report in time.</a:t>
                      </a:r>
                    </a:p>
                    <a:p>
                      <a:pPr marL="171450" marR="0" lvl="0" indent="-171450" algn="l">
                        <a:lnSpc>
                          <a:spcPct val="100000"/>
                        </a:lnSpc>
                        <a:spcBef>
                          <a:spcPts val="0"/>
                        </a:spcBef>
                        <a:spcAft>
                          <a:spcPts val="0"/>
                        </a:spcAft>
                        <a:buClrTx/>
                        <a:buSzTx/>
                        <a:buFont typeface="Arial" panose="020B0604020202020204" pitchFamily="34" charset="0"/>
                        <a:buChar char="•"/>
                      </a:pPr>
                      <a:r>
                        <a:rPr lang="en-US" sz="1100" b="0" i="0" u="none" strike="noStrike" kern="1200" noProof="0">
                          <a:solidFill>
                            <a:schemeClr val="tx1"/>
                          </a:solidFill>
                          <a:latin typeface="Calibri"/>
                        </a:rPr>
                        <a:t>Team will ha ve the internal disucssion on 15 May</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1124649643"/>
                  </a:ext>
                </a:extLst>
              </a:tr>
              <a:tr h="594754">
                <a:tc>
                  <a:txBody>
                    <a:bodyPr/>
                    <a:lstStyle/>
                    <a:p>
                      <a:pPr marL="0" lvl="0" indent="0" algn="ctr" defTabSz="914400">
                        <a:lnSpc>
                          <a:spcPct val="100000"/>
                        </a:lnSpc>
                        <a:spcBef>
                          <a:spcPts val="0"/>
                        </a:spcBef>
                        <a:spcAft>
                          <a:spcPts val="0"/>
                        </a:spcAft>
                        <a:buNone/>
                        <a:tabLst/>
                        <a:defRPr/>
                      </a:pPr>
                      <a:r>
                        <a:rPr kumimoji="0" lang="en-US" altLang="zh-CN" sz="1000" b="0" u="none" strike="noStrike" kern="1200" cap="none" spc="0" normalizeH="0" baseline="0">
                          <a:ln>
                            <a:noFill/>
                          </a:ln>
                          <a:solidFill>
                            <a:schemeClr val="tx1"/>
                          </a:solidFill>
                          <a:effectLst/>
                          <a:uLnTx/>
                          <a:uFillTx/>
                        </a:rPr>
                        <a:t>Jardiance</a:t>
                      </a:r>
                    </a:p>
                    <a:p>
                      <a:pPr marL="0" lvl="0" indent="0" algn="ctr" defTabSz="914400">
                        <a:lnSpc>
                          <a:spcPct val="100000"/>
                        </a:lnSpc>
                        <a:spcBef>
                          <a:spcPts val="0"/>
                        </a:spcBef>
                        <a:spcAft>
                          <a:spcPts val="0"/>
                        </a:spcAft>
                        <a:buNone/>
                        <a:tabLst/>
                        <a:defRPr/>
                      </a:pPr>
                      <a:r>
                        <a:rPr kumimoji="0" lang="en-US" altLang="zh-CN" sz="1000" b="0" u="none" strike="noStrike" kern="1200" cap="none" spc="0" normalizeH="0" baseline="0">
                          <a:ln>
                            <a:noFill/>
                          </a:ln>
                          <a:solidFill>
                            <a:schemeClr val="tx1"/>
                          </a:solidFill>
                          <a:effectLst/>
                          <a:uLnTx/>
                          <a:uFillTx/>
                        </a:rPr>
                        <a:t>(Empagliflozin)</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1000" b="0" u="none" strike="noStrike" kern="1200" cap="none" spc="0" normalizeH="0" baseline="0" noProof="0">
                          <a:ln>
                            <a:noFill/>
                          </a:ln>
                          <a:solidFill>
                            <a:schemeClr val="tx1"/>
                          </a:solidFill>
                          <a:effectLst/>
                          <a:uLnTx/>
                          <a:uFillTx/>
                        </a:rPr>
                        <a:t>HFpEF</a:t>
                      </a:r>
                      <a:endParaRPr kumimoji="0" lang="en-US"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  China local NISed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(1245.0313:Q4 2022-Q1 2026)</a:t>
                      </a:r>
                      <a:endParaRPr lang="en-US" altLang="zh-CN" sz="1000" b="0" u="none" strike="noStrike" kern="1200" noProof="0">
                        <a:solidFill>
                          <a:schemeClr val="tx1"/>
                        </a:solidFill>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chemeClr val="tx1"/>
                          </a:solidFill>
                          <a:effectLst/>
                          <a:uLnTx/>
                          <a:uFillTx/>
                        </a:rPr>
                        <a:t>China alone</a:t>
                      </a:r>
                      <a:endParaRPr kumimoji="0" lang="en-US" altLang="zh-CN"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i="0" u="none" strike="noStrike" kern="1200" noProof="0">
                          <a:solidFill>
                            <a:schemeClr val="tx1"/>
                          </a:solidFill>
                          <a:latin typeface="+mn-lt"/>
                          <a:ea typeface="+mn-ea"/>
                          <a:cs typeface="+mn-cs"/>
                        </a:rPr>
                        <a:t>IEC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a:t>Feasibility analysis 1</a:t>
                      </a:r>
                    </a:p>
                    <a:p>
                      <a:pPr marL="0" marR="0" lvl="0" indent="0" algn="ctr" defTabSz="914400" rtl="0" eaLnBrk="1" latinLnBrk="0" hangingPunct="1">
                        <a:lnSpc>
                          <a:spcPct val="100000"/>
                        </a:lnSpc>
                        <a:spcBef>
                          <a:spcPts val="0"/>
                        </a:spcBef>
                        <a:spcAft>
                          <a:spcPts val="0"/>
                        </a:spcAft>
                        <a:buNone/>
                      </a:pPr>
                      <a:r>
                        <a:rPr lang="en-US" altLang="zh-CN" sz="1000" b="0" i="0" u="none" strike="noStrike" kern="1200" noProof="0">
                          <a:solidFill>
                            <a:schemeClr val="tx1"/>
                          </a:solidFill>
                          <a:latin typeface="+mn-lt"/>
                          <a:ea typeface="+mn-ea"/>
                          <a:cs typeface="+mn-cs"/>
                        </a:rPr>
                        <a:t>(2024 Q1)</a:t>
                      </a:r>
                    </a:p>
                  </a:txBody>
                  <a:tcPr marL="92811" marR="92811" marT="38099" marB="38099" anchor="ctr">
                    <a:solidFill>
                      <a:schemeClr val="bg1">
                        <a:lumMod val="85000"/>
                      </a:schemeClr>
                    </a:solidFill>
                  </a:tcPr>
                </a:tc>
                <a:tc vMerge="1">
                  <a:txBody>
                    <a:bodyPr/>
                    <a:lstStyle/>
                    <a:p>
                      <a:endParaRPr lang="en-US" altLang="zh-CN" sz="10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2095487014"/>
                  </a:ext>
                </a:extLst>
              </a:tr>
            </a:tbl>
          </a:graphicData>
        </a:graphic>
      </p:graphicFrame>
      <p:sp>
        <p:nvSpPr>
          <p:cNvPr id="6" name="Flowchart: Connector 29">
            <a:extLst>
              <a:ext uri="{FF2B5EF4-FFF2-40B4-BE49-F238E27FC236}">
                <a16:creationId xmlns:a16="http://schemas.microsoft.com/office/drawing/2014/main" id="{7DCB348B-DD2E-6F39-56D2-92D408F009CA}"/>
              </a:ext>
            </a:extLst>
          </p:cNvPr>
          <p:cNvSpPr/>
          <p:nvPr/>
        </p:nvSpPr>
        <p:spPr bwMode="gray">
          <a:xfrm>
            <a:off x="11930842" y="3307653"/>
            <a:ext cx="113759" cy="108000"/>
          </a:xfrm>
          <a:prstGeom prst="flowChartConnector">
            <a:avLst/>
          </a:prstGeom>
          <a:solidFill>
            <a:srgbClr val="F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文本框 2">
            <a:extLst>
              <a:ext uri="{FF2B5EF4-FFF2-40B4-BE49-F238E27FC236}">
                <a16:creationId xmlns:a16="http://schemas.microsoft.com/office/drawing/2014/main" id="{614CC83F-645D-2CEB-D285-A227F481A347}"/>
              </a:ext>
            </a:extLst>
          </p:cNvPr>
          <p:cNvSpPr txBox="1"/>
          <p:nvPr/>
        </p:nvSpPr>
        <p:spPr bwMode="gray">
          <a:xfrm>
            <a:off x="640863" y="4724401"/>
            <a:ext cx="10910275" cy="10026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40000"/>
              </a:lnSpc>
              <a:buFont typeface="Arial"/>
              <a:buChar char="•"/>
            </a:pPr>
            <a:r>
              <a:rPr lang="zh-CN" altLang="en-US" sz="1600" b="1">
                <a:latin typeface="DengXian"/>
                <a:ea typeface="DengXian"/>
              </a:rPr>
              <a:t>问询CDE的问题：CDE是否同意BI延期至下一次再注册申请时（计划于2031年）提交完整的上市后临床研究报告？</a:t>
            </a:r>
          </a:p>
          <a:p>
            <a:pPr marL="285750" indent="-285750">
              <a:lnSpc>
                <a:spcPct val="140000"/>
              </a:lnSpc>
              <a:buFont typeface="Arial"/>
              <a:buChar char="•"/>
            </a:pPr>
            <a:r>
              <a:rPr lang="zh-CN" altLang="en-US" sz="1600" b="1">
                <a:solidFill>
                  <a:srgbClr val="0070C0"/>
                </a:solidFill>
                <a:latin typeface="DengXian"/>
                <a:ea typeface="DengXian"/>
              </a:rPr>
              <a:t>CDE feedback received at 14 May: </a:t>
            </a:r>
            <a:endParaRPr lang="zh-CN">
              <a:solidFill>
                <a:srgbClr val="0070C0"/>
              </a:solidFill>
              <a:latin typeface="Boehringer Forward Text"/>
              <a:ea typeface="DengXian"/>
            </a:endParaRPr>
          </a:p>
          <a:p>
            <a:pPr>
              <a:lnSpc>
                <a:spcPct val="140000"/>
              </a:lnSpc>
            </a:pPr>
            <a:r>
              <a:rPr lang="zh-CN" altLang="en-US" sz="1600" b="1">
                <a:solidFill>
                  <a:srgbClr val="4472C4"/>
                </a:solidFill>
                <a:latin typeface="DengXian"/>
                <a:ea typeface="DengXian"/>
              </a:rPr>
              <a:t>     建议两项上市后临床研究过程中适时提交阶段性分析报告，如有严重安全性问等，应及时提交报告。</a:t>
            </a:r>
            <a:endParaRPr lang="zh-CN"/>
          </a:p>
        </p:txBody>
      </p:sp>
    </p:spTree>
    <p:extLst>
      <p:ext uri="{BB962C8B-B14F-4D97-AF65-F5344CB8AC3E}">
        <p14:creationId xmlns:p14="http://schemas.microsoft.com/office/powerpoint/2010/main" val="239035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479424" y="477000"/>
            <a:ext cx="11233151" cy="870537"/>
          </a:xfrm>
        </p:spPr>
        <p:txBody>
          <a:bodyPr/>
          <a:lstStyle/>
          <a:p>
            <a:r>
              <a:rPr lang="en-US" altLang="zh-CN"/>
              <a:t>TA Review Meeting </a:t>
            </a:r>
            <a:br>
              <a:rPr lang="en-US" altLang="zh-CN"/>
            </a:br>
            <a:r>
              <a:rPr lang="en-US" altLang="zh-CN"/>
              <a:t>Mature Product Overview Metabolism </a:t>
            </a:r>
          </a:p>
        </p:txBody>
      </p:sp>
      <p:sp>
        <p:nvSpPr>
          <p:cNvPr id="4" name="文本占位符 3">
            <a:extLst>
              <a:ext uri="{FF2B5EF4-FFF2-40B4-BE49-F238E27FC236}">
                <a16:creationId xmlns:a16="http://schemas.microsoft.com/office/drawing/2014/main" id="{AC2D6077-5438-81E7-68C7-803EC3696B95}"/>
              </a:ext>
            </a:extLst>
          </p:cNvPr>
          <p:cNvSpPr>
            <a:spLocks noGrp="1"/>
          </p:cNvSpPr>
          <p:nvPr>
            <p:ph type="body" sz="quarter" idx="13"/>
          </p:nvPr>
        </p:nvSpPr>
        <p:spPr/>
        <p:txBody>
          <a:bodyPr/>
          <a:lstStyle/>
          <a:p>
            <a:endParaRPr lang="zh-CN" altLang="en-US"/>
          </a:p>
        </p:txBody>
      </p:sp>
      <p:graphicFrame>
        <p:nvGraphicFramePr>
          <p:cNvPr id="2" name="表格 1">
            <a:extLst>
              <a:ext uri="{FF2B5EF4-FFF2-40B4-BE49-F238E27FC236}">
                <a16:creationId xmlns:a16="http://schemas.microsoft.com/office/drawing/2014/main" id="{04C1F5F4-E877-BD42-40AE-A94299608D53}"/>
              </a:ext>
            </a:extLst>
          </p:cNvPr>
          <p:cNvGraphicFramePr>
            <a:graphicFrameLocks noGrp="1"/>
          </p:cNvGraphicFramePr>
          <p:nvPr>
            <p:extLst>
              <p:ext uri="{D42A27DB-BD31-4B8C-83A1-F6EECF244321}">
                <p14:modId xmlns:p14="http://schemas.microsoft.com/office/powerpoint/2010/main" val="3869985475"/>
              </p:ext>
            </p:extLst>
          </p:nvPr>
        </p:nvGraphicFramePr>
        <p:xfrm>
          <a:off x="251922" y="1442943"/>
          <a:ext cx="11851869" cy="3220789"/>
        </p:xfrm>
        <a:graphic>
          <a:graphicData uri="http://schemas.openxmlformats.org/drawingml/2006/table">
            <a:tbl>
              <a:tblPr firstRow="1" bandRow="1">
                <a:tableStyleId>{21E4AEA4-8DFA-4A89-87EB-49C32662AFE0}</a:tableStyleId>
              </a:tblPr>
              <a:tblGrid>
                <a:gridCol w="926428">
                  <a:extLst>
                    <a:ext uri="{9D8B030D-6E8A-4147-A177-3AD203B41FA5}">
                      <a16:colId xmlns:a16="http://schemas.microsoft.com/office/drawing/2014/main" val="2087559983"/>
                    </a:ext>
                  </a:extLst>
                </a:gridCol>
                <a:gridCol w="1581555">
                  <a:extLst>
                    <a:ext uri="{9D8B030D-6E8A-4147-A177-3AD203B41FA5}">
                      <a16:colId xmlns:a16="http://schemas.microsoft.com/office/drawing/2014/main" val="873806999"/>
                    </a:ext>
                  </a:extLst>
                </a:gridCol>
                <a:gridCol w="1950627">
                  <a:extLst>
                    <a:ext uri="{9D8B030D-6E8A-4147-A177-3AD203B41FA5}">
                      <a16:colId xmlns:a16="http://schemas.microsoft.com/office/drawing/2014/main" val="3812779303"/>
                    </a:ext>
                  </a:extLst>
                </a:gridCol>
                <a:gridCol w="1271239">
                  <a:extLst>
                    <a:ext uri="{9D8B030D-6E8A-4147-A177-3AD203B41FA5}">
                      <a16:colId xmlns:a16="http://schemas.microsoft.com/office/drawing/2014/main" val="2538639655"/>
                    </a:ext>
                  </a:extLst>
                </a:gridCol>
                <a:gridCol w="1304693">
                  <a:extLst>
                    <a:ext uri="{9D8B030D-6E8A-4147-A177-3AD203B41FA5}">
                      <a16:colId xmlns:a16="http://schemas.microsoft.com/office/drawing/2014/main" val="1362959423"/>
                    </a:ext>
                  </a:extLst>
                </a:gridCol>
                <a:gridCol w="1416205">
                  <a:extLst>
                    <a:ext uri="{9D8B030D-6E8A-4147-A177-3AD203B41FA5}">
                      <a16:colId xmlns:a16="http://schemas.microsoft.com/office/drawing/2014/main" val="1527556270"/>
                    </a:ext>
                  </a:extLst>
                </a:gridCol>
                <a:gridCol w="3155795">
                  <a:extLst>
                    <a:ext uri="{9D8B030D-6E8A-4147-A177-3AD203B41FA5}">
                      <a16:colId xmlns:a16="http://schemas.microsoft.com/office/drawing/2014/main" val="2116820431"/>
                    </a:ext>
                  </a:extLst>
                </a:gridCol>
                <a:gridCol w="245327">
                  <a:extLst>
                    <a:ext uri="{9D8B030D-6E8A-4147-A177-3AD203B41FA5}">
                      <a16:colId xmlns:a16="http://schemas.microsoft.com/office/drawing/2014/main" val="1071587069"/>
                    </a:ext>
                  </a:extLst>
                </a:gridCol>
              </a:tblGrid>
              <a:tr h="1087193">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Product</a:t>
                      </a:r>
                      <a:endParaRPr lang="en-US" altLang="zh-CN"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a:t>
                      </a:r>
                      <a:r>
                        <a:rPr lang="en-US" sz="1500" kern="1200">
                          <a:solidFill>
                            <a:schemeClr val="bg1"/>
                          </a:solidFill>
                        </a:rPr>
                        <a:t>Indication</a:t>
                      </a:r>
                      <a:endParaRPr lang="en-US" sz="15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 type/Global</a:t>
                      </a:r>
                      <a:r>
                        <a:rPr lang="en-US" altLang="zh-CN" sz="1500" kern="1200" baseline="0">
                          <a:solidFill>
                            <a:schemeClr val="bg1"/>
                          </a:solidFill>
                        </a:rPr>
                        <a:t> </a:t>
                      </a:r>
                      <a:r>
                        <a:rPr lang="en-US" altLang="zh-CN" sz="1500" kern="1200">
                          <a:solidFill>
                            <a:schemeClr val="bg1"/>
                          </a:solidFill>
                        </a:rPr>
                        <a:t>Status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(Study</a:t>
                      </a:r>
                      <a:r>
                        <a:rPr lang="en-US" altLang="zh-CN" sz="1500" kern="1200" baseline="0">
                          <a:solidFill>
                            <a:schemeClr val="bg1"/>
                          </a:solidFill>
                        </a:rPr>
                        <a:t> no.: FPI-LPO,</a:t>
                      </a:r>
                      <a:r>
                        <a:rPr lang="zh-CN" altLang="en-US" sz="1500" kern="1200" baseline="0">
                          <a:solidFill>
                            <a:schemeClr val="bg1"/>
                          </a:solidFill>
                        </a:rPr>
                        <a:t> </a:t>
                      </a:r>
                      <a:r>
                        <a:rPr lang="en-US" altLang="zh-CN" sz="1500" kern="1200" baseline="0">
                          <a:solidFill>
                            <a:schemeClr val="bg1"/>
                          </a:solidFill>
                        </a:rPr>
                        <a:t>CTR</a:t>
                      </a:r>
                      <a:r>
                        <a:rPr lang="en-US" altLang="zh-CN" sz="1500" kern="1200">
                          <a:solidFill>
                            <a:schemeClr val="bg1"/>
                          </a:solidFill>
                        </a:rPr>
                        <a:t>)</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China</a:t>
                      </a:r>
                      <a:r>
                        <a:rPr lang="en-US" altLang="zh-CN" sz="1500" b="1" kern="1200" baseline="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baseline="0">
                          <a:solidFill>
                            <a:schemeClr val="bg1"/>
                          </a:solidFill>
                        </a:rPr>
                        <a:t>Dev. Strat.</a:t>
                      </a:r>
                      <a:r>
                        <a:rPr lang="en-US" altLang="zh-CN" sz="1500" b="1" kern="1200">
                          <a:solidFill>
                            <a:schemeClr val="bg1"/>
                          </a:solidFill>
                        </a:rPr>
                        <a:t>  </a:t>
                      </a: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b="1" kern="1200">
                          <a:solidFill>
                            <a:schemeClr val="bg1"/>
                          </a:solidFill>
                        </a:rPr>
                        <a:t>Current status</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500" b="1" kern="1200">
                          <a:solidFill>
                            <a:schemeClr val="bg1"/>
                          </a:solidFill>
                        </a:rPr>
                        <a:t>Next Mile-stone</a:t>
                      </a:r>
                      <a:endParaRPr lang="zh-CN" altLang="en-US" sz="15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500" kern="1200">
                          <a:solidFill>
                            <a:schemeClr val="bg1"/>
                          </a:solidFill>
                        </a:rPr>
                        <a:t>Key Updates</a:t>
                      </a: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extLst>
                  <a:ext uri="{0D108BD9-81ED-4DB2-BD59-A6C34878D82A}">
                    <a16:rowId xmlns:a16="http://schemas.microsoft.com/office/drawing/2014/main" val="25406406"/>
                  </a:ext>
                </a:extLst>
              </a:tr>
              <a:tr h="594754">
                <a:tc>
                  <a:txBody>
                    <a:bodyPr/>
                    <a:lstStyle/>
                    <a:p>
                      <a:pPr marL="0" lvl="0" indent="0" algn="ctr" defTabSz="914400">
                        <a:lnSpc>
                          <a:spcPct val="100000"/>
                        </a:lnSpc>
                        <a:spcBef>
                          <a:spcPts val="0"/>
                        </a:spcBef>
                        <a:spcAft>
                          <a:spcPts val="0"/>
                        </a:spcAft>
                        <a:buNone/>
                        <a:tabLst/>
                        <a:defRPr/>
                      </a:pPr>
                      <a:r>
                        <a:rPr kumimoji="0" lang="en-US" altLang="zh-CN" sz="1000" b="0" u="none" strike="noStrike" kern="1200" cap="none" spc="0" normalizeH="0" baseline="0">
                          <a:ln>
                            <a:noFill/>
                          </a:ln>
                          <a:solidFill>
                            <a:schemeClr val="tx1"/>
                          </a:solidFill>
                          <a:effectLst/>
                          <a:uLnTx/>
                          <a:uFillTx/>
                        </a:rPr>
                        <a:t>Survodutide</a:t>
                      </a:r>
                      <a:endParaRPr kumimoji="0" lang="en-US" altLang="zh-CN" sz="1000" b="0" i="0" u="none" strike="noStrike" kern="1200" cap="none" spc="0" normalizeH="0" baseline="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1000" b="0" u="none" strike="noStrike" kern="1200" cap="none" spc="0" normalizeH="0" baseline="0" noProof="0">
                          <a:ln>
                            <a:noFill/>
                          </a:ln>
                          <a:solidFill>
                            <a:schemeClr val="tx1"/>
                          </a:solidFill>
                          <a:effectLst/>
                          <a:uLnTx/>
                          <a:uFillTx/>
                        </a:rPr>
                        <a:t>Obesity BMI cutoff definitions among China and Japan</a:t>
                      </a:r>
                      <a:endParaRPr kumimoji="0" lang="en-US"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China local NISed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noProof="0">
                          <a:solidFill>
                            <a:schemeClr val="tx1"/>
                          </a:solidFill>
                          <a:latin typeface="+mn-lt"/>
                          <a:ea typeface="+mn-ea"/>
                          <a:cs typeface="+mn-cs"/>
                        </a:rPr>
                        <a:t>(1404.0072:Q4 2024-Q3 2026)</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chemeClr val="tx1"/>
                          </a:solidFill>
                          <a:effectLst/>
                          <a:uLnTx/>
                          <a:uFillTx/>
                        </a:rPr>
                        <a:t>China alone</a:t>
                      </a:r>
                      <a:endParaRPr kumimoji="0" lang="en-US" altLang="zh-CN"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Data analysis</a:t>
                      </a:r>
                    </a:p>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(2025 Dec)</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Contract: 1) Binhai(signed on Dec 13th) and 2)PKU(signed on Apr 2</a:t>
                      </a:r>
                      <a:r>
                        <a:rPr lang="en-US" altLang="zh-CN" sz="1000" b="0" i="0" u="none" strike="noStrike" kern="1200" baseline="30000" noProof="0">
                          <a:solidFill>
                            <a:schemeClr val="tx1"/>
                          </a:solidFill>
                          <a:latin typeface="+mn-lt"/>
                          <a:ea typeface="+mn-ea"/>
                          <a:cs typeface="+mn-cs"/>
                        </a:rPr>
                        <a:t>nd</a:t>
                      </a:r>
                      <a:r>
                        <a:rPr lang="en-US" altLang="zh-CN" sz="1000" b="0" i="0" u="none" strike="noStrike" kern="1200" noProof="0">
                          <a:solidFill>
                            <a:schemeClr val="tx1"/>
                          </a:solidFill>
                          <a:latin typeface="+mn-lt"/>
                          <a:ea typeface="+mn-ea"/>
                          <a:cs typeface="+mn-cs"/>
                        </a:rPr>
                        <a:t>)</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PKU EC approval was on Mar 12th, and Binhai EC approval was on Mar 6th</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Waiting for PKU and Yinzhou’s agreement sign-off then data analysis</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Kick-off meeting might combine with anniversary celebration, waiting for  more details from Dr.Li </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3148402517"/>
                  </a:ext>
                </a:extLst>
              </a:tr>
              <a:tr h="59475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a:ln>
                            <a:noFill/>
                          </a:ln>
                          <a:solidFill>
                            <a:schemeClr val="tx1"/>
                          </a:solidFill>
                          <a:effectLst/>
                          <a:uLnTx/>
                          <a:uFillTx/>
                        </a:rPr>
                        <a:t>Survodutide</a:t>
                      </a:r>
                      <a:endParaRPr kumimoji="0" lang="en-US" altLang="zh-CN" sz="1000" b="0" i="0" u="none" strike="noStrike" kern="1200" cap="none" spc="0" normalizeH="0" baseline="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1000"/>
                        <a:t>Obesity+MASLD</a:t>
                      </a:r>
                      <a:endParaRPr kumimoji="0" lang="en-US"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u="none" strike="noStrike" kern="1200">
                          <a:solidFill>
                            <a:schemeClr val="tx1"/>
                          </a:solidFill>
                        </a:rPr>
                        <a:t>China local NISed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i="0" u="none" strike="noStrike" kern="1200" noProof="0">
                          <a:solidFill>
                            <a:schemeClr val="tx1"/>
                          </a:solidFill>
                          <a:latin typeface="+mn-lt"/>
                          <a:ea typeface="+mn-ea"/>
                          <a:cs typeface="+mn-cs"/>
                        </a:rPr>
                        <a:t>(1404.0073:Q4 2024-Q2 2026)</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0" u="none" strike="noStrike" kern="1200" cap="none" spc="0" normalizeH="0" baseline="0" noProof="0">
                          <a:ln>
                            <a:noFill/>
                          </a:ln>
                          <a:solidFill>
                            <a:schemeClr val="tx1"/>
                          </a:solidFill>
                          <a:effectLst/>
                          <a:uLnTx/>
                          <a:uFillTx/>
                        </a:rPr>
                        <a:t>China alone</a:t>
                      </a:r>
                      <a:endParaRPr kumimoji="0" lang="en-US" altLang="zh-CN" sz="10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EC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Data analysis</a:t>
                      </a:r>
                    </a:p>
                    <a:p>
                      <a:pPr marL="0" marR="0" lvl="0" indent="0" algn="ctr" defTabSz="914400" rtl="0" eaLnBrk="1" latinLnBrk="0" hangingPunct="1">
                        <a:lnSpc>
                          <a:spcPct val="100000"/>
                        </a:lnSpc>
                        <a:spcBef>
                          <a:spcPts val="0"/>
                        </a:spcBef>
                        <a:spcAft>
                          <a:spcPts val="0"/>
                        </a:spcAft>
                        <a:buNone/>
                      </a:pPr>
                      <a:r>
                        <a:rPr lang="en-US" altLang="zh-CN" sz="1000" b="0" u="none" strike="noStrike" kern="1200" noProof="0">
                          <a:solidFill>
                            <a:schemeClr val="tx1"/>
                          </a:solidFill>
                        </a:rPr>
                        <a:t>(2025 Nov)</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Under data analysis</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1000" b="0" i="0" u="none" strike="noStrike" kern="1200" noProof="0">
                          <a:solidFill>
                            <a:schemeClr val="tx1"/>
                          </a:solidFill>
                          <a:latin typeface="+mn-lt"/>
                          <a:ea typeface="+mn-ea"/>
                          <a:cs typeface="+mn-cs"/>
                        </a:rPr>
                        <a:t>Kick-off meeting might combine with anniversary celebration, waiting for  more details from Dr.Li </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noFill/>
                  </a:tcPr>
                </a:tc>
                <a:extLst>
                  <a:ext uri="{0D108BD9-81ED-4DB2-BD59-A6C34878D82A}">
                    <a16:rowId xmlns:a16="http://schemas.microsoft.com/office/drawing/2014/main" val="3159096597"/>
                  </a:ext>
                </a:extLst>
              </a:tr>
            </a:tbl>
          </a:graphicData>
        </a:graphic>
      </p:graphicFrame>
      <p:pic>
        <p:nvPicPr>
          <p:cNvPr id="5" name="图片 4">
            <a:extLst>
              <a:ext uri="{FF2B5EF4-FFF2-40B4-BE49-F238E27FC236}">
                <a16:creationId xmlns:a16="http://schemas.microsoft.com/office/drawing/2014/main" id="{0BAE5ACC-7B04-A47F-E7BF-7CDCF82A29F0}"/>
              </a:ext>
            </a:extLst>
          </p:cNvPr>
          <p:cNvPicPr>
            <a:picLocks noChangeAspect="1"/>
          </p:cNvPicPr>
          <p:nvPr/>
        </p:nvPicPr>
        <p:blipFill>
          <a:blip r:embed="rId3"/>
          <a:stretch>
            <a:fillRect/>
          </a:stretch>
        </p:blipFill>
        <p:spPr>
          <a:xfrm>
            <a:off x="11940078" y="2896496"/>
            <a:ext cx="115834" cy="109738"/>
          </a:xfrm>
          <a:prstGeom prst="rect">
            <a:avLst/>
          </a:prstGeom>
        </p:spPr>
      </p:pic>
      <p:pic>
        <p:nvPicPr>
          <p:cNvPr id="3" name="图片 2">
            <a:extLst>
              <a:ext uri="{FF2B5EF4-FFF2-40B4-BE49-F238E27FC236}">
                <a16:creationId xmlns:a16="http://schemas.microsoft.com/office/drawing/2014/main" id="{BB627388-71AE-A97F-17D8-BEC13234714B}"/>
              </a:ext>
            </a:extLst>
          </p:cNvPr>
          <p:cNvPicPr>
            <a:picLocks noChangeAspect="1"/>
          </p:cNvPicPr>
          <p:nvPr/>
        </p:nvPicPr>
        <p:blipFill>
          <a:blip r:embed="rId3"/>
          <a:stretch>
            <a:fillRect/>
          </a:stretch>
        </p:blipFill>
        <p:spPr>
          <a:xfrm>
            <a:off x="11957799" y="4092658"/>
            <a:ext cx="115834" cy="109738"/>
          </a:xfrm>
          <a:prstGeom prst="rect">
            <a:avLst/>
          </a:prstGeom>
        </p:spPr>
      </p:pic>
    </p:spTree>
    <p:extLst>
      <p:ext uri="{BB962C8B-B14F-4D97-AF65-F5344CB8AC3E}">
        <p14:creationId xmlns:p14="http://schemas.microsoft.com/office/powerpoint/2010/main" val="174941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ph type="title"/>
          </p:nvPr>
        </p:nvSpPr>
        <p:spPr>
          <a:xfrm>
            <a:off x="223399" y="158788"/>
            <a:ext cx="11233151" cy="870537"/>
          </a:xfrm>
        </p:spPr>
        <p:txBody>
          <a:bodyPr/>
          <a:lstStyle/>
          <a:p>
            <a:r>
              <a:rPr lang="en-US" altLang="zh-CN"/>
              <a:t>TA Review Meeting - </a:t>
            </a:r>
            <a:r>
              <a:rPr lang="en-US" altLang="zh-CN" err="1"/>
              <a:t>Lytics</a:t>
            </a:r>
            <a:r>
              <a:rPr lang="en-US" altLang="zh-CN"/>
              <a:t> </a:t>
            </a:r>
          </a:p>
        </p:txBody>
      </p:sp>
      <p:sp>
        <p:nvSpPr>
          <p:cNvPr id="4" name="文本占位符 3">
            <a:extLst>
              <a:ext uri="{FF2B5EF4-FFF2-40B4-BE49-F238E27FC236}">
                <a16:creationId xmlns:a16="http://schemas.microsoft.com/office/drawing/2014/main" id="{AC2D6077-5438-81E7-68C7-803EC3696B95}"/>
              </a:ext>
            </a:extLst>
          </p:cNvPr>
          <p:cNvSpPr>
            <a:spLocks noGrp="1"/>
          </p:cNvSpPr>
          <p:nvPr>
            <p:ph type="body" sz="quarter" idx="13"/>
          </p:nvPr>
        </p:nvSpPr>
        <p:spPr/>
        <p:txBody>
          <a:bodyPr/>
          <a:lstStyle/>
          <a:p>
            <a:endParaRPr lang="zh-CN" altLang="en-US"/>
          </a:p>
        </p:txBody>
      </p:sp>
      <p:graphicFrame>
        <p:nvGraphicFramePr>
          <p:cNvPr id="3" name="表格 2"/>
          <p:cNvGraphicFramePr>
            <a:graphicFrameLocks noGrp="1"/>
          </p:cNvGraphicFramePr>
          <p:nvPr>
            <p:extLst>
              <p:ext uri="{D42A27DB-BD31-4B8C-83A1-F6EECF244321}">
                <p14:modId xmlns:p14="http://schemas.microsoft.com/office/powerpoint/2010/main" val="1219543352"/>
              </p:ext>
            </p:extLst>
          </p:nvPr>
        </p:nvGraphicFramePr>
        <p:xfrm>
          <a:off x="223399" y="629359"/>
          <a:ext cx="11851869" cy="6147381"/>
        </p:xfrm>
        <a:graphic>
          <a:graphicData uri="http://schemas.openxmlformats.org/drawingml/2006/table">
            <a:tbl>
              <a:tblPr firstRow="1" bandRow="1">
                <a:tableStyleId>{21E4AEA4-8DFA-4A89-87EB-49C32662AFE0}</a:tableStyleId>
              </a:tblPr>
              <a:tblGrid>
                <a:gridCol w="2111428">
                  <a:extLst>
                    <a:ext uri="{9D8B030D-6E8A-4147-A177-3AD203B41FA5}">
                      <a16:colId xmlns:a16="http://schemas.microsoft.com/office/drawing/2014/main" val="2087559983"/>
                    </a:ext>
                  </a:extLst>
                </a:gridCol>
                <a:gridCol w="1171853">
                  <a:extLst>
                    <a:ext uri="{9D8B030D-6E8A-4147-A177-3AD203B41FA5}">
                      <a16:colId xmlns:a16="http://schemas.microsoft.com/office/drawing/2014/main" val="873806999"/>
                    </a:ext>
                  </a:extLst>
                </a:gridCol>
                <a:gridCol w="1606858">
                  <a:extLst>
                    <a:ext uri="{9D8B030D-6E8A-4147-A177-3AD203B41FA5}">
                      <a16:colId xmlns:a16="http://schemas.microsoft.com/office/drawing/2014/main" val="3812779303"/>
                    </a:ext>
                  </a:extLst>
                </a:gridCol>
                <a:gridCol w="932155">
                  <a:extLst>
                    <a:ext uri="{9D8B030D-6E8A-4147-A177-3AD203B41FA5}">
                      <a16:colId xmlns:a16="http://schemas.microsoft.com/office/drawing/2014/main" val="2538639655"/>
                    </a:ext>
                  </a:extLst>
                </a:gridCol>
                <a:gridCol w="1212248">
                  <a:extLst>
                    <a:ext uri="{9D8B030D-6E8A-4147-A177-3AD203B41FA5}">
                      <a16:colId xmlns:a16="http://schemas.microsoft.com/office/drawing/2014/main" val="1362959423"/>
                    </a:ext>
                  </a:extLst>
                </a:gridCol>
                <a:gridCol w="1416205">
                  <a:extLst>
                    <a:ext uri="{9D8B030D-6E8A-4147-A177-3AD203B41FA5}">
                      <a16:colId xmlns:a16="http://schemas.microsoft.com/office/drawing/2014/main" val="1527556270"/>
                    </a:ext>
                  </a:extLst>
                </a:gridCol>
                <a:gridCol w="3155795">
                  <a:extLst>
                    <a:ext uri="{9D8B030D-6E8A-4147-A177-3AD203B41FA5}">
                      <a16:colId xmlns:a16="http://schemas.microsoft.com/office/drawing/2014/main" val="2116820431"/>
                    </a:ext>
                  </a:extLst>
                </a:gridCol>
                <a:gridCol w="245327">
                  <a:extLst>
                    <a:ext uri="{9D8B030D-6E8A-4147-A177-3AD203B41FA5}">
                      <a16:colId xmlns:a16="http://schemas.microsoft.com/office/drawing/2014/main" val="1071587069"/>
                    </a:ext>
                  </a:extLst>
                </a:gridCol>
              </a:tblGrid>
              <a:tr h="0">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bg1"/>
                          </a:solidFill>
                        </a:rPr>
                        <a:t>Product</a:t>
                      </a:r>
                      <a:endParaRPr lang="en-US" altLang="zh-CN" sz="14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bg1"/>
                          </a:solidFill>
                        </a:rPr>
                        <a:t>·</a:t>
                      </a:r>
                      <a:r>
                        <a:rPr lang="en-US" sz="1400" kern="1200">
                          <a:solidFill>
                            <a:schemeClr val="bg1"/>
                          </a:solidFill>
                        </a:rPr>
                        <a:t>Indication</a:t>
                      </a:r>
                      <a:endParaRPr lang="en-US" sz="1400" kern="1200">
                        <a:solidFill>
                          <a:schemeClr val="bg1"/>
                        </a:solidFill>
                        <a:latin typeface="+mn-lt"/>
                        <a:ea typeface="+mn-ea"/>
                        <a:cs typeface="+mn-cs"/>
                      </a:endParaRP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bg1"/>
                          </a:solidFill>
                        </a:rPr>
                        <a:t>Study type/Global</a:t>
                      </a:r>
                      <a:r>
                        <a:rPr lang="en-US" altLang="zh-CN" sz="1400" kern="1200" baseline="0">
                          <a:solidFill>
                            <a:schemeClr val="bg1"/>
                          </a:solidFill>
                        </a:rPr>
                        <a:t> </a:t>
                      </a:r>
                      <a:r>
                        <a:rPr lang="en-US" altLang="zh-CN" sz="1400" kern="1200">
                          <a:solidFill>
                            <a:schemeClr val="bg1"/>
                          </a:solidFill>
                        </a:rPr>
                        <a:t>Status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bg1"/>
                          </a:solidFill>
                        </a:rPr>
                        <a:t>(Study</a:t>
                      </a:r>
                      <a:r>
                        <a:rPr lang="en-US" altLang="zh-CN" sz="1400" kern="1200" baseline="0">
                          <a:solidFill>
                            <a:schemeClr val="bg1"/>
                          </a:solidFill>
                        </a:rPr>
                        <a:t> no.: FPI-LPO,</a:t>
                      </a:r>
                      <a:r>
                        <a:rPr lang="zh-CN" altLang="en-US" sz="1400" kern="1200" baseline="0">
                          <a:solidFill>
                            <a:schemeClr val="bg1"/>
                          </a:solidFill>
                        </a:rPr>
                        <a:t> </a:t>
                      </a:r>
                      <a:r>
                        <a:rPr lang="en-US" altLang="zh-CN" sz="1400" kern="1200" baseline="0">
                          <a:solidFill>
                            <a:schemeClr val="bg1"/>
                          </a:solidFill>
                        </a:rPr>
                        <a:t>CTR</a:t>
                      </a:r>
                      <a:r>
                        <a:rPr lang="en-US" altLang="zh-CN" sz="1400" kern="1200">
                          <a:solidFill>
                            <a:schemeClr val="bg1"/>
                          </a:solidFill>
                        </a:rPr>
                        <a:t>)</a:t>
                      </a:r>
                      <a:endParaRPr lang="zh-CN" altLang="en-US" sz="14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400" b="1" kern="1200">
                          <a:solidFill>
                            <a:schemeClr val="bg1"/>
                          </a:solidFill>
                        </a:rPr>
                        <a:t>China</a:t>
                      </a:r>
                      <a:r>
                        <a:rPr lang="en-US" altLang="zh-CN" sz="1400" b="1" kern="1200" baseline="0">
                          <a:solidFill>
                            <a:schemeClr val="bg1"/>
                          </a:solidFill>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baseline="0">
                          <a:solidFill>
                            <a:schemeClr val="bg1"/>
                          </a:solidFill>
                        </a:rPr>
                        <a:t>Dev. Strat.</a:t>
                      </a:r>
                      <a:r>
                        <a:rPr lang="en-US" altLang="zh-CN" sz="1400" b="1" kern="1200">
                          <a:solidFill>
                            <a:schemeClr val="bg1"/>
                          </a:solidFill>
                        </a:rPr>
                        <a:t>  </a:t>
                      </a:r>
                      <a:endParaRPr lang="zh-CN" altLang="en-US" sz="14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kern="1200">
                          <a:solidFill>
                            <a:schemeClr val="bg1"/>
                          </a:solidFill>
                        </a:rPr>
                        <a:t>Current status</a:t>
                      </a:r>
                      <a:endParaRPr lang="zh-CN" altLang="en-US" sz="14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rtl="0" eaLnBrk="1" fontAlgn="auto" latinLnBrk="0" hangingPunct="1">
                        <a:lnSpc>
                          <a:spcPct val="100000"/>
                        </a:lnSpc>
                        <a:spcBef>
                          <a:spcPts val="0"/>
                        </a:spcBef>
                        <a:spcAft>
                          <a:spcPts val="0"/>
                        </a:spcAft>
                        <a:buFontTx/>
                        <a:buNone/>
                      </a:pPr>
                      <a:r>
                        <a:rPr lang="en-US" altLang="zh-CN" sz="1400" b="1" kern="1200">
                          <a:solidFill>
                            <a:schemeClr val="bg1"/>
                          </a:solidFill>
                        </a:rPr>
                        <a:t>Next Mile-stone</a:t>
                      </a:r>
                      <a:endParaRPr lang="zh-CN" altLang="en-US" sz="1400" b="1" kern="1200">
                        <a:solidFill>
                          <a:schemeClr val="bg1"/>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1"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a:solidFill>
                            <a:schemeClr val="bg1"/>
                          </a:solidFill>
                        </a:rPr>
                        <a:t>Key Updates</a:t>
                      </a:r>
                      <a:endParaRPr lang="zh-CN" altLang="en-US" sz="1400" kern="1200">
                        <a:solidFill>
                          <a:schemeClr val="bg1"/>
                        </a:solidFill>
                        <a:latin typeface="+mn-lt"/>
                        <a:ea typeface="+mn-ea"/>
                        <a:cs typeface="+mn-cs"/>
                      </a:endParaRPr>
                    </a:p>
                  </a:txBody>
                  <a:tcPr marL="92811" marR="92811" anchor="ctr">
                    <a:solidFill>
                      <a:schemeClr val="bg2">
                        <a:lumMod val="75000"/>
                        <a:lumOff val="2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500" kern="1200">
                        <a:solidFill>
                          <a:schemeClr val="bg1"/>
                        </a:solidFill>
                        <a:latin typeface="+mn-lt"/>
                        <a:ea typeface="+mn-ea"/>
                        <a:cs typeface="+mn-cs"/>
                      </a:endParaRPr>
                    </a:p>
                  </a:txBody>
                  <a:tcPr marL="92811" marR="92811" anchor="ctr">
                    <a:solidFill>
                      <a:schemeClr val="bg2">
                        <a:lumMod val="75000"/>
                        <a:lumOff val="25000"/>
                      </a:schemeClr>
                    </a:solidFill>
                  </a:tcPr>
                </a:tc>
                <a:extLst>
                  <a:ext uri="{0D108BD9-81ED-4DB2-BD59-A6C34878D82A}">
                    <a16:rowId xmlns:a16="http://schemas.microsoft.com/office/drawing/2014/main" val="25406406"/>
                  </a:ext>
                </a:extLst>
              </a:tr>
              <a:tr h="637578">
                <a:tc>
                  <a:txBody>
                    <a:bodyPr/>
                    <a:lstStyle/>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Metalyse</a:t>
                      </a:r>
                    </a:p>
                    <a:p>
                      <a:pPr marL="0" lvl="0" indent="0" algn="ctr" defTabSz="914400">
                        <a:lnSpc>
                          <a:spcPct val="100000"/>
                        </a:lnSpc>
                        <a:spcBef>
                          <a:spcPts val="0"/>
                        </a:spcBef>
                        <a:spcAft>
                          <a:spcPts val="0"/>
                        </a:spcAft>
                        <a:buNone/>
                        <a:tabLst/>
                        <a:defRPr/>
                      </a:pPr>
                      <a:r>
                        <a:rPr kumimoji="0" lang="en-US" altLang="zh-CN" sz="800" b="0" u="none" strike="noStrike" kern="1200" cap="none" spc="0" normalizeH="0" baseline="0">
                          <a:ln>
                            <a:noFill/>
                          </a:ln>
                          <a:solidFill>
                            <a:schemeClr val="tx1"/>
                          </a:solidFill>
                          <a:effectLst/>
                          <a:uLnTx/>
                          <a:uFillTx/>
                        </a:rPr>
                        <a:t>(ORIENTAL study)</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ECR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(1123-0064; Jul2025-Mar2028; Sep2028)</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Global proposal approval</a:t>
                      </a: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a:t>Global protocol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(Feb2025)</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Proposal global approval completed on 31Mar.</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Kickoff meeting completed 9May</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Protocol and contract under development.</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CEC endorsed the updated timeline.</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IM in July under preparation</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1124649643"/>
                  </a:ext>
                </a:extLst>
              </a:tr>
              <a:tr h="6375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 in late time window (4.5h-24h) with the guidance of NCCT)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u="none" strike="noStrike" kern="1200" cap="none" spc="0" normalizeH="0" baseline="0">
                          <a:ln>
                            <a:noFill/>
                          </a:ln>
                          <a:solidFill>
                            <a:schemeClr val="tx1"/>
                          </a:solidFill>
                          <a:effectLst/>
                          <a:uLnTx/>
                          <a:uFillTx/>
                        </a:rPr>
                        <a:t>(Huashan hospital)</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IIS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(TBD)</a:t>
                      </a:r>
                      <a:endParaRPr lang="en-US" altLang="zh-CN" sz="800" b="0" u="none" strike="noStrike" kern="1200" noProof="0">
                        <a:solidFill>
                          <a:schemeClr val="tx1"/>
                        </a:solidFill>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Lectrona submission</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CEC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(TBD)</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Study design/budget/timeline under evaluation</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1" i="0" u="none" strike="noStrike" kern="1200" noProof="0">
                          <a:solidFill>
                            <a:schemeClr val="tx1"/>
                          </a:solidFill>
                          <a:latin typeface="+mn-lt"/>
                          <a:ea typeface="+mn-ea"/>
                          <a:cs typeface="+mn-cs"/>
                        </a:rPr>
                        <a:t>Waiting for CEC approval</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2095487014"/>
                  </a:ext>
                </a:extLst>
              </a:tr>
              <a:tr h="735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 for LVO-AIS at 4.5-24h without thrombectomy under the guidance of NCCT)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a:t>
                      </a:r>
                      <a:r>
                        <a:rPr kumimoji="0" lang="en-US" altLang="zh-CN" sz="800" b="1" u="none" strike="noStrike" kern="1200" cap="none" spc="0" normalizeH="0" baseline="0">
                          <a:ln>
                            <a:noFill/>
                          </a:ln>
                          <a:solidFill>
                            <a:schemeClr val="tx1"/>
                          </a:solidFill>
                          <a:effectLst/>
                          <a:uLnTx/>
                          <a:uFillTx/>
                        </a:rPr>
                        <a:t>Anhui Provincial hospital</a:t>
                      </a:r>
                      <a:r>
                        <a:rPr kumimoji="0" lang="en-US" altLang="zh-CN" sz="800" b="0" u="none" strike="noStrike" kern="1200" cap="none" spc="0" normalizeH="0" baseline="0">
                          <a:ln>
                            <a:noFill/>
                          </a:ln>
                          <a:solidFill>
                            <a:schemeClr val="tx1"/>
                          </a:solidFill>
                          <a:effectLst/>
                          <a:uLnTx/>
                          <a:uFillTx/>
                        </a:rPr>
                        <a:t>)</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IIS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(TBD)</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CEC approval</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Proposal approval</a:t>
                      </a:r>
                    </a:p>
                  </a:txBody>
                  <a:tcPr marL="92811" marR="92811" marT="38099" marB="38099"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Ad-hoc CEC endorsed on 15Apr.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Proposal need further modify.</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3148402517"/>
                  </a:ext>
                </a:extLst>
              </a:tr>
              <a:tr h="86587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 before interhospital transfer for thrombectomy in large vessel occlusion at 4.5 to 24 hours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(TREASURE))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a:t>
                      </a:r>
                      <a:r>
                        <a:rPr kumimoji="0" lang="en-US" altLang="zh-CN" sz="800" b="1" u="none" strike="noStrike" kern="1200" cap="none" spc="0" normalizeH="0" baseline="0">
                          <a:ln>
                            <a:noFill/>
                          </a:ln>
                          <a:solidFill>
                            <a:schemeClr val="tx1"/>
                          </a:solidFill>
                          <a:effectLst/>
                          <a:uLnTx/>
                          <a:uFillTx/>
                        </a:rPr>
                        <a:t>Xuanwu Hospital)</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IIS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(TBD)</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CEC approval</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Proposal approval</a:t>
                      </a:r>
                    </a:p>
                  </a:txBody>
                  <a:tcPr marL="92811" marR="92811" marT="38099" marB="38099"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Ad-hoc CEC endorsed on 15Apr.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Proposal need further modify.</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3159096597"/>
                  </a:ext>
                </a:extLst>
              </a:tr>
              <a:tr h="735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(Intra-arterial thrombolysis with Metalyse in MeVo (medium vessel occlusions)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a:t>
                      </a:r>
                      <a:r>
                        <a:rPr kumimoji="0" lang="en-US" altLang="zh-CN" sz="800" b="1" u="none" strike="noStrike" kern="1200" cap="none" spc="0" normalizeH="0" baseline="0">
                          <a:ln>
                            <a:noFill/>
                          </a:ln>
                          <a:solidFill>
                            <a:schemeClr val="tx1"/>
                          </a:solidFill>
                          <a:effectLst/>
                          <a:uLnTx/>
                          <a:uFillTx/>
                        </a:rPr>
                        <a:t>Tiantan hospita</a:t>
                      </a:r>
                      <a:r>
                        <a:rPr kumimoji="0" lang="en-US" altLang="zh-CN" sz="800" b="0" u="none" strike="noStrike" kern="1200" cap="none" spc="0" normalizeH="0" baseline="0">
                          <a:ln>
                            <a:noFill/>
                          </a:ln>
                          <a:solidFill>
                            <a:schemeClr val="tx1"/>
                          </a:solidFill>
                          <a:effectLst/>
                          <a:uLnTx/>
                          <a:uFillTx/>
                        </a:rPr>
                        <a:t>l Prof. Liu)</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IIS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(TBD)</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CEC approval</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Proposal approval</a:t>
                      </a:r>
                    </a:p>
                  </a:txBody>
                  <a:tcPr marL="92811" marR="92811" marT="38099" marB="38099"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Ad-hoc CEC endorsed on 15Apr.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Proposal need further modify</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2024663218"/>
                  </a:ext>
                </a:extLst>
              </a:tr>
              <a:tr h="735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Metalyse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a:ln>
                            <a:noFill/>
                          </a:ln>
                          <a:solidFill>
                            <a:schemeClr val="tx1"/>
                          </a:solidFill>
                          <a:effectLst/>
                          <a:uLnTx/>
                          <a:uFillTx/>
                        </a:rPr>
                        <a:t>(Real world  effectiveness and safety of thrombolysis with  Metalyse in different level of stroke centers in Shandong Province)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u="none" strike="noStrike" kern="1200" cap="none" spc="0" normalizeH="0" baseline="0">
                          <a:ln>
                            <a:noFill/>
                          </a:ln>
                          <a:solidFill>
                            <a:schemeClr val="tx1"/>
                          </a:solidFill>
                          <a:effectLst/>
                          <a:uLnTx/>
                          <a:uFillTx/>
                        </a:rPr>
                        <a:t>(Qilu Hospital)</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IIS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u="none" strike="noStrike" kern="1200">
                          <a:solidFill>
                            <a:schemeClr val="tx1"/>
                          </a:solidFill>
                        </a:rPr>
                        <a:t>(TBD)</a:t>
                      </a:r>
                      <a:endParaRPr lang="en-US" altLang="zh-CN" sz="800" b="0" i="0" u="none" strike="noStrike" kern="1200" noProof="0">
                        <a:solidFill>
                          <a:schemeClr val="tx1"/>
                        </a:solidFill>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u="none" strike="noStrike" kern="1200" cap="none" spc="0" normalizeH="0" baseline="0" noProof="0">
                          <a:ln>
                            <a:noFill/>
                          </a:ln>
                          <a:solidFill>
                            <a:schemeClr val="tx1"/>
                          </a:solidFill>
                          <a:effectLst/>
                          <a:uLnTx/>
                          <a:uFillTx/>
                        </a:rPr>
                        <a:t>China alone</a:t>
                      </a:r>
                      <a:endParaRPr kumimoji="0" lang="en-US" altLang="zh-CN" sz="800" b="0" i="0" u="none" strike="noStrike" kern="1200" cap="none" spc="0" normalizeH="0" baseline="0" noProof="0">
                        <a:ln>
                          <a:noFill/>
                        </a:ln>
                        <a:solidFill>
                          <a:schemeClr val="tx1"/>
                        </a:solidFill>
                        <a:effectLst/>
                        <a:uLnTx/>
                        <a:uFillTx/>
                        <a:latin typeface="+mn-lt"/>
                        <a:ea typeface="+mn-ea"/>
                        <a:cs typeface="Calibri"/>
                      </a:endParaRPr>
                    </a:p>
                  </a:txBody>
                  <a:tcPr marL="92811" marR="92811" marT="38099" marB="38099"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None/>
                      </a:pPr>
                      <a:r>
                        <a:rPr lang="en-US" altLang="zh-CN" sz="800" b="0" i="0" u="none" strike="noStrike" kern="1200" noProof="0">
                          <a:solidFill>
                            <a:schemeClr val="tx1"/>
                          </a:solidFill>
                          <a:latin typeface="+mn-lt"/>
                          <a:ea typeface="+mn-ea"/>
                          <a:cs typeface="+mn-cs"/>
                        </a:rPr>
                        <a:t>Proposal under discussion</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Lectrona submission  and CEC approval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(TBD)</a:t>
                      </a: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0" i="0" u="none" strike="noStrike" kern="1200" noProof="0">
                          <a:solidFill>
                            <a:schemeClr val="tx1"/>
                          </a:solidFill>
                          <a:latin typeface="+mn-lt"/>
                          <a:ea typeface="+mn-ea"/>
                          <a:cs typeface="+mn-cs"/>
                        </a:rPr>
                        <a:t>Study design/budget/timeline under evaluation</a:t>
                      </a:r>
                    </a:p>
                    <a:p>
                      <a:pPr marL="171450" marR="0" lvl="0" indent="-171450" algn="l">
                        <a:lnSpc>
                          <a:spcPct val="100000"/>
                        </a:lnSpc>
                        <a:spcBef>
                          <a:spcPts val="0"/>
                        </a:spcBef>
                        <a:spcAft>
                          <a:spcPts val="0"/>
                        </a:spcAft>
                        <a:buClrTx/>
                        <a:buSzTx/>
                        <a:buFont typeface="Arial" panose="020B0604020202020204" pitchFamily="34" charset="0"/>
                        <a:buChar char="•"/>
                      </a:pPr>
                      <a:r>
                        <a:rPr lang="en-US" altLang="zh-CN" sz="800" b="1" i="0" u="none" strike="noStrike" kern="1200" noProof="0">
                          <a:solidFill>
                            <a:schemeClr val="tx1"/>
                          </a:solidFill>
                          <a:latin typeface="+mn-lt"/>
                          <a:ea typeface="+mn-ea"/>
                          <a:cs typeface="+mn-cs"/>
                        </a:rPr>
                        <a:t>Waiting for lectrona submission and CEC approval</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D9D9D9"/>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4152836843"/>
                  </a:ext>
                </a:extLst>
              </a:tr>
              <a:tr h="7351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a:ln>
                            <a:noFill/>
                          </a:ln>
                          <a:solidFill>
                            <a:schemeClr val="tx1"/>
                          </a:solidFill>
                          <a:effectLst/>
                          <a:uLnTx/>
                          <a:uFillTx/>
                          <a:latin typeface="+mn-lt"/>
                          <a:ea typeface="+mn-ea"/>
                          <a:cs typeface="Calibri"/>
                        </a:rPr>
                        <a:t>Actylise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Acute ischaemic stroke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ECR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noProof="0">
                          <a:solidFill>
                            <a:schemeClr val="tx1"/>
                          </a:solidFill>
                          <a:latin typeface="+mn-lt"/>
                          <a:ea typeface="+mn-ea"/>
                          <a:cs typeface="+mn-cs"/>
                        </a:rPr>
                        <a:t>(0135-0353: Sep 2024- Sep 2026)</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tx1"/>
                          </a:solidFill>
                          <a:effectLst/>
                          <a:uLnTx/>
                          <a:uFillTx/>
                          <a:latin typeface="+mn-lt"/>
                          <a:ea typeface="+mn-ea"/>
                          <a:cs typeface="Calibri"/>
                        </a:rPr>
                        <a:t>China alone</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dk1"/>
                          </a:solidFill>
                          <a:latin typeface="+mn-lt"/>
                          <a:ea typeface="+mn-ea"/>
                          <a:cs typeface="+mn-cs"/>
                        </a:rPr>
                        <a:t>Protocol approve</a:t>
                      </a:r>
                      <a:endParaRPr lang="zh-CN" altLang="en-US" sz="800" kern="1200">
                        <a:solidFill>
                          <a:schemeClr val="dk1"/>
                        </a:solidFill>
                        <a:latin typeface="+mn-lt"/>
                        <a:ea typeface="+mn-ea"/>
                        <a:cs typeface="+mn-cs"/>
                      </a:endParaRPr>
                    </a:p>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(Apr2025)</a:t>
                      </a:r>
                    </a:p>
                  </a:txBody>
                  <a:tcPr marL="92811" marR="92811" marT="38099" marB="38099"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kern="1200">
                          <a:solidFill>
                            <a:schemeClr val="dk1"/>
                          </a:solidFill>
                          <a:latin typeface="+mn-lt"/>
                          <a:ea typeface="+mn-ea"/>
                          <a:cs typeface="+mn-cs"/>
                        </a:rPr>
                        <a:t>Contract</a:t>
                      </a:r>
                      <a:endParaRPr lang="zh-CN" altLang="en-US" sz="800" kern="1200">
                        <a:solidFill>
                          <a:schemeClr val="dk1"/>
                        </a:solidFill>
                        <a:latin typeface="+mn-lt"/>
                        <a:ea typeface="+mn-ea"/>
                        <a:cs typeface="+mn-cs"/>
                      </a:endParaRPr>
                    </a:p>
                    <a:p>
                      <a:pPr marL="0" marR="0" lvl="0" indent="0" algn="ctr" defTabSz="914400" rtl="0" eaLnBrk="1" latinLnBrk="0" hangingPunct="1">
                        <a:lnSpc>
                          <a:spcPct val="100000"/>
                        </a:lnSpc>
                        <a:spcBef>
                          <a:spcPts val="0"/>
                        </a:spcBef>
                        <a:spcAft>
                          <a:spcPts val="0"/>
                        </a:spcAft>
                        <a:buNone/>
                      </a:pPr>
                      <a:r>
                        <a:rPr lang="en-US" altLang="zh-CN" sz="800" b="0" u="none" strike="noStrike" kern="1200" noProof="0">
                          <a:solidFill>
                            <a:schemeClr val="tx1"/>
                          </a:solidFill>
                        </a:rPr>
                        <a:t>(Oct2025)</a:t>
                      </a:r>
                    </a:p>
                  </a:txBody>
                  <a:tcPr marL="92811" marR="92811" marT="38099" marB="38099"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bg1">
                              <a:lumMod val="50000"/>
                            </a:schemeClr>
                          </a:solidFill>
                          <a:latin typeface="+mn-lt"/>
                          <a:ea typeface="+mn-ea"/>
                          <a:cs typeface="+mn-cs"/>
                        </a:rPr>
                        <a:t>CEC endorsed on 19Sep 2024</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bg1">
                              <a:lumMod val="50000"/>
                            </a:schemeClr>
                          </a:solidFill>
                          <a:latin typeface="+mn-lt"/>
                          <a:ea typeface="+mn-ea"/>
                          <a:cs typeface="+mn-cs"/>
                        </a:rPr>
                        <a:t>Hybrid review completed on 22</a:t>
                      </a:r>
                      <a:r>
                        <a:rPr lang="en-US" altLang="zh-CN" sz="800" b="0" i="0" u="none" strike="noStrike" kern="1200" baseline="30000" noProof="0">
                          <a:solidFill>
                            <a:schemeClr val="bg1">
                              <a:lumMod val="50000"/>
                            </a:schemeClr>
                          </a:solidFill>
                          <a:latin typeface="+mn-lt"/>
                          <a:ea typeface="+mn-ea"/>
                          <a:cs typeface="+mn-cs"/>
                        </a:rPr>
                        <a:t>nd</a:t>
                      </a:r>
                      <a:r>
                        <a:rPr lang="en-US" altLang="zh-CN" sz="800" b="0" i="0" u="none" strike="noStrike" kern="1200" noProof="0">
                          <a:solidFill>
                            <a:schemeClr val="bg1">
                              <a:lumMod val="50000"/>
                            </a:schemeClr>
                          </a:solidFill>
                          <a:latin typeface="+mn-lt"/>
                          <a:ea typeface="+mn-ea"/>
                          <a:cs typeface="+mn-cs"/>
                        </a:rPr>
                        <a:t> Jan.  proposal released on 14</a:t>
                      </a:r>
                      <a:r>
                        <a:rPr lang="en-US" altLang="zh-CN" sz="800" b="0" i="0" u="none" strike="noStrike" kern="1200" baseline="30000" noProof="0">
                          <a:solidFill>
                            <a:schemeClr val="bg1">
                              <a:lumMod val="50000"/>
                            </a:schemeClr>
                          </a:solidFill>
                          <a:latin typeface="+mn-lt"/>
                          <a:ea typeface="+mn-ea"/>
                          <a:cs typeface="+mn-cs"/>
                        </a:rPr>
                        <a:t>th</a:t>
                      </a:r>
                      <a:r>
                        <a:rPr lang="en-US" altLang="zh-CN" sz="800" b="0" i="0" u="none" strike="noStrike" kern="1200" noProof="0">
                          <a:solidFill>
                            <a:schemeClr val="bg1">
                              <a:lumMod val="50000"/>
                            </a:schemeClr>
                          </a:solidFill>
                          <a:latin typeface="+mn-lt"/>
                          <a:ea typeface="+mn-ea"/>
                          <a:cs typeface="+mn-cs"/>
                        </a:rPr>
                        <a:t> Feb. Protocol completed on 26Mar, one month ahead timeline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800" b="0" i="0" u="none" strike="noStrike" kern="1200" noProof="0">
                          <a:solidFill>
                            <a:schemeClr val="tx1"/>
                          </a:solidFill>
                          <a:latin typeface="+mn-lt"/>
                          <a:ea typeface="+mn-ea"/>
                          <a:cs typeface="+mn-cs"/>
                        </a:rPr>
                        <a:t>Contract comments review by legal</a:t>
                      </a:r>
                    </a:p>
                  </a:txBody>
                  <a:tcPr marL="92811" marR="92811" marT="38099" marB="38099" anchor="ctr">
                    <a:solidFill>
                      <a:schemeClr val="bg1">
                        <a:lumMod val="85000"/>
                      </a:schemeClr>
                    </a:solidFill>
                  </a:tcPr>
                </a:tc>
                <a:tc>
                  <a:txBody>
                    <a:bodyPr/>
                    <a:lstStyle/>
                    <a:p>
                      <a:pPr marL="0" lvl="0" indent="0" algn="ctr" defTabSz="914400">
                        <a:lnSpc>
                          <a:spcPct val="100000"/>
                        </a:lnSpc>
                        <a:spcBef>
                          <a:spcPts val="0"/>
                        </a:spcBef>
                        <a:spcAft>
                          <a:spcPts val="0"/>
                        </a:spcAft>
                        <a:buNone/>
                        <a:tabLst/>
                        <a:defRPr/>
                      </a:pPr>
                      <a:endParaRPr lang="zh-CN" altLang="en-US" sz="1200" kern="1200">
                        <a:solidFill>
                          <a:schemeClr val="dk1"/>
                        </a:solidFill>
                        <a:highlight>
                          <a:srgbClr val="FDFDFD"/>
                        </a:highlight>
                        <a:latin typeface="+mn-lt"/>
                        <a:ea typeface="+mn-ea"/>
                        <a:cs typeface="Calibri"/>
                      </a:endParaRPr>
                    </a:p>
                  </a:txBody>
                  <a:tcPr marL="92811" marR="92811" marT="38099" marB="38099">
                    <a:solidFill>
                      <a:schemeClr val="bg1">
                        <a:lumMod val="85000"/>
                      </a:schemeClr>
                    </a:solidFill>
                  </a:tcPr>
                </a:tc>
                <a:extLst>
                  <a:ext uri="{0D108BD9-81ED-4DB2-BD59-A6C34878D82A}">
                    <a16:rowId xmlns:a16="http://schemas.microsoft.com/office/drawing/2014/main" val="1653226700"/>
                  </a:ext>
                </a:extLst>
              </a:tr>
            </a:tbl>
          </a:graphicData>
        </a:graphic>
      </p:graphicFrame>
      <p:pic>
        <p:nvPicPr>
          <p:cNvPr id="14" name="图片 13">
            <a:extLst>
              <a:ext uri="{FF2B5EF4-FFF2-40B4-BE49-F238E27FC236}">
                <a16:creationId xmlns:a16="http://schemas.microsoft.com/office/drawing/2014/main" id="{8C81367A-15BC-2D5B-F106-FF2D54381CB3}"/>
              </a:ext>
            </a:extLst>
          </p:cNvPr>
          <p:cNvPicPr>
            <a:picLocks noChangeAspect="1"/>
          </p:cNvPicPr>
          <p:nvPr/>
        </p:nvPicPr>
        <p:blipFill>
          <a:blip r:embed="rId3"/>
          <a:stretch>
            <a:fillRect/>
          </a:stretch>
        </p:blipFill>
        <p:spPr>
          <a:xfrm>
            <a:off x="11908688" y="3202025"/>
            <a:ext cx="115834" cy="109738"/>
          </a:xfrm>
          <a:prstGeom prst="rect">
            <a:avLst/>
          </a:prstGeom>
        </p:spPr>
      </p:pic>
      <p:pic>
        <p:nvPicPr>
          <p:cNvPr id="15" name="图片 14">
            <a:extLst>
              <a:ext uri="{FF2B5EF4-FFF2-40B4-BE49-F238E27FC236}">
                <a16:creationId xmlns:a16="http://schemas.microsoft.com/office/drawing/2014/main" id="{DA14B6C3-C54B-098A-D7AB-CCE73F3FF946}"/>
              </a:ext>
            </a:extLst>
          </p:cNvPr>
          <p:cNvPicPr>
            <a:picLocks noChangeAspect="1"/>
          </p:cNvPicPr>
          <p:nvPr/>
        </p:nvPicPr>
        <p:blipFill>
          <a:blip r:embed="rId3"/>
          <a:stretch>
            <a:fillRect/>
          </a:stretch>
        </p:blipFill>
        <p:spPr>
          <a:xfrm>
            <a:off x="11894029" y="4062757"/>
            <a:ext cx="115834" cy="109738"/>
          </a:xfrm>
          <a:prstGeom prst="rect">
            <a:avLst/>
          </a:prstGeom>
        </p:spPr>
      </p:pic>
      <p:sp>
        <p:nvSpPr>
          <p:cNvPr id="5" name="Flowchart: Connector 25">
            <a:extLst>
              <a:ext uri="{FF2B5EF4-FFF2-40B4-BE49-F238E27FC236}">
                <a16:creationId xmlns:a16="http://schemas.microsoft.com/office/drawing/2014/main" id="{E666E67A-9857-D6E7-ABD0-3535791D50D2}"/>
              </a:ext>
            </a:extLst>
          </p:cNvPr>
          <p:cNvSpPr/>
          <p:nvPr/>
        </p:nvSpPr>
        <p:spPr bwMode="gray">
          <a:xfrm>
            <a:off x="11899128" y="1881143"/>
            <a:ext cx="113759" cy="108000"/>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6" name="图片 13">
            <a:extLst>
              <a:ext uri="{FF2B5EF4-FFF2-40B4-BE49-F238E27FC236}">
                <a16:creationId xmlns:a16="http://schemas.microsoft.com/office/drawing/2014/main" id="{EFCAC3D2-E819-5E5B-4F90-488054BA614F}"/>
              </a:ext>
            </a:extLst>
          </p:cNvPr>
          <p:cNvPicPr>
            <a:picLocks noChangeAspect="1"/>
          </p:cNvPicPr>
          <p:nvPr/>
        </p:nvPicPr>
        <p:blipFill>
          <a:blip r:embed="rId3"/>
          <a:stretch>
            <a:fillRect/>
          </a:stretch>
        </p:blipFill>
        <p:spPr>
          <a:xfrm>
            <a:off x="11894029" y="2516794"/>
            <a:ext cx="115834" cy="109738"/>
          </a:xfrm>
          <a:prstGeom prst="rect">
            <a:avLst/>
          </a:prstGeom>
        </p:spPr>
      </p:pic>
      <p:pic>
        <p:nvPicPr>
          <p:cNvPr id="2" name="图片 14">
            <a:extLst>
              <a:ext uri="{FF2B5EF4-FFF2-40B4-BE49-F238E27FC236}">
                <a16:creationId xmlns:a16="http://schemas.microsoft.com/office/drawing/2014/main" id="{8F39B18F-0049-443D-CE67-10F03F150F90}"/>
              </a:ext>
            </a:extLst>
          </p:cNvPr>
          <p:cNvPicPr>
            <a:picLocks noChangeAspect="1"/>
          </p:cNvPicPr>
          <p:nvPr/>
        </p:nvPicPr>
        <p:blipFill>
          <a:blip r:embed="rId3"/>
          <a:stretch>
            <a:fillRect/>
          </a:stretch>
        </p:blipFill>
        <p:spPr>
          <a:xfrm>
            <a:off x="11894029" y="4762059"/>
            <a:ext cx="115834" cy="109738"/>
          </a:xfrm>
          <a:prstGeom prst="rect">
            <a:avLst/>
          </a:prstGeom>
        </p:spPr>
      </p:pic>
      <p:pic>
        <p:nvPicPr>
          <p:cNvPr id="7" name="图片 14">
            <a:extLst>
              <a:ext uri="{FF2B5EF4-FFF2-40B4-BE49-F238E27FC236}">
                <a16:creationId xmlns:a16="http://schemas.microsoft.com/office/drawing/2014/main" id="{E87133E3-3C92-B214-B864-BF3B7CB46ACE}"/>
              </a:ext>
            </a:extLst>
          </p:cNvPr>
          <p:cNvPicPr>
            <a:picLocks noChangeAspect="1"/>
          </p:cNvPicPr>
          <p:nvPr/>
        </p:nvPicPr>
        <p:blipFill>
          <a:blip r:embed="rId3"/>
          <a:stretch>
            <a:fillRect/>
          </a:stretch>
        </p:blipFill>
        <p:spPr>
          <a:xfrm>
            <a:off x="11898119" y="5643473"/>
            <a:ext cx="115834" cy="109738"/>
          </a:xfrm>
          <a:prstGeom prst="rect">
            <a:avLst/>
          </a:prstGeom>
        </p:spPr>
      </p:pic>
      <p:pic>
        <p:nvPicPr>
          <p:cNvPr id="9" name="图片 14">
            <a:extLst>
              <a:ext uri="{FF2B5EF4-FFF2-40B4-BE49-F238E27FC236}">
                <a16:creationId xmlns:a16="http://schemas.microsoft.com/office/drawing/2014/main" id="{7BFAD79C-D1A7-0BF4-D0BE-1AC26D1C2D9E}"/>
              </a:ext>
            </a:extLst>
          </p:cNvPr>
          <p:cNvPicPr>
            <a:picLocks noChangeAspect="1"/>
          </p:cNvPicPr>
          <p:nvPr/>
        </p:nvPicPr>
        <p:blipFill>
          <a:blip r:embed="rId3"/>
          <a:stretch>
            <a:fillRect/>
          </a:stretch>
        </p:blipFill>
        <p:spPr>
          <a:xfrm>
            <a:off x="11908688" y="6362891"/>
            <a:ext cx="115834" cy="109738"/>
          </a:xfrm>
          <a:prstGeom prst="rect">
            <a:avLst/>
          </a:prstGeom>
        </p:spPr>
      </p:pic>
    </p:spTree>
    <p:extLst>
      <p:ext uri="{BB962C8B-B14F-4D97-AF65-F5344CB8AC3E}">
        <p14:creationId xmlns:p14="http://schemas.microsoft.com/office/powerpoint/2010/main" val="3356285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61FF-258A-CAE2-8DF9-4B3FE783F23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89FBD7E-1A45-837B-24F6-4ED6CB2EC080}"/>
              </a:ext>
            </a:extLst>
          </p:cNvPr>
          <p:cNvSpPr>
            <a:spLocks noGrp="1"/>
          </p:cNvSpPr>
          <p:nvPr>
            <p:ph type="title"/>
          </p:nvPr>
        </p:nvSpPr>
        <p:spPr/>
        <p:txBody>
          <a:bodyPr/>
          <a:lstStyle/>
          <a:p>
            <a:r>
              <a:rPr lang="zh-CN" altLang="en-US"/>
              <a:t>Topics</a:t>
            </a:r>
          </a:p>
        </p:txBody>
      </p:sp>
      <p:sp>
        <p:nvSpPr>
          <p:cNvPr id="3" name="内容占位符 2">
            <a:extLst>
              <a:ext uri="{FF2B5EF4-FFF2-40B4-BE49-F238E27FC236}">
                <a16:creationId xmlns:a16="http://schemas.microsoft.com/office/drawing/2014/main" id="{68D29BD9-09B5-1E6C-4728-57B551065BB0}"/>
              </a:ext>
            </a:extLst>
          </p:cNvPr>
          <p:cNvSpPr>
            <a:spLocks noGrp="1"/>
          </p:cNvSpPr>
          <p:nvPr>
            <p:ph idx="1"/>
          </p:nvPr>
        </p:nvSpPr>
        <p:spPr/>
        <p:txBody>
          <a:bodyPr vert="horz" lIns="0" tIns="0" rIns="0" bIns="0" rtlCol="0" anchor="t">
            <a:noAutofit/>
          </a:bodyPr>
          <a:lstStyle/>
          <a:p>
            <a:pPr marL="342900" indent="-342900">
              <a:buAutoNum type="arabicPeriod"/>
            </a:pPr>
            <a:r>
              <a:rPr lang="zh-CN" altLang="en-US" sz="2000" b="1">
                <a:solidFill>
                  <a:schemeClr val="bg1">
                    <a:lumMod val="65000"/>
                  </a:schemeClr>
                </a:solidFill>
              </a:rPr>
              <a:t>Pipeline Key Update</a:t>
            </a:r>
          </a:p>
          <a:p>
            <a:pPr marL="342900" indent="-342900">
              <a:buAutoNum type="arabicPeriod"/>
            </a:pPr>
            <a:r>
              <a:rPr lang="zh-CN" altLang="en-US" sz="2000" b="1">
                <a:solidFill>
                  <a:schemeClr val="bg1">
                    <a:lumMod val="65000"/>
                  </a:schemeClr>
                </a:solidFill>
              </a:rPr>
              <a:t>Decisions/Advice Provided by TA-CEC</a:t>
            </a:r>
          </a:p>
          <a:p>
            <a:pPr marL="342900" indent="-342900">
              <a:buAutoNum type="arabicPeriod"/>
            </a:pPr>
            <a:r>
              <a:rPr lang="zh-CN" altLang="en-US" sz="2000" b="1">
                <a:solidFill>
                  <a:schemeClr val="bg1">
                    <a:lumMod val="65000"/>
                  </a:schemeClr>
                </a:solidFill>
              </a:rPr>
              <a:t>TA Portfolio Key Update-Late Stage Assets</a:t>
            </a:r>
          </a:p>
          <a:p>
            <a:pPr marL="342900" indent="-342900">
              <a:buAutoNum type="arabicPeriod"/>
            </a:pPr>
            <a:r>
              <a:rPr lang="zh-CN" altLang="en-US" sz="2000" b="1">
                <a:solidFill>
                  <a:schemeClr val="bg1">
                    <a:lumMod val="65000"/>
                  </a:schemeClr>
                </a:solidFill>
              </a:rPr>
              <a:t>China Local Data Generation Key Update</a:t>
            </a:r>
          </a:p>
          <a:p>
            <a:pPr marL="342900" indent="-342900">
              <a:buAutoNum type="arabicPeriod"/>
            </a:pPr>
            <a:r>
              <a:rPr lang="zh-CN" altLang="en-US" sz="2000" b="1"/>
              <a:t>TA Portfolio Key Update-Early Assets </a:t>
            </a:r>
          </a:p>
        </p:txBody>
      </p:sp>
      <p:sp>
        <p:nvSpPr>
          <p:cNvPr id="4" name="文本占位符 3">
            <a:extLst>
              <a:ext uri="{FF2B5EF4-FFF2-40B4-BE49-F238E27FC236}">
                <a16:creationId xmlns:a16="http://schemas.microsoft.com/office/drawing/2014/main" id="{8A900843-F6F5-94B0-2AAC-CA9452610E51}"/>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8706625A-97CE-5461-183D-32ECDA819F15}"/>
              </a:ext>
            </a:extLst>
          </p:cNvPr>
          <p:cNvSpPr>
            <a:spLocks noGrp="1"/>
          </p:cNvSpPr>
          <p:nvPr>
            <p:ph type="ftr" sz="quarter" idx="19"/>
          </p:nvPr>
        </p:nvSpPr>
        <p:spPr/>
        <p:txBody>
          <a:bodyPr/>
          <a:lstStyle/>
          <a:p>
            <a:r>
              <a:rPr lang="en-US" altLang="zh-CN"/>
              <a:t>MAP</a:t>
            </a:r>
            <a:r>
              <a:rPr lang="en-US"/>
              <a:t>|    ONLY FOR INTERNAL USE</a:t>
            </a:r>
          </a:p>
        </p:txBody>
      </p:sp>
      <p:sp>
        <p:nvSpPr>
          <p:cNvPr id="6" name="灯片编号占位符 5">
            <a:extLst>
              <a:ext uri="{FF2B5EF4-FFF2-40B4-BE49-F238E27FC236}">
                <a16:creationId xmlns:a16="http://schemas.microsoft.com/office/drawing/2014/main" id="{8A4DA5B2-C0F2-4444-0302-E0623859B918}"/>
              </a:ext>
            </a:extLst>
          </p:cNvPr>
          <p:cNvSpPr>
            <a:spLocks noGrp="1"/>
          </p:cNvSpPr>
          <p:nvPr>
            <p:ph type="sldNum" sz="quarter" idx="20"/>
          </p:nvPr>
        </p:nvSpPr>
        <p:spPr/>
        <p:txBody>
          <a:bodyPr/>
          <a:lstStyle/>
          <a:p>
            <a:fld id="{DF4E8F9F-5B1F-4F5B-BE49-3245D8C18D9F}" type="slidenum">
              <a:rPr lang="en-US" smtClean="0"/>
              <a:pPr/>
              <a:t>24</a:t>
            </a:fld>
            <a:endParaRPr lang="en-US"/>
          </a:p>
        </p:txBody>
      </p:sp>
    </p:spTree>
    <p:extLst>
      <p:ext uri="{BB962C8B-B14F-4D97-AF65-F5344CB8AC3E}">
        <p14:creationId xmlns:p14="http://schemas.microsoft.com/office/powerpoint/2010/main" val="1663301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OTLSHAPE_SL_5417c9aa0432443bbf6d96483f7c7648_BackgroundRectangle">
            <a:extLst>
              <a:ext uri="{FF2B5EF4-FFF2-40B4-BE49-F238E27FC236}">
                <a16:creationId xmlns:a16="http://schemas.microsoft.com/office/drawing/2014/main" id="{59280282-3D97-CD7F-E244-E340C1F32691}"/>
              </a:ext>
            </a:extLst>
          </p:cNvPr>
          <p:cNvSpPr/>
          <p:nvPr>
            <p:custDataLst>
              <p:tags r:id="rId2"/>
            </p:custDataLst>
          </p:nvPr>
        </p:nvSpPr>
        <p:spPr bwMode="gray">
          <a:xfrm>
            <a:off x="63500" y="2457650"/>
            <a:ext cx="11290300" cy="11827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OTLSHAPE_SL2A_9373825f36764f7a862831d99d2ad713_BackgroundRectangle" hidden="1">
            <a:extLst>
              <a:ext uri="{FF2B5EF4-FFF2-40B4-BE49-F238E27FC236}">
                <a16:creationId xmlns:a16="http://schemas.microsoft.com/office/drawing/2014/main" id="{AF8BAA38-3F83-BFBB-4340-E067D5C62206}"/>
              </a:ext>
            </a:extLst>
          </p:cNvPr>
          <p:cNvSpPr/>
          <p:nvPr>
            <p:custDataLst>
              <p:tags r:id="rId3"/>
            </p:custDataLst>
          </p:nvPr>
        </p:nvSpPr>
        <p:spPr bwMode="gray">
          <a:xfrm>
            <a:off x="965200" y="2457650"/>
            <a:ext cx="10388600" cy="11827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B3C14C87-824F-8522-3527-4DA8FAD7A2B2}"/>
              </a:ext>
            </a:extLst>
          </p:cNvPr>
          <p:cNvSpPr txBox="1"/>
          <p:nvPr>
            <p:custDataLst>
              <p:tags r:id="rId4"/>
            </p:custDataLst>
          </p:nvPr>
        </p:nvSpPr>
        <p:spPr bwMode="gray">
          <a:xfrm>
            <a:off x="-221339" y="-5221"/>
            <a:ext cx="469900" cy="27940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2" name="OTLSHAPE_SL2A_9373825f36764f7a862831d99d2ad713_HeaderRectangle" hidden="1">
            <a:extLst>
              <a:ext uri="{FF2B5EF4-FFF2-40B4-BE49-F238E27FC236}">
                <a16:creationId xmlns:a16="http://schemas.microsoft.com/office/drawing/2014/main" id="{36C3D023-815B-8ED7-504C-BA7103A1E2D8}"/>
              </a:ext>
            </a:extLst>
          </p:cNvPr>
          <p:cNvSpPr/>
          <p:nvPr>
            <p:custDataLst>
              <p:tags r:id="rId5"/>
            </p:custDataLst>
          </p:nvPr>
        </p:nvSpPr>
        <p:spPr bwMode="gray">
          <a:xfrm>
            <a:off x="965200" y="2457650"/>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9" name="OTLSHAPE_SLT_21459203393945ad8f284b3fa1f12a85_ShapePercentage" hidden="1">
            <a:extLst>
              <a:ext uri="{FF2B5EF4-FFF2-40B4-BE49-F238E27FC236}">
                <a16:creationId xmlns:a16="http://schemas.microsoft.com/office/drawing/2014/main" id="{4724EFEC-C85E-475C-CBC2-20569D91D25B}"/>
              </a:ext>
            </a:extLst>
          </p:cNvPr>
          <p:cNvSpPr/>
          <p:nvPr>
            <p:custDataLst>
              <p:tags r:id="rId6"/>
            </p:custDataLst>
          </p:nvPr>
        </p:nvSpPr>
        <p:spPr bwMode="gray">
          <a:xfrm>
            <a:off x="2267789" y="275152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0" name="OTLSHAPE_SLT_9dd397b4fcb14f14b380c256cf03e08c_ShapePercentage" hidden="1">
            <a:extLst>
              <a:ext uri="{FF2B5EF4-FFF2-40B4-BE49-F238E27FC236}">
                <a16:creationId xmlns:a16="http://schemas.microsoft.com/office/drawing/2014/main" id="{9C9DCA49-C535-37E1-8A9D-A28B00873CD6}"/>
              </a:ext>
            </a:extLst>
          </p:cNvPr>
          <p:cNvSpPr/>
          <p:nvPr>
            <p:custDataLst>
              <p:tags r:id="rId7"/>
            </p:custDataLst>
          </p:nvPr>
        </p:nvSpPr>
        <p:spPr bwMode="gray">
          <a:xfrm>
            <a:off x="5698271" y="3219565"/>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8" name="OTLSHAPE_SLT_2aca33bab3bc477d953cd0d92ffd5d32_ShapePercentage" hidden="1">
            <a:extLst>
              <a:ext uri="{FF2B5EF4-FFF2-40B4-BE49-F238E27FC236}">
                <a16:creationId xmlns:a16="http://schemas.microsoft.com/office/drawing/2014/main" id="{EA5937C1-724B-2B37-84EC-B4A40ADD218F}"/>
              </a:ext>
            </a:extLst>
          </p:cNvPr>
          <p:cNvSpPr/>
          <p:nvPr>
            <p:custDataLst>
              <p:tags r:id="rId8"/>
            </p:custDataLst>
          </p:nvPr>
        </p:nvSpPr>
        <p:spPr bwMode="gray">
          <a:xfrm>
            <a:off x="8900057" y="3453584"/>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OTLSHAPE_SL2A_9373825f36764f7a862831d99d2ad713_Header" hidden="1">
            <a:extLst>
              <a:ext uri="{FF2B5EF4-FFF2-40B4-BE49-F238E27FC236}">
                <a16:creationId xmlns:a16="http://schemas.microsoft.com/office/drawing/2014/main" id="{7AE72722-79CD-94D7-C96C-1EB7681893C0}"/>
              </a:ext>
            </a:extLst>
          </p:cNvPr>
          <p:cNvSpPr txBox="1"/>
          <p:nvPr>
            <p:custDataLst>
              <p:tags r:id="rId9"/>
            </p:custDataLst>
          </p:nvPr>
        </p:nvSpPr>
        <p:spPr bwMode="gray">
          <a:xfrm>
            <a:off x="12700" y="-259329"/>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40" name="OTLSHAPE_SLT_21459203393945ad8f284b3fa1f12a85_Duration" hidden="1">
            <a:extLst>
              <a:ext uri="{FF2B5EF4-FFF2-40B4-BE49-F238E27FC236}">
                <a16:creationId xmlns:a16="http://schemas.microsoft.com/office/drawing/2014/main" id="{07B25BA4-C4D8-2E2B-A22A-0814A8AA7AEC}"/>
              </a:ext>
            </a:extLst>
          </p:cNvPr>
          <p:cNvSpPr txBox="1"/>
          <p:nvPr>
            <p:custDataLst>
              <p:tags r:id="rId10"/>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522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1" name="OTLSHAPE_SLT_21459203393945ad8f284b3fa1f12a85_TextPercentage" hidden="1">
            <a:extLst>
              <a:ext uri="{FF2B5EF4-FFF2-40B4-BE49-F238E27FC236}">
                <a16:creationId xmlns:a16="http://schemas.microsoft.com/office/drawing/2014/main" id="{7517CCDB-8BB3-6DFF-C1B5-CA00FC114277}"/>
              </a:ext>
            </a:extLst>
          </p:cNvPr>
          <p:cNvSpPr txBox="1"/>
          <p:nvPr>
            <p:custDataLst>
              <p:tags r:id="rId1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2" name="OTLSHAPE_SLT_21459203393945ad8f284b3fa1f12a85_StartDate" hidden="1">
            <a:extLst>
              <a:ext uri="{FF2B5EF4-FFF2-40B4-BE49-F238E27FC236}">
                <a16:creationId xmlns:a16="http://schemas.microsoft.com/office/drawing/2014/main" id="{77B15EEA-B88D-5BAC-E3C0-32B6DC7EE4CD}"/>
              </a:ext>
            </a:extLst>
          </p:cNvPr>
          <p:cNvSpPr txBox="1"/>
          <p:nvPr>
            <p:custDataLst>
              <p:tags r:id="rId1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3" name="OTLSHAPE_SLT_21459203393945ad8f284b3fa1f12a85_EndDate" hidden="1">
            <a:extLst>
              <a:ext uri="{FF2B5EF4-FFF2-40B4-BE49-F238E27FC236}">
                <a16:creationId xmlns:a16="http://schemas.microsoft.com/office/drawing/2014/main" id="{CA63B774-EFFA-2DCA-C8C1-5C6376811BCB}"/>
              </a:ext>
            </a:extLst>
          </p:cNvPr>
          <p:cNvSpPr txBox="1"/>
          <p:nvPr>
            <p:custDataLst>
              <p:tags r:id="rId1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1" name="OTLSHAPE_SLT_9dd397b4fcb14f14b380c256cf03e08c_Duration" hidden="1">
            <a:extLst>
              <a:ext uri="{FF2B5EF4-FFF2-40B4-BE49-F238E27FC236}">
                <a16:creationId xmlns:a16="http://schemas.microsoft.com/office/drawing/2014/main" id="{77B73346-D1C0-3B57-E86F-CBC216715099}"/>
              </a:ext>
            </a:extLst>
          </p:cNvPr>
          <p:cNvSpPr txBox="1"/>
          <p:nvPr>
            <p:custDataLst>
              <p:tags r:id="rId14"/>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174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52" name="OTLSHAPE_SLT_9dd397b4fcb14f14b380c256cf03e08c_TextPercentage" hidden="1">
            <a:extLst>
              <a:ext uri="{FF2B5EF4-FFF2-40B4-BE49-F238E27FC236}">
                <a16:creationId xmlns:a16="http://schemas.microsoft.com/office/drawing/2014/main" id="{3421AFC5-8A7C-F2D4-DC34-4C458CB5ED80}"/>
              </a:ext>
            </a:extLst>
          </p:cNvPr>
          <p:cNvSpPr txBox="1"/>
          <p:nvPr>
            <p:custDataLst>
              <p:tags r:id="rId1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53" name="OTLSHAPE_SLT_9dd397b4fcb14f14b380c256cf03e08c_StartDate" hidden="1">
            <a:extLst>
              <a:ext uri="{FF2B5EF4-FFF2-40B4-BE49-F238E27FC236}">
                <a16:creationId xmlns:a16="http://schemas.microsoft.com/office/drawing/2014/main" id="{2ACCC86C-CDF8-FA83-6E33-BA23C3853EFB}"/>
              </a:ext>
            </a:extLst>
          </p:cNvPr>
          <p:cNvSpPr txBox="1"/>
          <p:nvPr>
            <p:custDataLst>
              <p:tags r:id="rId1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4" name="OTLSHAPE_SLT_9dd397b4fcb14f14b380c256cf03e08c_EndDate" hidden="1">
            <a:extLst>
              <a:ext uri="{FF2B5EF4-FFF2-40B4-BE49-F238E27FC236}">
                <a16:creationId xmlns:a16="http://schemas.microsoft.com/office/drawing/2014/main" id="{C908C3BE-905E-078D-7831-C3E607D40504}"/>
              </a:ext>
            </a:extLst>
          </p:cNvPr>
          <p:cNvSpPr txBox="1"/>
          <p:nvPr>
            <p:custDataLst>
              <p:tags r:id="rId1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9" name="OTLSHAPE_SLT_2aca33bab3bc477d953cd0d92ffd5d32_Duration" hidden="1">
            <a:extLst>
              <a:ext uri="{FF2B5EF4-FFF2-40B4-BE49-F238E27FC236}">
                <a16:creationId xmlns:a16="http://schemas.microsoft.com/office/drawing/2014/main" id="{F1DFE7E8-A126-E0B6-8F78-DE9D7577E69B}"/>
              </a:ext>
            </a:extLst>
          </p:cNvPr>
          <p:cNvSpPr txBox="1"/>
          <p:nvPr>
            <p:custDataLst>
              <p:tags r:id="rId18"/>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218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0" name="OTLSHAPE_SLT_2aca33bab3bc477d953cd0d92ffd5d32_TextPercentage" hidden="1">
            <a:extLst>
              <a:ext uri="{FF2B5EF4-FFF2-40B4-BE49-F238E27FC236}">
                <a16:creationId xmlns:a16="http://schemas.microsoft.com/office/drawing/2014/main" id="{180F054B-9164-43B9-7684-4BC376827E90}"/>
              </a:ext>
            </a:extLst>
          </p:cNvPr>
          <p:cNvSpPr txBox="1"/>
          <p:nvPr>
            <p:custDataLst>
              <p:tags r:id="rId1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1" name="OTLSHAPE_SLT_2aca33bab3bc477d953cd0d92ffd5d32_StartDate" hidden="1">
            <a:extLst>
              <a:ext uri="{FF2B5EF4-FFF2-40B4-BE49-F238E27FC236}">
                <a16:creationId xmlns:a16="http://schemas.microsoft.com/office/drawing/2014/main" id="{04B4C90B-A95A-B76B-9B63-C0BF43DA5968}"/>
              </a:ext>
            </a:extLst>
          </p:cNvPr>
          <p:cNvSpPr txBox="1"/>
          <p:nvPr>
            <p:custDataLst>
              <p:tags r:id="rId2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2" name="OTLSHAPE_SLT_2aca33bab3bc477d953cd0d92ffd5d32_EndDate" hidden="1">
            <a:extLst>
              <a:ext uri="{FF2B5EF4-FFF2-40B4-BE49-F238E27FC236}">
                <a16:creationId xmlns:a16="http://schemas.microsoft.com/office/drawing/2014/main" id="{F2B3485C-156B-7FB0-3D7E-0DA4BD02AFF8}"/>
              </a:ext>
            </a:extLst>
          </p:cNvPr>
          <p:cNvSpPr txBox="1"/>
          <p:nvPr>
            <p:custDataLst>
              <p:tags r:id="rId2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0" name="OTLSHAPE_SL2A_31d8d95af601414db81ace8cff9720fb_BackgroundRectangle" hidden="1">
            <a:extLst>
              <a:ext uri="{FF2B5EF4-FFF2-40B4-BE49-F238E27FC236}">
                <a16:creationId xmlns:a16="http://schemas.microsoft.com/office/drawing/2014/main" id="{4D80B660-CB35-A009-AA2D-68674C99AC7F}"/>
              </a:ext>
            </a:extLst>
          </p:cNvPr>
          <p:cNvSpPr/>
          <p:nvPr>
            <p:custDataLst>
              <p:tags r:id="rId22"/>
            </p:custDataLst>
          </p:nvPr>
        </p:nvSpPr>
        <p:spPr bwMode="gray">
          <a:xfrm>
            <a:off x="965200" y="3703943"/>
            <a:ext cx="10388600" cy="11827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OTLSHAPE_SL2A_31d8d95af601414db81ace8cff9720fb_HeaderRectangle" hidden="1">
            <a:extLst>
              <a:ext uri="{FF2B5EF4-FFF2-40B4-BE49-F238E27FC236}">
                <a16:creationId xmlns:a16="http://schemas.microsoft.com/office/drawing/2014/main" id="{0EF08CEE-42CA-777A-B21A-94107E13CEAA}"/>
              </a:ext>
            </a:extLst>
          </p:cNvPr>
          <p:cNvSpPr/>
          <p:nvPr>
            <p:custDataLst>
              <p:tags r:id="rId23"/>
            </p:custDataLst>
          </p:nvPr>
        </p:nvSpPr>
        <p:spPr bwMode="gray">
          <a:xfrm>
            <a:off x="965200" y="3703943"/>
            <a:ext cx="0" cy="0"/>
          </a:xfrm>
          <a:prstGeom prst="rect">
            <a:avLst/>
          </a:prstGeom>
          <a:solidFill>
            <a:schemeClr val="dk2">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2" name="OTLSHAPE_SLT_841d2852ef8745cc8335c7d33eb2d99b_ShapePercentage" hidden="1">
            <a:extLst>
              <a:ext uri="{FF2B5EF4-FFF2-40B4-BE49-F238E27FC236}">
                <a16:creationId xmlns:a16="http://schemas.microsoft.com/office/drawing/2014/main" id="{E6759DED-2062-B1D7-D117-0818D6B21601}"/>
              </a:ext>
            </a:extLst>
          </p:cNvPr>
          <p:cNvSpPr/>
          <p:nvPr>
            <p:custDataLst>
              <p:tags r:id="rId24"/>
            </p:custDataLst>
          </p:nvPr>
        </p:nvSpPr>
        <p:spPr bwMode="gray">
          <a:xfrm>
            <a:off x="1192506" y="3763802"/>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0" name="OTLSHAPE_SLT_79fbb39802c743c5b6fadb225146c23c_ShapePercentage" hidden="1">
            <a:extLst>
              <a:ext uri="{FF2B5EF4-FFF2-40B4-BE49-F238E27FC236}">
                <a16:creationId xmlns:a16="http://schemas.microsoft.com/office/drawing/2014/main" id="{8CA09AC1-0792-46D7-FCEA-DDF4D916F588}"/>
              </a:ext>
            </a:extLst>
          </p:cNvPr>
          <p:cNvSpPr/>
          <p:nvPr>
            <p:custDataLst>
              <p:tags r:id="rId25"/>
            </p:custDataLst>
          </p:nvPr>
        </p:nvSpPr>
        <p:spPr bwMode="gray">
          <a:xfrm>
            <a:off x="1998971" y="3997821"/>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1" name="OTLSHAPE_SLT_71ebe65229a746b5bf30c9641e932636_ShapePercentage" hidden="1">
            <a:extLst>
              <a:ext uri="{FF2B5EF4-FFF2-40B4-BE49-F238E27FC236}">
                <a16:creationId xmlns:a16="http://schemas.microsoft.com/office/drawing/2014/main" id="{0197D749-FC68-6022-2E0A-D1FC261CC5EE}"/>
              </a:ext>
            </a:extLst>
          </p:cNvPr>
          <p:cNvSpPr/>
          <p:nvPr>
            <p:custDataLst>
              <p:tags r:id="rId26"/>
            </p:custDataLst>
          </p:nvPr>
        </p:nvSpPr>
        <p:spPr bwMode="gray">
          <a:xfrm>
            <a:off x="5814626" y="446585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9" name="OTLSHAPE_SLT_cb8a9b3692494529905218d318187c81_ShapePercentage" hidden="1">
            <a:extLst>
              <a:ext uri="{FF2B5EF4-FFF2-40B4-BE49-F238E27FC236}">
                <a16:creationId xmlns:a16="http://schemas.microsoft.com/office/drawing/2014/main" id="{DBA723B8-1833-A747-680D-6C81D4EFD04D}"/>
              </a:ext>
            </a:extLst>
          </p:cNvPr>
          <p:cNvSpPr/>
          <p:nvPr>
            <p:custDataLst>
              <p:tags r:id="rId27"/>
            </p:custDataLst>
          </p:nvPr>
        </p:nvSpPr>
        <p:spPr bwMode="gray">
          <a:xfrm>
            <a:off x="9024437" y="4699877"/>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9" name="OTLSHAPE_SL2A_31d8d95af601414db81ace8cff9720fb_Header" hidden="1">
            <a:extLst>
              <a:ext uri="{FF2B5EF4-FFF2-40B4-BE49-F238E27FC236}">
                <a16:creationId xmlns:a16="http://schemas.microsoft.com/office/drawing/2014/main" id="{E8B105FB-9CCE-51AD-56A0-C44D1E8FE250}"/>
              </a:ext>
            </a:extLst>
          </p:cNvPr>
          <p:cNvSpPr txBox="1"/>
          <p:nvPr>
            <p:custDataLst>
              <p:tags r:id="rId28"/>
            </p:custDataLst>
          </p:nvPr>
        </p:nvSpPr>
        <p:spPr bwMode="gray">
          <a:xfrm>
            <a:off x="12700" y="-1518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73" name="OTLSHAPE_SLT_841d2852ef8745cc8335c7d33eb2d99b_Duration" hidden="1">
            <a:extLst>
              <a:ext uri="{FF2B5EF4-FFF2-40B4-BE49-F238E27FC236}">
                <a16:creationId xmlns:a16="http://schemas.microsoft.com/office/drawing/2014/main" id="{837CEBA3-866B-6DB0-A812-6AA7B2CBEBA8}"/>
              </a:ext>
            </a:extLst>
          </p:cNvPr>
          <p:cNvSpPr txBox="1"/>
          <p:nvPr>
            <p:custDataLst>
              <p:tags r:id="rId29"/>
            </p:custDataLst>
          </p:nvPr>
        </p:nvSpPr>
        <p:spPr bwMode="gray">
          <a:xfrm>
            <a:off x="12700" y="-465668"/>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68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4" name="OTLSHAPE_SLT_841d2852ef8745cc8335c7d33eb2d99b_TextPercentage" hidden="1">
            <a:extLst>
              <a:ext uri="{FF2B5EF4-FFF2-40B4-BE49-F238E27FC236}">
                <a16:creationId xmlns:a16="http://schemas.microsoft.com/office/drawing/2014/main" id="{B50F3F55-AFA0-FFD3-B466-7052B41EC82B}"/>
              </a:ext>
            </a:extLst>
          </p:cNvPr>
          <p:cNvSpPr txBox="1"/>
          <p:nvPr>
            <p:custDataLst>
              <p:tags r:id="rId3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5" name="OTLSHAPE_SLT_841d2852ef8745cc8335c7d33eb2d99b_StartDate" hidden="1">
            <a:extLst>
              <a:ext uri="{FF2B5EF4-FFF2-40B4-BE49-F238E27FC236}">
                <a16:creationId xmlns:a16="http://schemas.microsoft.com/office/drawing/2014/main" id="{9D464968-D56A-15B6-07F4-602688E68CC9}"/>
              </a:ext>
            </a:extLst>
          </p:cNvPr>
          <p:cNvSpPr txBox="1"/>
          <p:nvPr>
            <p:custDataLst>
              <p:tags r:id="rId3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6" name="OTLSHAPE_SLT_841d2852ef8745cc8335c7d33eb2d99b_EndDate" hidden="1">
            <a:extLst>
              <a:ext uri="{FF2B5EF4-FFF2-40B4-BE49-F238E27FC236}">
                <a16:creationId xmlns:a16="http://schemas.microsoft.com/office/drawing/2014/main" id="{2219B5DC-4869-4BC6-5E07-ED4C10467981}"/>
              </a:ext>
            </a:extLst>
          </p:cNvPr>
          <p:cNvSpPr txBox="1"/>
          <p:nvPr>
            <p:custDataLst>
              <p:tags r:id="rId3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1" name="OTLSHAPE_SLT_79fbb39802c743c5b6fadb225146c23c_Duration" hidden="1">
            <a:extLst>
              <a:ext uri="{FF2B5EF4-FFF2-40B4-BE49-F238E27FC236}">
                <a16:creationId xmlns:a16="http://schemas.microsoft.com/office/drawing/2014/main" id="{7CE9F309-C530-C8BB-B0C9-15A55EB19757}"/>
              </a:ext>
            </a:extLst>
          </p:cNvPr>
          <p:cNvSpPr txBox="1"/>
          <p:nvPr>
            <p:custDataLst>
              <p:tags r:id="rId33"/>
            </p:custDataLst>
          </p:nvPr>
        </p:nvSpPr>
        <p:spPr bwMode="gray">
          <a:xfrm>
            <a:off x="12700" y="-465668"/>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66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2" name="OTLSHAPE_SLT_79fbb39802c743c5b6fadb225146c23c_TextPercentage" hidden="1">
            <a:extLst>
              <a:ext uri="{FF2B5EF4-FFF2-40B4-BE49-F238E27FC236}">
                <a16:creationId xmlns:a16="http://schemas.microsoft.com/office/drawing/2014/main" id="{A1E3EB13-7263-6259-A536-59070A3410C3}"/>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3" name="OTLSHAPE_SLT_79fbb39802c743c5b6fadb225146c23c_StartDate" hidden="1">
            <a:extLst>
              <a:ext uri="{FF2B5EF4-FFF2-40B4-BE49-F238E27FC236}">
                <a16:creationId xmlns:a16="http://schemas.microsoft.com/office/drawing/2014/main" id="{9CA5EE37-4A3A-0BAD-B66B-3BE85CEF85B0}"/>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4" name="OTLSHAPE_SLT_79fbb39802c743c5b6fadb225146c23c_EndDate" hidden="1">
            <a:extLst>
              <a:ext uri="{FF2B5EF4-FFF2-40B4-BE49-F238E27FC236}">
                <a16:creationId xmlns:a16="http://schemas.microsoft.com/office/drawing/2014/main" id="{B52E85F4-B0AF-FC14-05CD-4DF2038F17D8}"/>
              </a:ext>
            </a:extLst>
          </p:cNvPr>
          <p:cNvSpPr txBox="1"/>
          <p:nvPr>
            <p:custDataLst>
              <p:tags r:id="rId3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2" name="OTLSHAPE_SLT_71ebe65229a746b5bf30c9641e932636_Duration" hidden="1">
            <a:extLst>
              <a:ext uri="{FF2B5EF4-FFF2-40B4-BE49-F238E27FC236}">
                <a16:creationId xmlns:a16="http://schemas.microsoft.com/office/drawing/2014/main" id="{9291E7C9-E01C-1186-B0BB-A42FB481DC01}"/>
              </a:ext>
            </a:extLst>
          </p:cNvPr>
          <p:cNvSpPr txBox="1"/>
          <p:nvPr>
            <p:custDataLst>
              <p:tags r:id="rId37"/>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261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3" name="OTLSHAPE_SLT_71ebe65229a746b5bf30c9641e932636_TextPercentage" hidden="1">
            <a:extLst>
              <a:ext uri="{FF2B5EF4-FFF2-40B4-BE49-F238E27FC236}">
                <a16:creationId xmlns:a16="http://schemas.microsoft.com/office/drawing/2014/main" id="{7933ED36-EC33-E8B0-96E5-AD307A2BE2A3}"/>
              </a:ext>
            </a:extLst>
          </p:cNvPr>
          <p:cNvSpPr txBox="1"/>
          <p:nvPr>
            <p:custDataLst>
              <p:tags r:id="rId3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4" name="OTLSHAPE_SLT_71ebe65229a746b5bf30c9641e932636_StartDate" hidden="1">
            <a:extLst>
              <a:ext uri="{FF2B5EF4-FFF2-40B4-BE49-F238E27FC236}">
                <a16:creationId xmlns:a16="http://schemas.microsoft.com/office/drawing/2014/main" id="{E9360AC6-9B4C-732D-A700-3055CD6C9053}"/>
              </a:ext>
            </a:extLst>
          </p:cNvPr>
          <p:cNvSpPr txBox="1"/>
          <p:nvPr>
            <p:custDataLst>
              <p:tags r:id="rId3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5" name="OTLSHAPE_SLT_71ebe65229a746b5bf30c9641e932636_EndDate" hidden="1">
            <a:extLst>
              <a:ext uri="{FF2B5EF4-FFF2-40B4-BE49-F238E27FC236}">
                <a16:creationId xmlns:a16="http://schemas.microsoft.com/office/drawing/2014/main" id="{951887CB-7E65-D42A-03D2-EDE334504976}"/>
              </a:ext>
            </a:extLst>
          </p:cNvPr>
          <p:cNvSpPr txBox="1"/>
          <p:nvPr>
            <p:custDataLst>
              <p:tags r:id="rId4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0" name="OTLSHAPE_SLT_cb8a9b3692494529905218d318187c81_Duration" hidden="1">
            <a:extLst>
              <a:ext uri="{FF2B5EF4-FFF2-40B4-BE49-F238E27FC236}">
                <a16:creationId xmlns:a16="http://schemas.microsoft.com/office/drawing/2014/main" id="{1E004BE3-840C-1028-0897-89E904C17987}"/>
              </a:ext>
            </a:extLst>
          </p:cNvPr>
          <p:cNvSpPr txBox="1"/>
          <p:nvPr>
            <p:custDataLst>
              <p:tags r:id="rId41"/>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217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01" name="OTLSHAPE_SLT_cb8a9b3692494529905218d318187c81_TextPercentage" hidden="1">
            <a:extLst>
              <a:ext uri="{FF2B5EF4-FFF2-40B4-BE49-F238E27FC236}">
                <a16:creationId xmlns:a16="http://schemas.microsoft.com/office/drawing/2014/main" id="{687A06F0-DF7E-B0FD-A95E-067AC5A327B2}"/>
              </a:ext>
            </a:extLst>
          </p:cNvPr>
          <p:cNvSpPr txBox="1"/>
          <p:nvPr>
            <p:custDataLst>
              <p:tags r:id="rId4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02" name="OTLSHAPE_SLT_cb8a9b3692494529905218d318187c81_StartDate" hidden="1">
            <a:extLst>
              <a:ext uri="{FF2B5EF4-FFF2-40B4-BE49-F238E27FC236}">
                <a16:creationId xmlns:a16="http://schemas.microsoft.com/office/drawing/2014/main" id="{2716A60A-EE09-9F83-87AF-C3E86EF2CCF5}"/>
              </a:ext>
            </a:extLst>
          </p:cNvPr>
          <p:cNvSpPr txBox="1"/>
          <p:nvPr>
            <p:custDataLst>
              <p:tags r:id="rId4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3" name="OTLSHAPE_SLT_cb8a9b3692494529905218d318187c81_EndDate" hidden="1">
            <a:extLst>
              <a:ext uri="{FF2B5EF4-FFF2-40B4-BE49-F238E27FC236}">
                <a16:creationId xmlns:a16="http://schemas.microsoft.com/office/drawing/2014/main" id="{A65292AB-E72F-76A9-FC92-9BA64C3E78B9}"/>
              </a:ext>
            </a:extLst>
          </p:cNvPr>
          <p:cNvSpPr txBox="1"/>
          <p:nvPr>
            <p:custDataLst>
              <p:tags r:id="rId4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5" name="OTLSHAPE_SL_2dae3452d16d4d4c8163da38ae557ff3_BackgroundRectangle">
            <a:extLst>
              <a:ext uri="{FF2B5EF4-FFF2-40B4-BE49-F238E27FC236}">
                <a16:creationId xmlns:a16="http://schemas.microsoft.com/office/drawing/2014/main" id="{1F321448-8CCB-71BD-3D19-AE3AEDFBC4F3}"/>
              </a:ext>
            </a:extLst>
          </p:cNvPr>
          <p:cNvSpPr/>
          <p:nvPr>
            <p:custDataLst>
              <p:tags r:id="rId45"/>
            </p:custDataLst>
          </p:nvPr>
        </p:nvSpPr>
        <p:spPr bwMode="gray">
          <a:xfrm>
            <a:off x="63500" y="3703943"/>
            <a:ext cx="11290300" cy="11827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RightEndCaps">
            <a:extLst>
              <a:ext uri="{FF2B5EF4-FFF2-40B4-BE49-F238E27FC236}">
                <a16:creationId xmlns:a16="http://schemas.microsoft.com/office/drawing/2014/main" id="{2EA71855-6042-0094-B9BF-DF64E600406C}"/>
              </a:ext>
            </a:extLst>
          </p:cNvPr>
          <p:cNvSpPr txBox="1"/>
          <p:nvPr>
            <p:custDataLst>
              <p:tags r:id="rId46"/>
            </p:custDataLst>
          </p:nvPr>
        </p:nvSpPr>
        <p:spPr bwMode="gray">
          <a:xfrm>
            <a:off x="11474534" y="1717197"/>
            <a:ext cx="449610"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rPr>
              <a:t>2031</a:t>
            </a:r>
            <a:endParaRPr kumimoji="0" lang="zh-CN" altLang="en-US"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endParaRPr>
          </a:p>
        </p:txBody>
      </p:sp>
      <p:sp>
        <p:nvSpPr>
          <p:cNvPr id="6" name="OTLSHAPE_TB_00000000000000000000000000000000_ScaleContainer">
            <a:extLst>
              <a:ext uri="{FF2B5EF4-FFF2-40B4-BE49-F238E27FC236}">
                <a16:creationId xmlns:a16="http://schemas.microsoft.com/office/drawing/2014/main" id="{0711CA19-DE8D-3432-803A-B3B8A9514CF8}"/>
              </a:ext>
            </a:extLst>
          </p:cNvPr>
          <p:cNvSpPr/>
          <p:nvPr>
            <p:custDataLst>
              <p:tags r:id="rId47"/>
            </p:custDataLst>
          </p:nvPr>
        </p:nvSpPr>
        <p:spPr bwMode="gray">
          <a:xfrm>
            <a:off x="1092200" y="1729728"/>
            <a:ext cx="10261600" cy="254000"/>
          </a:xfrm>
          <a:prstGeom prst="roundRect">
            <a:avLst/>
          </a:prstGeom>
          <a:gradFill flip="none" rotWithShape="1">
            <a:gsLst>
              <a:gs pos="0">
                <a:srgbClr val="44546A"/>
              </a:gs>
              <a:gs pos="100000">
                <a:srgbClr val="52667F"/>
              </a:gs>
            </a:gsLst>
            <a:lin ang="5400000" scaled="1"/>
            <a:tileRect/>
          </a:gradFill>
          <a:ln w="635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OTLSHAPE_SL_5417c9aa0432443bbf6d96483f7c7648_HeaderRectangle">
            <a:extLst>
              <a:ext uri="{FF2B5EF4-FFF2-40B4-BE49-F238E27FC236}">
                <a16:creationId xmlns:a16="http://schemas.microsoft.com/office/drawing/2014/main" id="{69A94447-7A50-523A-B043-4E52A72EF678}"/>
              </a:ext>
            </a:extLst>
          </p:cNvPr>
          <p:cNvSpPr/>
          <p:nvPr>
            <p:custDataLst>
              <p:tags r:id="rId48"/>
            </p:custDataLst>
          </p:nvPr>
        </p:nvSpPr>
        <p:spPr bwMode="gray">
          <a:xfrm>
            <a:off x="63500" y="2457650"/>
            <a:ext cx="901700" cy="1182793"/>
          </a:xfrm>
          <a:prstGeom prst="rect">
            <a:avLst/>
          </a:prstGeom>
          <a:solidFill>
            <a:schemeClr val="lt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OTLSHAPE_SL_2dae3452d16d4d4c8163da38ae557ff3_HeaderRectangle">
            <a:extLst>
              <a:ext uri="{FF2B5EF4-FFF2-40B4-BE49-F238E27FC236}">
                <a16:creationId xmlns:a16="http://schemas.microsoft.com/office/drawing/2014/main" id="{62DF496B-782E-4B97-01BC-567F98C2247D}"/>
              </a:ext>
            </a:extLst>
          </p:cNvPr>
          <p:cNvSpPr/>
          <p:nvPr>
            <p:custDataLst>
              <p:tags r:id="rId49"/>
            </p:custDataLst>
          </p:nvPr>
        </p:nvSpPr>
        <p:spPr bwMode="gray">
          <a:xfrm>
            <a:off x="63500" y="3703943"/>
            <a:ext cx="901700" cy="1182793"/>
          </a:xfrm>
          <a:prstGeom prst="rect">
            <a:avLst/>
          </a:prstGeom>
          <a:solidFill>
            <a:schemeClr val="dk2"/>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26" name="OTLSHAPE_G_00000000000000000000000000000000_ShapeBelow0">
            <a:extLst>
              <a:ext uri="{FF2B5EF4-FFF2-40B4-BE49-F238E27FC236}">
                <a16:creationId xmlns:a16="http://schemas.microsoft.com/office/drawing/2014/main" id="{B389A2E1-1A81-C321-C688-AB34AE5CC037}"/>
              </a:ext>
            </a:extLst>
          </p:cNvPr>
          <p:cNvCxnSpPr/>
          <p:nvPr>
            <p:custDataLst>
              <p:tags r:id="rId50"/>
            </p:custDataLst>
          </p:nvPr>
        </p:nvCxnSpPr>
        <p:spPr bwMode="gray">
          <a:xfrm>
            <a:off x="2556675"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G_00000000000000000000000000000000_ShapeBelow1">
            <a:extLst>
              <a:ext uri="{FF2B5EF4-FFF2-40B4-BE49-F238E27FC236}">
                <a16:creationId xmlns:a16="http://schemas.microsoft.com/office/drawing/2014/main" id="{E24A3620-4FAE-145A-47D9-0FD4B281161D}"/>
              </a:ext>
            </a:extLst>
          </p:cNvPr>
          <p:cNvCxnSpPr/>
          <p:nvPr>
            <p:custDataLst>
              <p:tags r:id="rId51"/>
            </p:custDataLst>
          </p:nvPr>
        </p:nvCxnSpPr>
        <p:spPr bwMode="gray">
          <a:xfrm>
            <a:off x="4021149"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OTLSHAPE_G_00000000000000000000000000000000_ShapeBelow2">
            <a:extLst>
              <a:ext uri="{FF2B5EF4-FFF2-40B4-BE49-F238E27FC236}">
                <a16:creationId xmlns:a16="http://schemas.microsoft.com/office/drawing/2014/main" id="{96067D33-BE69-476A-887D-A3AC86C01B85}"/>
              </a:ext>
            </a:extLst>
          </p:cNvPr>
          <p:cNvCxnSpPr/>
          <p:nvPr>
            <p:custDataLst>
              <p:tags r:id="rId52"/>
            </p:custDataLst>
          </p:nvPr>
        </p:nvCxnSpPr>
        <p:spPr bwMode="gray">
          <a:xfrm>
            <a:off x="5485624"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OTLSHAPE_G_00000000000000000000000000000000_ShapeBelow3">
            <a:extLst>
              <a:ext uri="{FF2B5EF4-FFF2-40B4-BE49-F238E27FC236}">
                <a16:creationId xmlns:a16="http://schemas.microsoft.com/office/drawing/2014/main" id="{2A62D70F-18DB-487C-011F-7244A79BF3EA}"/>
              </a:ext>
            </a:extLst>
          </p:cNvPr>
          <p:cNvCxnSpPr/>
          <p:nvPr>
            <p:custDataLst>
              <p:tags r:id="rId53"/>
            </p:custDataLst>
          </p:nvPr>
        </p:nvCxnSpPr>
        <p:spPr bwMode="gray">
          <a:xfrm>
            <a:off x="6954110"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OTLSHAPE_G_00000000000000000000000000000000_ShapeBelow4">
            <a:extLst>
              <a:ext uri="{FF2B5EF4-FFF2-40B4-BE49-F238E27FC236}">
                <a16:creationId xmlns:a16="http://schemas.microsoft.com/office/drawing/2014/main" id="{E9145E7A-6265-6135-4A31-885F58459B5A}"/>
              </a:ext>
            </a:extLst>
          </p:cNvPr>
          <p:cNvCxnSpPr/>
          <p:nvPr>
            <p:custDataLst>
              <p:tags r:id="rId54"/>
            </p:custDataLst>
          </p:nvPr>
        </p:nvCxnSpPr>
        <p:spPr bwMode="gray">
          <a:xfrm>
            <a:off x="8418585"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OTLSHAPE_G_00000000000000000000000000000000_ShapeBelow5">
            <a:extLst>
              <a:ext uri="{FF2B5EF4-FFF2-40B4-BE49-F238E27FC236}">
                <a16:creationId xmlns:a16="http://schemas.microsoft.com/office/drawing/2014/main" id="{2506C67A-0E1C-1E05-322B-F47E938D99AF}"/>
              </a:ext>
            </a:extLst>
          </p:cNvPr>
          <p:cNvCxnSpPr/>
          <p:nvPr>
            <p:custDataLst>
              <p:tags r:id="rId55"/>
            </p:custDataLst>
          </p:nvPr>
        </p:nvCxnSpPr>
        <p:spPr bwMode="gray">
          <a:xfrm>
            <a:off x="9883060" y="1983728"/>
            <a:ext cx="0" cy="2903008"/>
          </a:xfrm>
          <a:prstGeom prst="line">
            <a:avLst/>
          </a:prstGeom>
          <a:ln w="6350"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OTLSHAPE_SLT_21459203393945ad8f284b3fa1f12a85_Shape">
            <a:extLst>
              <a:ext uri="{FF2B5EF4-FFF2-40B4-BE49-F238E27FC236}">
                <a16:creationId xmlns:a16="http://schemas.microsoft.com/office/drawing/2014/main" id="{EBA2ED55-661D-3861-A97E-641F9B329979}"/>
              </a:ext>
            </a:extLst>
          </p:cNvPr>
          <p:cNvSpPr/>
          <p:nvPr>
            <p:custDataLst>
              <p:tags r:id="rId56"/>
            </p:custDataLst>
          </p:nvPr>
        </p:nvSpPr>
        <p:spPr bwMode="gray">
          <a:xfrm>
            <a:off x="2267789" y="2751528"/>
            <a:ext cx="29337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9" name="OTLSHAPE_SLT_9dd397b4fcb14f14b380c256cf03e08c_Shape">
            <a:extLst>
              <a:ext uri="{FF2B5EF4-FFF2-40B4-BE49-F238E27FC236}">
                <a16:creationId xmlns:a16="http://schemas.microsoft.com/office/drawing/2014/main" id="{3B742230-6858-A5CA-AD44-788F190D0697}"/>
              </a:ext>
            </a:extLst>
          </p:cNvPr>
          <p:cNvSpPr/>
          <p:nvPr>
            <p:custDataLst>
              <p:tags r:id="rId57"/>
            </p:custDataLst>
          </p:nvPr>
        </p:nvSpPr>
        <p:spPr bwMode="gray">
          <a:xfrm>
            <a:off x="5698271" y="3219565"/>
            <a:ext cx="9906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OTLSHAPE_SLT_2aca33bab3bc477d953cd0d92ffd5d32_Shape">
            <a:extLst>
              <a:ext uri="{FF2B5EF4-FFF2-40B4-BE49-F238E27FC236}">
                <a16:creationId xmlns:a16="http://schemas.microsoft.com/office/drawing/2014/main" id="{5628D508-56EE-4188-ADF9-D8EA5A7218CA}"/>
              </a:ext>
            </a:extLst>
          </p:cNvPr>
          <p:cNvSpPr/>
          <p:nvPr>
            <p:custDataLst>
              <p:tags r:id="rId58"/>
            </p:custDataLst>
          </p:nvPr>
        </p:nvSpPr>
        <p:spPr bwMode="gray">
          <a:xfrm>
            <a:off x="8900057" y="3453584"/>
            <a:ext cx="12319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OTLSHAPE_SLT_841d2852ef8745cc8335c7d33eb2d99b_Shape">
            <a:extLst>
              <a:ext uri="{FF2B5EF4-FFF2-40B4-BE49-F238E27FC236}">
                <a16:creationId xmlns:a16="http://schemas.microsoft.com/office/drawing/2014/main" id="{DBFA7DB3-5EDD-62AD-A145-ABEB082CCB9D}"/>
              </a:ext>
            </a:extLst>
          </p:cNvPr>
          <p:cNvSpPr/>
          <p:nvPr>
            <p:custDataLst>
              <p:tags r:id="rId59"/>
            </p:custDataLst>
          </p:nvPr>
        </p:nvSpPr>
        <p:spPr bwMode="gray">
          <a:xfrm>
            <a:off x="1192506" y="3763802"/>
            <a:ext cx="3937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79fbb39802c743c5b6fadb225146c23c_Shape">
            <a:extLst>
              <a:ext uri="{FF2B5EF4-FFF2-40B4-BE49-F238E27FC236}">
                <a16:creationId xmlns:a16="http://schemas.microsoft.com/office/drawing/2014/main" id="{4C018B23-E8CA-E51B-47C4-2F82BCB1FB61}"/>
              </a:ext>
            </a:extLst>
          </p:cNvPr>
          <p:cNvSpPr/>
          <p:nvPr>
            <p:custDataLst>
              <p:tags r:id="rId60"/>
            </p:custDataLst>
          </p:nvPr>
        </p:nvSpPr>
        <p:spPr bwMode="gray">
          <a:xfrm>
            <a:off x="1998971" y="3997821"/>
            <a:ext cx="3810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0" name="OTLSHAPE_SLT_71ebe65229a746b5bf30c9641e932636_Shape">
            <a:extLst>
              <a:ext uri="{FF2B5EF4-FFF2-40B4-BE49-F238E27FC236}">
                <a16:creationId xmlns:a16="http://schemas.microsoft.com/office/drawing/2014/main" id="{52BB6AE3-E391-8256-6F53-DFFE309B0BA2}"/>
              </a:ext>
            </a:extLst>
          </p:cNvPr>
          <p:cNvSpPr/>
          <p:nvPr>
            <p:custDataLst>
              <p:tags r:id="rId61"/>
            </p:custDataLst>
          </p:nvPr>
        </p:nvSpPr>
        <p:spPr bwMode="gray">
          <a:xfrm>
            <a:off x="5814626" y="4465858"/>
            <a:ext cx="14732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8" name="OTLSHAPE_SLT_cb8a9b3692494529905218d318187c81_Shape">
            <a:extLst>
              <a:ext uri="{FF2B5EF4-FFF2-40B4-BE49-F238E27FC236}">
                <a16:creationId xmlns:a16="http://schemas.microsoft.com/office/drawing/2014/main" id="{920CED44-56EA-6359-8620-41B8CE6D1C1F}"/>
              </a:ext>
            </a:extLst>
          </p:cNvPr>
          <p:cNvSpPr/>
          <p:nvPr>
            <p:custDataLst>
              <p:tags r:id="rId62"/>
            </p:custDataLst>
          </p:nvPr>
        </p:nvSpPr>
        <p:spPr bwMode="gray">
          <a:xfrm>
            <a:off x="9024437" y="4699877"/>
            <a:ext cx="1231900" cy="127000"/>
          </a:xfrm>
          <a:prstGeom prst="roundRect">
            <a:avLst/>
          </a:prstGeom>
          <a:solidFill>
            <a:schemeClr val="tx2"/>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6" name="OTLSHAPE_SLT_b91f4e7f616b43d5bf53a31bc343e03f_Shape">
            <a:extLst>
              <a:ext uri="{FF2B5EF4-FFF2-40B4-BE49-F238E27FC236}">
                <a16:creationId xmlns:a16="http://schemas.microsoft.com/office/drawing/2014/main" id="{A3D7EE9E-B438-3E6D-0D81-5606C04EE5CF}"/>
              </a:ext>
            </a:extLst>
          </p:cNvPr>
          <p:cNvSpPr/>
          <p:nvPr>
            <p:custDataLst>
              <p:tags r:id="rId63"/>
            </p:custDataLst>
          </p:nvPr>
        </p:nvSpPr>
        <p:spPr bwMode="gray">
          <a:xfrm>
            <a:off x="2733211" y="4231840"/>
            <a:ext cx="2463800" cy="127000"/>
          </a:xfrm>
          <a:prstGeom prst="roundRect">
            <a:avLst/>
          </a:prstGeom>
          <a:solidFill>
            <a:schemeClr val="dk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TLSHAPE_TB_00000000000000000000000000000000_ElapsedTime">
            <a:extLst>
              <a:ext uri="{FF2B5EF4-FFF2-40B4-BE49-F238E27FC236}">
                <a16:creationId xmlns:a16="http://schemas.microsoft.com/office/drawing/2014/main" id="{D4CECB8F-F112-15E8-AAC9-6F4A290A0346}"/>
              </a:ext>
            </a:extLst>
          </p:cNvPr>
          <p:cNvSpPr/>
          <p:nvPr>
            <p:custDataLst>
              <p:tags r:id="rId64"/>
            </p:custDataLst>
          </p:nvPr>
        </p:nvSpPr>
        <p:spPr bwMode="gray">
          <a:xfrm>
            <a:off x="1092200" y="1932928"/>
            <a:ext cx="279400" cy="50800"/>
          </a:xfrm>
          <a:prstGeom prst="roundRect">
            <a:avLst/>
          </a:prstGeom>
          <a:solidFill>
            <a:srgbClr val="FF0000">
              <a:alpha val="74902"/>
            </a:srgbClr>
          </a:solidFill>
          <a:ln w="635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OTLSHAPE_SLM_0f9e2fa4ac074d028a82340d1e1c36d1_Shape">
            <a:extLst>
              <a:ext uri="{FF2B5EF4-FFF2-40B4-BE49-F238E27FC236}">
                <a16:creationId xmlns:a16="http://schemas.microsoft.com/office/drawing/2014/main" id="{F34AADC3-BF2A-19E4-5D36-7C16B6AFABAA}"/>
              </a:ext>
            </a:extLst>
          </p:cNvPr>
          <p:cNvSpPr/>
          <p:nvPr>
            <p:custDataLst>
              <p:tags r:id="rId65"/>
            </p:custDataLst>
          </p:nvPr>
        </p:nvSpPr>
        <p:spPr bwMode="gray">
          <a:xfrm rot="16200000">
            <a:off x="1743891" y="2498459"/>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6" name="OTLSHAPE_SLM_4a7f0cd7105a4e0eb4166b9fb33b6f6b_Shape">
            <a:extLst>
              <a:ext uri="{FF2B5EF4-FFF2-40B4-BE49-F238E27FC236}">
                <a16:creationId xmlns:a16="http://schemas.microsoft.com/office/drawing/2014/main" id="{8E4A96B1-8608-455B-D54F-F8BEF4F20A5F}"/>
              </a:ext>
            </a:extLst>
          </p:cNvPr>
          <p:cNvSpPr/>
          <p:nvPr>
            <p:custDataLst>
              <p:tags r:id="rId66"/>
            </p:custDataLst>
          </p:nvPr>
        </p:nvSpPr>
        <p:spPr bwMode="gray">
          <a:xfrm rot="16200000">
            <a:off x="5170360" y="2966496"/>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7" name="OTLSHAPE_SLT_b91f4e7f616b43d5bf53a31bc343e03f_ShapePercentage" hidden="1">
            <a:extLst>
              <a:ext uri="{FF2B5EF4-FFF2-40B4-BE49-F238E27FC236}">
                <a16:creationId xmlns:a16="http://schemas.microsoft.com/office/drawing/2014/main" id="{9ADAFB3D-3574-578A-1AD1-10B99DC1EE98}"/>
              </a:ext>
            </a:extLst>
          </p:cNvPr>
          <p:cNvSpPr/>
          <p:nvPr>
            <p:custDataLst>
              <p:tags r:id="rId67"/>
            </p:custDataLst>
          </p:nvPr>
        </p:nvSpPr>
        <p:spPr bwMode="gray">
          <a:xfrm>
            <a:off x="2733211" y="4231840"/>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OTLSHAPE_SL_5417c9aa0432443bbf6d96483f7c7648_Header">
            <a:extLst>
              <a:ext uri="{FF2B5EF4-FFF2-40B4-BE49-F238E27FC236}">
                <a16:creationId xmlns:a16="http://schemas.microsoft.com/office/drawing/2014/main" id="{32579597-EC70-EB28-66C4-EFA1022683D6}"/>
              </a:ext>
            </a:extLst>
          </p:cNvPr>
          <p:cNvSpPr txBox="1"/>
          <p:nvPr>
            <p:custDataLst>
              <p:tags r:id="rId68"/>
            </p:custDataLst>
          </p:nvPr>
        </p:nvSpPr>
        <p:spPr bwMode="gray">
          <a:xfrm>
            <a:off x="63500" y="2956019"/>
            <a:ext cx="9017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Global</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67" name="OTLSHAPE_SL_2dae3452d16d4d4c8163da38ae557ff3_Header">
            <a:extLst>
              <a:ext uri="{FF2B5EF4-FFF2-40B4-BE49-F238E27FC236}">
                <a16:creationId xmlns:a16="http://schemas.microsoft.com/office/drawing/2014/main" id="{D89EF139-EA5A-AAF9-83CD-8CC3BAF5E753}"/>
              </a:ext>
            </a:extLst>
          </p:cNvPr>
          <p:cNvSpPr txBox="1"/>
          <p:nvPr>
            <p:custDataLst>
              <p:tags r:id="rId69"/>
            </p:custDataLst>
          </p:nvPr>
        </p:nvSpPr>
        <p:spPr bwMode="gray">
          <a:xfrm>
            <a:off x="63500" y="4202312"/>
            <a:ext cx="9017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China</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8" name="OTLSHAPE_TB_00000000000000000000000000000000_TodayMarkerShape">
            <a:extLst>
              <a:ext uri="{FF2B5EF4-FFF2-40B4-BE49-F238E27FC236}">
                <a16:creationId xmlns:a16="http://schemas.microsoft.com/office/drawing/2014/main" id="{51D37ABA-1F86-2009-6427-70BFF5FB28C5}"/>
              </a:ext>
            </a:extLst>
          </p:cNvPr>
          <p:cNvSpPr/>
          <p:nvPr>
            <p:custDataLst>
              <p:tags r:id="rId70"/>
            </p:custDataLst>
          </p:nvPr>
        </p:nvSpPr>
        <p:spPr bwMode="gray">
          <a:xfrm>
            <a:off x="1331433" y="1983728"/>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a:extLst>
              <a:ext uri="{FF2B5EF4-FFF2-40B4-BE49-F238E27FC236}">
                <a16:creationId xmlns:a16="http://schemas.microsoft.com/office/drawing/2014/main" id="{89949AD1-AFAB-65C0-886D-6205DB1616A8}"/>
              </a:ext>
            </a:extLst>
          </p:cNvPr>
          <p:cNvSpPr txBox="1"/>
          <p:nvPr>
            <p:custDataLst>
              <p:tags r:id="rId71"/>
            </p:custDataLst>
          </p:nvPr>
        </p:nvSpPr>
        <p:spPr bwMode="gray">
          <a:xfrm>
            <a:off x="1187590" y="2068395"/>
            <a:ext cx="363369"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prstClr val="black"/>
                </a:solidFill>
                <a:effectLst/>
                <a:uLnTx/>
                <a:uFillTx/>
                <a:latin typeface="Calibri" panose="020F0502020204030204" pitchFamily="34" charset="0"/>
                <a:ea typeface="+mn-ea"/>
                <a:cs typeface="+mn-cs"/>
              </a:rPr>
              <a:t>Today</a:t>
            </a:r>
            <a:endParaRPr kumimoji="0" lang="zh-CN" altLang="en-US" sz="1200" b="0" i="0" u="none" strike="noStrike" kern="1200" cap="none" spc="-12" normalizeH="0" baseline="0" noProof="0">
              <a:ln>
                <a:noFill/>
              </a:ln>
              <a:solidFill>
                <a:prstClr val="black"/>
              </a:solidFill>
              <a:effectLst/>
              <a:uLnTx/>
              <a:uFillTx/>
              <a:latin typeface="Calibri" panose="020F0502020204030204" pitchFamily="34" charset="0"/>
              <a:ea typeface="+mn-ea"/>
              <a:cs typeface="+mn-cs"/>
            </a:endParaRPr>
          </a:p>
        </p:txBody>
      </p:sp>
      <p:sp>
        <p:nvSpPr>
          <p:cNvPr id="10" name="OTLSHAPE_TB_00000000000000000000000000000000_TimescaleInterval1">
            <a:extLst>
              <a:ext uri="{FF2B5EF4-FFF2-40B4-BE49-F238E27FC236}">
                <a16:creationId xmlns:a16="http://schemas.microsoft.com/office/drawing/2014/main" id="{8E4ED8AE-7B5B-9F83-FA47-A742AB911631}"/>
              </a:ext>
            </a:extLst>
          </p:cNvPr>
          <p:cNvSpPr txBox="1"/>
          <p:nvPr>
            <p:custDataLst>
              <p:tags r:id="rId72"/>
            </p:custDataLst>
          </p:nvPr>
        </p:nvSpPr>
        <p:spPr bwMode="gray">
          <a:xfrm>
            <a:off x="1155700"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2025</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2" name="OTLSHAPE_TB_00000000000000000000000000000000_TimescaleInterval2">
            <a:extLst>
              <a:ext uri="{FF2B5EF4-FFF2-40B4-BE49-F238E27FC236}">
                <a16:creationId xmlns:a16="http://schemas.microsoft.com/office/drawing/2014/main" id="{1A0FE5B3-23F8-7699-8E72-ACEECF6E7E27}"/>
              </a:ext>
            </a:extLst>
          </p:cNvPr>
          <p:cNvSpPr txBox="1"/>
          <p:nvPr>
            <p:custDataLst>
              <p:tags r:id="rId73"/>
            </p:custDataLst>
          </p:nvPr>
        </p:nvSpPr>
        <p:spPr bwMode="gray">
          <a:xfrm>
            <a:off x="2620175"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2026</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4" name="OTLSHAPE_TB_00000000000000000000000000000000_TimescaleInterval3">
            <a:extLst>
              <a:ext uri="{FF2B5EF4-FFF2-40B4-BE49-F238E27FC236}">
                <a16:creationId xmlns:a16="http://schemas.microsoft.com/office/drawing/2014/main" id="{41E28F92-1E4D-2954-AD98-D7028B50094C}"/>
              </a:ext>
            </a:extLst>
          </p:cNvPr>
          <p:cNvSpPr txBox="1"/>
          <p:nvPr>
            <p:custDataLst>
              <p:tags r:id="rId74"/>
            </p:custDataLst>
          </p:nvPr>
        </p:nvSpPr>
        <p:spPr bwMode="gray">
          <a:xfrm>
            <a:off x="4084649"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2027</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6" name="OTLSHAPE_TB_00000000000000000000000000000000_TimescaleInterval4">
            <a:extLst>
              <a:ext uri="{FF2B5EF4-FFF2-40B4-BE49-F238E27FC236}">
                <a16:creationId xmlns:a16="http://schemas.microsoft.com/office/drawing/2014/main" id="{5B7033B9-3BE7-6303-9BBC-85817FD242C7}"/>
              </a:ext>
            </a:extLst>
          </p:cNvPr>
          <p:cNvSpPr txBox="1"/>
          <p:nvPr>
            <p:custDataLst>
              <p:tags r:id="rId75"/>
            </p:custDataLst>
          </p:nvPr>
        </p:nvSpPr>
        <p:spPr bwMode="gray">
          <a:xfrm>
            <a:off x="5549124"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2028</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8" name="OTLSHAPE_TB_00000000000000000000000000000000_TimescaleInterval5">
            <a:extLst>
              <a:ext uri="{FF2B5EF4-FFF2-40B4-BE49-F238E27FC236}">
                <a16:creationId xmlns:a16="http://schemas.microsoft.com/office/drawing/2014/main" id="{344118CC-0B80-4BDC-2BCA-8FDFB29FFFB0}"/>
              </a:ext>
            </a:extLst>
          </p:cNvPr>
          <p:cNvSpPr txBox="1"/>
          <p:nvPr>
            <p:custDataLst>
              <p:tags r:id="rId76"/>
            </p:custDataLst>
          </p:nvPr>
        </p:nvSpPr>
        <p:spPr bwMode="gray">
          <a:xfrm>
            <a:off x="7017611"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2029</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20" name="OTLSHAPE_TB_00000000000000000000000000000000_TimescaleInterval6">
            <a:extLst>
              <a:ext uri="{FF2B5EF4-FFF2-40B4-BE49-F238E27FC236}">
                <a16:creationId xmlns:a16="http://schemas.microsoft.com/office/drawing/2014/main" id="{6BB6ADB4-34CE-1403-A2FC-CD9A2D700299}"/>
              </a:ext>
            </a:extLst>
          </p:cNvPr>
          <p:cNvSpPr txBox="1"/>
          <p:nvPr>
            <p:custDataLst>
              <p:tags r:id="rId77"/>
            </p:custDataLst>
          </p:nvPr>
        </p:nvSpPr>
        <p:spPr bwMode="gray">
          <a:xfrm>
            <a:off x="8482085"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2030</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22" name="OTLSHAPE_TB_00000000000000000000000000000000_TimescaleInterval7">
            <a:extLst>
              <a:ext uri="{FF2B5EF4-FFF2-40B4-BE49-F238E27FC236}">
                <a16:creationId xmlns:a16="http://schemas.microsoft.com/office/drawing/2014/main" id="{51276112-93C3-E895-EA2E-B75CD5C2CEAA}"/>
              </a:ext>
            </a:extLst>
          </p:cNvPr>
          <p:cNvSpPr txBox="1"/>
          <p:nvPr>
            <p:custDataLst>
              <p:tags r:id="rId78"/>
            </p:custDataLst>
          </p:nvPr>
        </p:nvSpPr>
        <p:spPr bwMode="gray">
          <a:xfrm>
            <a:off x="9946560" y="1763700"/>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2031</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36" name="OTLSHAPE_SLM_0f9e2fa4ac074d028a82340d1e1c36d1_Date">
            <a:extLst>
              <a:ext uri="{FF2B5EF4-FFF2-40B4-BE49-F238E27FC236}">
                <a16:creationId xmlns:a16="http://schemas.microsoft.com/office/drawing/2014/main" id="{26C3EA0F-1098-6078-2D2D-6BD49EE354EA}"/>
              </a:ext>
            </a:extLst>
          </p:cNvPr>
          <p:cNvSpPr txBox="1"/>
          <p:nvPr>
            <p:custDataLst>
              <p:tags r:id="rId79"/>
            </p:custDataLst>
          </p:nvPr>
        </p:nvSpPr>
        <p:spPr bwMode="gray">
          <a:xfrm>
            <a:off x="1463644" y="2503497"/>
            <a:ext cx="241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Jul 2</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37" name="OTLSHAPE_SLM_0f9e2fa4ac074d028a82340d1e1c36d1_Title">
            <a:extLst>
              <a:ext uri="{FF2B5EF4-FFF2-40B4-BE49-F238E27FC236}">
                <a16:creationId xmlns:a16="http://schemas.microsoft.com/office/drawing/2014/main" id="{123E5BA2-AFD8-55BE-C1C3-350F887A330F}"/>
              </a:ext>
            </a:extLst>
          </p:cNvPr>
          <p:cNvSpPr txBox="1"/>
          <p:nvPr>
            <p:custDataLst>
              <p:tags r:id="rId80"/>
            </p:custDataLst>
          </p:nvPr>
        </p:nvSpPr>
        <p:spPr bwMode="gray">
          <a:xfrm>
            <a:off x="1959791" y="2495750"/>
            <a:ext cx="508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final CTP</a:t>
            </a:r>
            <a:endParaRPr kumimoji="0" lang="zh-CN" alt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endParaRPr>
          </a:p>
        </p:txBody>
      </p:sp>
      <p:sp>
        <p:nvSpPr>
          <p:cNvPr id="44" name="OTLSHAPE_SLT_21459203393945ad8f284b3fa1f12a85_JoinedDate">
            <a:extLst>
              <a:ext uri="{FF2B5EF4-FFF2-40B4-BE49-F238E27FC236}">
                <a16:creationId xmlns:a16="http://schemas.microsoft.com/office/drawing/2014/main" id="{217CF309-9138-9194-C908-399D8DDE21A9}"/>
              </a:ext>
            </a:extLst>
          </p:cNvPr>
          <p:cNvSpPr txBox="1"/>
          <p:nvPr>
            <p:custDataLst>
              <p:tags r:id="rId81"/>
            </p:custDataLst>
          </p:nvPr>
        </p:nvSpPr>
        <p:spPr bwMode="gray">
          <a:xfrm>
            <a:off x="1445083" y="2737515"/>
            <a:ext cx="7747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20 - Oct 20</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45" name="OTLSHAPE_SLT_21459203393945ad8f284b3fa1f12a85_Title">
            <a:extLst>
              <a:ext uri="{FF2B5EF4-FFF2-40B4-BE49-F238E27FC236}">
                <a16:creationId xmlns:a16="http://schemas.microsoft.com/office/drawing/2014/main" id="{0D6DE933-0CD9-0A81-3E29-4192F47AF8A2}"/>
              </a:ext>
            </a:extLst>
          </p:cNvPr>
          <p:cNvSpPr txBox="1"/>
          <p:nvPr>
            <p:custDataLst>
              <p:tags r:id="rId82"/>
            </p:custDataLst>
          </p:nvPr>
        </p:nvSpPr>
        <p:spPr bwMode="gray">
          <a:xfrm>
            <a:off x="5247539" y="2729768"/>
            <a:ext cx="965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global FSS to 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47" name="OTLSHAPE_SLM_4a7f0cd7105a4e0eb4166b9fb33b6f6b_Date">
            <a:extLst>
              <a:ext uri="{FF2B5EF4-FFF2-40B4-BE49-F238E27FC236}">
                <a16:creationId xmlns:a16="http://schemas.microsoft.com/office/drawing/2014/main" id="{4CA36F98-A0F1-6D2B-A144-E0EA296E1EF5}"/>
              </a:ext>
            </a:extLst>
          </p:cNvPr>
          <p:cNvSpPr txBox="1"/>
          <p:nvPr>
            <p:custDataLst>
              <p:tags r:id="rId83"/>
            </p:custDataLst>
          </p:nvPr>
        </p:nvSpPr>
        <p:spPr bwMode="gray">
          <a:xfrm>
            <a:off x="4820687" y="2971534"/>
            <a:ext cx="3048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Nov 3</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48" name="OTLSHAPE_SLM_4a7f0cd7105a4e0eb4166b9fb33b6f6b_Title">
            <a:extLst>
              <a:ext uri="{FF2B5EF4-FFF2-40B4-BE49-F238E27FC236}">
                <a16:creationId xmlns:a16="http://schemas.microsoft.com/office/drawing/2014/main" id="{7B1954F7-FE19-1E0A-B9E4-6A2F5CA3AD36}"/>
              </a:ext>
            </a:extLst>
          </p:cNvPr>
          <p:cNvSpPr txBox="1"/>
          <p:nvPr>
            <p:custDataLst>
              <p:tags r:id="rId84"/>
            </p:custDataLst>
          </p:nvPr>
        </p:nvSpPr>
        <p:spPr bwMode="gray">
          <a:xfrm>
            <a:off x="5386260" y="2963787"/>
            <a:ext cx="914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interim analysis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55" name="OTLSHAPE_SLT_9dd397b4fcb14f14b380c256cf03e08c_JoinedDate">
            <a:extLst>
              <a:ext uri="{FF2B5EF4-FFF2-40B4-BE49-F238E27FC236}">
                <a16:creationId xmlns:a16="http://schemas.microsoft.com/office/drawing/2014/main" id="{0DC804AA-9507-7411-0AAA-D37B7EDF78C6}"/>
              </a:ext>
            </a:extLst>
          </p:cNvPr>
          <p:cNvSpPr txBox="1"/>
          <p:nvPr>
            <p:custDataLst>
              <p:tags r:id="rId85"/>
            </p:custDataLst>
          </p:nvPr>
        </p:nvSpPr>
        <p:spPr bwMode="gray">
          <a:xfrm>
            <a:off x="4869511" y="3205553"/>
            <a:ext cx="7874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Feb 22 - Oct 23</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56" name="OTLSHAPE_SLT_9dd397b4fcb14f14b380c256cf03e08c_Title">
            <a:extLst>
              <a:ext uri="{FF2B5EF4-FFF2-40B4-BE49-F238E27FC236}">
                <a16:creationId xmlns:a16="http://schemas.microsoft.com/office/drawing/2014/main" id="{253843D9-1235-4152-C08E-470C01B51847}"/>
              </a:ext>
            </a:extLst>
          </p:cNvPr>
          <p:cNvSpPr txBox="1"/>
          <p:nvPr>
            <p:custDataLst>
              <p:tags r:id="rId86"/>
            </p:custDataLst>
          </p:nvPr>
        </p:nvSpPr>
        <p:spPr bwMode="gray">
          <a:xfrm>
            <a:off x="6728062" y="3197806"/>
            <a:ext cx="9271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US AA sub - app</a:t>
            </a:r>
            <a:endParaRPr kumimoji="0" lang="zh-CN" altLang="en-US" sz="11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63" name="OTLSHAPE_SLT_2aca33bab3bc477d953cd0d92ffd5d32_JoinedDate">
            <a:extLst>
              <a:ext uri="{FF2B5EF4-FFF2-40B4-BE49-F238E27FC236}">
                <a16:creationId xmlns:a16="http://schemas.microsoft.com/office/drawing/2014/main" id="{5197D5B4-AAAF-FECF-F7E9-BD648809ABD3}"/>
              </a:ext>
            </a:extLst>
          </p:cNvPr>
          <p:cNvSpPr txBox="1"/>
          <p:nvPr>
            <p:custDataLst>
              <p:tags r:id="rId87"/>
            </p:custDataLst>
          </p:nvPr>
        </p:nvSpPr>
        <p:spPr bwMode="gray">
          <a:xfrm>
            <a:off x="8128574" y="3439571"/>
            <a:ext cx="7239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rPr>
              <a:t>May 1 - Mar 1</a:t>
            </a:r>
            <a:endParaRPr kumimoji="0" lang="zh-CN" altLang="en-US"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endParaRPr>
          </a:p>
        </p:txBody>
      </p:sp>
      <p:sp>
        <p:nvSpPr>
          <p:cNvPr id="64" name="OTLSHAPE_SLT_2aca33bab3bc477d953cd0d92ffd5d32_Title">
            <a:extLst>
              <a:ext uri="{FF2B5EF4-FFF2-40B4-BE49-F238E27FC236}">
                <a16:creationId xmlns:a16="http://schemas.microsoft.com/office/drawing/2014/main" id="{B423013D-634C-6AA0-5210-E669CAB9D1F4}"/>
              </a:ext>
            </a:extLst>
          </p:cNvPr>
          <p:cNvSpPr txBox="1"/>
          <p:nvPr>
            <p:custDataLst>
              <p:tags r:id="rId88"/>
            </p:custDataLst>
          </p:nvPr>
        </p:nvSpPr>
        <p:spPr bwMode="gray">
          <a:xfrm>
            <a:off x="10174593" y="3431824"/>
            <a:ext cx="9017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US FA sub - app</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77" name="OTLSHAPE_SLT_841d2852ef8745cc8335c7d33eb2d99b_JoinedDate">
            <a:extLst>
              <a:ext uri="{FF2B5EF4-FFF2-40B4-BE49-F238E27FC236}">
                <a16:creationId xmlns:a16="http://schemas.microsoft.com/office/drawing/2014/main" id="{8F0666D9-CCAC-C14F-2ED0-D4B35507B845}"/>
              </a:ext>
            </a:extLst>
          </p:cNvPr>
          <p:cNvSpPr txBox="1"/>
          <p:nvPr>
            <p:custDataLst>
              <p:tags r:id="rId89"/>
            </p:custDataLst>
          </p:nvPr>
        </p:nvSpPr>
        <p:spPr bwMode="gray">
          <a:xfrm>
            <a:off x="377928" y="3749790"/>
            <a:ext cx="7747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Jan 26 - Apr 30</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78" name="OTLSHAPE_SLT_841d2852ef8745cc8335c7d33eb2d99b_Title">
            <a:extLst>
              <a:ext uri="{FF2B5EF4-FFF2-40B4-BE49-F238E27FC236}">
                <a16:creationId xmlns:a16="http://schemas.microsoft.com/office/drawing/2014/main" id="{3CCDC7D0-EABE-1D21-354C-9EDC60BE2826}"/>
              </a:ext>
            </a:extLst>
          </p:cNvPr>
          <p:cNvSpPr txBox="1"/>
          <p:nvPr>
            <p:custDataLst>
              <p:tags r:id="rId90"/>
            </p:custDataLst>
          </p:nvPr>
        </p:nvSpPr>
        <p:spPr bwMode="gray">
          <a:xfrm>
            <a:off x="1624468" y="3742043"/>
            <a:ext cx="1270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EoPh II sub - feedback</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85" name="OTLSHAPE_SLT_79fbb39802c743c5b6fadb225146c23c_JoinedDate">
            <a:extLst>
              <a:ext uri="{FF2B5EF4-FFF2-40B4-BE49-F238E27FC236}">
                <a16:creationId xmlns:a16="http://schemas.microsoft.com/office/drawing/2014/main" id="{291CD7DE-C7D8-2B7F-D472-D055C835043B}"/>
              </a:ext>
            </a:extLst>
          </p:cNvPr>
          <p:cNvSpPr txBox="1"/>
          <p:nvPr>
            <p:custDataLst>
              <p:tags r:id="rId91"/>
            </p:custDataLst>
          </p:nvPr>
        </p:nvSpPr>
        <p:spPr bwMode="gray">
          <a:xfrm>
            <a:off x="1131180" y="3983809"/>
            <a:ext cx="8255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Aug 15 - Nov 14</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86" name="OTLSHAPE_SLT_79fbb39802c743c5b6fadb225146c23c_Title">
            <a:extLst>
              <a:ext uri="{FF2B5EF4-FFF2-40B4-BE49-F238E27FC236}">
                <a16:creationId xmlns:a16="http://schemas.microsoft.com/office/drawing/2014/main" id="{5171764D-19AC-D7C4-7FF0-DEDD7ADCAA1D}"/>
              </a:ext>
            </a:extLst>
          </p:cNvPr>
          <p:cNvSpPr txBox="1"/>
          <p:nvPr>
            <p:custDataLst>
              <p:tags r:id="rId92"/>
            </p:custDataLst>
          </p:nvPr>
        </p:nvSpPr>
        <p:spPr bwMode="gray">
          <a:xfrm>
            <a:off x="2418896" y="3976062"/>
            <a:ext cx="787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prstClr val="black"/>
                </a:solidFill>
                <a:effectLst/>
                <a:uLnTx/>
                <a:uFillTx/>
                <a:latin typeface="Calibri" panose="020F0502020204030204" pitchFamily="34" charset="0"/>
                <a:ea typeface="+mn-ea"/>
                <a:cs typeface="+mn-cs"/>
              </a:rPr>
              <a:t>CTA sub - app</a:t>
            </a:r>
            <a:endParaRPr kumimoji="0" lang="zh-CN" altLang="en-US" sz="1100" b="1" i="0" u="none" strike="noStrike" kern="1200" cap="none" spc="-10" normalizeH="0" baseline="0" noProof="0">
              <a:ln>
                <a:noFill/>
              </a:ln>
              <a:solidFill>
                <a:prstClr val="black"/>
              </a:solidFill>
              <a:effectLst/>
              <a:uLnTx/>
              <a:uFillTx/>
              <a:latin typeface="Calibri" panose="020F0502020204030204" pitchFamily="34" charset="0"/>
              <a:ea typeface="+mn-ea"/>
              <a:cs typeface="+mn-cs"/>
            </a:endParaRPr>
          </a:p>
        </p:txBody>
      </p:sp>
      <p:sp>
        <p:nvSpPr>
          <p:cNvPr id="96" name="OTLSHAPE_SLT_71ebe65229a746b5bf30c9641e932636_JoinedDate">
            <a:extLst>
              <a:ext uri="{FF2B5EF4-FFF2-40B4-BE49-F238E27FC236}">
                <a16:creationId xmlns:a16="http://schemas.microsoft.com/office/drawing/2014/main" id="{36F5F1C8-5044-E672-3AD5-C2AC0AF90976}"/>
              </a:ext>
            </a:extLst>
          </p:cNvPr>
          <p:cNvSpPr txBox="1"/>
          <p:nvPr>
            <p:custDataLst>
              <p:tags r:id="rId93"/>
            </p:custDataLst>
          </p:nvPr>
        </p:nvSpPr>
        <p:spPr bwMode="gray">
          <a:xfrm>
            <a:off x="4925203" y="4451846"/>
            <a:ext cx="8509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rPr>
              <a:t>Mar 22 - Mar 22</a:t>
            </a:r>
            <a:endParaRPr kumimoji="0" lang="zh-CN" altLang="en-US"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endParaRPr>
          </a:p>
        </p:txBody>
      </p:sp>
      <p:sp>
        <p:nvSpPr>
          <p:cNvPr id="97" name="OTLSHAPE_SLT_71ebe65229a746b5bf30c9641e932636_Title">
            <a:extLst>
              <a:ext uri="{FF2B5EF4-FFF2-40B4-BE49-F238E27FC236}">
                <a16:creationId xmlns:a16="http://schemas.microsoft.com/office/drawing/2014/main" id="{E24A127F-39CA-55B8-5A54-41A697428DD1}"/>
              </a:ext>
            </a:extLst>
          </p:cNvPr>
          <p:cNvSpPr txBox="1"/>
          <p:nvPr>
            <p:custDataLst>
              <p:tags r:id="rId94"/>
            </p:custDataLst>
          </p:nvPr>
        </p:nvSpPr>
        <p:spPr bwMode="gray">
          <a:xfrm>
            <a:off x="7329901" y="4444099"/>
            <a:ext cx="10922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China AA sub - app</a:t>
            </a:r>
            <a:endParaRPr kumimoji="0" lang="zh-CN" altLang="en-US" sz="11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104" name="OTLSHAPE_SLT_cb8a9b3692494529905218d318187c81_JoinedDate">
            <a:extLst>
              <a:ext uri="{FF2B5EF4-FFF2-40B4-BE49-F238E27FC236}">
                <a16:creationId xmlns:a16="http://schemas.microsoft.com/office/drawing/2014/main" id="{BC8B0999-852C-0048-94EC-0412A8BF573E}"/>
              </a:ext>
            </a:extLst>
          </p:cNvPr>
          <p:cNvSpPr txBox="1"/>
          <p:nvPr>
            <p:custDataLst>
              <p:tags r:id="rId95"/>
            </p:custDataLst>
          </p:nvPr>
        </p:nvSpPr>
        <p:spPr bwMode="gray">
          <a:xfrm>
            <a:off x="8332753" y="4685865"/>
            <a:ext cx="6477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Jun 1 - Apr 1</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105" name="OTLSHAPE_SLT_cb8a9b3692494529905218d318187c81_Title">
            <a:extLst>
              <a:ext uri="{FF2B5EF4-FFF2-40B4-BE49-F238E27FC236}">
                <a16:creationId xmlns:a16="http://schemas.microsoft.com/office/drawing/2014/main" id="{30B75A7C-D91A-2D69-8651-06860A0E3F72}"/>
              </a:ext>
            </a:extLst>
          </p:cNvPr>
          <p:cNvSpPr txBox="1"/>
          <p:nvPr>
            <p:custDataLst>
              <p:tags r:id="rId96"/>
            </p:custDataLst>
          </p:nvPr>
        </p:nvSpPr>
        <p:spPr bwMode="gray">
          <a:xfrm>
            <a:off x="10298973" y="4678118"/>
            <a:ext cx="10668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China FA sub - app</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108" name="OTLSHAPE_SLT_b91f4e7f616b43d5bf53a31bc343e03f_Duration" hidden="1">
            <a:extLst>
              <a:ext uri="{FF2B5EF4-FFF2-40B4-BE49-F238E27FC236}">
                <a16:creationId xmlns:a16="http://schemas.microsoft.com/office/drawing/2014/main" id="{9DAEB597-77FD-74CA-E054-56EFB3368B4D}"/>
              </a:ext>
            </a:extLst>
          </p:cNvPr>
          <p:cNvSpPr txBox="1"/>
          <p:nvPr>
            <p:custDataLst>
              <p:tags r:id="rId97"/>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438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09" name="OTLSHAPE_SLT_b91f4e7f616b43d5bf53a31bc343e03f_TextPercentage" hidden="1">
            <a:extLst>
              <a:ext uri="{FF2B5EF4-FFF2-40B4-BE49-F238E27FC236}">
                <a16:creationId xmlns:a16="http://schemas.microsoft.com/office/drawing/2014/main" id="{478CD619-64A4-3071-5484-60867994EC24}"/>
              </a:ext>
            </a:extLst>
          </p:cNvPr>
          <p:cNvSpPr txBox="1"/>
          <p:nvPr>
            <p:custDataLst>
              <p:tags r:id="rId9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0" name="OTLSHAPE_SLT_b91f4e7f616b43d5bf53a31bc343e03f_StartDate" hidden="1">
            <a:extLst>
              <a:ext uri="{FF2B5EF4-FFF2-40B4-BE49-F238E27FC236}">
                <a16:creationId xmlns:a16="http://schemas.microsoft.com/office/drawing/2014/main" id="{A466C3E9-6765-0270-5EC8-CE1E3F95A338}"/>
              </a:ext>
            </a:extLst>
          </p:cNvPr>
          <p:cNvSpPr txBox="1"/>
          <p:nvPr>
            <p:custDataLst>
              <p:tags r:id="rId9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11" name="OTLSHAPE_SLT_b91f4e7f616b43d5bf53a31bc343e03f_EndDate" hidden="1">
            <a:extLst>
              <a:ext uri="{FF2B5EF4-FFF2-40B4-BE49-F238E27FC236}">
                <a16:creationId xmlns:a16="http://schemas.microsoft.com/office/drawing/2014/main" id="{578746AA-85BB-5E23-5B0E-A47BF69109D2}"/>
              </a:ext>
            </a:extLst>
          </p:cNvPr>
          <p:cNvSpPr txBox="1"/>
          <p:nvPr>
            <p:custDataLst>
              <p:tags r:id="rId10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12" name="OTLSHAPE_SLT_b91f4e7f616b43d5bf53a31bc343e03f_JoinedDate">
            <a:extLst>
              <a:ext uri="{FF2B5EF4-FFF2-40B4-BE49-F238E27FC236}">
                <a16:creationId xmlns:a16="http://schemas.microsoft.com/office/drawing/2014/main" id="{3AD8CE8C-C802-5BAB-3775-5AAC8EC17537}"/>
              </a:ext>
            </a:extLst>
          </p:cNvPr>
          <p:cNvSpPr txBox="1"/>
          <p:nvPr>
            <p:custDataLst>
              <p:tags r:id="rId101"/>
            </p:custDataLst>
          </p:nvPr>
        </p:nvSpPr>
        <p:spPr bwMode="gray">
          <a:xfrm>
            <a:off x="1904452" y="4217827"/>
            <a:ext cx="7874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Feb 13 - Oct 20</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113" name="OTLSHAPE_SLT_b91f4e7f616b43d5bf53a31bc343e03f_Title">
            <a:extLst>
              <a:ext uri="{FF2B5EF4-FFF2-40B4-BE49-F238E27FC236}">
                <a16:creationId xmlns:a16="http://schemas.microsoft.com/office/drawing/2014/main" id="{6E61FD26-1072-FDD6-0791-6E7600679F35}"/>
              </a:ext>
            </a:extLst>
          </p:cNvPr>
          <p:cNvSpPr txBox="1"/>
          <p:nvPr>
            <p:custDataLst>
              <p:tags r:id="rId102"/>
            </p:custDataLst>
          </p:nvPr>
        </p:nvSpPr>
        <p:spPr bwMode="gray">
          <a:xfrm>
            <a:off x="5247539" y="4210080"/>
            <a:ext cx="533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fSIV - 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cxnSp>
        <p:nvCxnSpPr>
          <p:cNvPr id="11" name="OTLSHAPE_TB_00000000000000000000000000000000_Separator1">
            <a:extLst>
              <a:ext uri="{FF2B5EF4-FFF2-40B4-BE49-F238E27FC236}">
                <a16:creationId xmlns:a16="http://schemas.microsoft.com/office/drawing/2014/main" id="{63C991DA-D0BD-D005-6426-4E45ACC6531F}"/>
              </a:ext>
            </a:extLst>
          </p:cNvPr>
          <p:cNvCxnSpPr/>
          <p:nvPr>
            <p:custDataLst>
              <p:tags r:id="rId103"/>
            </p:custDataLst>
          </p:nvPr>
        </p:nvCxnSpPr>
        <p:spPr bwMode="gray">
          <a:xfrm>
            <a:off x="2556675"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2">
            <a:extLst>
              <a:ext uri="{FF2B5EF4-FFF2-40B4-BE49-F238E27FC236}">
                <a16:creationId xmlns:a16="http://schemas.microsoft.com/office/drawing/2014/main" id="{44CE5E33-2F4E-069C-B199-66E8DB6B65A6}"/>
              </a:ext>
            </a:extLst>
          </p:cNvPr>
          <p:cNvCxnSpPr/>
          <p:nvPr>
            <p:custDataLst>
              <p:tags r:id="rId104"/>
            </p:custDataLst>
          </p:nvPr>
        </p:nvCxnSpPr>
        <p:spPr bwMode="gray">
          <a:xfrm>
            <a:off x="4021149"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3">
            <a:extLst>
              <a:ext uri="{FF2B5EF4-FFF2-40B4-BE49-F238E27FC236}">
                <a16:creationId xmlns:a16="http://schemas.microsoft.com/office/drawing/2014/main" id="{97C497AD-764E-0FED-FE90-73216BD5E73A}"/>
              </a:ext>
            </a:extLst>
          </p:cNvPr>
          <p:cNvCxnSpPr/>
          <p:nvPr>
            <p:custDataLst>
              <p:tags r:id="rId105"/>
            </p:custDataLst>
          </p:nvPr>
        </p:nvCxnSpPr>
        <p:spPr bwMode="gray">
          <a:xfrm>
            <a:off x="5485624"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OTLSHAPE_TB_00000000000000000000000000000000_Separator4">
            <a:extLst>
              <a:ext uri="{FF2B5EF4-FFF2-40B4-BE49-F238E27FC236}">
                <a16:creationId xmlns:a16="http://schemas.microsoft.com/office/drawing/2014/main" id="{F51D75C9-B632-1773-C6B7-0CB279424E99}"/>
              </a:ext>
            </a:extLst>
          </p:cNvPr>
          <p:cNvCxnSpPr/>
          <p:nvPr>
            <p:custDataLst>
              <p:tags r:id="rId106"/>
            </p:custDataLst>
          </p:nvPr>
        </p:nvCxnSpPr>
        <p:spPr bwMode="gray">
          <a:xfrm>
            <a:off x="6954110"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OTLSHAPE_TB_00000000000000000000000000000000_Separator5">
            <a:extLst>
              <a:ext uri="{FF2B5EF4-FFF2-40B4-BE49-F238E27FC236}">
                <a16:creationId xmlns:a16="http://schemas.microsoft.com/office/drawing/2014/main" id="{53A33AA3-DD86-B30C-E135-4A4CD63C0A96}"/>
              </a:ext>
            </a:extLst>
          </p:cNvPr>
          <p:cNvCxnSpPr/>
          <p:nvPr>
            <p:custDataLst>
              <p:tags r:id="rId107"/>
            </p:custDataLst>
          </p:nvPr>
        </p:nvCxnSpPr>
        <p:spPr bwMode="gray">
          <a:xfrm>
            <a:off x="8418585"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OTLSHAPE_TB_00000000000000000000000000000000_Separator6">
            <a:extLst>
              <a:ext uri="{FF2B5EF4-FFF2-40B4-BE49-F238E27FC236}">
                <a16:creationId xmlns:a16="http://schemas.microsoft.com/office/drawing/2014/main" id="{18C20C6C-3F39-6837-6FF0-979AD0281769}"/>
              </a:ext>
            </a:extLst>
          </p:cNvPr>
          <p:cNvCxnSpPr/>
          <p:nvPr>
            <p:custDataLst>
              <p:tags r:id="rId108"/>
            </p:custDataLst>
          </p:nvPr>
        </p:nvCxnSpPr>
        <p:spPr bwMode="gray">
          <a:xfrm>
            <a:off x="9883060" y="1767828"/>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4" name="标题 113">
            <a:extLst>
              <a:ext uri="{FF2B5EF4-FFF2-40B4-BE49-F238E27FC236}">
                <a16:creationId xmlns:a16="http://schemas.microsoft.com/office/drawing/2014/main" id="{0FFEF339-7F9C-31E1-DE90-665179E26127}"/>
              </a:ext>
            </a:extLst>
          </p:cNvPr>
          <p:cNvSpPr>
            <a:spLocks noGrp="1"/>
          </p:cNvSpPr>
          <p:nvPr>
            <p:ph type="title"/>
          </p:nvPr>
        </p:nvSpPr>
        <p:spPr/>
        <p:txBody>
          <a:bodyPr/>
          <a:lstStyle/>
          <a:p>
            <a:r>
              <a:rPr lang="en-US" altLang="zh-CN" sz="2800">
                <a:latin typeface="Boehringer Forward Head" panose="02000500000000020000" pitchFamily="2" charset="0"/>
              </a:rPr>
              <a:t>Avenciguat in GN Ph III (1366-0015) timeline</a:t>
            </a:r>
            <a:br>
              <a:rPr lang="en-US" altLang="zh-CN" sz="2800">
                <a:latin typeface="Boehringer Forward Head" panose="02000500000000020000" pitchFamily="2" charset="0"/>
              </a:rPr>
            </a:br>
            <a:r>
              <a:rPr lang="en-US" altLang="zh-CN" sz="2400" b="0">
                <a:solidFill>
                  <a:srgbClr val="C00000"/>
                </a:solidFill>
                <a:latin typeface="Boehringer Forward Head" panose="02000500000000020000" pitchFamily="2" charset="0"/>
              </a:rPr>
              <a:t>likely to shift due to delayed </a:t>
            </a:r>
            <a:r>
              <a:rPr lang="en-US" altLang="zh-CN" sz="2400" b="0" err="1">
                <a:solidFill>
                  <a:srgbClr val="C00000"/>
                </a:solidFill>
                <a:latin typeface="Boehringer Forward Head" panose="02000500000000020000" pitchFamily="2" charset="0"/>
              </a:rPr>
              <a:t>RoFD</a:t>
            </a:r>
            <a:endParaRPr lang="zh-CN" altLang="en-US"/>
          </a:p>
        </p:txBody>
      </p:sp>
      <p:sp>
        <p:nvSpPr>
          <p:cNvPr id="115" name="文本占位符 114">
            <a:extLst>
              <a:ext uri="{FF2B5EF4-FFF2-40B4-BE49-F238E27FC236}">
                <a16:creationId xmlns:a16="http://schemas.microsoft.com/office/drawing/2014/main" id="{B4B43C85-B33D-6F26-5A44-53119272386A}"/>
              </a:ext>
            </a:extLst>
          </p:cNvPr>
          <p:cNvSpPr>
            <a:spLocks noGrp="1"/>
          </p:cNvSpPr>
          <p:nvPr>
            <p:ph type="body" sz="quarter" idx="13"/>
          </p:nvPr>
        </p:nvSpPr>
        <p:spPr/>
        <p:txBody>
          <a:bodyPr/>
          <a:lstStyle/>
          <a:p>
            <a:endParaRPr lang="zh-CN" altLang="en-US"/>
          </a:p>
        </p:txBody>
      </p:sp>
    </p:spTree>
    <p:custDataLst>
      <p:tags r:id="rId1"/>
    </p:custDataLst>
    <p:extLst>
      <p:ext uri="{BB962C8B-B14F-4D97-AF65-F5344CB8AC3E}">
        <p14:creationId xmlns:p14="http://schemas.microsoft.com/office/powerpoint/2010/main" val="2469602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TA Portfolio Key Update- Avenciguat</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1923979521"/>
              </p:ext>
            </p:extLst>
          </p:nvPr>
        </p:nvGraphicFramePr>
        <p:xfrm>
          <a:off x="646113" y="1197000"/>
          <a:ext cx="10899774" cy="4818699"/>
        </p:xfrm>
        <a:graphic>
          <a:graphicData uri="http://schemas.openxmlformats.org/drawingml/2006/table">
            <a:tbl>
              <a:tblPr firstRow="1" bandRow="1">
                <a:tableStyleId>{7E9639D4-E3E2-4D34-9284-5A2195B3D0D7}</a:tableStyleId>
              </a:tblPr>
              <a:tblGrid>
                <a:gridCol w="1607992">
                  <a:extLst>
                    <a:ext uri="{9D8B030D-6E8A-4147-A177-3AD203B41FA5}">
                      <a16:colId xmlns:a16="http://schemas.microsoft.com/office/drawing/2014/main" val="3183558779"/>
                    </a:ext>
                  </a:extLst>
                </a:gridCol>
                <a:gridCol w="951357">
                  <a:extLst>
                    <a:ext uri="{9D8B030D-6E8A-4147-A177-3AD203B41FA5}">
                      <a16:colId xmlns:a16="http://schemas.microsoft.com/office/drawing/2014/main" val="4060529730"/>
                    </a:ext>
                  </a:extLst>
                </a:gridCol>
                <a:gridCol w="1428118">
                  <a:extLst>
                    <a:ext uri="{9D8B030D-6E8A-4147-A177-3AD203B41FA5}">
                      <a16:colId xmlns:a16="http://schemas.microsoft.com/office/drawing/2014/main" val="1540706906"/>
                    </a:ext>
                  </a:extLst>
                </a:gridCol>
                <a:gridCol w="4778275">
                  <a:extLst>
                    <a:ext uri="{9D8B030D-6E8A-4147-A177-3AD203B41FA5}">
                      <a16:colId xmlns:a16="http://schemas.microsoft.com/office/drawing/2014/main" val="1815427223"/>
                    </a:ext>
                  </a:extLst>
                </a:gridCol>
                <a:gridCol w="2134032">
                  <a:extLst>
                    <a:ext uri="{9D8B030D-6E8A-4147-A177-3AD203B41FA5}">
                      <a16:colId xmlns:a16="http://schemas.microsoft.com/office/drawing/2014/main" val="3539556881"/>
                    </a:ext>
                  </a:extLst>
                </a:gridCol>
              </a:tblGrid>
              <a:tr h="370840">
                <a:tc>
                  <a:txBody>
                    <a:bodyPr/>
                    <a:lstStyle/>
                    <a:p>
                      <a:pPr marL="0" marR="0" lvl="0" indent="0" algn="ctr" defTabSz="914377" rtl="0" eaLnBrk="1" fontAlgn="auto" latinLnBrk="0" hangingPunct="1">
                        <a:lnSpc>
                          <a:spcPct val="140000"/>
                        </a:lnSpc>
                        <a:spcBef>
                          <a:spcPts val="0"/>
                        </a:spcBef>
                        <a:spcAft>
                          <a:spcPts val="0"/>
                        </a:spcAft>
                        <a:buClrTx/>
                        <a:buSzTx/>
                        <a:buFontTx/>
                        <a:buNone/>
                        <a:tabLst/>
                        <a:defRPr/>
                      </a:pPr>
                      <a:r>
                        <a:rPr lang="en-US" altLang="zh-CN" sz="1200"/>
                        <a:t>Asset Name-MoA</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lnSpc>
                          <a:spcPct val="140000"/>
                        </a:lnSpc>
                      </a:pP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40000"/>
                        </a:lnSpc>
                        <a:spcBef>
                          <a:spcPts val="0"/>
                        </a:spcBef>
                        <a:spcAft>
                          <a:spcPts val="0"/>
                        </a:spcAft>
                        <a:buClrTx/>
                        <a:buSzTx/>
                        <a:buFontTx/>
                        <a:buNone/>
                        <a:tabLst/>
                        <a:defRPr/>
                      </a:pPr>
                      <a:r>
                        <a:rPr lang="en-US" altLang="zh-CN" sz="1200"/>
                        <a:t>China Approval (base case)</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lnSpc>
                          <a:spcPct val="140000"/>
                        </a:lnSpc>
                      </a:pPr>
                      <a:r>
                        <a:rPr lang="en-US" altLang="zh-CN" sz="1200"/>
                        <a:t>Update</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lnSpc>
                          <a:spcPct val="140000"/>
                        </a:lnSpc>
                      </a:pP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0">
                <a:tc rowSpan="2">
                  <a:txBody>
                    <a:bodyPr/>
                    <a:lstStyle/>
                    <a:p>
                      <a:pPr marL="0" marR="0" lvl="0" indent="0" algn="l" defTabSz="914377" rtl="0" eaLnBrk="1" fontAlgn="auto" latinLnBrk="0" hangingPunct="1">
                        <a:lnSpc>
                          <a:spcPct val="140000"/>
                        </a:lnSpc>
                        <a:spcBef>
                          <a:spcPts val="0"/>
                        </a:spcBef>
                        <a:spcAft>
                          <a:spcPts val="0"/>
                        </a:spcAft>
                        <a:buClrTx/>
                        <a:buSzTx/>
                        <a:buFontTx/>
                        <a:buNone/>
                        <a:tabLst/>
                        <a:defRPr/>
                      </a:pPr>
                      <a:r>
                        <a:rPr lang="en-US" altLang="zh-CN" sz="1200" i="0">
                          <a:solidFill>
                            <a:schemeClr val="tx1"/>
                          </a:solidFill>
                        </a:rPr>
                        <a:t>Avenciguat </a:t>
                      </a:r>
                    </a:p>
                    <a:p>
                      <a:pPr marL="0" marR="0" lvl="0" indent="0" algn="l" defTabSz="914377" rtl="0" eaLnBrk="1" fontAlgn="auto" latinLnBrk="0" hangingPunct="1">
                        <a:lnSpc>
                          <a:spcPct val="140000"/>
                        </a:lnSpc>
                        <a:spcBef>
                          <a:spcPts val="0"/>
                        </a:spcBef>
                        <a:spcAft>
                          <a:spcPts val="0"/>
                        </a:spcAft>
                        <a:buClrTx/>
                        <a:buSzTx/>
                        <a:buFontTx/>
                        <a:buNone/>
                        <a:tabLst/>
                        <a:defRPr/>
                      </a:pPr>
                      <a:r>
                        <a:rPr lang="en-US" altLang="zh-CN" sz="1200" i="0">
                          <a:solidFill>
                            <a:schemeClr val="tx1"/>
                          </a:solidFill>
                        </a:rPr>
                        <a:t>(sGC activator)</a:t>
                      </a:r>
                      <a:endParaRPr lang="zh-CN" altLang="en-US" sz="1200" i="0">
                        <a:solidFill>
                          <a:schemeClr val="tx1"/>
                        </a:solidFill>
                      </a:endParaRPr>
                    </a:p>
                  </a:txBody>
                  <a:tcPr anchor="ctr">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4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CKD-IgAN/GN</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rowSpan="2">
                  <a:txBody>
                    <a:bodyPr/>
                    <a:lstStyle/>
                    <a:p>
                      <a:pPr marL="0" marR="0" lvl="0" indent="0" algn="l" defTabSz="914377" rtl="0" eaLnBrk="1" fontAlgn="auto" latinLnBrk="0" hangingPunct="1">
                        <a:lnSpc>
                          <a:spcPct val="14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Sep 2029 (conditional approval);</a:t>
                      </a:r>
                    </a:p>
                    <a:p>
                      <a:pPr marL="0" marR="0" lvl="0" indent="0" algn="l" defTabSz="914377" rtl="0" eaLnBrk="1" fontAlgn="auto" latinLnBrk="0" hangingPunct="1">
                        <a:lnSpc>
                          <a:spcPct val="14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Jun 2031 (full approval)</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HPSC didn’t endorse RoFD in Apr and requested the team to come back in Jun with de-risking activities.</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Different scenarios of adding futility analysis and implications on project timeline and budget are under discussion. </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As the consequence: </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1) Ph III trial preparation is currently on hold </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2) no impact on EoPh II HAI</a:t>
                      </a:r>
                    </a:p>
                    <a:p>
                      <a:pPr marL="0" marR="0" lvl="0" indent="0" algn="l" defTabSz="914377" rtl="0" eaLnBrk="1" fontAlgn="auto" latinLnBrk="0" hangingPunct="1">
                        <a:lnSpc>
                          <a:spcPct val="140000"/>
                        </a:lnSpc>
                        <a:spcBef>
                          <a:spcPts val="0"/>
                        </a:spcBef>
                        <a:spcAft>
                          <a:spcPts val="0"/>
                        </a:spcAft>
                        <a:buClrTx/>
                        <a:buSzTx/>
                        <a:buFont typeface="Arial" panose="020B0604020202020204" pitchFamily="34" charset="0"/>
                        <a:buNone/>
                        <a:tabLst/>
                        <a:defRPr/>
                      </a:pPr>
                      <a:r>
                        <a:rPr kumimoji="1" lang="en-US" altLang="zh-CN" sz="1200" i="0" kern="1200">
                          <a:solidFill>
                            <a:schemeClr val="tx1"/>
                          </a:solidFill>
                          <a:latin typeface="+mn-lt"/>
                          <a:ea typeface="+mn-ea"/>
                          <a:cs typeface="+mn-cs"/>
                        </a:rPr>
                        <a:t>3) IAP release after RoFD endorsement; China ICP expected if best case launch still within 2029</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closely monitor global status</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resume Ph III preparation activities (e.g. selection of leading PI and study sites) upon RoFD release</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32330">
                <a:tc vMerge="1">
                  <a:txBody>
                    <a:bodyPr/>
                    <a:lstStyle/>
                    <a:p>
                      <a:endParaRPr lang="zh-CN" altLang="en-US" sz="1200" i="1">
                        <a:solidFill>
                          <a:schemeClr val="bg1">
                            <a:lumMod val="65000"/>
                          </a:schemeClr>
                        </a:solidFill>
                      </a:endParaRPr>
                    </a:p>
                  </a:txBody>
                  <a:tcPr>
                    <a:lnR w="12700" cap="flat" cmpd="sng" algn="ctr">
                      <a:solidFill>
                        <a:schemeClr val="bg1">
                          <a:lumMod val="85000"/>
                        </a:schemeClr>
                      </a:solidFill>
                      <a:prstDash val="dash"/>
                      <a:round/>
                      <a:headEnd type="none" w="med" len="med"/>
                      <a:tailEnd type="none" w="med" len="med"/>
                    </a:lnR>
                    <a:lnT w="6350" cap="flat" cmpd="sng" algn="ctr">
                      <a:solidFill>
                        <a:schemeClr val="tx1"/>
                      </a:solidFill>
                      <a:prstDash val="solid"/>
                      <a:round/>
                      <a:headEnd type="none" w="med" len="med"/>
                      <a:tailEnd type="none" w="med" len="med"/>
                    </a:lnT>
                  </a:tcPr>
                </a:tc>
                <a:tc vMerge="1">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1" lang="zh-CN" altLang="en-US" sz="1200" i="1" kern="1200">
                        <a:solidFill>
                          <a:schemeClr val="bg1">
                            <a:lumMod val="75000"/>
                          </a:schemeClr>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vMerge="1">
                  <a:txBody>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EoP2 clinical queries were received on 29 Apr.</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Team targets to respond by mid next week though no timeline was specified by the reviewer. Global team prefers CDE feedback before HPSC in Jun (meeting date TBD).</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Queries from non-clinical, CMC, Stats are pending.</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Unlikely to have a virtual meeting if queries could be clearly addressed through written response.</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prepare the response to clinical queries</a:t>
                      </a:r>
                    </a:p>
                    <a:p>
                      <a:pPr marL="171450" marR="0" lvl="0" indent="-171450" algn="l" defTabSz="914377"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monitor CDE review status of other departments</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251782790"/>
                  </a:ext>
                </a:extLst>
              </a:tr>
            </a:tbl>
          </a:graphicData>
        </a:graphic>
      </p:graphicFrame>
    </p:spTree>
    <p:extLst>
      <p:ext uri="{BB962C8B-B14F-4D97-AF65-F5344CB8AC3E}">
        <p14:creationId xmlns:p14="http://schemas.microsoft.com/office/powerpoint/2010/main" val="2832997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3DEE70-F553-62BE-5700-2D23428A4A1F}"/>
              </a:ext>
            </a:extLst>
          </p:cNvPr>
          <p:cNvSpPr>
            <a:spLocks noGrp="1"/>
          </p:cNvSpPr>
          <p:nvPr>
            <p:ph type="title"/>
          </p:nvPr>
        </p:nvSpPr>
        <p:spPr>
          <a:xfrm>
            <a:off x="479424" y="227623"/>
            <a:ext cx="11233151" cy="720000"/>
          </a:xfrm>
        </p:spPr>
        <p:txBody>
          <a:bodyPr/>
          <a:lstStyle/>
          <a:p>
            <a:r>
              <a:rPr lang="en-US" altLang="zh-CN"/>
              <a:t>Avenciguat updates — EoP2 clinical queries received</a:t>
            </a:r>
            <a:endParaRPr lang="zh-CN" altLang="en-US"/>
          </a:p>
        </p:txBody>
      </p:sp>
      <p:sp>
        <p:nvSpPr>
          <p:cNvPr id="3" name="内容占位符 2">
            <a:extLst>
              <a:ext uri="{FF2B5EF4-FFF2-40B4-BE49-F238E27FC236}">
                <a16:creationId xmlns:a16="http://schemas.microsoft.com/office/drawing/2014/main" id="{BE32A75D-0BE6-24B4-6C3A-2DB5D7E5034D}"/>
              </a:ext>
            </a:extLst>
          </p:cNvPr>
          <p:cNvSpPr>
            <a:spLocks noGrp="1"/>
          </p:cNvSpPr>
          <p:nvPr>
            <p:ph idx="1"/>
          </p:nvPr>
        </p:nvSpPr>
        <p:spPr>
          <a:xfrm>
            <a:off x="271195" y="856010"/>
            <a:ext cx="11233151" cy="4392000"/>
          </a:xfrm>
        </p:spPr>
        <p:txBody>
          <a:bodyPr vert="horz" lIns="0" tIns="0" rIns="0" bIns="0" rtlCol="0" anchor="t">
            <a:noAutofit/>
          </a:bodyPr>
          <a:lstStyle/>
          <a:p>
            <a:pPr marL="0" indent="0">
              <a:buNone/>
            </a:pPr>
            <a:endParaRPr lang="en-US" altLang="zh-CN"/>
          </a:p>
          <a:p>
            <a:endParaRPr lang="en-US" altLang="zh-CN"/>
          </a:p>
          <a:p>
            <a:pPr marL="0" indent="0">
              <a:buNone/>
            </a:pPr>
            <a:endParaRPr lang="en-US" altLang="zh-CN"/>
          </a:p>
        </p:txBody>
      </p:sp>
      <p:sp>
        <p:nvSpPr>
          <p:cNvPr id="6" name="灯片编号占位符 5">
            <a:extLst>
              <a:ext uri="{FF2B5EF4-FFF2-40B4-BE49-F238E27FC236}">
                <a16:creationId xmlns:a16="http://schemas.microsoft.com/office/drawing/2014/main" id="{D7A42855-D674-7155-7AF9-7405FA2994B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4" name="图片 3">
            <a:extLst>
              <a:ext uri="{FF2B5EF4-FFF2-40B4-BE49-F238E27FC236}">
                <a16:creationId xmlns:a16="http://schemas.microsoft.com/office/drawing/2014/main" id="{ABCA3E35-681C-56CE-3DB9-34B23B4A3A3B}"/>
              </a:ext>
            </a:extLst>
          </p:cNvPr>
          <p:cNvPicPr>
            <a:picLocks noChangeAspect="1"/>
          </p:cNvPicPr>
          <p:nvPr/>
        </p:nvPicPr>
        <p:blipFill>
          <a:blip r:embed="rId3"/>
          <a:stretch>
            <a:fillRect/>
          </a:stretch>
        </p:blipFill>
        <p:spPr>
          <a:xfrm>
            <a:off x="1477610" y="776282"/>
            <a:ext cx="9236776" cy="4551455"/>
          </a:xfrm>
          <a:prstGeom prst="rect">
            <a:avLst/>
          </a:prstGeom>
        </p:spPr>
      </p:pic>
      <p:sp>
        <p:nvSpPr>
          <p:cNvPr id="5" name="内容占位符 2">
            <a:extLst>
              <a:ext uri="{FF2B5EF4-FFF2-40B4-BE49-F238E27FC236}">
                <a16:creationId xmlns:a16="http://schemas.microsoft.com/office/drawing/2014/main" id="{9AEDF092-DE31-D6E3-50C0-550AF20709B5}"/>
              </a:ext>
            </a:extLst>
          </p:cNvPr>
          <p:cNvSpPr txBox="1">
            <a:spLocks/>
          </p:cNvSpPr>
          <p:nvPr/>
        </p:nvSpPr>
        <p:spPr bwMode="gray">
          <a:xfrm>
            <a:off x="923202" y="5318242"/>
            <a:ext cx="10345593" cy="1361328"/>
          </a:xfrm>
          <a:prstGeom prst="rect">
            <a:avLst/>
          </a:prstGeom>
          <a:solidFill>
            <a:schemeClr val="accent2"/>
          </a:solidFill>
        </p:spPr>
        <p:txBody>
          <a:bodyPr vert="horz" lIns="0" tIns="0" rIns="0" bIns="0" rtlCol="0">
            <a:noAutofit/>
          </a:bodyPr>
          <a:lst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400" rtl="0" eaLnBrk="1" fontAlgn="auto" latinLnBrk="0" hangingPunct="1">
              <a:lnSpc>
                <a:spcPct val="140000"/>
              </a:lnSpc>
              <a:spcBef>
                <a:spcPts val="0"/>
              </a:spcBef>
              <a:spcAft>
                <a:spcPts val="600"/>
              </a:spcAft>
              <a:buClrTx/>
              <a:buSzTx/>
              <a:buFont typeface="Arial" panose="020B0604020202020204" pitchFamily="34" charset="0"/>
              <a:buNone/>
              <a:tabLst/>
              <a:defRPr/>
            </a:pPr>
            <a:r>
              <a:rPr kumimoji="0" lang="en-US" altLang="zh-CN" sz="1400" b="1" i="0" u="none" strike="noStrike" kern="1200" cap="none" spc="0" normalizeH="0" baseline="0" noProof="0">
                <a:ln>
                  <a:noFill/>
                </a:ln>
                <a:solidFill>
                  <a:prstClr val="black"/>
                </a:solidFill>
                <a:effectLst/>
                <a:uLnTx/>
                <a:uFillTx/>
                <a:latin typeface="Boehringer Forward Text"/>
                <a:ea typeface="+mn-ea"/>
                <a:cs typeface="+mn-cs"/>
              </a:rPr>
              <a:t>Interpretation of the request:</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To provide further evidence to show the robustness of Ph II efficacy and safety results in </a:t>
            </a:r>
            <a:r>
              <a:rPr kumimoji="0" lang="en-US" altLang="zh-CN" sz="1400" b="0" i="0" u="none" strike="noStrike" kern="1200" cap="none" spc="0" normalizeH="0" baseline="0" noProof="0" err="1">
                <a:ln>
                  <a:noFill/>
                </a:ln>
                <a:solidFill>
                  <a:prstClr val="black"/>
                </a:solidFill>
                <a:effectLst/>
                <a:uLnTx/>
                <a:uFillTx/>
                <a:latin typeface="Boehringer Forward Text"/>
                <a:ea typeface="+mn-ea"/>
                <a:cs typeface="+mn-cs"/>
              </a:rPr>
              <a:t>IgAN</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/FSGS/MN population</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To provide further evidence to justify why the Ph II results could support such Ph III design for the proposed label, to fill the potential gaps (e.g. dose,</a:t>
            </a:r>
            <a:r>
              <a:rPr kumimoji="0" lang="zh-CN" altLang="en-US" sz="14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rPr>
              <a:t>population, endpoints etc.)</a:t>
            </a: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endPar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600"/>
              </a:spcAft>
              <a:buClrTx/>
              <a:buSzTx/>
              <a:buFont typeface="Arial" panose="020B0604020202020204" pitchFamily="34" charset="0"/>
              <a:buNone/>
              <a:tabLst/>
              <a:defRPr/>
            </a:pPr>
            <a:endPar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endParaRP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endPar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endParaRP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endPar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endParaRPr>
          </a:p>
          <a:p>
            <a:pPr marL="216000" marR="0" lvl="0" indent="-216000" algn="l" defTabSz="914400" rtl="0" eaLnBrk="1" fontAlgn="auto" latinLnBrk="0" hangingPunct="1">
              <a:lnSpc>
                <a:spcPct val="140000"/>
              </a:lnSpc>
              <a:spcBef>
                <a:spcPts val="0"/>
              </a:spcBef>
              <a:spcAft>
                <a:spcPts val="600"/>
              </a:spcAft>
              <a:buClrTx/>
              <a:buSzTx/>
              <a:buFont typeface="Arial" panose="020B0604020202020204" pitchFamily="34" charset="0"/>
              <a:buChar char="•"/>
              <a:tabLst/>
              <a:defRPr/>
            </a:pPr>
            <a:endParaRPr kumimoji="0" lang="en-US" altLang="zh-CN" sz="14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715273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339831-A40B-FBE1-5656-70A81EEC5EE5}"/>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8216338-6C7F-2B53-F699-9E6FD679F963}"/>
              </a:ext>
            </a:extLst>
          </p:cNvPr>
          <p:cNvSpPr/>
          <p:nvPr/>
        </p:nvSpPr>
        <p:spPr bwMode="gray">
          <a:xfrm>
            <a:off x="4238057" y="3123957"/>
            <a:ext cx="2016697" cy="164239"/>
          </a:xfrm>
          <a:prstGeom prst="round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Rectangle: Rounded Corners 5">
            <a:extLst>
              <a:ext uri="{FF2B5EF4-FFF2-40B4-BE49-F238E27FC236}">
                <a16:creationId xmlns:a16="http://schemas.microsoft.com/office/drawing/2014/main" id="{A8CB16BE-59FC-1AB5-5E8E-3F0DFFF44FD9}"/>
              </a:ext>
            </a:extLst>
          </p:cNvPr>
          <p:cNvSpPr/>
          <p:nvPr/>
        </p:nvSpPr>
        <p:spPr bwMode="gray">
          <a:xfrm>
            <a:off x="3994484" y="4777929"/>
            <a:ext cx="3898837" cy="180313"/>
          </a:xfrm>
          <a:prstGeom prst="round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4" name="think-cell data - do not delete" hidden="1">
            <a:extLst>
              <a:ext uri="{FF2B5EF4-FFF2-40B4-BE49-F238E27FC236}">
                <a16:creationId xmlns:a16="http://schemas.microsoft.com/office/drawing/2014/main" id="{F71ABB30-21C0-8A48-E760-FFD3635C072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F71ABB30-21C0-8A48-E760-FFD3635C072A}"/>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BF5050B-829F-7911-2B8B-FAA5FA9E965D}"/>
              </a:ext>
            </a:extLst>
          </p:cNvPr>
          <p:cNvSpPr>
            <a:spLocks noGrp="1"/>
          </p:cNvSpPr>
          <p:nvPr>
            <p:ph type="title"/>
          </p:nvPr>
        </p:nvSpPr>
        <p:spPr>
          <a:xfrm>
            <a:off x="229169" y="246211"/>
            <a:ext cx="11647055" cy="720000"/>
          </a:xfrm>
        </p:spPr>
        <p:txBody>
          <a:bodyPr vert="horz"/>
          <a:lstStyle/>
          <a:p>
            <a:r>
              <a:rPr lang="en-US" altLang="zh-CN" sz="2800"/>
              <a:t>Avenciguat (</a:t>
            </a:r>
            <a:r>
              <a:rPr lang="en-US" altLang="zh-CN" sz="2800" err="1"/>
              <a:t>sGC</a:t>
            </a:r>
            <a:r>
              <a:rPr lang="en-US" altLang="zh-CN" sz="2800"/>
              <a:t> act.) in GN Ph III (1366-0015) trial design</a:t>
            </a:r>
            <a:br>
              <a:rPr lang="en-US" sz="2800"/>
            </a:br>
            <a:endParaRPr lang="en-IN" sz="2800"/>
          </a:p>
        </p:txBody>
      </p:sp>
      <p:cxnSp>
        <p:nvCxnSpPr>
          <p:cNvPr id="26" name="Gerader Verbinder 25">
            <a:extLst>
              <a:ext uri="{FF2B5EF4-FFF2-40B4-BE49-F238E27FC236}">
                <a16:creationId xmlns:a16="http://schemas.microsoft.com/office/drawing/2014/main" id="{71878F76-3C6F-6866-A229-FD6B15BF80BE}"/>
              </a:ext>
            </a:extLst>
          </p:cNvPr>
          <p:cNvCxnSpPr>
            <a:cxnSpLocks/>
          </p:cNvCxnSpPr>
          <p:nvPr/>
        </p:nvCxnSpPr>
        <p:spPr bwMode="gray">
          <a:xfrm>
            <a:off x="434109" y="2410094"/>
            <a:ext cx="1134225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A23524E-7753-C07F-2767-2BCAC2511196}"/>
              </a:ext>
            </a:extLst>
          </p:cNvPr>
          <p:cNvCxnSpPr/>
          <p:nvPr/>
        </p:nvCxnSpPr>
        <p:spPr bwMode="gray">
          <a:xfrm>
            <a:off x="775855" y="2188425"/>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8C0D7041-30A8-FBC2-FC21-BD36C95E9D0E}"/>
              </a:ext>
            </a:extLst>
          </p:cNvPr>
          <p:cNvCxnSpPr/>
          <p:nvPr/>
        </p:nvCxnSpPr>
        <p:spPr bwMode="gray">
          <a:xfrm>
            <a:off x="2147451" y="2201121"/>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DB105F90-670F-2431-9667-62421735861A}"/>
              </a:ext>
            </a:extLst>
          </p:cNvPr>
          <p:cNvCxnSpPr/>
          <p:nvPr/>
        </p:nvCxnSpPr>
        <p:spPr bwMode="gray">
          <a:xfrm>
            <a:off x="11664104" y="2238064"/>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CC592268-C211-7642-3AF6-B8E2FB1E924A}"/>
              </a:ext>
            </a:extLst>
          </p:cNvPr>
          <p:cNvSpPr txBox="1"/>
          <p:nvPr/>
        </p:nvSpPr>
        <p:spPr bwMode="gray">
          <a:xfrm>
            <a:off x="478918" y="2602899"/>
            <a:ext cx="612347"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Screening</a:t>
            </a:r>
          </a:p>
        </p:txBody>
      </p:sp>
      <p:sp>
        <p:nvSpPr>
          <p:cNvPr id="38" name="Textfeld 37">
            <a:extLst>
              <a:ext uri="{FF2B5EF4-FFF2-40B4-BE49-F238E27FC236}">
                <a16:creationId xmlns:a16="http://schemas.microsoft.com/office/drawing/2014/main" id="{6FC8A545-5699-6553-92E1-944DB578BC0E}"/>
              </a:ext>
            </a:extLst>
          </p:cNvPr>
          <p:cNvSpPr txBox="1"/>
          <p:nvPr/>
        </p:nvSpPr>
        <p:spPr bwMode="gray">
          <a:xfrm>
            <a:off x="1701817" y="2602899"/>
            <a:ext cx="891270"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1" name="Rechteck: abgerundete Ecken 40">
            <a:extLst>
              <a:ext uri="{FF2B5EF4-FFF2-40B4-BE49-F238E27FC236}">
                <a16:creationId xmlns:a16="http://schemas.microsoft.com/office/drawing/2014/main" id="{CEB5FAB7-CCD7-4A40-446D-6A5804B1B20E}"/>
              </a:ext>
            </a:extLst>
          </p:cNvPr>
          <p:cNvSpPr/>
          <p:nvPr/>
        </p:nvSpPr>
        <p:spPr bwMode="gray">
          <a:xfrm>
            <a:off x="2483169" y="1596715"/>
            <a:ext cx="8041659" cy="417945"/>
          </a:xfrm>
          <a:prstGeom prst="roundRect">
            <a:avLst/>
          </a:prstGeom>
          <a:solidFill>
            <a:schemeClr val="bg1">
              <a:lumMod val="85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Boehringer Forward Text"/>
                <a:ea typeface="+mn-ea"/>
                <a:cs typeface="+mn-cs"/>
              </a:rPr>
              <a:t>Matching Placebo twice daily on top of SoC (n≈550)</a:t>
            </a:r>
          </a:p>
        </p:txBody>
      </p:sp>
      <p:cxnSp>
        <p:nvCxnSpPr>
          <p:cNvPr id="44" name="Verbinder: gewinkelt 43">
            <a:extLst>
              <a:ext uri="{FF2B5EF4-FFF2-40B4-BE49-F238E27FC236}">
                <a16:creationId xmlns:a16="http://schemas.microsoft.com/office/drawing/2014/main" id="{9B39AEAC-C169-2F73-CC58-0F586AD9AC14}"/>
              </a:ext>
            </a:extLst>
          </p:cNvPr>
          <p:cNvCxnSpPr>
            <a:cxnSpLocks/>
            <a:endCxn id="41" idx="1"/>
          </p:cNvCxnSpPr>
          <p:nvPr/>
        </p:nvCxnSpPr>
        <p:spPr bwMode="gray">
          <a:xfrm>
            <a:off x="1805710" y="1546204"/>
            <a:ext cx="677460" cy="259483"/>
          </a:xfrm>
          <a:prstGeom prst="bent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Verbinder: gewinkelt 44">
            <a:extLst>
              <a:ext uri="{FF2B5EF4-FFF2-40B4-BE49-F238E27FC236}">
                <a16:creationId xmlns:a16="http://schemas.microsoft.com/office/drawing/2014/main" id="{D7DCC689-DC69-DBC3-C36C-B274E5F98257}"/>
              </a:ext>
            </a:extLst>
          </p:cNvPr>
          <p:cNvCxnSpPr>
            <a:cxnSpLocks/>
          </p:cNvCxnSpPr>
          <p:nvPr/>
        </p:nvCxnSpPr>
        <p:spPr bwMode="gray">
          <a:xfrm flipV="1">
            <a:off x="1794166" y="1286721"/>
            <a:ext cx="689004" cy="256597"/>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Ellipse 53">
            <a:extLst>
              <a:ext uri="{FF2B5EF4-FFF2-40B4-BE49-F238E27FC236}">
                <a16:creationId xmlns:a16="http://schemas.microsoft.com/office/drawing/2014/main" id="{2FF75141-6639-9395-3200-B4BC36BAD690}"/>
              </a:ext>
            </a:extLst>
          </p:cNvPr>
          <p:cNvSpPr/>
          <p:nvPr/>
        </p:nvSpPr>
        <p:spPr bwMode="gray">
          <a:xfrm>
            <a:off x="1871659" y="1349930"/>
            <a:ext cx="542357" cy="394288"/>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533" b="0" i="0" u="none" strike="noStrike" kern="1200" cap="none" spc="0" normalizeH="0" baseline="0" noProof="0">
                <a:ln>
                  <a:noFill/>
                </a:ln>
                <a:solidFill>
                  <a:prstClr val="black"/>
                </a:solidFill>
                <a:effectLst/>
                <a:uLnTx/>
                <a:uFillTx/>
                <a:latin typeface="Boehringer Forward Text"/>
                <a:ea typeface="+mn-ea"/>
                <a:cs typeface="+mn-cs"/>
              </a:rPr>
              <a:t>1:1</a:t>
            </a:r>
          </a:p>
        </p:txBody>
      </p:sp>
      <p:sp>
        <p:nvSpPr>
          <p:cNvPr id="55" name="Textfeld 54">
            <a:extLst>
              <a:ext uri="{FF2B5EF4-FFF2-40B4-BE49-F238E27FC236}">
                <a16:creationId xmlns:a16="http://schemas.microsoft.com/office/drawing/2014/main" id="{6705E3CD-7DA7-D9B0-3FA0-5C154C56A59E}"/>
              </a:ext>
            </a:extLst>
          </p:cNvPr>
          <p:cNvSpPr txBox="1"/>
          <p:nvPr/>
        </p:nvSpPr>
        <p:spPr bwMode="gray">
          <a:xfrm>
            <a:off x="1103271" y="2213821"/>
            <a:ext cx="947045"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Up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to</a:t>
            </a: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 8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endParaRPr>
          </a:p>
        </p:txBody>
      </p:sp>
      <p:sp>
        <p:nvSpPr>
          <p:cNvPr id="59" name="Textfeld 58">
            <a:extLst>
              <a:ext uri="{FF2B5EF4-FFF2-40B4-BE49-F238E27FC236}">
                <a16:creationId xmlns:a16="http://schemas.microsoft.com/office/drawing/2014/main" id="{A0998467-A98F-AF3E-90F1-35E223064EF2}"/>
              </a:ext>
            </a:extLst>
          </p:cNvPr>
          <p:cNvSpPr txBox="1"/>
          <p:nvPr/>
        </p:nvSpPr>
        <p:spPr bwMode="gray">
          <a:xfrm>
            <a:off x="6423701" y="2167689"/>
            <a:ext cx="1215076" cy="217175"/>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At least 24 </a:t>
            </a:r>
            <a:r>
              <a:rPr kumimoji="0" lang="de-DE" sz="1100" b="1" i="0" u="none" strike="noStrike" kern="1200" cap="none" spc="0" normalizeH="0" baseline="0" noProof="0" err="1">
                <a:ln>
                  <a:noFill/>
                </a:ln>
                <a:solidFill>
                  <a:srgbClr val="C5C3EE">
                    <a:lumMod val="50000"/>
                  </a:srgbClr>
                </a:solidFill>
                <a:effectLst/>
                <a:uLnTx/>
                <a:uFillTx/>
                <a:latin typeface="Boehringer Forward Text"/>
                <a:ea typeface="+mn-ea"/>
                <a:cs typeface="+mn-cs"/>
              </a:rPr>
              <a:t>months</a:t>
            </a:r>
            <a:endParaRPr kumimoji="0" lang="de-DE" sz="1000" b="1" i="0" u="none" strike="noStrike" kern="1200" cap="none" spc="0" normalizeH="0" baseline="30000" noProof="0">
              <a:ln>
                <a:noFill/>
              </a:ln>
              <a:solidFill>
                <a:srgbClr val="C5C3EE">
                  <a:lumMod val="50000"/>
                </a:srgbClr>
              </a:solidFill>
              <a:effectLst/>
              <a:uLnTx/>
              <a:uFillTx/>
              <a:latin typeface="Boehringer Forward Text"/>
              <a:ea typeface="+mn-ea"/>
              <a:cs typeface="+mn-cs"/>
            </a:endParaRPr>
          </a:p>
        </p:txBody>
      </p:sp>
      <p:sp>
        <p:nvSpPr>
          <p:cNvPr id="60" name="Textfeld 59">
            <a:extLst>
              <a:ext uri="{FF2B5EF4-FFF2-40B4-BE49-F238E27FC236}">
                <a16:creationId xmlns:a16="http://schemas.microsoft.com/office/drawing/2014/main" id="{7677B391-4BC4-A228-886F-7A583FDB0904}"/>
              </a:ext>
            </a:extLst>
          </p:cNvPr>
          <p:cNvSpPr txBox="1"/>
          <p:nvPr/>
        </p:nvSpPr>
        <p:spPr bwMode="gray">
          <a:xfrm>
            <a:off x="9438197" y="2606370"/>
            <a:ext cx="1009892"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treatment</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1" name="Textfeld 60">
            <a:extLst>
              <a:ext uri="{FF2B5EF4-FFF2-40B4-BE49-F238E27FC236}">
                <a16:creationId xmlns:a16="http://schemas.microsoft.com/office/drawing/2014/main" id="{7B29A25A-7342-D4A3-BC1B-3F8E1012EF33}"/>
              </a:ext>
            </a:extLst>
          </p:cNvPr>
          <p:cNvSpPr txBox="1"/>
          <p:nvPr/>
        </p:nvSpPr>
        <p:spPr bwMode="gray">
          <a:xfrm>
            <a:off x="11177606" y="2606370"/>
            <a:ext cx="737381"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study</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2" name="Textfeld 61">
            <a:extLst>
              <a:ext uri="{FF2B5EF4-FFF2-40B4-BE49-F238E27FC236}">
                <a16:creationId xmlns:a16="http://schemas.microsoft.com/office/drawing/2014/main" id="{5FAFF04B-30AF-EE1F-051C-2412CBE1EE68}"/>
              </a:ext>
            </a:extLst>
          </p:cNvPr>
          <p:cNvSpPr txBox="1"/>
          <p:nvPr/>
        </p:nvSpPr>
        <p:spPr bwMode="gray">
          <a:xfrm>
            <a:off x="10954358" y="2164683"/>
            <a:ext cx="50654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4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endParaRPr>
          </a:p>
        </p:txBody>
      </p:sp>
      <p:sp>
        <p:nvSpPr>
          <p:cNvPr id="63" name="Rechteck: abgerundete Ecken 62">
            <a:extLst>
              <a:ext uri="{FF2B5EF4-FFF2-40B4-BE49-F238E27FC236}">
                <a16:creationId xmlns:a16="http://schemas.microsoft.com/office/drawing/2014/main" id="{0845B4C6-84EF-A5A5-938B-7AC15869A8D7}"/>
              </a:ext>
            </a:extLst>
          </p:cNvPr>
          <p:cNvSpPr/>
          <p:nvPr/>
        </p:nvSpPr>
        <p:spPr bwMode="gray">
          <a:xfrm>
            <a:off x="4238057" y="2933204"/>
            <a:ext cx="2016697" cy="873421"/>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de-DE" sz="1000" b="1" i="0" u="none" strike="noStrike" kern="1200" cap="none" spc="0" normalizeH="0" baseline="0" noProof="0" err="1">
                <a:ln>
                  <a:noFill/>
                </a:ln>
                <a:solidFill>
                  <a:prstClr val="black"/>
                </a:solidFill>
                <a:effectLst/>
                <a:uLnTx/>
                <a:uFillTx/>
                <a:latin typeface="Boehringer Forward Text"/>
                <a:ea typeface="+mn-ea"/>
                <a:cs typeface="+mn-cs"/>
              </a:rPr>
              <a:t>Month</a:t>
            </a:r>
            <a:r>
              <a:rPr kumimoji="0" lang="de-DE" sz="1000" b="1" i="0" u="none" strike="noStrike" kern="1200" cap="none" spc="0" normalizeH="0" baseline="0" noProof="0">
                <a:ln>
                  <a:noFill/>
                </a:ln>
                <a:solidFill>
                  <a:prstClr val="black"/>
                </a:solidFill>
                <a:effectLst/>
                <a:uLnTx/>
                <a:uFillTx/>
                <a:latin typeface="Boehringer Forward Text"/>
                <a:ea typeface="+mn-ea"/>
                <a:cs typeface="+mn-cs"/>
              </a:rPr>
              <a:t> 9 – Interim Analysis </a:t>
            </a:r>
            <a:r>
              <a:rPr kumimoji="0" lang="de-DE" sz="1051" b="1" i="0" u="none" strike="noStrike" kern="1200" cap="none" spc="0" normalizeH="0" baseline="0" noProof="0">
                <a:ln>
                  <a:noFill/>
                </a:ln>
                <a:solidFill>
                  <a:srgbClr val="C00000"/>
                </a:solidFill>
                <a:effectLst/>
                <a:uLnTx/>
                <a:uFillTx/>
                <a:latin typeface="Boehringer Forward Text"/>
                <a:ea typeface="+mn-ea"/>
                <a:cs typeface="+mn-cs"/>
              </a:rPr>
              <a:t>IgAN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(ΔUPCR)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accelerated</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approval</a:t>
            </a:r>
            <a:endParaRPr kumimoji="0" lang="de-DE" sz="9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Boehringer Forward Text"/>
                <a:ea typeface="+mn-ea"/>
                <a:cs typeface="+mn-cs"/>
              </a:rPr>
              <a:t>(n≈300)</a:t>
            </a:r>
          </a:p>
        </p:txBody>
      </p:sp>
      <p:cxnSp>
        <p:nvCxnSpPr>
          <p:cNvPr id="65" name="Gerade Verbindung mit Pfeil 64">
            <a:extLst>
              <a:ext uri="{FF2B5EF4-FFF2-40B4-BE49-F238E27FC236}">
                <a16:creationId xmlns:a16="http://schemas.microsoft.com/office/drawing/2014/main" id="{355B5A1D-3047-9A89-AFC5-9D62BC810200}"/>
              </a:ext>
            </a:extLst>
          </p:cNvPr>
          <p:cNvCxnSpPr>
            <a:cxnSpLocks/>
          </p:cNvCxnSpPr>
          <p:nvPr/>
        </p:nvCxnSpPr>
        <p:spPr bwMode="gray">
          <a:xfrm>
            <a:off x="5244727" y="2030653"/>
            <a:ext cx="0" cy="84322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Rechteck: abgerundete Ecken 66">
            <a:extLst>
              <a:ext uri="{FF2B5EF4-FFF2-40B4-BE49-F238E27FC236}">
                <a16:creationId xmlns:a16="http://schemas.microsoft.com/office/drawing/2014/main" id="{2524B6E0-9DB4-55E7-A7F5-A0B9AE3601A2}"/>
              </a:ext>
            </a:extLst>
          </p:cNvPr>
          <p:cNvSpPr>
            <a:spLocks/>
          </p:cNvSpPr>
          <p:nvPr/>
        </p:nvSpPr>
        <p:spPr bwMode="gray">
          <a:xfrm>
            <a:off x="9514048" y="2925024"/>
            <a:ext cx="2016697" cy="667190"/>
          </a:xfrm>
          <a:prstGeom prst="roundRect">
            <a:avLst/>
          </a:prstGeom>
          <a:solidFill>
            <a:srgbClr val="C5C3EE"/>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400"/>
              </a:spcAft>
              <a:buClrTx/>
              <a:buSzTx/>
              <a:buFontTx/>
              <a:buNone/>
              <a:tabLst/>
              <a:defRPr/>
            </a:pPr>
            <a:r>
              <a:rPr kumimoji="0" lang="de-DE" sz="1000" b="1" i="0" u="none" strike="noStrike" kern="1200" cap="none" spc="0" normalizeH="0" baseline="0" noProof="0">
                <a:ln>
                  <a:noFill/>
                </a:ln>
                <a:solidFill>
                  <a:prstClr val="black"/>
                </a:solidFill>
                <a:effectLst/>
                <a:uLnTx/>
                <a:uFillTx/>
                <a:latin typeface="Boehringer Forward Text"/>
                <a:ea typeface="+mn-ea"/>
                <a:cs typeface="+mn-cs"/>
              </a:rPr>
              <a:t>Final Analysis</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eGFR</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slope</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full</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approval</a:t>
            </a:r>
            <a:endParaRPr kumimoji="0" lang="de-DE" sz="9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a:ln>
                  <a:noFill/>
                </a:ln>
                <a:solidFill>
                  <a:prstClr val="black"/>
                </a:solidFill>
                <a:effectLst/>
                <a:uLnTx/>
                <a:uFillTx/>
                <a:latin typeface="Boehringer Forward Text"/>
                <a:ea typeface="+mn-ea"/>
                <a:cs typeface="+mn-cs"/>
              </a:rPr>
              <a:t>(n≈1,100)</a:t>
            </a:r>
          </a:p>
        </p:txBody>
      </p:sp>
      <p:cxnSp>
        <p:nvCxnSpPr>
          <p:cNvPr id="68" name="Gerade Verbindung mit Pfeil 67">
            <a:extLst>
              <a:ext uri="{FF2B5EF4-FFF2-40B4-BE49-F238E27FC236}">
                <a16:creationId xmlns:a16="http://schemas.microsoft.com/office/drawing/2014/main" id="{B7A6BF34-315E-53FE-E5AA-D4C6CD3ACE11}"/>
              </a:ext>
            </a:extLst>
          </p:cNvPr>
          <p:cNvCxnSpPr>
            <a:cxnSpLocks/>
          </p:cNvCxnSpPr>
          <p:nvPr/>
        </p:nvCxnSpPr>
        <p:spPr bwMode="gray">
          <a:xfrm>
            <a:off x="10523416" y="2222028"/>
            <a:ext cx="0" cy="6335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9" name="Rechteck: abgerundete Ecken 68">
            <a:extLst>
              <a:ext uri="{FF2B5EF4-FFF2-40B4-BE49-F238E27FC236}">
                <a16:creationId xmlns:a16="http://schemas.microsoft.com/office/drawing/2014/main" id="{724DF04D-9921-F98D-4AF6-CF255CACB4F6}"/>
              </a:ext>
            </a:extLst>
          </p:cNvPr>
          <p:cNvSpPr/>
          <p:nvPr/>
        </p:nvSpPr>
        <p:spPr bwMode="gray">
          <a:xfrm>
            <a:off x="332509" y="4516196"/>
            <a:ext cx="3535315" cy="1387821"/>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accelerated</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approval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Change in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proteinuria</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(UPCR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based</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on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first</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morning</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void)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from</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to</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month</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9</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full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approval</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Boehringer Forward Text"/>
                <a:ea typeface="+mn-ea"/>
                <a:cs typeface="+mn-cs"/>
              </a:rPr>
              <a:t>total annualized eGFR slope from baseline </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to end of treatment (at least 24 months)</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0" name="Rechteck: abgerundete Ecken 69">
            <a:extLst>
              <a:ext uri="{FF2B5EF4-FFF2-40B4-BE49-F238E27FC236}">
                <a16:creationId xmlns:a16="http://schemas.microsoft.com/office/drawing/2014/main" id="{0713286E-593D-0A44-C293-17C1F764C583}"/>
              </a:ext>
            </a:extLst>
          </p:cNvPr>
          <p:cNvSpPr/>
          <p:nvPr/>
        </p:nvSpPr>
        <p:spPr bwMode="gray">
          <a:xfrm>
            <a:off x="3962404" y="4516196"/>
            <a:ext cx="3969419" cy="1387821"/>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Inclusion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51" b="1" i="0" u="none" strike="noStrike" kern="1200" cap="none" spc="0" normalizeH="0" baseline="0" noProof="0">
                <a:ln>
                  <a:noFill/>
                </a:ln>
                <a:solidFill>
                  <a:srgbClr val="C00000"/>
                </a:solidFill>
                <a:effectLst/>
                <a:uLnTx/>
                <a:uFillTx/>
                <a:latin typeface="Boehringer Forward Text"/>
                <a:ea typeface="+mn-ea"/>
                <a:cs typeface="+mn-cs"/>
              </a:rPr>
              <a:t>≥12 years and 40 kg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eGFR ≥20 ml/min/1.73m2</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&gt;750 mg/g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Biopsy proven GN</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On optimized/maximally tolerated RAASi, SGLT2i, MRA and ERA for ≥8 weeks</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oral immunosuppressives on stable dose for ≥3 months</a:t>
            </a:r>
          </a:p>
        </p:txBody>
      </p:sp>
      <p:sp>
        <p:nvSpPr>
          <p:cNvPr id="71" name="Rechteck: abgerundete Ecken 70">
            <a:extLst>
              <a:ext uri="{FF2B5EF4-FFF2-40B4-BE49-F238E27FC236}">
                <a16:creationId xmlns:a16="http://schemas.microsoft.com/office/drawing/2014/main" id="{3C880CF4-CE03-E25B-3827-2E6086B3A285}"/>
              </a:ext>
            </a:extLst>
          </p:cNvPr>
          <p:cNvSpPr/>
          <p:nvPr/>
        </p:nvSpPr>
        <p:spPr bwMode="gray">
          <a:xfrm>
            <a:off x="8022000" y="4499508"/>
            <a:ext cx="3969419" cy="1387821"/>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Exclusion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rapid progressive kidney disease as measured by eGFR loss ≥ 50% over a period of 3 months prior to Screening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History of kidney transplant or planned kidney transplant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Systolic blood pressure &lt;100 mmHg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i.v.</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immunosuppressive treatment ≤6 months</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Geschweifte Klammer rechts 76">
            <a:extLst>
              <a:ext uri="{FF2B5EF4-FFF2-40B4-BE49-F238E27FC236}">
                <a16:creationId xmlns:a16="http://schemas.microsoft.com/office/drawing/2014/main" id="{6203716D-192E-CAB7-F010-CF2076367F74}"/>
              </a:ext>
            </a:extLst>
          </p:cNvPr>
          <p:cNvSpPr/>
          <p:nvPr/>
        </p:nvSpPr>
        <p:spPr bwMode="gray">
          <a:xfrm>
            <a:off x="10523417" y="1341129"/>
            <a:ext cx="120065" cy="417945"/>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ysClr val="windowText" lastClr="000000"/>
              </a:solidFill>
              <a:effectLst/>
              <a:uLnTx/>
              <a:uFillTx/>
              <a:latin typeface="Boehringer Forward Text"/>
              <a:ea typeface="+mn-ea"/>
              <a:cs typeface="+mn-cs"/>
            </a:endParaRPr>
          </a:p>
        </p:txBody>
      </p:sp>
      <p:sp>
        <p:nvSpPr>
          <p:cNvPr id="9" name="Rectangle 8">
            <a:extLst>
              <a:ext uri="{FF2B5EF4-FFF2-40B4-BE49-F238E27FC236}">
                <a16:creationId xmlns:a16="http://schemas.microsoft.com/office/drawing/2014/main" id="{E92BD31E-6B68-55B9-AF56-8DE68D8D4C55}"/>
              </a:ext>
            </a:extLst>
          </p:cNvPr>
          <p:cNvSpPr>
            <a:spLocks/>
          </p:cNvSpPr>
          <p:nvPr/>
        </p:nvSpPr>
        <p:spPr bwMode="gray">
          <a:xfrm>
            <a:off x="769954" y="1014857"/>
            <a:ext cx="1029215" cy="1078647"/>
          </a:xfrm>
          <a:prstGeom prst="rect">
            <a:avLst/>
          </a:prstGeom>
          <a:solidFill>
            <a:srgbClr val="8FA9C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TextBox 9">
            <a:extLst>
              <a:ext uri="{FF2B5EF4-FFF2-40B4-BE49-F238E27FC236}">
                <a16:creationId xmlns:a16="http://schemas.microsoft.com/office/drawing/2014/main" id="{1816229B-918D-B85F-E632-6DA9C9653B2F}"/>
              </a:ext>
            </a:extLst>
          </p:cNvPr>
          <p:cNvSpPr txBox="1"/>
          <p:nvPr/>
        </p:nvSpPr>
        <p:spPr bwMode="gray">
          <a:xfrm>
            <a:off x="646675" y="1223866"/>
            <a:ext cx="1275772" cy="578043"/>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Boehringer Forward Text"/>
                <a:ea typeface="+mn-ea"/>
                <a:cs typeface="+mn-cs"/>
              </a:rPr>
              <a:t>Screening </a:t>
            </a:r>
            <a:r>
              <a:rPr kumimoji="0" lang="de-DE" sz="1400" b="0" i="0" u="none" strike="noStrike" kern="1200" cap="none" spc="0" normalizeH="0" baseline="0" noProof="0" err="1">
                <a:ln>
                  <a:noFill/>
                </a:ln>
                <a:solidFill>
                  <a:prstClr val="black"/>
                </a:solidFill>
                <a:effectLst/>
                <a:uLnTx/>
                <a:uFillTx/>
                <a:latin typeface="Boehringer Forward Text"/>
                <a:ea typeface="+mn-ea"/>
                <a:cs typeface="+mn-cs"/>
              </a:rPr>
              <a:t>Period</a:t>
            </a:r>
            <a:endParaRPr kumimoji="0" 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Rectangle 10">
            <a:extLst>
              <a:ext uri="{FF2B5EF4-FFF2-40B4-BE49-F238E27FC236}">
                <a16:creationId xmlns:a16="http://schemas.microsoft.com/office/drawing/2014/main" id="{8FDE2F8D-7625-E74C-E973-5D7236EF1F11}"/>
              </a:ext>
            </a:extLst>
          </p:cNvPr>
          <p:cNvSpPr/>
          <p:nvPr/>
        </p:nvSpPr>
        <p:spPr bwMode="gray">
          <a:xfrm>
            <a:off x="10659790" y="949589"/>
            <a:ext cx="1029215" cy="1078647"/>
          </a:xfrm>
          <a:prstGeom prst="rect">
            <a:avLst/>
          </a:prstGeom>
          <a:solidFill>
            <a:srgbClr val="8FA9C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199B3CB5-CF75-20A3-70FB-6EFEAB787D42}"/>
              </a:ext>
            </a:extLst>
          </p:cNvPr>
          <p:cNvSpPr txBox="1"/>
          <p:nvPr/>
        </p:nvSpPr>
        <p:spPr bwMode="gray">
          <a:xfrm>
            <a:off x="10536511" y="1199890"/>
            <a:ext cx="1275772" cy="578043"/>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400" b="0" i="0" u="none" strike="noStrike" kern="1200" cap="none" spc="0" normalizeH="0" baseline="0" noProof="0">
                <a:ln>
                  <a:noFill/>
                </a:ln>
                <a:solidFill>
                  <a:prstClr val="black"/>
                </a:solidFill>
                <a:effectLst/>
                <a:uLnTx/>
                <a:uFillTx/>
                <a:latin typeface="Boehringer Forward Text"/>
                <a:ea typeface="+mn-ea"/>
                <a:cs typeface="+mn-cs"/>
              </a:rPr>
              <a:t>Follow-</a:t>
            </a:r>
            <a:r>
              <a:rPr kumimoji="0" lang="de-DE" sz="1400" b="0" i="0" u="none" strike="noStrike" kern="1200" cap="none" spc="0" normalizeH="0" baseline="0" noProof="0" err="1">
                <a:ln>
                  <a:noFill/>
                </a:ln>
                <a:solidFill>
                  <a:prstClr val="black"/>
                </a:solidFill>
                <a:effectLst/>
                <a:uLnTx/>
                <a:uFillTx/>
                <a:latin typeface="Boehringer Forward Text"/>
                <a:ea typeface="+mn-ea"/>
                <a:cs typeface="+mn-cs"/>
              </a:rPr>
              <a:t>up</a:t>
            </a:r>
            <a:r>
              <a:rPr kumimoji="0" lang="de-DE" sz="14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400" b="0" i="0" u="none" strike="noStrike" kern="1200" cap="none" spc="0" normalizeH="0" baseline="0" noProof="0" err="1">
                <a:ln>
                  <a:noFill/>
                </a:ln>
                <a:solidFill>
                  <a:prstClr val="black"/>
                </a:solidFill>
                <a:effectLst/>
                <a:uLnTx/>
                <a:uFillTx/>
                <a:latin typeface="Boehringer Forward Text"/>
                <a:ea typeface="+mn-ea"/>
                <a:cs typeface="+mn-cs"/>
              </a:rPr>
              <a:t>Period</a:t>
            </a:r>
            <a:endParaRPr kumimoji="0" lang="en-US" sz="1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Rechteck: abgerundete Ecken 39">
            <a:extLst>
              <a:ext uri="{FF2B5EF4-FFF2-40B4-BE49-F238E27FC236}">
                <a16:creationId xmlns:a16="http://schemas.microsoft.com/office/drawing/2014/main" id="{5209A682-7AE2-410E-527B-F0BF4092B40C}"/>
              </a:ext>
            </a:extLst>
          </p:cNvPr>
          <p:cNvSpPr/>
          <p:nvPr/>
        </p:nvSpPr>
        <p:spPr bwMode="gray">
          <a:xfrm>
            <a:off x="2483169" y="1077748"/>
            <a:ext cx="8041659" cy="417945"/>
          </a:xfrm>
          <a:prstGeom prst="roundRect">
            <a:avLst/>
          </a:prstGeom>
          <a:solidFill>
            <a:srgbClr val="00723E"/>
          </a:solidFill>
          <a:ln w="63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Boehringer Forward Text"/>
                <a:ea typeface="+mn-ea"/>
                <a:cs typeface="+mn-cs"/>
              </a:rPr>
              <a:t>Avenciguat 4 mg twice daily on top of SoC (n≈550)</a:t>
            </a:r>
          </a:p>
        </p:txBody>
      </p:sp>
      <p:sp>
        <p:nvSpPr>
          <p:cNvPr id="5" name="Footer Placeholder 4">
            <a:extLst>
              <a:ext uri="{FF2B5EF4-FFF2-40B4-BE49-F238E27FC236}">
                <a16:creationId xmlns:a16="http://schemas.microsoft.com/office/drawing/2014/main" id="{DD35153F-A819-2511-EFEB-3002E0D3CE36}"/>
              </a:ext>
            </a:extLst>
          </p:cNvPr>
          <p:cNvSpPr>
            <a:spLocks noGrp="1"/>
          </p:cNvSpPr>
          <p:nvPr>
            <p:ph type="ftr" sz="quarter" idx="10"/>
          </p:nvPr>
        </p:nvSpPr>
        <p:spPr>
          <a:xfrm>
            <a:off x="6503998" y="6447534"/>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TA CMR Avenciguat_sGC activator_Glomerulonephritides, 18th February 2025 - CONFIDENTIAL -</a:t>
            </a:r>
          </a:p>
        </p:txBody>
      </p:sp>
      <p:sp>
        <p:nvSpPr>
          <p:cNvPr id="19" name="Slide Number Placeholder 18">
            <a:extLst>
              <a:ext uri="{FF2B5EF4-FFF2-40B4-BE49-F238E27FC236}">
                <a16:creationId xmlns:a16="http://schemas.microsoft.com/office/drawing/2014/main" id="{4F9DBE74-26A9-A4C1-0C1F-FCD2CA3A155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0" name="Rechteck: abgerundete Ecken 19">
            <a:extLst>
              <a:ext uri="{FF2B5EF4-FFF2-40B4-BE49-F238E27FC236}">
                <a16:creationId xmlns:a16="http://schemas.microsoft.com/office/drawing/2014/main" id="{86CA0A8C-F23E-05D0-DBC0-714239B9637D}"/>
              </a:ext>
            </a:extLst>
          </p:cNvPr>
          <p:cNvSpPr/>
          <p:nvPr/>
        </p:nvSpPr>
        <p:spPr bwMode="gray">
          <a:xfrm>
            <a:off x="9514048" y="3598243"/>
            <a:ext cx="2010397" cy="795506"/>
          </a:xfrm>
          <a:prstGeom prst="roundRect">
            <a:avLst/>
          </a:prstGeom>
          <a:no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400"/>
              </a:spcAft>
              <a:buClrTx/>
              <a:buSzTx/>
              <a:buFontTx/>
              <a:buNone/>
              <a:tabLst/>
              <a:defRPr/>
            </a:pPr>
            <a:endParaRPr kumimoji="0" lang="de-DE" sz="9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Individually</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powered</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primary</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rPr>
              <a:t>endpoint</a:t>
            </a:r>
            <a:r>
              <a:rPr kumimoji="0" lang="de-DE" sz="900" b="0" i="0" u="none" strike="noStrike" kern="1200" cap="none" spc="0" normalizeH="0" baseline="0" noProof="0">
                <a:ln>
                  <a:noFill/>
                </a:ln>
                <a:solidFill>
                  <a:prstClr val="black"/>
                </a:solidFill>
                <a:effectLst/>
                <a:uLnTx/>
                <a:uFillTx/>
                <a:latin typeface="Boehringer Forward Text"/>
                <a:ea typeface="+mn-ea"/>
                <a:cs typeface="+mn-cs"/>
              </a:rPr>
              <a:t> (n≈500)</a:t>
            </a:r>
          </a:p>
          <a:p>
            <a:pPr marL="0" marR="0" lvl="0" indent="0" algn="ctr" defTabSz="914400" rtl="0" eaLnBrk="1" fontAlgn="auto" latinLnBrk="0" hangingPunct="1">
              <a:lnSpc>
                <a:spcPct val="100000"/>
              </a:lnSpc>
              <a:spcBef>
                <a:spcPts val="0"/>
              </a:spcBef>
              <a:spcAft>
                <a:spcPts val="400"/>
              </a:spcAft>
              <a:buClrTx/>
              <a:buSzTx/>
              <a:buFontTx/>
              <a:buNone/>
              <a:tabLst/>
              <a:defRPr/>
            </a:pPr>
            <a:r>
              <a:rPr kumimoji="0" lang="de-DE" sz="900" b="0" i="0" u="none" strike="noStrike" kern="1200" cap="none" spc="0" normalizeH="0" baseline="0" noProof="0">
                <a:ln>
                  <a:noFill/>
                </a:ln>
                <a:solidFill>
                  <a:prstClr val="black"/>
                </a:solidFill>
                <a:effectLst/>
                <a:uLnTx/>
                <a:uFillTx/>
                <a:latin typeface="Boehringer Forward Text"/>
                <a:ea typeface="+mn-ea"/>
                <a:cs typeface="+mn-cs"/>
                <a:sym typeface="Wingdings" panose="05000000000000000000" pitchFamily="2" charset="2"/>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sym typeface="Wingdings" panose="05000000000000000000" pitchFamily="2" charset="2"/>
              </a:rPr>
              <a:t>To</a:t>
            </a:r>
            <a:r>
              <a:rPr kumimoji="0" lang="de-DE" sz="900" b="0" i="0" u="none" strike="noStrike" kern="1200" cap="none" spc="0" normalizeH="0" baseline="0" noProof="0">
                <a:ln>
                  <a:noFill/>
                </a:ln>
                <a:solidFill>
                  <a:prstClr val="black"/>
                </a:solidFill>
                <a:effectLst/>
                <a:uLnTx/>
                <a:uFillTx/>
                <a:latin typeface="Boehringer Forward Text"/>
                <a:ea typeface="+mn-ea"/>
                <a:cs typeface="+mn-cs"/>
                <a:sym typeface="Wingdings" panose="05000000000000000000" pitchFamily="2" charset="2"/>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sym typeface="Wingdings" panose="05000000000000000000" pitchFamily="2" charset="2"/>
              </a:rPr>
              <a:t>be</a:t>
            </a:r>
            <a:r>
              <a:rPr kumimoji="0" lang="de-DE" sz="900" b="0" i="0" u="none" strike="noStrike" kern="1200" cap="none" spc="0" normalizeH="0" baseline="0" noProof="0">
                <a:ln>
                  <a:noFill/>
                </a:ln>
                <a:solidFill>
                  <a:prstClr val="black"/>
                </a:solidFill>
                <a:effectLst/>
                <a:uLnTx/>
                <a:uFillTx/>
                <a:latin typeface="Boehringer Forward Text"/>
                <a:ea typeface="+mn-ea"/>
                <a:cs typeface="+mn-cs"/>
                <a:sym typeface="Wingdings" panose="05000000000000000000" pitchFamily="2" charset="2"/>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sym typeface="Wingdings" panose="05000000000000000000" pitchFamily="2" charset="2"/>
              </a:rPr>
              <a:t>included</a:t>
            </a:r>
            <a:r>
              <a:rPr kumimoji="0" lang="de-DE" sz="900" b="0" i="0" u="none" strike="noStrike" kern="1200" cap="none" spc="0" normalizeH="0" baseline="0" noProof="0">
                <a:ln>
                  <a:noFill/>
                </a:ln>
                <a:solidFill>
                  <a:prstClr val="black"/>
                </a:solidFill>
                <a:effectLst/>
                <a:uLnTx/>
                <a:uFillTx/>
                <a:latin typeface="Boehringer Forward Text"/>
                <a:ea typeface="+mn-ea"/>
                <a:cs typeface="+mn-cs"/>
                <a:sym typeface="Wingdings" panose="05000000000000000000" pitchFamily="2" charset="2"/>
              </a:rPr>
              <a:t> in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sym typeface="Wingdings" panose="05000000000000000000" pitchFamily="2" charset="2"/>
              </a:rPr>
              <a:t>testing</a:t>
            </a:r>
            <a:r>
              <a:rPr kumimoji="0" lang="de-DE" sz="900" b="0" i="0" u="none" strike="noStrike" kern="1200" cap="none" spc="0" normalizeH="0" baseline="0" noProof="0">
                <a:ln>
                  <a:noFill/>
                </a:ln>
                <a:solidFill>
                  <a:prstClr val="black"/>
                </a:solidFill>
                <a:effectLst/>
                <a:uLnTx/>
                <a:uFillTx/>
                <a:latin typeface="Boehringer Forward Text"/>
                <a:ea typeface="+mn-ea"/>
                <a:cs typeface="+mn-cs"/>
                <a:sym typeface="Wingdings" panose="05000000000000000000" pitchFamily="2" charset="2"/>
              </a:rPr>
              <a:t> </a:t>
            </a:r>
            <a:r>
              <a:rPr kumimoji="0" lang="de-DE" sz="900" b="0" i="0" u="none" strike="noStrike" kern="1200" cap="none" spc="0" normalizeH="0" baseline="0" noProof="0" err="1">
                <a:ln>
                  <a:noFill/>
                </a:ln>
                <a:solidFill>
                  <a:prstClr val="black"/>
                </a:solidFill>
                <a:effectLst/>
                <a:uLnTx/>
                <a:uFillTx/>
                <a:latin typeface="Boehringer Forward Text"/>
                <a:ea typeface="+mn-ea"/>
                <a:cs typeface="+mn-cs"/>
                <a:sym typeface="Wingdings" panose="05000000000000000000" pitchFamily="2" charset="2"/>
              </a:rPr>
              <a:t>hierarchy</a:t>
            </a:r>
            <a:endParaRPr kumimoji="0" lang="de-DE"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Rectangle: Rounded Corners 1">
            <a:extLst>
              <a:ext uri="{FF2B5EF4-FFF2-40B4-BE49-F238E27FC236}">
                <a16:creationId xmlns:a16="http://schemas.microsoft.com/office/drawing/2014/main" id="{B83E4D0C-70F7-CCC0-A82F-DDF0989D41BC}"/>
              </a:ext>
            </a:extLst>
          </p:cNvPr>
          <p:cNvSpPr/>
          <p:nvPr/>
        </p:nvSpPr>
        <p:spPr bwMode="gray">
          <a:xfrm>
            <a:off x="9507747" y="3615252"/>
            <a:ext cx="2016698" cy="179710"/>
          </a:xfrm>
          <a:prstGeom prst="roundRect">
            <a:avLst/>
          </a:prstGeom>
          <a:solidFill>
            <a:schemeClr val="tx2"/>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051" b="1" i="0" u="none" strike="noStrike" kern="1200" cap="none" spc="0" normalizeH="0" baseline="0" noProof="0">
                <a:ln>
                  <a:noFill/>
                </a:ln>
                <a:solidFill>
                  <a:srgbClr val="C00000"/>
                </a:solidFill>
                <a:effectLst/>
                <a:uLnTx/>
                <a:uFillTx/>
                <a:latin typeface="Boehringer Forward Text"/>
                <a:ea typeface="+mn-ea"/>
                <a:cs typeface="+mn-cs"/>
              </a:rPr>
              <a:t>IgAN</a:t>
            </a:r>
          </a:p>
        </p:txBody>
      </p:sp>
    </p:spTree>
    <p:extLst>
      <p:ext uri="{BB962C8B-B14F-4D97-AF65-F5344CB8AC3E}">
        <p14:creationId xmlns:p14="http://schemas.microsoft.com/office/powerpoint/2010/main" val="20361528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TLSHAPE_TB_00000000000000000000000000000000_LeftEndCaps" hidden="1">
            <a:extLst>
              <a:ext uri="{FF2B5EF4-FFF2-40B4-BE49-F238E27FC236}">
                <a16:creationId xmlns:a16="http://schemas.microsoft.com/office/drawing/2014/main" id="{031F092A-DE16-C4E2-1FA9-AE32778CCA72}"/>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83" name="OTLSHAPE_SL2A_cd2308d02d6944d182b1a3169f4604c5_BackgroundRectangle" hidden="1">
            <a:extLst>
              <a:ext uri="{FF2B5EF4-FFF2-40B4-BE49-F238E27FC236}">
                <a16:creationId xmlns:a16="http://schemas.microsoft.com/office/drawing/2014/main" id="{5ED40BCB-C22C-BFC6-ABDC-899E0FB68B10}"/>
              </a:ext>
            </a:extLst>
          </p:cNvPr>
          <p:cNvSpPr/>
          <p:nvPr>
            <p:custDataLst>
              <p:tags r:id="rId3"/>
            </p:custDataLst>
          </p:nvPr>
        </p:nvSpPr>
        <p:spPr>
          <a:xfrm>
            <a:off x="1930400" y="2413047"/>
            <a:ext cx="9423400" cy="869781"/>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OTLSHAPE_SL2A_cd2308d02d6944d182b1a3169f4604c5_HeaderRectangle" hidden="1">
            <a:extLst>
              <a:ext uri="{FF2B5EF4-FFF2-40B4-BE49-F238E27FC236}">
                <a16:creationId xmlns:a16="http://schemas.microsoft.com/office/drawing/2014/main" id="{DAA2D747-0D90-DD24-30C0-677E34DF949D}"/>
              </a:ext>
            </a:extLst>
          </p:cNvPr>
          <p:cNvSpPr/>
          <p:nvPr>
            <p:custDataLst>
              <p:tags r:id="rId4"/>
            </p:custDataLst>
          </p:nvPr>
        </p:nvSpPr>
        <p:spPr>
          <a:xfrm>
            <a:off x="1930400" y="2413047"/>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OTLSHAPE_SL2A_cd2308d02d6944d182b1a3169f4604c5_Header" hidden="1">
            <a:extLst>
              <a:ext uri="{FF2B5EF4-FFF2-40B4-BE49-F238E27FC236}">
                <a16:creationId xmlns:a16="http://schemas.microsoft.com/office/drawing/2014/main" id="{61D9D75E-2415-20D1-5F92-40B215157E45}"/>
              </a:ext>
            </a:extLst>
          </p:cNvPr>
          <p:cNvSpPr txBox="1"/>
          <p:nvPr>
            <p:custDataLst>
              <p:tags r:id="rId5"/>
            </p:custDataLst>
          </p:nvPr>
        </p:nvSpPr>
        <p:spPr>
          <a:xfrm>
            <a:off x="12700" y="-1880113"/>
            <a:ext cx="0"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36" name="OTLSHAPE_SLT_5e89ef62d6b243098418287a9f5312b4_ShapePercentage" hidden="1">
            <a:extLst>
              <a:ext uri="{FF2B5EF4-FFF2-40B4-BE49-F238E27FC236}">
                <a16:creationId xmlns:a16="http://schemas.microsoft.com/office/drawing/2014/main" id="{3868C688-8D0B-8766-CB34-1A2AC542200A}"/>
              </a:ext>
            </a:extLst>
          </p:cNvPr>
          <p:cNvSpPr/>
          <p:nvPr>
            <p:custDataLst>
              <p:tags r:id="rId6"/>
            </p:custDataLst>
          </p:nvPr>
        </p:nvSpPr>
        <p:spPr>
          <a:xfrm>
            <a:off x="3257355" y="3640205"/>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OTLSHAPE_SLT_5e89ef62d6b243098418287a9f5312b4_Duration" hidden="1">
            <a:extLst>
              <a:ext uri="{FF2B5EF4-FFF2-40B4-BE49-F238E27FC236}">
                <a16:creationId xmlns:a16="http://schemas.microsoft.com/office/drawing/2014/main" id="{3F92674D-B182-9A5A-A80E-2BD7AF20C2F5}"/>
              </a:ext>
            </a:extLst>
          </p:cNvPr>
          <p:cNvSpPr txBox="1"/>
          <p:nvPr>
            <p:custDataLst>
              <p:tags r:id="rId7"/>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8" name="OTLSHAPE_SLT_5e89ef62d6b243098418287a9f5312b4_TextPercentage" hidden="1">
            <a:extLst>
              <a:ext uri="{FF2B5EF4-FFF2-40B4-BE49-F238E27FC236}">
                <a16:creationId xmlns:a16="http://schemas.microsoft.com/office/drawing/2014/main" id="{572179F0-4C1E-83D0-AA46-49ED7C6E1B19}"/>
              </a:ext>
            </a:extLst>
          </p:cNvPr>
          <p:cNvSpPr txBox="1"/>
          <p:nvPr>
            <p:custDataLst>
              <p:tags r:id="rId8"/>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9" name="OTLSHAPE_SLT_5e89ef62d6b243098418287a9f5312b4_StartDate" hidden="1">
            <a:extLst>
              <a:ext uri="{FF2B5EF4-FFF2-40B4-BE49-F238E27FC236}">
                <a16:creationId xmlns:a16="http://schemas.microsoft.com/office/drawing/2014/main" id="{3C36CCDC-2746-3E6B-0A77-7FDD9D01D66E}"/>
              </a:ext>
            </a:extLst>
          </p:cNvPr>
          <p:cNvSpPr txBox="1"/>
          <p:nvPr>
            <p:custDataLst>
              <p:tags r:id="rId9"/>
            </p:custDataLst>
          </p:nvPr>
        </p:nvSpPr>
        <p:spPr>
          <a:xfrm>
            <a:off x="12700" y="-387409"/>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140" name="OTLSHAPE_SLT_5e89ef62d6b243098418287a9f5312b4_EndDate" hidden="1">
            <a:extLst>
              <a:ext uri="{FF2B5EF4-FFF2-40B4-BE49-F238E27FC236}">
                <a16:creationId xmlns:a16="http://schemas.microsoft.com/office/drawing/2014/main" id="{E4C6512D-747E-A4E0-85A9-200D622079F8}"/>
              </a:ext>
            </a:extLst>
          </p:cNvPr>
          <p:cNvSpPr txBox="1"/>
          <p:nvPr>
            <p:custDataLst>
              <p:tags r:id="rId10"/>
            </p:custDataLst>
          </p:nvPr>
        </p:nvSpPr>
        <p:spPr>
          <a:xfrm>
            <a:off x="12700" y="-387409"/>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3" name="OTLSHAPE_TB_00000000000000000000000000000000_RightEndCaps" hidden="1">
            <a:extLst>
              <a:ext uri="{FF2B5EF4-FFF2-40B4-BE49-F238E27FC236}">
                <a16:creationId xmlns:a16="http://schemas.microsoft.com/office/drawing/2014/main" id="{B86C1995-BF24-96EF-15DE-369D4B9438B3}"/>
              </a:ext>
            </a:extLst>
          </p:cNvPr>
          <p:cNvSpPr txBox="1"/>
          <p:nvPr>
            <p:custDataLst>
              <p:tags r:id="rId1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2030</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42" name="OTLSHAPE_SLT_204ac9d9291f49b98f02dce0efc777e3_ShapePercentage" hidden="1">
            <a:extLst>
              <a:ext uri="{FF2B5EF4-FFF2-40B4-BE49-F238E27FC236}">
                <a16:creationId xmlns:a16="http://schemas.microsoft.com/office/drawing/2014/main" id="{F32A350B-9C42-295B-F70E-F1D9452A28B3}"/>
              </a:ext>
            </a:extLst>
          </p:cNvPr>
          <p:cNvSpPr/>
          <p:nvPr>
            <p:custDataLst>
              <p:tags r:id="rId12"/>
            </p:custDataLst>
          </p:nvPr>
        </p:nvSpPr>
        <p:spPr>
          <a:xfrm>
            <a:off x="2477170" y="3406187"/>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2" name="OTLSHAPE_SLT_204ac9d9291f49b98f02dce0efc777e3_Duration" hidden="1">
            <a:extLst>
              <a:ext uri="{FF2B5EF4-FFF2-40B4-BE49-F238E27FC236}">
                <a16:creationId xmlns:a16="http://schemas.microsoft.com/office/drawing/2014/main" id="{66BEF194-341C-A943-44BE-4D17706C6EEB}"/>
              </a:ext>
            </a:extLst>
          </p:cNvPr>
          <p:cNvSpPr txBox="1"/>
          <p:nvPr>
            <p:custDataLst>
              <p:tags r:id="rId13"/>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65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3" name="OTLSHAPE_SLT_204ac9d9291f49b98f02dce0efc777e3_TextPercentage" hidden="1">
            <a:extLst>
              <a:ext uri="{FF2B5EF4-FFF2-40B4-BE49-F238E27FC236}">
                <a16:creationId xmlns:a16="http://schemas.microsoft.com/office/drawing/2014/main" id="{1E33C166-7E8B-2313-2E78-A9FF11809DA3}"/>
              </a:ext>
            </a:extLst>
          </p:cNvPr>
          <p:cNvSpPr txBox="1"/>
          <p:nvPr>
            <p:custDataLst>
              <p:tags r:id="rId14"/>
            </p:custDataLst>
          </p:nvPr>
        </p:nvSpPr>
        <p:spPr>
          <a:xfrm>
            <a:off x="12700" y="-23352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54" name="OTLSHAPE_SLT_204ac9d9291f49b98f02dce0efc777e3_StartDate" hidden="1">
            <a:extLst>
              <a:ext uri="{FF2B5EF4-FFF2-40B4-BE49-F238E27FC236}">
                <a16:creationId xmlns:a16="http://schemas.microsoft.com/office/drawing/2014/main" id="{4AC0BFC1-18B5-BF23-46CE-91B4D02C1D2A}"/>
              </a:ext>
            </a:extLst>
          </p:cNvPr>
          <p:cNvSpPr txBox="1"/>
          <p:nvPr>
            <p:custDataLst>
              <p:tags r:id="rId15"/>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55" name="OTLSHAPE_SLT_204ac9d9291f49b98f02dce0efc777e3_EndDate" hidden="1">
            <a:extLst>
              <a:ext uri="{FF2B5EF4-FFF2-40B4-BE49-F238E27FC236}">
                <a16:creationId xmlns:a16="http://schemas.microsoft.com/office/drawing/2014/main" id="{34F5FDE2-EEAF-90AA-19AF-F3789C94C244}"/>
              </a:ext>
            </a:extLst>
          </p:cNvPr>
          <p:cNvSpPr txBox="1"/>
          <p:nvPr>
            <p:custDataLst>
              <p:tags r:id="rId16"/>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65" name="OTLSHAPE_SL2A_bd812b5aba0d4ece931cb019484466b8_BackgroundRectangle" hidden="1">
            <a:extLst>
              <a:ext uri="{FF2B5EF4-FFF2-40B4-BE49-F238E27FC236}">
                <a16:creationId xmlns:a16="http://schemas.microsoft.com/office/drawing/2014/main" id="{23F420C4-5749-A690-394B-6707D4FBEAAC}"/>
              </a:ext>
            </a:extLst>
          </p:cNvPr>
          <p:cNvSpPr/>
          <p:nvPr>
            <p:custDataLst>
              <p:tags r:id="rId17"/>
            </p:custDataLst>
          </p:nvPr>
        </p:nvSpPr>
        <p:spPr bwMode="gray">
          <a:xfrm>
            <a:off x="1930400" y="3346328"/>
            <a:ext cx="9423400" cy="11192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OTLSHAPE_SL2A_bd812b5aba0d4ece931cb019484466b8_HeaderRectangle" hidden="1">
            <a:extLst>
              <a:ext uri="{FF2B5EF4-FFF2-40B4-BE49-F238E27FC236}">
                <a16:creationId xmlns:a16="http://schemas.microsoft.com/office/drawing/2014/main" id="{FA034370-280D-D47E-41A0-3EA24B9D8D85}"/>
              </a:ext>
            </a:extLst>
          </p:cNvPr>
          <p:cNvSpPr/>
          <p:nvPr>
            <p:custDataLst>
              <p:tags r:id="rId18"/>
            </p:custDataLst>
          </p:nvPr>
        </p:nvSpPr>
        <p:spPr bwMode="gray">
          <a:xfrm>
            <a:off x="1930400" y="3346328"/>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 name="OTLSHAPE_SLT_f3e8c6c9fbc84b2099f828fe09da3cd6_ShapePercentage" hidden="1">
            <a:extLst>
              <a:ext uri="{FF2B5EF4-FFF2-40B4-BE49-F238E27FC236}">
                <a16:creationId xmlns:a16="http://schemas.microsoft.com/office/drawing/2014/main" id="{2E4E1544-2158-C858-80E1-EDEA8C162CDE}"/>
              </a:ext>
            </a:extLst>
          </p:cNvPr>
          <p:cNvSpPr/>
          <p:nvPr>
            <p:custDataLst>
              <p:tags r:id="rId19"/>
            </p:custDataLst>
          </p:nvPr>
        </p:nvSpPr>
        <p:spPr bwMode="gray">
          <a:xfrm>
            <a:off x="3486322" y="2861949"/>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bd812b5aba0d4ece931cb019484466b8_Header" hidden="1">
            <a:extLst>
              <a:ext uri="{FF2B5EF4-FFF2-40B4-BE49-F238E27FC236}">
                <a16:creationId xmlns:a16="http://schemas.microsoft.com/office/drawing/2014/main" id="{FB86A555-3366-C413-97AD-E9DDABE3B259}"/>
              </a:ext>
            </a:extLst>
          </p:cNvPr>
          <p:cNvSpPr txBox="1"/>
          <p:nvPr>
            <p:custDataLst>
              <p:tags r:id="rId20"/>
            </p:custDataLst>
          </p:nvPr>
        </p:nvSpPr>
        <p:spPr bwMode="gray">
          <a:xfrm>
            <a:off x="12700" y="-366826"/>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4" name="OTLSHAPE_SLT_f3e8c6c9fbc84b2099f828fe09da3cd6_Duration" hidden="1">
            <a:extLst>
              <a:ext uri="{FF2B5EF4-FFF2-40B4-BE49-F238E27FC236}">
                <a16:creationId xmlns:a16="http://schemas.microsoft.com/office/drawing/2014/main" id="{040B7186-0A22-460F-3ABD-2C060F9550CF}"/>
              </a:ext>
            </a:extLst>
          </p:cNvPr>
          <p:cNvSpPr txBox="1"/>
          <p:nvPr>
            <p:custDataLst>
              <p:tags r:id="rId21"/>
            </p:custDataLst>
          </p:nvPr>
        </p:nvSpPr>
        <p:spPr bwMode="gray">
          <a:xfrm>
            <a:off x="12700" y="-588559"/>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659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8" name="OTLSHAPE_SLT_f3e8c6c9fbc84b2099f828fe09da3cd6_TextPercentage" hidden="1">
            <a:extLst>
              <a:ext uri="{FF2B5EF4-FFF2-40B4-BE49-F238E27FC236}">
                <a16:creationId xmlns:a16="http://schemas.microsoft.com/office/drawing/2014/main" id="{ECDB4D8F-BCB9-FD61-221F-A60AAA51EF0C}"/>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39" name="OTLSHAPE_SLT_f3e8c6c9fbc84b2099f828fe09da3cd6_StartDate" hidden="1">
            <a:extLst>
              <a:ext uri="{FF2B5EF4-FFF2-40B4-BE49-F238E27FC236}">
                <a16:creationId xmlns:a16="http://schemas.microsoft.com/office/drawing/2014/main" id="{4E0D087C-50EF-C732-0303-15FB2D9E87EB}"/>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0" name="OTLSHAPE_SLT_f3e8c6c9fbc84b2099f828fe09da3cd6_EndDate" hidden="1">
            <a:extLst>
              <a:ext uri="{FF2B5EF4-FFF2-40B4-BE49-F238E27FC236}">
                <a16:creationId xmlns:a16="http://schemas.microsoft.com/office/drawing/2014/main" id="{BB49C470-88D2-8313-0362-FE9AF28ACBDC}"/>
              </a:ext>
            </a:extLst>
          </p:cNvPr>
          <p:cNvSpPr txBox="1"/>
          <p:nvPr>
            <p:custDataLst>
              <p:tags r:id="rId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7" name="OTLSHAPE_SLT_1dbae2abd791421e828722a5193e8d48_ShapePercentage" hidden="1">
            <a:extLst>
              <a:ext uri="{FF2B5EF4-FFF2-40B4-BE49-F238E27FC236}">
                <a16:creationId xmlns:a16="http://schemas.microsoft.com/office/drawing/2014/main" id="{31970332-F324-8E3B-4E2E-AFF0578CCE67}"/>
              </a:ext>
            </a:extLst>
          </p:cNvPr>
          <p:cNvSpPr/>
          <p:nvPr>
            <p:custDataLst>
              <p:tags r:id="rId25"/>
            </p:custDataLst>
          </p:nvPr>
        </p:nvSpPr>
        <p:spPr bwMode="gray">
          <a:xfrm>
            <a:off x="9299547" y="309596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5" name="OTLSHAPE_SLT_19b1abb07db4433f9f88502e25b2efb6_ShapePercentage" hidden="1">
            <a:extLst>
              <a:ext uri="{FF2B5EF4-FFF2-40B4-BE49-F238E27FC236}">
                <a16:creationId xmlns:a16="http://schemas.microsoft.com/office/drawing/2014/main" id="{4BDB5DF2-0619-D8E9-7B2A-D10F06B25793}"/>
              </a:ext>
            </a:extLst>
          </p:cNvPr>
          <p:cNvSpPr/>
          <p:nvPr>
            <p:custDataLst>
              <p:tags r:id="rId26"/>
            </p:custDataLst>
          </p:nvPr>
        </p:nvSpPr>
        <p:spPr bwMode="gray">
          <a:xfrm>
            <a:off x="4029059" y="3874224"/>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5" name="OTLSHAPE_SLT_2267c12151a44448b1baa8163423f14f_ShapePercentage" hidden="1">
            <a:extLst>
              <a:ext uri="{FF2B5EF4-FFF2-40B4-BE49-F238E27FC236}">
                <a16:creationId xmlns:a16="http://schemas.microsoft.com/office/drawing/2014/main" id="{4C8E1962-68EC-9E45-8F0B-C7E2A02032EB}"/>
              </a:ext>
            </a:extLst>
          </p:cNvPr>
          <p:cNvSpPr/>
          <p:nvPr>
            <p:custDataLst>
              <p:tags r:id="rId27"/>
            </p:custDataLst>
          </p:nvPr>
        </p:nvSpPr>
        <p:spPr bwMode="gray">
          <a:xfrm>
            <a:off x="9422514" y="4193502"/>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OTLSHAPE_SLT_1dbae2abd791421e828722a5193e8d48_Duration" hidden="1">
            <a:extLst>
              <a:ext uri="{FF2B5EF4-FFF2-40B4-BE49-F238E27FC236}">
                <a16:creationId xmlns:a16="http://schemas.microsoft.com/office/drawing/2014/main" id="{F23BBB69-51CE-8584-64C9-38C2F437F596}"/>
              </a:ext>
            </a:extLst>
          </p:cNvPr>
          <p:cNvSpPr txBox="1"/>
          <p:nvPr>
            <p:custDataLst>
              <p:tags r:id="rId28"/>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261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9" name="OTLSHAPE_SLT_1dbae2abd791421e828722a5193e8d48_TextPercentage" hidden="1">
            <a:extLst>
              <a:ext uri="{FF2B5EF4-FFF2-40B4-BE49-F238E27FC236}">
                <a16:creationId xmlns:a16="http://schemas.microsoft.com/office/drawing/2014/main" id="{8926BF7C-FCEF-137A-781A-ECAA7BD70D80}"/>
              </a:ext>
            </a:extLst>
          </p:cNvPr>
          <p:cNvSpPr txBox="1"/>
          <p:nvPr>
            <p:custDataLst>
              <p:tags r:id="rId2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0" name="OTLSHAPE_SLT_1dbae2abd791421e828722a5193e8d48_StartDate" hidden="1">
            <a:extLst>
              <a:ext uri="{FF2B5EF4-FFF2-40B4-BE49-F238E27FC236}">
                <a16:creationId xmlns:a16="http://schemas.microsoft.com/office/drawing/2014/main" id="{B6AD166A-2275-B356-9C13-C52AD6BC6FB6}"/>
              </a:ext>
            </a:extLst>
          </p:cNvPr>
          <p:cNvSpPr txBox="1"/>
          <p:nvPr>
            <p:custDataLst>
              <p:tags r:id="rId3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2" name="OTLSHAPE_SLT_1dbae2abd791421e828722a5193e8d48_EndDate" hidden="1">
            <a:extLst>
              <a:ext uri="{FF2B5EF4-FFF2-40B4-BE49-F238E27FC236}">
                <a16:creationId xmlns:a16="http://schemas.microsoft.com/office/drawing/2014/main" id="{B4053229-4B14-6FF7-C6E9-2FEF9A3B19F4}"/>
              </a:ext>
            </a:extLst>
          </p:cNvPr>
          <p:cNvSpPr txBox="1"/>
          <p:nvPr>
            <p:custDataLst>
              <p:tags r:id="rId3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6" name="OTLSHAPE_SLT_19b1abb07db4433f9f88502e25b2efb6_Duration" hidden="1">
            <a:extLst>
              <a:ext uri="{FF2B5EF4-FFF2-40B4-BE49-F238E27FC236}">
                <a16:creationId xmlns:a16="http://schemas.microsoft.com/office/drawing/2014/main" id="{8AF3D770-5FC4-6914-BCA1-A945CCCD5ACF}"/>
              </a:ext>
            </a:extLst>
          </p:cNvPr>
          <p:cNvSpPr txBox="1"/>
          <p:nvPr>
            <p:custDataLst>
              <p:tags r:id="rId32"/>
            </p:custDataLst>
          </p:nvPr>
        </p:nvSpPr>
        <p:spPr bwMode="gray">
          <a:xfrm>
            <a:off x="12700" y="-588559"/>
            <a:ext cx="4572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567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7" name="OTLSHAPE_SLT_19b1abb07db4433f9f88502e25b2efb6_TextPercentage" hidden="1">
            <a:extLst>
              <a:ext uri="{FF2B5EF4-FFF2-40B4-BE49-F238E27FC236}">
                <a16:creationId xmlns:a16="http://schemas.microsoft.com/office/drawing/2014/main" id="{EA444F52-4EDF-27EE-BE6B-CF207EE664B4}"/>
              </a:ext>
            </a:extLst>
          </p:cNvPr>
          <p:cNvSpPr txBox="1"/>
          <p:nvPr>
            <p:custDataLst>
              <p:tags r:id="rId3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0" name="OTLSHAPE_SLT_19b1abb07db4433f9f88502e25b2efb6_StartDate" hidden="1">
            <a:extLst>
              <a:ext uri="{FF2B5EF4-FFF2-40B4-BE49-F238E27FC236}">
                <a16:creationId xmlns:a16="http://schemas.microsoft.com/office/drawing/2014/main" id="{E4179147-E51A-1DE7-070E-271BA465D1EA}"/>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1" name="OTLSHAPE_SLT_19b1abb07db4433f9f88502e25b2efb6_EndDate" hidden="1">
            <a:extLst>
              <a:ext uri="{FF2B5EF4-FFF2-40B4-BE49-F238E27FC236}">
                <a16:creationId xmlns:a16="http://schemas.microsoft.com/office/drawing/2014/main" id="{43D76D3F-6A46-DC98-DB20-3205D656B17D}"/>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8" name="OTLSHAPE_SLT_2267c12151a44448b1baa8163423f14f_Duration" hidden="1">
            <a:extLst>
              <a:ext uri="{FF2B5EF4-FFF2-40B4-BE49-F238E27FC236}">
                <a16:creationId xmlns:a16="http://schemas.microsoft.com/office/drawing/2014/main" id="{D1D73862-3416-003E-EB28-A0D1F9E5CAE9}"/>
              </a:ext>
            </a:extLst>
          </p:cNvPr>
          <p:cNvSpPr txBox="1"/>
          <p:nvPr>
            <p:custDataLst>
              <p:tags r:id="rId36"/>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262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29" name="OTLSHAPE_SLT_2267c12151a44448b1baa8163423f14f_TextPercentage" hidden="1">
            <a:extLst>
              <a:ext uri="{FF2B5EF4-FFF2-40B4-BE49-F238E27FC236}">
                <a16:creationId xmlns:a16="http://schemas.microsoft.com/office/drawing/2014/main" id="{0B8C97FC-EAE0-C180-14BE-7B156634DE47}"/>
              </a:ext>
            </a:extLst>
          </p:cNvPr>
          <p:cNvSpPr txBox="1"/>
          <p:nvPr>
            <p:custDataLst>
              <p:tags r:id="rId3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30" name="OTLSHAPE_SLT_2267c12151a44448b1baa8163423f14f_StartDate" hidden="1">
            <a:extLst>
              <a:ext uri="{FF2B5EF4-FFF2-40B4-BE49-F238E27FC236}">
                <a16:creationId xmlns:a16="http://schemas.microsoft.com/office/drawing/2014/main" id="{0965077A-61AB-095E-7575-704797D98A92}"/>
              </a:ext>
            </a:extLst>
          </p:cNvPr>
          <p:cNvSpPr txBox="1"/>
          <p:nvPr>
            <p:custDataLst>
              <p:tags r:id="rId3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31" name="OTLSHAPE_SLT_2267c12151a44448b1baa8163423f14f_EndDate" hidden="1">
            <a:extLst>
              <a:ext uri="{FF2B5EF4-FFF2-40B4-BE49-F238E27FC236}">
                <a16:creationId xmlns:a16="http://schemas.microsoft.com/office/drawing/2014/main" id="{6B4AE03F-61FB-0489-0797-8DFA2A63C563}"/>
              </a:ext>
            </a:extLst>
          </p:cNvPr>
          <p:cNvSpPr txBox="1"/>
          <p:nvPr>
            <p:custDataLst>
              <p:tags r:id="rId3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_008b357a959f4d9183e7c3df44197c27_BackgroundRectangle">
            <a:extLst>
              <a:ext uri="{FF2B5EF4-FFF2-40B4-BE49-F238E27FC236}">
                <a16:creationId xmlns:a16="http://schemas.microsoft.com/office/drawing/2014/main" id="{5F1B4AD7-BB3D-D8F5-4A31-9A7074216948}"/>
              </a:ext>
            </a:extLst>
          </p:cNvPr>
          <p:cNvSpPr/>
          <p:nvPr>
            <p:custDataLst>
              <p:tags r:id="rId40"/>
            </p:custDataLst>
          </p:nvPr>
        </p:nvSpPr>
        <p:spPr>
          <a:xfrm>
            <a:off x="63500" y="2413047"/>
            <a:ext cx="11290300" cy="869781"/>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OTLSHAPE_SL_ae039774f5d941348767efd1938c968d_BackgroundRectangle">
            <a:extLst>
              <a:ext uri="{FF2B5EF4-FFF2-40B4-BE49-F238E27FC236}">
                <a16:creationId xmlns:a16="http://schemas.microsoft.com/office/drawing/2014/main" id="{29633D82-7BA5-6388-73FB-865F1ADD8197}"/>
              </a:ext>
            </a:extLst>
          </p:cNvPr>
          <p:cNvSpPr/>
          <p:nvPr>
            <p:custDataLst>
              <p:tags r:id="rId41"/>
            </p:custDataLst>
          </p:nvPr>
        </p:nvSpPr>
        <p:spPr bwMode="gray">
          <a:xfrm>
            <a:off x="63500" y="3346328"/>
            <a:ext cx="11290300" cy="1119293"/>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ScaleContainer">
            <a:extLst>
              <a:ext uri="{FF2B5EF4-FFF2-40B4-BE49-F238E27FC236}">
                <a16:creationId xmlns:a16="http://schemas.microsoft.com/office/drawing/2014/main" id="{6E31C414-14A0-B474-C338-CDBC658FD865}"/>
              </a:ext>
            </a:extLst>
          </p:cNvPr>
          <p:cNvSpPr/>
          <p:nvPr>
            <p:custDataLst>
              <p:tags r:id="rId42"/>
            </p:custDataLst>
          </p:nvPr>
        </p:nvSpPr>
        <p:spPr>
          <a:xfrm>
            <a:off x="2057400" y="1685125"/>
            <a:ext cx="92964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6" name="OTLSHAPE_SL_008b357a959f4d9183e7c3df44197c27_HeaderRectangle">
            <a:extLst>
              <a:ext uri="{FF2B5EF4-FFF2-40B4-BE49-F238E27FC236}">
                <a16:creationId xmlns:a16="http://schemas.microsoft.com/office/drawing/2014/main" id="{B3363553-5BC8-1F1F-24DC-FBB287DA2B08}"/>
              </a:ext>
            </a:extLst>
          </p:cNvPr>
          <p:cNvSpPr/>
          <p:nvPr>
            <p:custDataLst>
              <p:tags r:id="rId43"/>
            </p:custDataLst>
          </p:nvPr>
        </p:nvSpPr>
        <p:spPr>
          <a:xfrm>
            <a:off x="63500" y="2413047"/>
            <a:ext cx="1866900" cy="869781"/>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OTLSHAPE_SL_ae039774f5d941348767efd1938c968d_HeaderRectangle">
            <a:extLst>
              <a:ext uri="{FF2B5EF4-FFF2-40B4-BE49-F238E27FC236}">
                <a16:creationId xmlns:a16="http://schemas.microsoft.com/office/drawing/2014/main" id="{93488A2C-AC0E-4195-593A-310F9502A528}"/>
              </a:ext>
            </a:extLst>
          </p:cNvPr>
          <p:cNvSpPr/>
          <p:nvPr>
            <p:custDataLst>
              <p:tags r:id="rId44"/>
            </p:custDataLst>
          </p:nvPr>
        </p:nvSpPr>
        <p:spPr bwMode="gray">
          <a:xfrm>
            <a:off x="63500" y="3346328"/>
            <a:ext cx="1866900" cy="1119293"/>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46" name="OTLSHAPE_G_00000000000000000000000000000000_ShapeBelow0">
            <a:extLst>
              <a:ext uri="{FF2B5EF4-FFF2-40B4-BE49-F238E27FC236}">
                <a16:creationId xmlns:a16="http://schemas.microsoft.com/office/drawing/2014/main" id="{DBB8CC51-F0EF-8CB9-F65C-5C08DDEBB308}"/>
              </a:ext>
            </a:extLst>
          </p:cNvPr>
          <p:cNvCxnSpPr/>
          <p:nvPr>
            <p:custDataLst>
              <p:tags r:id="rId45"/>
            </p:custDataLst>
          </p:nvPr>
        </p:nvCxnSpPr>
        <p:spPr>
          <a:xfrm>
            <a:off x="3605049" y="1939124"/>
            <a:ext cx="0" cy="252649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OTLSHAPE_G_00000000000000000000000000000000_ShapeBelow1">
            <a:extLst>
              <a:ext uri="{FF2B5EF4-FFF2-40B4-BE49-F238E27FC236}">
                <a16:creationId xmlns:a16="http://schemas.microsoft.com/office/drawing/2014/main" id="{7FA3992C-52FE-CC42-8F18-338ABEDD3449}"/>
              </a:ext>
            </a:extLst>
          </p:cNvPr>
          <p:cNvCxnSpPr/>
          <p:nvPr>
            <p:custDataLst>
              <p:tags r:id="rId46"/>
            </p:custDataLst>
          </p:nvPr>
        </p:nvCxnSpPr>
        <p:spPr>
          <a:xfrm>
            <a:off x="5152698" y="1939124"/>
            <a:ext cx="0" cy="252649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G_00000000000000000000000000000000_ShapeBelow2">
            <a:extLst>
              <a:ext uri="{FF2B5EF4-FFF2-40B4-BE49-F238E27FC236}">
                <a16:creationId xmlns:a16="http://schemas.microsoft.com/office/drawing/2014/main" id="{C2486BD6-E927-2CFB-8619-C41FF86F1AE5}"/>
              </a:ext>
            </a:extLst>
          </p:cNvPr>
          <p:cNvCxnSpPr/>
          <p:nvPr>
            <p:custDataLst>
              <p:tags r:id="rId47"/>
            </p:custDataLst>
          </p:nvPr>
        </p:nvCxnSpPr>
        <p:spPr>
          <a:xfrm>
            <a:off x="6700348" y="1939124"/>
            <a:ext cx="0" cy="252649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OTLSHAPE_G_00000000000000000000000000000000_ShapeBelow3">
            <a:extLst>
              <a:ext uri="{FF2B5EF4-FFF2-40B4-BE49-F238E27FC236}">
                <a16:creationId xmlns:a16="http://schemas.microsoft.com/office/drawing/2014/main" id="{3976C756-9576-6293-4C5E-F8CBDBBC2411}"/>
              </a:ext>
            </a:extLst>
          </p:cNvPr>
          <p:cNvCxnSpPr/>
          <p:nvPr>
            <p:custDataLst>
              <p:tags r:id="rId48"/>
            </p:custDataLst>
          </p:nvPr>
        </p:nvCxnSpPr>
        <p:spPr>
          <a:xfrm>
            <a:off x="8252237" y="1939124"/>
            <a:ext cx="0" cy="252649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OTLSHAPE_G_00000000000000000000000000000000_ShapeBelow4">
            <a:extLst>
              <a:ext uri="{FF2B5EF4-FFF2-40B4-BE49-F238E27FC236}">
                <a16:creationId xmlns:a16="http://schemas.microsoft.com/office/drawing/2014/main" id="{1A45CCB7-0E1D-4489-B772-9B4FC12198D1}"/>
              </a:ext>
            </a:extLst>
          </p:cNvPr>
          <p:cNvCxnSpPr/>
          <p:nvPr>
            <p:custDataLst>
              <p:tags r:id="rId49"/>
            </p:custDataLst>
          </p:nvPr>
        </p:nvCxnSpPr>
        <p:spPr>
          <a:xfrm>
            <a:off x="9799886" y="1939124"/>
            <a:ext cx="0" cy="252649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OTLSHAPE_SLT_5e89ef62d6b243098418287a9f5312b4_Shape">
            <a:extLst>
              <a:ext uri="{FF2B5EF4-FFF2-40B4-BE49-F238E27FC236}">
                <a16:creationId xmlns:a16="http://schemas.microsoft.com/office/drawing/2014/main" id="{4833BD7F-15CD-1FC9-85D9-76AB4C3E0987}"/>
              </a:ext>
            </a:extLst>
          </p:cNvPr>
          <p:cNvSpPr/>
          <p:nvPr>
            <p:custDataLst>
              <p:tags r:id="rId50"/>
            </p:custDataLst>
          </p:nvPr>
        </p:nvSpPr>
        <p:spPr>
          <a:xfrm>
            <a:off x="3257355" y="3640205"/>
            <a:ext cx="3937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1" name="OTLSHAPE_SLT_204ac9d9291f49b98f02dce0efc777e3_Shape">
            <a:extLst>
              <a:ext uri="{FF2B5EF4-FFF2-40B4-BE49-F238E27FC236}">
                <a16:creationId xmlns:a16="http://schemas.microsoft.com/office/drawing/2014/main" id="{B02E5004-15A4-2D08-3D0B-8470CCDEC454}"/>
              </a:ext>
            </a:extLst>
          </p:cNvPr>
          <p:cNvSpPr/>
          <p:nvPr>
            <p:custDataLst>
              <p:tags r:id="rId51"/>
            </p:custDataLst>
          </p:nvPr>
        </p:nvSpPr>
        <p:spPr>
          <a:xfrm>
            <a:off x="2477170" y="3406187"/>
            <a:ext cx="393700" cy="127000"/>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OTLSHAPE_SLT_f3e8c6c9fbc84b2099f828fe09da3cd6_Shape">
            <a:extLst>
              <a:ext uri="{FF2B5EF4-FFF2-40B4-BE49-F238E27FC236}">
                <a16:creationId xmlns:a16="http://schemas.microsoft.com/office/drawing/2014/main" id="{4EFEF0A1-866F-903C-61FB-260F45B9BF5D}"/>
              </a:ext>
            </a:extLst>
          </p:cNvPr>
          <p:cNvSpPr/>
          <p:nvPr>
            <p:custDataLst>
              <p:tags r:id="rId52"/>
            </p:custDataLst>
          </p:nvPr>
        </p:nvSpPr>
        <p:spPr bwMode="gray">
          <a:xfrm>
            <a:off x="3486322" y="2861949"/>
            <a:ext cx="39243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OTLSHAPE_SLT_1dbae2abd791421e828722a5193e8d48_Shape">
            <a:extLst>
              <a:ext uri="{FF2B5EF4-FFF2-40B4-BE49-F238E27FC236}">
                <a16:creationId xmlns:a16="http://schemas.microsoft.com/office/drawing/2014/main" id="{0E53D565-E01F-10A4-6B95-F4509AE20B67}"/>
              </a:ext>
            </a:extLst>
          </p:cNvPr>
          <p:cNvSpPr/>
          <p:nvPr>
            <p:custDataLst>
              <p:tags r:id="rId53"/>
            </p:custDataLst>
          </p:nvPr>
        </p:nvSpPr>
        <p:spPr bwMode="gray">
          <a:xfrm>
            <a:off x="9299547" y="3095968"/>
            <a:ext cx="15494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19b1abb07db4433f9f88502e25b2efb6_Shape">
            <a:extLst>
              <a:ext uri="{FF2B5EF4-FFF2-40B4-BE49-F238E27FC236}">
                <a16:creationId xmlns:a16="http://schemas.microsoft.com/office/drawing/2014/main" id="{51F8A25C-6195-EA57-B959-A1650DA51CCA}"/>
              </a:ext>
            </a:extLst>
          </p:cNvPr>
          <p:cNvSpPr/>
          <p:nvPr>
            <p:custDataLst>
              <p:tags r:id="rId54"/>
            </p:custDataLst>
          </p:nvPr>
        </p:nvSpPr>
        <p:spPr bwMode="gray">
          <a:xfrm>
            <a:off x="4029059" y="3874224"/>
            <a:ext cx="33782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4" name="OTLSHAPE_SLT_2267c12151a44448b1baa8163423f14f_Shape">
            <a:extLst>
              <a:ext uri="{FF2B5EF4-FFF2-40B4-BE49-F238E27FC236}">
                <a16:creationId xmlns:a16="http://schemas.microsoft.com/office/drawing/2014/main" id="{9368D42C-FC2E-2217-B013-13B0511DEC20}"/>
              </a:ext>
            </a:extLst>
          </p:cNvPr>
          <p:cNvSpPr/>
          <p:nvPr>
            <p:custDataLst>
              <p:tags r:id="rId55"/>
            </p:custDataLst>
          </p:nvPr>
        </p:nvSpPr>
        <p:spPr bwMode="gray">
          <a:xfrm>
            <a:off x="9422514" y="4193502"/>
            <a:ext cx="15621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ElapsedTime">
            <a:extLst>
              <a:ext uri="{FF2B5EF4-FFF2-40B4-BE49-F238E27FC236}">
                <a16:creationId xmlns:a16="http://schemas.microsoft.com/office/drawing/2014/main" id="{CAF08150-0D50-58E6-2D96-B2D2333E766D}"/>
              </a:ext>
            </a:extLst>
          </p:cNvPr>
          <p:cNvSpPr/>
          <p:nvPr>
            <p:custDataLst>
              <p:tags r:id="rId56"/>
            </p:custDataLst>
          </p:nvPr>
        </p:nvSpPr>
        <p:spPr>
          <a:xfrm>
            <a:off x="2057400" y="1888325"/>
            <a:ext cx="393700" cy="50800"/>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2" name="OTLSHAPE_SLM_dacf18d73a104c2faa6f585a329f5faa_Shape">
            <a:extLst>
              <a:ext uri="{FF2B5EF4-FFF2-40B4-BE49-F238E27FC236}">
                <a16:creationId xmlns:a16="http://schemas.microsoft.com/office/drawing/2014/main" id="{96945888-DF0B-B7B1-8365-ED9BB6775628}"/>
              </a:ext>
            </a:extLst>
          </p:cNvPr>
          <p:cNvSpPr/>
          <p:nvPr>
            <p:custDataLst>
              <p:tags r:id="rId57"/>
            </p:custDataLst>
          </p:nvPr>
        </p:nvSpPr>
        <p:spPr>
          <a:xfrm rot="16200000">
            <a:off x="3022160" y="2531368"/>
            <a:ext cx="165100" cy="165100"/>
          </a:xfrm>
          <a:prstGeom prst="flowChartMerge">
            <a:avLst/>
          </a:prstGeom>
          <a:solidFill>
            <a:schemeClr val="accent1"/>
          </a:solidFill>
          <a:ln w="1270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7" name="OTLSHAPE_SL_008b357a959f4d9183e7c3df44197c27_Header">
            <a:extLst>
              <a:ext uri="{FF2B5EF4-FFF2-40B4-BE49-F238E27FC236}">
                <a16:creationId xmlns:a16="http://schemas.microsoft.com/office/drawing/2014/main" id="{457E84F7-58AD-1B5C-F13B-4C86CF7DD0E2}"/>
              </a:ext>
            </a:extLst>
          </p:cNvPr>
          <p:cNvSpPr txBox="1"/>
          <p:nvPr>
            <p:custDataLst>
              <p:tags r:id="rId58"/>
            </p:custDataLst>
          </p:nvPr>
        </p:nvSpPr>
        <p:spPr>
          <a:xfrm>
            <a:off x="63500" y="2754910"/>
            <a:ext cx="18669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Global</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31" name="OTLSHAPE_SL_ae039774f5d941348767efd1938c968d_Header">
            <a:extLst>
              <a:ext uri="{FF2B5EF4-FFF2-40B4-BE49-F238E27FC236}">
                <a16:creationId xmlns:a16="http://schemas.microsoft.com/office/drawing/2014/main" id="{D886AA33-4A39-1D04-DE14-64415A6E922B}"/>
              </a:ext>
            </a:extLst>
          </p:cNvPr>
          <p:cNvSpPr txBox="1"/>
          <p:nvPr>
            <p:custDataLst>
              <p:tags r:id="rId59"/>
            </p:custDataLst>
          </p:nvPr>
        </p:nvSpPr>
        <p:spPr bwMode="gray">
          <a:xfrm>
            <a:off x="63500" y="3812947"/>
            <a:ext cx="18669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China</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6" name="OTLSHAPE_TB_00000000000000000000000000000000_TodayMarkerShape">
            <a:extLst>
              <a:ext uri="{FF2B5EF4-FFF2-40B4-BE49-F238E27FC236}">
                <a16:creationId xmlns:a16="http://schemas.microsoft.com/office/drawing/2014/main" id="{D53B2030-A83B-91E6-4FCF-168B6EE844CC}"/>
              </a:ext>
            </a:extLst>
          </p:cNvPr>
          <p:cNvSpPr/>
          <p:nvPr>
            <p:custDataLst>
              <p:tags r:id="rId60"/>
            </p:custDataLst>
          </p:nvPr>
        </p:nvSpPr>
        <p:spPr>
          <a:xfrm>
            <a:off x="2409079" y="1939125"/>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8E623CFD-B4C5-30AE-A183-F31E37F7E796}"/>
              </a:ext>
            </a:extLst>
          </p:cNvPr>
          <p:cNvSpPr txBox="1"/>
          <p:nvPr>
            <p:custDataLst>
              <p:tags r:id="rId61"/>
            </p:custDataLst>
          </p:nvPr>
        </p:nvSpPr>
        <p:spPr>
          <a:xfrm>
            <a:off x="2265236" y="2023792"/>
            <a:ext cx="368300"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Today</a:t>
            </a:r>
            <a:endParaRPr kumimoji="0" lang="zh-CN" altLang="en-US" sz="1200" b="0"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8" name="OTLSHAPE_TB_00000000000000000000000000000000_TimescaleInterval1">
            <a:extLst>
              <a:ext uri="{FF2B5EF4-FFF2-40B4-BE49-F238E27FC236}">
                <a16:creationId xmlns:a16="http://schemas.microsoft.com/office/drawing/2014/main" id="{1D880C26-7ED6-7E39-22C5-91C79BAA157D}"/>
              </a:ext>
            </a:extLst>
          </p:cNvPr>
          <p:cNvSpPr txBox="1"/>
          <p:nvPr>
            <p:custDataLst>
              <p:tags r:id="rId62"/>
            </p:custDataLst>
          </p:nvPr>
        </p:nvSpPr>
        <p:spPr>
          <a:xfrm>
            <a:off x="2120900"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2025</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0" name="OTLSHAPE_TB_00000000000000000000000000000000_TimescaleInterval2">
            <a:extLst>
              <a:ext uri="{FF2B5EF4-FFF2-40B4-BE49-F238E27FC236}">
                <a16:creationId xmlns:a16="http://schemas.microsoft.com/office/drawing/2014/main" id="{CC9A0F86-1B79-25E8-C377-A5B96013D03C}"/>
              </a:ext>
            </a:extLst>
          </p:cNvPr>
          <p:cNvSpPr txBox="1"/>
          <p:nvPr>
            <p:custDataLst>
              <p:tags r:id="rId63"/>
            </p:custDataLst>
          </p:nvPr>
        </p:nvSpPr>
        <p:spPr>
          <a:xfrm>
            <a:off x="3668549"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2026</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2" name="OTLSHAPE_TB_00000000000000000000000000000000_TimescaleInterval3">
            <a:extLst>
              <a:ext uri="{FF2B5EF4-FFF2-40B4-BE49-F238E27FC236}">
                <a16:creationId xmlns:a16="http://schemas.microsoft.com/office/drawing/2014/main" id="{9859ED05-1259-71CD-E240-749E09DFCCC1}"/>
              </a:ext>
            </a:extLst>
          </p:cNvPr>
          <p:cNvSpPr txBox="1"/>
          <p:nvPr>
            <p:custDataLst>
              <p:tags r:id="rId64"/>
            </p:custDataLst>
          </p:nvPr>
        </p:nvSpPr>
        <p:spPr>
          <a:xfrm>
            <a:off x="5216198"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2027</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4" name="OTLSHAPE_TB_00000000000000000000000000000000_TimescaleInterval4">
            <a:extLst>
              <a:ext uri="{FF2B5EF4-FFF2-40B4-BE49-F238E27FC236}">
                <a16:creationId xmlns:a16="http://schemas.microsoft.com/office/drawing/2014/main" id="{50D3CE5D-D9D7-579D-9975-B2DCC3AC6BEA}"/>
              </a:ext>
            </a:extLst>
          </p:cNvPr>
          <p:cNvSpPr txBox="1"/>
          <p:nvPr>
            <p:custDataLst>
              <p:tags r:id="rId65"/>
            </p:custDataLst>
          </p:nvPr>
        </p:nvSpPr>
        <p:spPr>
          <a:xfrm>
            <a:off x="6763848"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2028</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6" name="OTLSHAPE_TB_00000000000000000000000000000000_TimescaleInterval5">
            <a:extLst>
              <a:ext uri="{FF2B5EF4-FFF2-40B4-BE49-F238E27FC236}">
                <a16:creationId xmlns:a16="http://schemas.microsoft.com/office/drawing/2014/main" id="{BC498D22-09B4-66E9-8FC9-EF4B0BFCDC0D}"/>
              </a:ext>
            </a:extLst>
          </p:cNvPr>
          <p:cNvSpPr txBox="1"/>
          <p:nvPr>
            <p:custDataLst>
              <p:tags r:id="rId66"/>
            </p:custDataLst>
          </p:nvPr>
        </p:nvSpPr>
        <p:spPr>
          <a:xfrm>
            <a:off x="8315737"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2029</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8" name="OTLSHAPE_TB_00000000000000000000000000000000_TimescaleInterval6">
            <a:extLst>
              <a:ext uri="{FF2B5EF4-FFF2-40B4-BE49-F238E27FC236}">
                <a16:creationId xmlns:a16="http://schemas.microsoft.com/office/drawing/2014/main" id="{51CBFF94-E800-79CA-4945-CB2039025CAC}"/>
              </a:ext>
            </a:extLst>
          </p:cNvPr>
          <p:cNvSpPr txBox="1"/>
          <p:nvPr>
            <p:custDataLst>
              <p:tags r:id="rId67"/>
            </p:custDataLst>
          </p:nvPr>
        </p:nvSpPr>
        <p:spPr>
          <a:xfrm>
            <a:off x="9863386" y="1719098"/>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2030</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33" name="OTLSHAPE_SLM_dacf18d73a104c2faa6f585a329f5faa_Title">
            <a:extLst>
              <a:ext uri="{FF2B5EF4-FFF2-40B4-BE49-F238E27FC236}">
                <a16:creationId xmlns:a16="http://schemas.microsoft.com/office/drawing/2014/main" id="{B59EB9A6-A3E1-DF6B-5E0D-24337AE87143}"/>
              </a:ext>
            </a:extLst>
          </p:cNvPr>
          <p:cNvSpPr txBox="1"/>
          <p:nvPr>
            <p:custDataLst>
              <p:tags r:id="rId68"/>
            </p:custDataLst>
          </p:nvPr>
        </p:nvSpPr>
        <p:spPr>
          <a:xfrm>
            <a:off x="1963319" y="2451147"/>
            <a:ext cx="10160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final CTA package</a:t>
            </a:r>
            <a:endParaRPr kumimoji="0" lang="zh-CN" altLang="en-US" sz="1100" b="1" i="0" u="none" strike="noStrike" kern="1200" cap="none" spc="-1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34" name="OTLSHAPE_SLM_dacf18d73a104c2faa6f585a329f5faa_Date">
            <a:extLst>
              <a:ext uri="{FF2B5EF4-FFF2-40B4-BE49-F238E27FC236}">
                <a16:creationId xmlns:a16="http://schemas.microsoft.com/office/drawing/2014/main" id="{9E4BCFD0-1C71-A25D-A65A-7BE75A460E57}"/>
              </a:ext>
            </a:extLst>
          </p:cNvPr>
          <p:cNvSpPr txBox="1"/>
          <p:nvPr>
            <p:custDataLst>
              <p:tags r:id="rId69"/>
            </p:custDataLst>
          </p:nvPr>
        </p:nvSpPr>
        <p:spPr>
          <a:xfrm>
            <a:off x="2690013" y="2621665"/>
            <a:ext cx="2921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00E47C"/>
                </a:solidFill>
                <a:effectLst/>
                <a:uLnTx/>
                <a:uFillTx/>
                <a:latin typeface="Calibri" panose="020F0502020204030204" pitchFamily="34" charset="0"/>
                <a:ea typeface="等线" panose="02010600030101010101" pitchFamily="2" charset="-122"/>
                <a:cs typeface="+mn-cs"/>
              </a:rPr>
              <a:t>Sep 4</a:t>
            </a:r>
            <a:endParaRPr kumimoji="0" lang="zh-CN" altLang="en-US" sz="1000" b="0" i="0" u="none" strike="noStrike" kern="1200" cap="none" spc="-6"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141" name="OTLSHAPE_SLT_5e89ef62d6b243098418287a9f5312b4_JoinedDate">
            <a:extLst>
              <a:ext uri="{FF2B5EF4-FFF2-40B4-BE49-F238E27FC236}">
                <a16:creationId xmlns:a16="http://schemas.microsoft.com/office/drawing/2014/main" id="{34762BB1-7561-9578-981B-1198055F0C0B}"/>
              </a:ext>
            </a:extLst>
          </p:cNvPr>
          <p:cNvSpPr txBox="1"/>
          <p:nvPr>
            <p:custDataLst>
              <p:tags r:id="rId70"/>
            </p:custDataLst>
          </p:nvPr>
        </p:nvSpPr>
        <p:spPr>
          <a:xfrm>
            <a:off x="2446926" y="3626193"/>
            <a:ext cx="7620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00E47C"/>
                </a:solidFill>
                <a:effectLst/>
                <a:uLnTx/>
                <a:uFillTx/>
                <a:latin typeface="Calibri" panose="020F0502020204030204" pitchFamily="34" charset="0"/>
                <a:ea typeface="等线" panose="02010600030101010101" pitchFamily="2" charset="-122"/>
                <a:cs typeface="+mn-cs"/>
              </a:rPr>
              <a:t>Oct 10 - Jan 10</a:t>
            </a:r>
            <a:endParaRPr kumimoji="0" lang="zh-CN" altLang="en-US" sz="1000" b="0" i="0" u="none" strike="noStrike" kern="1200" cap="none" spc="-4"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142" name="OTLSHAPE_SLT_5e89ef62d6b243098418287a9f5312b4_Title">
            <a:extLst>
              <a:ext uri="{FF2B5EF4-FFF2-40B4-BE49-F238E27FC236}">
                <a16:creationId xmlns:a16="http://schemas.microsoft.com/office/drawing/2014/main" id="{D99878E4-440B-6711-77FD-34A68D03B408}"/>
              </a:ext>
            </a:extLst>
          </p:cNvPr>
          <p:cNvSpPr txBox="1"/>
          <p:nvPr>
            <p:custDataLst>
              <p:tags r:id="rId71"/>
            </p:custDataLst>
          </p:nvPr>
        </p:nvSpPr>
        <p:spPr>
          <a:xfrm>
            <a:off x="3698248" y="3618446"/>
            <a:ext cx="7239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CTA sub-app</a:t>
            </a:r>
            <a:endParaRPr kumimoji="0" lang="zh-CN" altLang="en-US" sz="1100" b="1"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56" name="OTLSHAPE_SLT_204ac9d9291f49b98f02dce0efc777e3_JoinedDate">
            <a:extLst>
              <a:ext uri="{FF2B5EF4-FFF2-40B4-BE49-F238E27FC236}">
                <a16:creationId xmlns:a16="http://schemas.microsoft.com/office/drawing/2014/main" id="{AE234F4C-BCD8-3506-2EA9-6F2C3FA0973F}"/>
              </a:ext>
            </a:extLst>
          </p:cNvPr>
          <p:cNvSpPr txBox="1"/>
          <p:nvPr>
            <p:custDataLst>
              <p:tags r:id="rId72"/>
            </p:custDataLst>
          </p:nvPr>
        </p:nvSpPr>
        <p:spPr>
          <a:xfrm>
            <a:off x="1823078" y="3392174"/>
            <a:ext cx="6096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2" normalizeH="0" baseline="0" noProof="0">
                <a:ln>
                  <a:noFill/>
                </a:ln>
                <a:solidFill>
                  <a:srgbClr val="00E47C"/>
                </a:solidFill>
                <a:effectLst/>
                <a:uLnTx/>
                <a:uFillTx/>
                <a:latin typeface="Calibri" panose="020F0502020204030204" pitchFamily="34" charset="0"/>
                <a:ea typeface="等线" panose="02010600030101010101" pitchFamily="2" charset="-122"/>
                <a:cs typeface="+mn-cs"/>
              </a:rPr>
              <a:t>Apr 9 - Jul 9</a:t>
            </a:r>
            <a:endParaRPr kumimoji="0" lang="zh-CN" altLang="en-US" sz="1000" b="0" i="0" u="none" strike="noStrike" kern="1200" cap="none" spc="-2" normalizeH="0" baseline="0" noProof="0">
              <a:ln>
                <a:noFill/>
              </a:ln>
              <a:solidFill>
                <a:srgbClr val="00E47C"/>
              </a:solidFill>
              <a:effectLst/>
              <a:uLnTx/>
              <a:uFillTx/>
              <a:latin typeface="Calibri" panose="020F0502020204030204" pitchFamily="34" charset="0"/>
              <a:ea typeface="等线" panose="02010600030101010101" pitchFamily="2" charset="-122"/>
              <a:cs typeface="+mn-cs"/>
            </a:endParaRPr>
          </a:p>
        </p:txBody>
      </p:sp>
      <p:sp>
        <p:nvSpPr>
          <p:cNvPr id="57" name="OTLSHAPE_SLT_204ac9d9291f49b98f02dce0efc777e3_Title">
            <a:extLst>
              <a:ext uri="{FF2B5EF4-FFF2-40B4-BE49-F238E27FC236}">
                <a16:creationId xmlns:a16="http://schemas.microsoft.com/office/drawing/2014/main" id="{433733BE-418E-D1F6-BDD4-86C4470DE476}"/>
              </a:ext>
            </a:extLst>
          </p:cNvPr>
          <p:cNvSpPr txBox="1"/>
          <p:nvPr>
            <p:custDataLst>
              <p:tags r:id="rId73"/>
            </p:custDataLst>
          </p:nvPr>
        </p:nvSpPr>
        <p:spPr>
          <a:xfrm>
            <a:off x="2913823" y="3384428"/>
            <a:ext cx="17145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EoPhII submission - feedback </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43" name="OTLSHAPE_SLT_f3e8c6c9fbc84b2099f828fe09da3cd6_JoinedDate">
            <a:extLst>
              <a:ext uri="{FF2B5EF4-FFF2-40B4-BE49-F238E27FC236}">
                <a16:creationId xmlns:a16="http://schemas.microsoft.com/office/drawing/2014/main" id="{6630B363-1155-E7C2-20D9-8ACBD27C8D04}"/>
              </a:ext>
            </a:extLst>
          </p:cNvPr>
          <p:cNvSpPr txBox="1"/>
          <p:nvPr>
            <p:custDataLst>
              <p:tags r:id="rId74"/>
            </p:custDataLst>
          </p:nvPr>
        </p:nvSpPr>
        <p:spPr bwMode="gray">
          <a:xfrm>
            <a:off x="2719666" y="2847937"/>
            <a:ext cx="7239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Dec 3 - Jun 13</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44" name="OTLSHAPE_SLT_f3e8c6c9fbc84b2099f828fe09da3cd6_Title">
            <a:extLst>
              <a:ext uri="{FF2B5EF4-FFF2-40B4-BE49-F238E27FC236}">
                <a16:creationId xmlns:a16="http://schemas.microsoft.com/office/drawing/2014/main" id="{6BCCEEDE-3010-0CE0-1744-5364F3A3DC5B}"/>
              </a:ext>
            </a:extLst>
          </p:cNvPr>
          <p:cNvSpPr txBox="1"/>
          <p:nvPr>
            <p:custDataLst>
              <p:tags r:id="rId75"/>
            </p:custDataLst>
          </p:nvPr>
        </p:nvSpPr>
        <p:spPr bwMode="gray">
          <a:xfrm>
            <a:off x="7450767" y="2840190"/>
            <a:ext cx="889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global FSS - 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74" name="OTLSHAPE_SLT_1dbae2abd791421e828722a5193e8d48_JoinedDate">
            <a:extLst>
              <a:ext uri="{FF2B5EF4-FFF2-40B4-BE49-F238E27FC236}">
                <a16:creationId xmlns:a16="http://schemas.microsoft.com/office/drawing/2014/main" id="{41EC2A1F-804B-CA4F-C6F8-BE533605C982}"/>
              </a:ext>
            </a:extLst>
          </p:cNvPr>
          <p:cNvSpPr txBox="1"/>
          <p:nvPr>
            <p:custDataLst>
              <p:tags r:id="rId76"/>
            </p:custDataLst>
          </p:nvPr>
        </p:nvSpPr>
        <p:spPr bwMode="gray">
          <a:xfrm>
            <a:off x="8589786" y="3081956"/>
            <a:ext cx="6604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Sep 4 - Sep 4</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78" name="OTLSHAPE_SLT_1dbae2abd791421e828722a5193e8d48_Title">
            <a:extLst>
              <a:ext uri="{FF2B5EF4-FFF2-40B4-BE49-F238E27FC236}">
                <a16:creationId xmlns:a16="http://schemas.microsoft.com/office/drawing/2014/main" id="{7D84CB06-628D-0726-C6EB-AAB32BE9D13F}"/>
              </a:ext>
            </a:extLst>
          </p:cNvPr>
          <p:cNvSpPr txBox="1"/>
          <p:nvPr>
            <p:custDataLst>
              <p:tags r:id="rId77"/>
            </p:custDataLst>
          </p:nvPr>
        </p:nvSpPr>
        <p:spPr bwMode="gray">
          <a:xfrm>
            <a:off x="10897996" y="3074209"/>
            <a:ext cx="10160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US NDA sub - app</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92" name="OTLSHAPE_SLT_19b1abb07db4433f9f88502e25b2efb6_JoinedDate">
            <a:extLst>
              <a:ext uri="{FF2B5EF4-FFF2-40B4-BE49-F238E27FC236}">
                <a16:creationId xmlns:a16="http://schemas.microsoft.com/office/drawing/2014/main" id="{198FA26A-E240-C2AE-72E7-D065D82BE956}"/>
              </a:ext>
            </a:extLst>
          </p:cNvPr>
          <p:cNvSpPr txBox="1"/>
          <p:nvPr>
            <p:custDataLst>
              <p:tags r:id="rId78"/>
            </p:custDataLst>
          </p:nvPr>
        </p:nvSpPr>
        <p:spPr bwMode="gray">
          <a:xfrm>
            <a:off x="3208597" y="3860212"/>
            <a:ext cx="7747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Apr 10 - Jun 13</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93" name="OTLSHAPE_SLT_19b1abb07db4433f9f88502e25b2efb6_Title">
            <a:extLst>
              <a:ext uri="{FF2B5EF4-FFF2-40B4-BE49-F238E27FC236}">
                <a16:creationId xmlns:a16="http://schemas.microsoft.com/office/drawing/2014/main" id="{94A82D8D-140F-C870-D281-DEAF4A377E5F}"/>
              </a:ext>
            </a:extLst>
          </p:cNvPr>
          <p:cNvSpPr txBox="1"/>
          <p:nvPr>
            <p:custDataLst>
              <p:tags r:id="rId79"/>
            </p:custDataLst>
          </p:nvPr>
        </p:nvSpPr>
        <p:spPr bwMode="gray">
          <a:xfrm>
            <a:off x="7450767" y="3852465"/>
            <a:ext cx="5334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fSIV - 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143" name="OTLSHAPE_SLT_2267c12151a44448b1baa8163423f14f_JoinedDate">
            <a:extLst>
              <a:ext uri="{FF2B5EF4-FFF2-40B4-BE49-F238E27FC236}">
                <a16:creationId xmlns:a16="http://schemas.microsoft.com/office/drawing/2014/main" id="{6DC66994-37C3-34CC-2488-BCD594895C82}"/>
              </a:ext>
            </a:extLst>
          </p:cNvPr>
          <p:cNvSpPr txBox="1"/>
          <p:nvPr>
            <p:custDataLst>
              <p:tags r:id="rId80"/>
            </p:custDataLst>
          </p:nvPr>
        </p:nvSpPr>
        <p:spPr bwMode="gray">
          <a:xfrm>
            <a:off x="8728586" y="4179490"/>
            <a:ext cx="6477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4 - Oct 4</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144" name="OTLSHAPE_SLT_2267c12151a44448b1baa8163423f14f_Title">
            <a:extLst>
              <a:ext uri="{FF2B5EF4-FFF2-40B4-BE49-F238E27FC236}">
                <a16:creationId xmlns:a16="http://schemas.microsoft.com/office/drawing/2014/main" id="{2B43145B-1DAE-E8EA-E330-FA02BDF85F5A}"/>
              </a:ext>
            </a:extLst>
          </p:cNvPr>
          <p:cNvSpPr txBox="1"/>
          <p:nvPr>
            <p:custDataLst>
              <p:tags r:id="rId81"/>
            </p:custDataLst>
          </p:nvPr>
        </p:nvSpPr>
        <p:spPr bwMode="gray">
          <a:xfrm>
            <a:off x="11025200" y="4086484"/>
            <a:ext cx="863600" cy="341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38" normalizeH="0" baseline="0" noProof="0">
                <a:ln>
                  <a:noFill/>
                </a:ln>
                <a:solidFill>
                  <a:prstClr val="black"/>
                </a:solidFill>
                <a:effectLst/>
                <a:uLnTx/>
                <a:uFillTx/>
                <a:latin typeface="Calibri" panose="020F0502020204030204" pitchFamily="34" charset="0"/>
                <a:ea typeface="+mn-ea"/>
                <a:cs typeface="+mn-cs"/>
              </a:rPr>
              <a:t>NDA sub - app (best)</a:t>
            </a:r>
            <a:endParaRPr kumimoji="0" lang="zh-CN" altLang="en-US" sz="1100" b="1" i="0" u="none" strike="noStrike" kern="1200" cap="none" spc="-38" normalizeH="0" baseline="0" noProof="0">
              <a:ln>
                <a:noFill/>
              </a:ln>
              <a:solidFill>
                <a:prstClr val="black"/>
              </a:solidFill>
              <a:effectLst/>
              <a:uLnTx/>
              <a:uFillTx/>
              <a:latin typeface="Calibri" panose="020F0502020204030204" pitchFamily="34" charset="0"/>
              <a:ea typeface="+mn-ea"/>
              <a:cs typeface="+mn-cs"/>
            </a:endParaRPr>
          </a:p>
        </p:txBody>
      </p:sp>
      <p:cxnSp>
        <p:nvCxnSpPr>
          <p:cNvPr id="9" name="OTLSHAPE_TB_00000000000000000000000000000000_Separator1">
            <a:extLst>
              <a:ext uri="{FF2B5EF4-FFF2-40B4-BE49-F238E27FC236}">
                <a16:creationId xmlns:a16="http://schemas.microsoft.com/office/drawing/2014/main" id="{F0791CAE-3F6E-6966-7A41-A1B0FCC4CE11}"/>
              </a:ext>
            </a:extLst>
          </p:cNvPr>
          <p:cNvCxnSpPr/>
          <p:nvPr>
            <p:custDataLst>
              <p:tags r:id="rId82"/>
            </p:custDataLst>
          </p:nvPr>
        </p:nvCxnSpPr>
        <p:spPr>
          <a:xfrm>
            <a:off x="3605049"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528AE0E9-4330-385F-A359-006B1C77E59C}"/>
              </a:ext>
            </a:extLst>
          </p:cNvPr>
          <p:cNvCxnSpPr/>
          <p:nvPr>
            <p:custDataLst>
              <p:tags r:id="rId83"/>
            </p:custDataLst>
          </p:nvPr>
        </p:nvCxnSpPr>
        <p:spPr>
          <a:xfrm>
            <a:off x="5152698"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3">
            <a:extLst>
              <a:ext uri="{FF2B5EF4-FFF2-40B4-BE49-F238E27FC236}">
                <a16:creationId xmlns:a16="http://schemas.microsoft.com/office/drawing/2014/main" id="{E60F8965-7021-B26E-9D79-974DBAF20288}"/>
              </a:ext>
            </a:extLst>
          </p:cNvPr>
          <p:cNvCxnSpPr/>
          <p:nvPr>
            <p:custDataLst>
              <p:tags r:id="rId84"/>
            </p:custDataLst>
          </p:nvPr>
        </p:nvCxnSpPr>
        <p:spPr>
          <a:xfrm>
            <a:off x="6700348"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4">
            <a:extLst>
              <a:ext uri="{FF2B5EF4-FFF2-40B4-BE49-F238E27FC236}">
                <a16:creationId xmlns:a16="http://schemas.microsoft.com/office/drawing/2014/main" id="{CA2D7897-D01C-2EDF-52E7-1F7EB1D275A2}"/>
              </a:ext>
            </a:extLst>
          </p:cNvPr>
          <p:cNvCxnSpPr/>
          <p:nvPr>
            <p:custDataLst>
              <p:tags r:id="rId85"/>
            </p:custDataLst>
          </p:nvPr>
        </p:nvCxnSpPr>
        <p:spPr>
          <a:xfrm>
            <a:off x="8252237"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OTLSHAPE_TB_00000000000000000000000000000000_Separator5">
            <a:extLst>
              <a:ext uri="{FF2B5EF4-FFF2-40B4-BE49-F238E27FC236}">
                <a16:creationId xmlns:a16="http://schemas.microsoft.com/office/drawing/2014/main" id="{02094F44-B1B3-AEC2-BC09-F803A6DD110C}"/>
              </a:ext>
            </a:extLst>
          </p:cNvPr>
          <p:cNvCxnSpPr/>
          <p:nvPr>
            <p:custDataLst>
              <p:tags r:id="rId86"/>
            </p:custDataLst>
          </p:nvPr>
        </p:nvCxnSpPr>
        <p:spPr>
          <a:xfrm>
            <a:off x="9799886" y="1723225"/>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标题 87">
            <a:extLst>
              <a:ext uri="{FF2B5EF4-FFF2-40B4-BE49-F238E27FC236}">
                <a16:creationId xmlns:a16="http://schemas.microsoft.com/office/drawing/2014/main" id="{A8B0FB33-F249-CCD2-950D-CF4FE1180BE8}"/>
              </a:ext>
            </a:extLst>
          </p:cNvPr>
          <p:cNvSpPr>
            <a:spLocks noGrp="1"/>
          </p:cNvSpPr>
          <p:nvPr>
            <p:ph type="title"/>
          </p:nvPr>
        </p:nvSpPr>
        <p:spPr/>
        <p:txBody>
          <a:bodyPr/>
          <a:lstStyle/>
          <a:p>
            <a:r>
              <a:rPr lang="en-US" altLang="zh-CN" sz="3200"/>
              <a:t>TRPC6 in FSGS Ph III (1434-0017) timeline</a:t>
            </a:r>
            <a:endParaRPr lang="zh-CN" altLang="en-US" sz="3200"/>
          </a:p>
        </p:txBody>
      </p:sp>
    </p:spTree>
    <p:custDataLst>
      <p:tags r:id="rId1"/>
    </p:custDataLst>
    <p:extLst>
      <p:ext uri="{BB962C8B-B14F-4D97-AF65-F5344CB8AC3E}">
        <p14:creationId xmlns:p14="http://schemas.microsoft.com/office/powerpoint/2010/main" val="2011107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TA Portfolio Key Update- BI 764198 (TRPC6i)</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Star: 5 Points 10">
            <a:extLst>
              <a:ext uri="{FF2B5EF4-FFF2-40B4-BE49-F238E27FC236}">
                <a16:creationId xmlns:a16="http://schemas.microsoft.com/office/drawing/2014/main" id="{16A7E44C-FAED-3FA6-1226-6251D6942196}"/>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758AD1B-31DD-5C0B-088D-D132426302CD}"/>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35840D5A-C2A9-A527-D937-4ACAFE7D9609}"/>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EA8E2C38-D438-9D58-DA0F-123F2912D951}"/>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extLst>
              <p:ext uri="{D42A27DB-BD31-4B8C-83A1-F6EECF244321}">
                <p14:modId xmlns:p14="http://schemas.microsoft.com/office/powerpoint/2010/main" val="1140191363"/>
              </p:ext>
            </p:extLst>
          </p:nvPr>
        </p:nvGraphicFramePr>
        <p:xfrm>
          <a:off x="600799" y="1325880"/>
          <a:ext cx="10990399" cy="4206240"/>
        </p:xfrm>
        <a:graphic>
          <a:graphicData uri="http://schemas.openxmlformats.org/drawingml/2006/table">
            <a:tbl>
              <a:tblPr firstRow="1" bandRow="1">
                <a:tableStyleId>{7E9639D4-E3E2-4D34-9284-5A2195B3D0D7}</a:tableStyleId>
              </a:tblPr>
              <a:tblGrid>
                <a:gridCol w="1522857">
                  <a:extLst>
                    <a:ext uri="{9D8B030D-6E8A-4147-A177-3AD203B41FA5}">
                      <a16:colId xmlns:a16="http://schemas.microsoft.com/office/drawing/2014/main" val="3183558779"/>
                    </a:ext>
                  </a:extLst>
                </a:gridCol>
                <a:gridCol w="1411986">
                  <a:extLst>
                    <a:ext uri="{9D8B030D-6E8A-4147-A177-3AD203B41FA5}">
                      <a16:colId xmlns:a16="http://schemas.microsoft.com/office/drawing/2014/main" val="4060529730"/>
                    </a:ext>
                  </a:extLst>
                </a:gridCol>
                <a:gridCol w="1313011">
                  <a:extLst>
                    <a:ext uri="{9D8B030D-6E8A-4147-A177-3AD203B41FA5}">
                      <a16:colId xmlns:a16="http://schemas.microsoft.com/office/drawing/2014/main" val="1540706906"/>
                    </a:ext>
                  </a:extLst>
                </a:gridCol>
                <a:gridCol w="4802909">
                  <a:extLst>
                    <a:ext uri="{9D8B030D-6E8A-4147-A177-3AD203B41FA5}">
                      <a16:colId xmlns:a16="http://schemas.microsoft.com/office/drawing/2014/main" val="1815427223"/>
                    </a:ext>
                  </a:extLst>
                </a:gridCol>
                <a:gridCol w="1939636">
                  <a:extLst>
                    <a:ext uri="{9D8B030D-6E8A-4147-A177-3AD203B41FA5}">
                      <a16:colId xmlns:a16="http://schemas.microsoft.com/office/drawing/2014/main" val="3539556881"/>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a:t>
                      </a:r>
                      <a:r>
                        <a:rPr lang="en-US" altLang="zh-CN" sz="1200" err="1"/>
                        <a:t>MoA</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China Approval </a:t>
                      </a:r>
                      <a:r>
                        <a:rPr lang="zh-CN" altLang="en-US" sz="1200"/>
                        <a:t>（</a:t>
                      </a:r>
                      <a:r>
                        <a:rPr lang="en-US" altLang="zh-CN" sz="1200"/>
                        <a:t>base case) </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0">
                <a:tc rowSpan="3">
                  <a:txBody>
                    <a:bodyPr/>
                    <a:lstStyle/>
                    <a:p>
                      <a:pPr marL="0" marR="0" lvl="0" indent="0" algn="l" rtl="0" eaLnBrk="1" fontAlgn="auto" latinLnBrk="0" hangingPunct="1">
                        <a:lnSpc>
                          <a:spcPct val="100000"/>
                        </a:lnSpc>
                        <a:spcBef>
                          <a:spcPts val="0"/>
                        </a:spcBef>
                        <a:spcAft>
                          <a:spcPts val="0"/>
                        </a:spcAft>
                        <a:buClrTx/>
                        <a:buSzTx/>
                        <a:buFontTx/>
                        <a:buNone/>
                      </a:pPr>
                      <a:r>
                        <a:rPr kumimoji="1" lang="en-US" altLang="zh-CN" sz="1200" i="0" kern="1200">
                          <a:solidFill>
                            <a:schemeClr val="tx1"/>
                          </a:solidFill>
                          <a:latin typeface="+mn-lt"/>
                          <a:ea typeface="+mn-ea"/>
                          <a:cs typeface="+mn-cs"/>
                        </a:rPr>
                        <a:t>BI 764198 </a:t>
                      </a:r>
                      <a:endParaRPr lang="zh-CN" altLang="en-US" sz="1200" i="0" kern="1200">
                        <a:solidFill>
                          <a:schemeClr val="tx1"/>
                        </a:solidFill>
                        <a:latin typeface="+mn-lt"/>
                        <a:ea typeface="+mn-ea"/>
                        <a:cs typeface="+mn-cs"/>
                      </a:endParaRPr>
                    </a:p>
                    <a:p>
                      <a:pPr marL="0" marR="0" lvl="0" indent="0" algn="l" defTabSz="914377">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(TRPC6 inhibitor)</a:t>
                      </a:r>
                      <a:endParaRPr kumimoji="1" lang="zh-CN" altLang="en-US" sz="1200" i="0" kern="1200">
                        <a:solidFill>
                          <a:schemeClr val="tx1"/>
                        </a:solidFill>
                        <a:latin typeface="+mn-lt"/>
                        <a:ea typeface="+mn-ea"/>
                        <a:cs typeface="+mn-cs"/>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CKD-</a:t>
                      </a:r>
                      <a:r>
                        <a:rPr kumimoji="1" lang="en-US" altLang="zh-CN" sz="1200" i="0" kern="1200" err="1">
                          <a:solidFill>
                            <a:schemeClr val="tx1"/>
                          </a:solidFill>
                          <a:latin typeface="+mn-lt"/>
                          <a:ea typeface="+mn-ea"/>
                          <a:cs typeface="+mn-cs"/>
                        </a:rPr>
                        <a:t>pFSGS</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Apr 2031</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HPSC endorsed </a:t>
                      </a:r>
                      <a:r>
                        <a:rPr kumimoji="1" lang="en-US" altLang="zh-CN" sz="1200" i="0" kern="1200" err="1">
                          <a:solidFill>
                            <a:schemeClr val="tx1"/>
                          </a:solidFill>
                          <a:latin typeface="+mn-lt"/>
                          <a:ea typeface="+mn-ea"/>
                          <a:cs typeface="+mn-cs"/>
                        </a:rPr>
                        <a:t>PoCP</a:t>
                      </a:r>
                      <a:r>
                        <a:rPr kumimoji="1" lang="en-US" altLang="zh-CN" sz="1200" i="0" kern="1200">
                          <a:solidFill>
                            <a:schemeClr val="tx1"/>
                          </a:solidFill>
                          <a:latin typeface="+mn-lt"/>
                          <a:ea typeface="+mn-ea"/>
                          <a:cs typeface="+mn-cs"/>
                        </a:rPr>
                        <a:t> release and all planned development activities for </a:t>
                      </a:r>
                      <a:r>
                        <a:rPr kumimoji="1" lang="en-US" altLang="zh-CN" sz="1200" i="0" kern="1200" err="1">
                          <a:solidFill>
                            <a:schemeClr val="tx1"/>
                          </a:solidFill>
                          <a:latin typeface="+mn-lt"/>
                          <a:ea typeface="+mn-ea"/>
                          <a:cs typeface="+mn-cs"/>
                        </a:rPr>
                        <a:t>pFSGS</a:t>
                      </a:r>
                      <a:r>
                        <a:rPr kumimoji="1" lang="en-US" altLang="zh-CN" sz="1200" i="0" kern="1200">
                          <a:solidFill>
                            <a:schemeClr val="tx1"/>
                          </a:solidFill>
                          <a:latin typeface="+mn-lt"/>
                          <a:ea typeface="+mn-ea"/>
                          <a:cs typeface="+mn-cs"/>
                        </a:rPr>
                        <a:t>, podocytopathies and DMD indications.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China </a:t>
                      </a:r>
                      <a:r>
                        <a:rPr kumimoji="1" lang="en-US" altLang="zh-CN" sz="1200" i="0" kern="1200" err="1">
                          <a:solidFill>
                            <a:schemeClr val="tx1"/>
                          </a:solidFill>
                          <a:latin typeface="+mn-lt"/>
                          <a:ea typeface="+mn-ea"/>
                          <a:cs typeface="+mn-cs"/>
                        </a:rPr>
                        <a:t>EoPh</a:t>
                      </a:r>
                      <a:r>
                        <a:rPr kumimoji="1" lang="en-US" altLang="zh-CN" sz="1200" i="0" kern="1200">
                          <a:solidFill>
                            <a:schemeClr val="tx1"/>
                          </a:solidFill>
                          <a:latin typeface="+mn-lt"/>
                          <a:ea typeface="+mn-ea"/>
                          <a:cs typeface="+mn-cs"/>
                        </a:rPr>
                        <a:t> II submission on 09 Apr with CDE feedback expected in early Jul</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China leading PI proposal aligned between TA Medicine and CD&amp;O</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China country feasibility completed and feedback provided to global team</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BTD application under planning, likely after </a:t>
                      </a:r>
                      <a:r>
                        <a:rPr kumimoji="1" lang="en-US" altLang="zh-CN" sz="1200" i="0" kern="1200" err="1">
                          <a:solidFill>
                            <a:schemeClr val="tx1"/>
                          </a:solidFill>
                          <a:latin typeface="+mn-lt"/>
                          <a:ea typeface="+mn-ea"/>
                          <a:cs typeface="+mn-cs"/>
                        </a:rPr>
                        <a:t>EoPh</a:t>
                      </a:r>
                      <a:r>
                        <a:rPr kumimoji="1" lang="en-US" altLang="zh-CN" sz="1200" i="0" kern="1200">
                          <a:solidFill>
                            <a:schemeClr val="tx1"/>
                          </a:solidFill>
                          <a:latin typeface="+mn-lt"/>
                          <a:ea typeface="+mn-ea"/>
                          <a:cs typeface="+mn-cs"/>
                        </a:rPr>
                        <a:t> II FDA feedback in early Jun</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prepare for the Ph III study</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monitor EoPh II feedback from other HAs and proactively prepare for a potential meeting with CDE</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r h="132330">
                <a:tc vMerge="1">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1" lang="zh-CN" altLang="en-US" sz="1200" i="0" kern="1200">
                        <a:solidFill>
                          <a:schemeClr val="tx1"/>
                        </a:solidFill>
                        <a:latin typeface="+mn-lt"/>
                        <a:ea typeface="+mn-ea"/>
                        <a:cs typeface="+mn-cs"/>
                      </a:endParaRPr>
                    </a:p>
                  </a:txBody>
                  <a:tcPr>
                    <a:lnR w="12700" cap="flat" cmpd="sng" algn="ctr">
                      <a:solidFill>
                        <a:schemeClr val="bg1">
                          <a:lumMod val="85000"/>
                        </a:schemeClr>
                      </a:solidFill>
                      <a:prstDash val="dash"/>
                      <a:round/>
                      <a:headEnd type="none" w="med" len="med"/>
                      <a:tailEnd type="none" w="med" len="med"/>
                    </a:lnR>
                    <a:lnT w="6350" cap="flat" cmpd="sng" algn="ctr">
                      <a:solidFill>
                        <a:schemeClr val="tx1"/>
                      </a:solidFill>
                      <a:prstDash val="solid"/>
                      <a:round/>
                      <a:headEnd type="none" w="med" len="med"/>
                      <a:tailEnd type="none" w="med" len="med"/>
                    </a:lnT>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podocytopathies</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TBD</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China pre-IND preparation kicked off with target submission on 20 Jun</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No China specific question so far, mainly to consult about the basket design and development strategy</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prepare for the pre-IND submission</a:t>
                      </a:r>
                    </a:p>
                    <a:p>
                      <a:endParaRPr lang="zh-CN" altLang="en-US"/>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1251782790"/>
                  </a:ext>
                </a:extLst>
              </a:tr>
              <a:tr h="132330">
                <a:tc vMerge="1">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1" lang="zh-CN" altLang="en-US" sz="1200" i="0" kern="1200">
                        <a:solidFill>
                          <a:schemeClr val="tx1"/>
                        </a:solidFill>
                        <a:latin typeface="+mn-lt"/>
                        <a:ea typeface="+mn-ea"/>
                        <a:cs typeface="+mn-cs"/>
                      </a:endParaRPr>
                    </a:p>
                  </a:txBody>
                  <a:tcP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DMD</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Feb 2034</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Global consultation meeting with Prof. Dai, Yi from Peking Union Hospital occurred on 12 May with positive feedback from corporate team.</a:t>
                      </a: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indent="-171450">
                        <a:buFont typeface="Arial" panose="020B0604020202020204" pitchFamily="34" charset="0"/>
                        <a:buChar char="•"/>
                      </a:pPr>
                      <a:r>
                        <a:rPr kumimoji="1" lang="en-US" altLang="zh-CN" sz="1200" i="0" kern="1200">
                          <a:solidFill>
                            <a:schemeClr val="tx1"/>
                          </a:solidFill>
                          <a:latin typeface="+mn-lt"/>
                          <a:ea typeface="+mn-ea"/>
                          <a:cs typeface="+mn-cs"/>
                        </a:rPr>
                        <a:t>To monitor the global development planning and discuss about China integration strategy. </a:t>
                      </a:r>
                      <a:endParaRPr lang="zh-CN" altLang="en-US"/>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418175574"/>
                  </a:ext>
                </a:extLst>
              </a:tr>
            </a:tbl>
          </a:graphicData>
        </a:graphic>
      </p:graphicFrame>
      <p:sp>
        <p:nvSpPr>
          <p:cNvPr id="6" name="Star: 4 Points 5">
            <a:extLst>
              <a:ext uri="{FF2B5EF4-FFF2-40B4-BE49-F238E27FC236}">
                <a16:creationId xmlns:a16="http://schemas.microsoft.com/office/drawing/2014/main" id="{C43D39EE-8E6B-638E-D5C7-884367440E99}"/>
              </a:ext>
            </a:extLst>
          </p:cNvPr>
          <p:cNvSpPr/>
          <p:nvPr/>
        </p:nvSpPr>
        <p:spPr bwMode="gray">
          <a:xfrm>
            <a:off x="1578203" y="3451918"/>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702450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551DC5-88FD-DA18-67B4-A731FFEA5EE4}"/>
              </a:ext>
            </a:extLst>
          </p:cNvPr>
          <p:cNvSpPr>
            <a:spLocks noGrp="1"/>
          </p:cNvSpPr>
          <p:nvPr>
            <p:ph type="title"/>
          </p:nvPr>
        </p:nvSpPr>
        <p:spPr/>
        <p:txBody>
          <a:bodyPr/>
          <a:lstStyle/>
          <a:p>
            <a:endParaRPr lang="zh-CN" altLang="en-US"/>
          </a:p>
        </p:txBody>
      </p:sp>
      <p:sp>
        <p:nvSpPr>
          <p:cNvPr id="3" name="文本占位符 2">
            <a:extLst>
              <a:ext uri="{FF2B5EF4-FFF2-40B4-BE49-F238E27FC236}">
                <a16:creationId xmlns:a16="http://schemas.microsoft.com/office/drawing/2014/main" id="{5B38E3C8-B331-7720-409C-E07E6F1A4354}"/>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F2287E22-8127-BA62-FA80-F35CF3607B7C}"/>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Release of Proof of Clinical Principle at HPSC |  CONFIDENTIAL</a:t>
            </a:r>
          </a:p>
        </p:txBody>
      </p:sp>
      <p:sp>
        <p:nvSpPr>
          <p:cNvPr id="5" name="灯片编号占位符 4">
            <a:extLst>
              <a:ext uri="{FF2B5EF4-FFF2-40B4-BE49-F238E27FC236}">
                <a16:creationId xmlns:a16="http://schemas.microsoft.com/office/drawing/2014/main" id="{9DC391C3-D9C8-D87F-8431-5188FBAD8B0D}"/>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7" name="图片 6">
            <a:extLst>
              <a:ext uri="{FF2B5EF4-FFF2-40B4-BE49-F238E27FC236}">
                <a16:creationId xmlns:a16="http://schemas.microsoft.com/office/drawing/2014/main" id="{47D8CBC5-2CDB-4F91-098E-96452F9260BD}"/>
              </a:ext>
            </a:extLst>
          </p:cNvPr>
          <p:cNvPicPr>
            <a:picLocks noChangeAspect="1"/>
          </p:cNvPicPr>
          <p:nvPr/>
        </p:nvPicPr>
        <p:blipFill>
          <a:blip r:embed="rId2"/>
          <a:stretch>
            <a:fillRect/>
          </a:stretch>
        </p:blipFill>
        <p:spPr>
          <a:xfrm>
            <a:off x="60463" y="186431"/>
            <a:ext cx="12057556" cy="6477875"/>
          </a:xfrm>
          <a:prstGeom prst="rect">
            <a:avLst/>
          </a:prstGeom>
        </p:spPr>
      </p:pic>
    </p:spTree>
    <p:extLst>
      <p:ext uri="{BB962C8B-B14F-4D97-AF65-F5344CB8AC3E}">
        <p14:creationId xmlns:p14="http://schemas.microsoft.com/office/powerpoint/2010/main" val="35190966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tangle 34">
            <a:extLst>
              <a:ext uri="{FF2B5EF4-FFF2-40B4-BE49-F238E27FC236}">
                <a16:creationId xmlns:a16="http://schemas.microsoft.com/office/drawing/2014/main" id="{9C3A685C-3103-501A-B4E4-A2ECF12F526B}"/>
              </a:ext>
            </a:extLst>
          </p:cNvPr>
          <p:cNvSpPr>
            <a:spLocks noChangeArrowheads="1"/>
          </p:cNvSpPr>
          <p:nvPr/>
        </p:nvSpPr>
        <p:spPr bwMode="auto">
          <a:xfrm>
            <a:off x="1478280" y="5236395"/>
            <a:ext cx="9235440" cy="203539"/>
          </a:xfrm>
          <a:prstGeom prst="rect">
            <a:avLst/>
          </a:prstGeom>
          <a:solidFill>
            <a:srgbClr val="E5E3DE"/>
          </a:solid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grpSp>
        <p:nvGrpSpPr>
          <p:cNvPr id="60" name="Group 59">
            <a:extLst>
              <a:ext uri="{FF2B5EF4-FFF2-40B4-BE49-F238E27FC236}">
                <a16:creationId xmlns:a16="http://schemas.microsoft.com/office/drawing/2014/main" id="{E9A98A34-C720-7424-4613-E25ACE19F5F8}"/>
              </a:ext>
            </a:extLst>
          </p:cNvPr>
          <p:cNvGrpSpPr/>
          <p:nvPr/>
        </p:nvGrpSpPr>
        <p:grpSpPr>
          <a:xfrm>
            <a:off x="1481122" y="5520875"/>
            <a:ext cx="9229759" cy="203539"/>
            <a:chOff x="1108710" y="4140656"/>
            <a:chExt cx="6922319" cy="152654"/>
          </a:xfrm>
          <a:solidFill>
            <a:srgbClr val="E5E3DE"/>
          </a:solidFill>
        </p:grpSpPr>
        <p:sp>
          <p:nvSpPr>
            <p:cNvPr id="56" name="Rectangle 34">
              <a:extLst>
                <a:ext uri="{FF2B5EF4-FFF2-40B4-BE49-F238E27FC236}">
                  <a16:creationId xmlns:a16="http://schemas.microsoft.com/office/drawing/2014/main" id="{B1F42136-69DA-8044-9237-54406B08C94E}"/>
                </a:ext>
              </a:extLst>
            </p:cNvPr>
            <p:cNvSpPr>
              <a:spLocks noChangeArrowheads="1"/>
            </p:cNvSpPr>
            <p:nvPr/>
          </p:nvSpPr>
          <p:spPr bwMode="auto">
            <a:xfrm>
              <a:off x="1108710" y="4140656"/>
              <a:ext cx="1691640" cy="152654"/>
            </a:xfrm>
            <a:prstGeom prst="roundRect">
              <a:avLst>
                <a:gd name="adj" fmla="val 50000"/>
              </a:avLst>
            </a:pr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7" name="Rectangle 34">
              <a:extLst>
                <a:ext uri="{FF2B5EF4-FFF2-40B4-BE49-F238E27FC236}">
                  <a16:creationId xmlns:a16="http://schemas.microsoft.com/office/drawing/2014/main" id="{AB29DE6D-99E5-C2F8-4A18-CC9AB0783D50}"/>
                </a:ext>
              </a:extLst>
            </p:cNvPr>
            <p:cNvSpPr>
              <a:spLocks noChangeArrowheads="1"/>
            </p:cNvSpPr>
            <p:nvPr/>
          </p:nvSpPr>
          <p:spPr bwMode="auto">
            <a:xfrm>
              <a:off x="2852270" y="4140656"/>
              <a:ext cx="1691640" cy="152654"/>
            </a:xfrm>
            <a:prstGeom prst="roundRect">
              <a:avLst>
                <a:gd name="adj" fmla="val 50000"/>
              </a:avLst>
            </a:pr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8" name="Rectangle 34">
              <a:extLst>
                <a:ext uri="{FF2B5EF4-FFF2-40B4-BE49-F238E27FC236}">
                  <a16:creationId xmlns:a16="http://schemas.microsoft.com/office/drawing/2014/main" id="{E91EED8F-B3A9-07FA-3D11-0D79C9DAD100}"/>
                </a:ext>
              </a:extLst>
            </p:cNvPr>
            <p:cNvSpPr>
              <a:spLocks noChangeArrowheads="1"/>
            </p:cNvSpPr>
            <p:nvPr/>
          </p:nvSpPr>
          <p:spPr bwMode="auto">
            <a:xfrm>
              <a:off x="4595830" y="4140656"/>
              <a:ext cx="1691640" cy="152654"/>
            </a:xfrm>
            <a:prstGeom prst="roundRect">
              <a:avLst>
                <a:gd name="adj" fmla="val 50000"/>
              </a:avLst>
            </a:pr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9" name="Rectangle 34">
              <a:extLst>
                <a:ext uri="{FF2B5EF4-FFF2-40B4-BE49-F238E27FC236}">
                  <a16:creationId xmlns:a16="http://schemas.microsoft.com/office/drawing/2014/main" id="{7914F6A1-E94C-C124-5864-67A865D3582A}"/>
                </a:ext>
              </a:extLst>
            </p:cNvPr>
            <p:cNvSpPr>
              <a:spLocks noChangeArrowheads="1"/>
            </p:cNvSpPr>
            <p:nvPr/>
          </p:nvSpPr>
          <p:spPr bwMode="auto">
            <a:xfrm>
              <a:off x="6339389" y="4140656"/>
              <a:ext cx="1691640" cy="152654"/>
            </a:xfrm>
            <a:prstGeom prst="roundRect">
              <a:avLst>
                <a:gd name="adj" fmla="val 50000"/>
              </a:avLst>
            </a:pr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grpSp>
      <p:grpSp>
        <p:nvGrpSpPr>
          <p:cNvPr id="61" name="Group 60">
            <a:extLst>
              <a:ext uri="{FF2B5EF4-FFF2-40B4-BE49-F238E27FC236}">
                <a16:creationId xmlns:a16="http://schemas.microsoft.com/office/drawing/2014/main" id="{03D17AF8-57C7-9F56-0D13-2DE3F0588A8B}"/>
              </a:ext>
            </a:extLst>
          </p:cNvPr>
          <p:cNvGrpSpPr/>
          <p:nvPr/>
        </p:nvGrpSpPr>
        <p:grpSpPr>
          <a:xfrm>
            <a:off x="1452557" y="1391919"/>
            <a:ext cx="9286889" cy="3850051"/>
            <a:chOff x="1089417" y="1043939"/>
            <a:chExt cx="6965167" cy="2887538"/>
          </a:xfrm>
          <a:solidFill>
            <a:srgbClr val="E5E3DE"/>
          </a:solidFill>
        </p:grpSpPr>
        <p:sp>
          <p:nvSpPr>
            <p:cNvPr id="47" name="Freeform 5">
              <a:extLst>
                <a:ext uri="{FF2B5EF4-FFF2-40B4-BE49-F238E27FC236}">
                  <a16:creationId xmlns:a16="http://schemas.microsoft.com/office/drawing/2014/main" id="{B951274C-CAE2-6167-0B84-17938E0A76F4}"/>
                </a:ext>
              </a:extLst>
            </p:cNvPr>
            <p:cNvSpPr>
              <a:spLocks/>
            </p:cNvSpPr>
            <p:nvPr/>
          </p:nvSpPr>
          <p:spPr bwMode="auto">
            <a:xfrm>
              <a:off x="1500993" y="1043939"/>
              <a:ext cx="6139577" cy="2883357"/>
            </a:xfrm>
            <a:custGeom>
              <a:avLst/>
              <a:gdLst>
                <a:gd name="T0" fmla="*/ 2045 w 2045"/>
                <a:gd name="T1" fmla="*/ 331 h 967"/>
                <a:gd name="T2" fmla="*/ 1023 w 2045"/>
                <a:gd name="T3" fmla="*/ 0 h 967"/>
                <a:gd name="T4" fmla="*/ 1023 w 2045"/>
                <a:gd name="T5" fmla="*/ 0 h 967"/>
                <a:gd name="T6" fmla="*/ 1022 w 2045"/>
                <a:gd name="T7" fmla="*/ 0 h 967"/>
                <a:gd name="T8" fmla="*/ 1021 w 2045"/>
                <a:gd name="T9" fmla="*/ 0 h 967"/>
                <a:gd name="T10" fmla="*/ 1021 w 2045"/>
                <a:gd name="T11" fmla="*/ 0 h 967"/>
                <a:gd name="T12" fmla="*/ 0 w 2045"/>
                <a:gd name="T13" fmla="*/ 331 h 967"/>
                <a:gd name="T14" fmla="*/ 160 w 2045"/>
                <a:gd name="T15" fmla="*/ 814 h 967"/>
                <a:gd name="T16" fmla="*/ 131 w 2045"/>
                <a:gd name="T17" fmla="*/ 929 h 967"/>
                <a:gd name="T18" fmla="*/ 212 w 2045"/>
                <a:gd name="T19" fmla="*/ 967 h 967"/>
                <a:gd name="T20" fmla="*/ 289 w 2045"/>
                <a:gd name="T21" fmla="*/ 967 h 967"/>
                <a:gd name="T22" fmla="*/ 330 w 2045"/>
                <a:gd name="T23" fmla="*/ 889 h 967"/>
                <a:gd name="T24" fmla="*/ 303 w 2045"/>
                <a:gd name="T25" fmla="*/ 806 h 967"/>
                <a:gd name="T26" fmla="*/ 494 w 2045"/>
                <a:gd name="T27" fmla="*/ 645 h 967"/>
                <a:gd name="T28" fmla="*/ 685 w 2045"/>
                <a:gd name="T29" fmla="*/ 806 h 967"/>
                <a:gd name="T30" fmla="*/ 658 w 2045"/>
                <a:gd name="T31" fmla="*/ 889 h 967"/>
                <a:gd name="T32" fmla="*/ 698 w 2045"/>
                <a:gd name="T33" fmla="*/ 967 h 967"/>
                <a:gd name="T34" fmla="*/ 820 w 2045"/>
                <a:gd name="T35" fmla="*/ 967 h 967"/>
                <a:gd name="T36" fmla="*/ 860 w 2045"/>
                <a:gd name="T37" fmla="*/ 889 h 967"/>
                <a:gd name="T38" fmla="*/ 833 w 2045"/>
                <a:gd name="T39" fmla="*/ 806 h 967"/>
                <a:gd name="T40" fmla="*/ 1024 w 2045"/>
                <a:gd name="T41" fmla="*/ 645 h 967"/>
                <a:gd name="T42" fmla="*/ 1215 w 2045"/>
                <a:gd name="T43" fmla="*/ 806 h 967"/>
                <a:gd name="T44" fmla="*/ 1188 w 2045"/>
                <a:gd name="T45" fmla="*/ 889 h 967"/>
                <a:gd name="T46" fmla="*/ 1229 w 2045"/>
                <a:gd name="T47" fmla="*/ 967 h 967"/>
                <a:gd name="T48" fmla="*/ 1350 w 2045"/>
                <a:gd name="T49" fmla="*/ 967 h 967"/>
                <a:gd name="T50" fmla="*/ 1391 w 2045"/>
                <a:gd name="T51" fmla="*/ 889 h 967"/>
                <a:gd name="T52" fmla="*/ 1364 w 2045"/>
                <a:gd name="T53" fmla="*/ 806 h 967"/>
                <a:gd name="T54" fmla="*/ 1555 w 2045"/>
                <a:gd name="T55" fmla="*/ 645 h 967"/>
                <a:gd name="T56" fmla="*/ 1746 w 2045"/>
                <a:gd name="T57" fmla="*/ 806 h 967"/>
                <a:gd name="T58" fmla="*/ 1719 w 2045"/>
                <a:gd name="T59" fmla="*/ 889 h 967"/>
                <a:gd name="T60" fmla="*/ 1759 w 2045"/>
                <a:gd name="T61" fmla="*/ 967 h 967"/>
                <a:gd name="T62" fmla="*/ 1832 w 2045"/>
                <a:gd name="T63" fmla="*/ 967 h 967"/>
                <a:gd name="T64" fmla="*/ 1913 w 2045"/>
                <a:gd name="T65" fmla="*/ 929 h 967"/>
                <a:gd name="T66" fmla="*/ 1885 w 2045"/>
                <a:gd name="T67" fmla="*/ 814 h 967"/>
                <a:gd name="T68" fmla="*/ 2045 w 2045"/>
                <a:gd name="T69" fmla="*/ 331 h 967"/>
                <a:gd name="connsiteX0" fmla="*/ 10000 w 10000"/>
                <a:gd name="connsiteY0" fmla="*/ 3423 h 10053"/>
                <a:gd name="connsiteX1" fmla="*/ 5002 w 10000"/>
                <a:gd name="connsiteY1" fmla="*/ 0 h 10053"/>
                <a:gd name="connsiteX2" fmla="*/ 5002 w 10000"/>
                <a:gd name="connsiteY2" fmla="*/ 0 h 10053"/>
                <a:gd name="connsiteX3" fmla="*/ 4998 w 10000"/>
                <a:gd name="connsiteY3" fmla="*/ 0 h 10053"/>
                <a:gd name="connsiteX4" fmla="*/ 4993 w 10000"/>
                <a:gd name="connsiteY4" fmla="*/ 0 h 10053"/>
                <a:gd name="connsiteX5" fmla="*/ 4993 w 10000"/>
                <a:gd name="connsiteY5" fmla="*/ 0 h 10053"/>
                <a:gd name="connsiteX6" fmla="*/ 0 w 10000"/>
                <a:gd name="connsiteY6" fmla="*/ 3423 h 10053"/>
                <a:gd name="connsiteX7" fmla="*/ 782 w 10000"/>
                <a:gd name="connsiteY7" fmla="*/ 8418 h 10053"/>
                <a:gd name="connsiteX8" fmla="*/ 641 w 10000"/>
                <a:gd name="connsiteY8" fmla="*/ 9607 h 10053"/>
                <a:gd name="connsiteX9" fmla="*/ 1037 w 10000"/>
                <a:gd name="connsiteY9" fmla="*/ 10000 h 10053"/>
                <a:gd name="connsiteX10" fmla="*/ 1413 w 10000"/>
                <a:gd name="connsiteY10" fmla="*/ 10000 h 10053"/>
                <a:gd name="connsiteX11" fmla="*/ 1614 w 10000"/>
                <a:gd name="connsiteY11" fmla="*/ 9193 h 10053"/>
                <a:gd name="connsiteX12" fmla="*/ 1482 w 10000"/>
                <a:gd name="connsiteY12" fmla="*/ 8335 h 10053"/>
                <a:gd name="connsiteX13" fmla="*/ 2416 w 10000"/>
                <a:gd name="connsiteY13" fmla="*/ 6670 h 10053"/>
                <a:gd name="connsiteX14" fmla="*/ 3350 w 10000"/>
                <a:gd name="connsiteY14" fmla="*/ 8335 h 10053"/>
                <a:gd name="connsiteX15" fmla="*/ 3218 w 10000"/>
                <a:gd name="connsiteY15" fmla="*/ 9193 h 10053"/>
                <a:gd name="connsiteX16" fmla="*/ 3413 w 10000"/>
                <a:gd name="connsiteY16" fmla="*/ 10000 h 10053"/>
                <a:gd name="connsiteX17" fmla="*/ 4010 w 10000"/>
                <a:gd name="connsiteY17" fmla="*/ 10000 h 10053"/>
                <a:gd name="connsiteX18" fmla="*/ 4205 w 10000"/>
                <a:gd name="connsiteY18" fmla="*/ 9193 h 10053"/>
                <a:gd name="connsiteX19" fmla="*/ 4073 w 10000"/>
                <a:gd name="connsiteY19" fmla="*/ 8335 h 10053"/>
                <a:gd name="connsiteX20" fmla="*/ 5007 w 10000"/>
                <a:gd name="connsiteY20" fmla="*/ 6670 h 10053"/>
                <a:gd name="connsiteX21" fmla="*/ 5941 w 10000"/>
                <a:gd name="connsiteY21" fmla="*/ 8335 h 10053"/>
                <a:gd name="connsiteX22" fmla="*/ 5809 w 10000"/>
                <a:gd name="connsiteY22" fmla="*/ 9193 h 10053"/>
                <a:gd name="connsiteX23" fmla="*/ 6010 w 10000"/>
                <a:gd name="connsiteY23" fmla="*/ 10000 h 10053"/>
                <a:gd name="connsiteX24" fmla="*/ 6601 w 10000"/>
                <a:gd name="connsiteY24" fmla="*/ 10000 h 10053"/>
                <a:gd name="connsiteX25" fmla="*/ 6802 w 10000"/>
                <a:gd name="connsiteY25" fmla="*/ 9193 h 10053"/>
                <a:gd name="connsiteX26" fmla="*/ 6670 w 10000"/>
                <a:gd name="connsiteY26" fmla="*/ 8335 h 10053"/>
                <a:gd name="connsiteX27" fmla="*/ 7604 w 10000"/>
                <a:gd name="connsiteY27" fmla="*/ 6670 h 10053"/>
                <a:gd name="connsiteX28" fmla="*/ 8538 w 10000"/>
                <a:gd name="connsiteY28" fmla="*/ 8335 h 10053"/>
                <a:gd name="connsiteX29" fmla="*/ 8406 w 10000"/>
                <a:gd name="connsiteY29" fmla="*/ 9193 h 10053"/>
                <a:gd name="connsiteX30" fmla="*/ 8601 w 10000"/>
                <a:gd name="connsiteY30" fmla="*/ 10000 h 10053"/>
                <a:gd name="connsiteX31" fmla="*/ 8958 w 10000"/>
                <a:gd name="connsiteY31" fmla="*/ 10000 h 10053"/>
                <a:gd name="connsiteX32" fmla="*/ 9355 w 10000"/>
                <a:gd name="connsiteY32" fmla="*/ 9277 h 10053"/>
                <a:gd name="connsiteX33" fmla="*/ 9218 w 10000"/>
                <a:gd name="connsiteY33" fmla="*/ 8418 h 10053"/>
                <a:gd name="connsiteX34" fmla="*/ 10000 w 10000"/>
                <a:gd name="connsiteY34" fmla="*/ 3423 h 10053"/>
                <a:gd name="connsiteX0" fmla="*/ 10000 w 10000"/>
                <a:gd name="connsiteY0" fmla="*/ 3423 h 10017"/>
                <a:gd name="connsiteX1" fmla="*/ 5002 w 10000"/>
                <a:gd name="connsiteY1" fmla="*/ 0 h 10017"/>
                <a:gd name="connsiteX2" fmla="*/ 5002 w 10000"/>
                <a:gd name="connsiteY2" fmla="*/ 0 h 10017"/>
                <a:gd name="connsiteX3" fmla="*/ 4998 w 10000"/>
                <a:gd name="connsiteY3" fmla="*/ 0 h 10017"/>
                <a:gd name="connsiteX4" fmla="*/ 4993 w 10000"/>
                <a:gd name="connsiteY4" fmla="*/ 0 h 10017"/>
                <a:gd name="connsiteX5" fmla="*/ 4993 w 10000"/>
                <a:gd name="connsiteY5" fmla="*/ 0 h 10017"/>
                <a:gd name="connsiteX6" fmla="*/ 0 w 10000"/>
                <a:gd name="connsiteY6" fmla="*/ 3423 h 10017"/>
                <a:gd name="connsiteX7" fmla="*/ 782 w 10000"/>
                <a:gd name="connsiteY7" fmla="*/ 8418 h 10017"/>
                <a:gd name="connsiteX8" fmla="*/ 641 w 10000"/>
                <a:gd name="connsiteY8" fmla="*/ 9607 h 10017"/>
                <a:gd name="connsiteX9" fmla="*/ 1037 w 10000"/>
                <a:gd name="connsiteY9" fmla="*/ 10000 h 10017"/>
                <a:gd name="connsiteX10" fmla="*/ 1413 w 10000"/>
                <a:gd name="connsiteY10" fmla="*/ 10000 h 10017"/>
                <a:gd name="connsiteX11" fmla="*/ 1614 w 10000"/>
                <a:gd name="connsiteY11" fmla="*/ 9193 h 10017"/>
                <a:gd name="connsiteX12" fmla="*/ 1482 w 10000"/>
                <a:gd name="connsiteY12" fmla="*/ 8335 h 10017"/>
                <a:gd name="connsiteX13" fmla="*/ 2416 w 10000"/>
                <a:gd name="connsiteY13" fmla="*/ 6670 h 10017"/>
                <a:gd name="connsiteX14" fmla="*/ 3350 w 10000"/>
                <a:gd name="connsiteY14" fmla="*/ 8335 h 10017"/>
                <a:gd name="connsiteX15" fmla="*/ 3218 w 10000"/>
                <a:gd name="connsiteY15" fmla="*/ 9193 h 10017"/>
                <a:gd name="connsiteX16" fmla="*/ 3413 w 10000"/>
                <a:gd name="connsiteY16" fmla="*/ 10000 h 10017"/>
                <a:gd name="connsiteX17" fmla="*/ 4010 w 10000"/>
                <a:gd name="connsiteY17" fmla="*/ 10000 h 10017"/>
                <a:gd name="connsiteX18" fmla="*/ 4205 w 10000"/>
                <a:gd name="connsiteY18" fmla="*/ 9193 h 10017"/>
                <a:gd name="connsiteX19" fmla="*/ 4073 w 10000"/>
                <a:gd name="connsiteY19" fmla="*/ 8335 h 10017"/>
                <a:gd name="connsiteX20" fmla="*/ 5007 w 10000"/>
                <a:gd name="connsiteY20" fmla="*/ 6670 h 10017"/>
                <a:gd name="connsiteX21" fmla="*/ 5941 w 10000"/>
                <a:gd name="connsiteY21" fmla="*/ 8335 h 10017"/>
                <a:gd name="connsiteX22" fmla="*/ 5809 w 10000"/>
                <a:gd name="connsiteY22" fmla="*/ 9193 h 10017"/>
                <a:gd name="connsiteX23" fmla="*/ 6010 w 10000"/>
                <a:gd name="connsiteY23" fmla="*/ 10000 h 10017"/>
                <a:gd name="connsiteX24" fmla="*/ 6601 w 10000"/>
                <a:gd name="connsiteY24" fmla="*/ 10000 h 10017"/>
                <a:gd name="connsiteX25" fmla="*/ 6802 w 10000"/>
                <a:gd name="connsiteY25" fmla="*/ 9193 h 10017"/>
                <a:gd name="connsiteX26" fmla="*/ 6670 w 10000"/>
                <a:gd name="connsiteY26" fmla="*/ 8335 h 10017"/>
                <a:gd name="connsiteX27" fmla="*/ 7604 w 10000"/>
                <a:gd name="connsiteY27" fmla="*/ 6670 h 10017"/>
                <a:gd name="connsiteX28" fmla="*/ 8538 w 10000"/>
                <a:gd name="connsiteY28" fmla="*/ 8335 h 10017"/>
                <a:gd name="connsiteX29" fmla="*/ 8406 w 10000"/>
                <a:gd name="connsiteY29" fmla="*/ 9193 h 10017"/>
                <a:gd name="connsiteX30" fmla="*/ 8601 w 10000"/>
                <a:gd name="connsiteY30" fmla="*/ 10000 h 10017"/>
                <a:gd name="connsiteX31" fmla="*/ 8997 w 10000"/>
                <a:gd name="connsiteY31" fmla="*/ 9711 h 10017"/>
                <a:gd name="connsiteX32" fmla="*/ 9355 w 10000"/>
                <a:gd name="connsiteY32" fmla="*/ 9277 h 10017"/>
                <a:gd name="connsiteX33" fmla="*/ 9218 w 10000"/>
                <a:gd name="connsiteY33" fmla="*/ 8418 h 10017"/>
                <a:gd name="connsiteX34" fmla="*/ 10000 w 10000"/>
                <a:gd name="connsiteY34" fmla="*/ 3423 h 10017"/>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538 w 10000"/>
                <a:gd name="connsiteY28" fmla="*/ 8335 h 10000"/>
                <a:gd name="connsiteX29" fmla="*/ 8406 w 10000"/>
                <a:gd name="connsiteY29" fmla="*/ 9193 h 10000"/>
                <a:gd name="connsiteX30" fmla="*/ 8601 w 10000"/>
                <a:gd name="connsiteY30" fmla="*/ 9628 h 10000"/>
                <a:gd name="connsiteX31" fmla="*/ 8997 w 10000"/>
                <a:gd name="connsiteY31" fmla="*/ 9711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538 w 10000"/>
                <a:gd name="connsiteY28" fmla="*/ 8335 h 10000"/>
                <a:gd name="connsiteX29" fmla="*/ 8426 w 10000"/>
                <a:gd name="connsiteY29" fmla="*/ 9028 h 10000"/>
                <a:gd name="connsiteX30" fmla="*/ 8601 w 10000"/>
                <a:gd name="connsiteY30" fmla="*/ 9628 h 10000"/>
                <a:gd name="connsiteX31" fmla="*/ 8997 w 10000"/>
                <a:gd name="connsiteY31" fmla="*/ 9711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628 h 10000"/>
                <a:gd name="connsiteX31" fmla="*/ 8997 w 10000"/>
                <a:gd name="connsiteY31" fmla="*/ 9711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628 h 10000"/>
                <a:gd name="connsiteX31" fmla="*/ 8997 w 10000"/>
                <a:gd name="connsiteY31" fmla="*/ 9711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711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55 w 10000"/>
                <a:gd name="connsiteY32" fmla="*/ 9277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35 w 10000"/>
                <a:gd name="connsiteY32" fmla="*/ 9112 h 10000"/>
                <a:gd name="connsiteX33" fmla="*/ 9218 w 10000"/>
                <a:gd name="connsiteY33" fmla="*/ 8418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35 w 10000"/>
                <a:gd name="connsiteY32" fmla="*/ 9112 h 10000"/>
                <a:gd name="connsiteX33" fmla="*/ 9238 w 10000"/>
                <a:gd name="connsiteY33" fmla="*/ 8253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35 w 10000"/>
                <a:gd name="connsiteY32" fmla="*/ 9112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8997 w 10000"/>
                <a:gd name="connsiteY31" fmla="*/ 9546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01 w 10000"/>
                <a:gd name="connsiteY30" fmla="*/ 9504 h 10000"/>
                <a:gd name="connsiteX31" fmla="*/ 9044 w 10000"/>
                <a:gd name="connsiteY31" fmla="*/ 9415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26 w 10000"/>
                <a:gd name="connsiteY29" fmla="*/ 9028 h 10000"/>
                <a:gd name="connsiteX30" fmla="*/ 8617 w 10000"/>
                <a:gd name="connsiteY30" fmla="*/ 9308 h 10000"/>
                <a:gd name="connsiteX31" fmla="*/ 9044 w 10000"/>
                <a:gd name="connsiteY31" fmla="*/ 9415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57 w 10000"/>
                <a:gd name="connsiteY29" fmla="*/ 8930 h 10000"/>
                <a:gd name="connsiteX30" fmla="*/ 8617 w 10000"/>
                <a:gd name="connsiteY30" fmla="*/ 9308 h 10000"/>
                <a:gd name="connsiteX31" fmla="*/ 9044 w 10000"/>
                <a:gd name="connsiteY31" fmla="*/ 9415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57 w 10000"/>
                <a:gd name="connsiteY29" fmla="*/ 8930 h 10000"/>
                <a:gd name="connsiteX30" fmla="*/ 8617 w 10000"/>
                <a:gd name="connsiteY30" fmla="*/ 9308 h 10000"/>
                <a:gd name="connsiteX31" fmla="*/ 9044 w 10000"/>
                <a:gd name="connsiteY31" fmla="*/ 9415 h 10000"/>
                <a:gd name="connsiteX32" fmla="*/ 9366 w 10000"/>
                <a:gd name="connsiteY32" fmla="*/ 8883 h 10000"/>
                <a:gd name="connsiteX33" fmla="*/ 9285 w 10000"/>
                <a:gd name="connsiteY33" fmla="*/ 7959 h 10000"/>
                <a:gd name="connsiteX34" fmla="*/ 10000 w 10000"/>
                <a:gd name="connsiteY34" fmla="*/ 3423 h 10000"/>
                <a:gd name="connsiteX0" fmla="*/ 10000 w 10000"/>
                <a:gd name="connsiteY0" fmla="*/ 3423 h 10000"/>
                <a:gd name="connsiteX1" fmla="*/ 5002 w 10000"/>
                <a:gd name="connsiteY1" fmla="*/ 0 h 10000"/>
                <a:gd name="connsiteX2" fmla="*/ 5002 w 10000"/>
                <a:gd name="connsiteY2" fmla="*/ 0 h 10000"/>
                <a:gd name="connsiteX3" fmla="*/ 4998 w 10000"/>
                <a:gd name="connsiteY3" fmla="*/ 0 h 10000"/>
                <a:gd name="connsiteX4" fmla="*/ 4993 w 10000"/>
                <a:gd name="connsiteY4" fmla="*/ 0 h 10000"/>
                <a:gd name="connsiteX5" fmla="*/ 4993 w 10000"/>
                <a:gd name="connsiteY5" fmla="*/ 0 h 10000"/>
                <a:gd name="connsiteX6" fmla="*/ 0 w 10000"/>
                <a:gd name="connsiteY6" fmla="*/ 3423 h 10000"/>
                <a:gd name="connsiteX7" fmla="*/ 782 w 10000"/>
                <a:gd name="connsiteY7" fmla="*/ 8418 h 10000"/>
                <a:gd name="connsiteX8" fmla="*/ 641 w 10000"/>
                <a:gd name="connsiteY8" fmla="*/ 9607 h 10000"/>
                <a:gd name="connsiteX9" fmla="*/ 1037 w 10000"/>
                <a:gd name="connsiteY9" fmla="*/ 10000 h 10000"/>
                <a:gd name="connsiteX10" fmla="*/ 1413 w 10000"/>
                <a:gd name="connsiteY10" fmla="*/ 10000 h 10000"/>
                <a:gd name="connsiteX11" fmla="*/ 1614 w 10000"/>
                <a:gd name="connsiteY11" fmla="*/ 9193 h 10000"/>
                <a:gd name="connsiteX12" fmla="*/ 1482 w 10000"/>
                <a:gd name="connsiteY12" fmla="*/ 8335 h 10000"/>
                <a:gd name="connsiteX13" fmla="*/ 2416 w 10000"/>
                <a:gd name="connsiteY13" fmla="*/ 6670 h 10000"/>
                <a:gd name="connsiteX14" fmla="*/ 3350 w 10000"/>
                <a:gd name="connsiteY14" fmla="*/ 8335 h 10000"/>
                <a:gd name="connsiteX15" fmla="*/ 3218 w 10000"/>
                <a:gd name="connsiteY15" fmla="*/ 9193 h 10000"/>
                <a:gd name="connsiteX16" fmla="*/ 3413 w 10000"/>
                <a:gd name="connsiteY16" fmla="*/ 10000 h 10000"/>
                <a:gd name="connsiteX17" fmla="*/ 4010 w 10000"/>
                <a:gd name="connsiteY17" fmla="*/ 10000 h 10000"/>
                <a:gd name="connsiteX18" fmla="*/ 4205 w 10000"/>
                <a:gd name="connsiteY18" fmla="*/ 9193 h 10000"/>
                <a:gd name="connsiteX19" fmla="*/ 4073 w 10000"/>
                <a:gd name="connsiteY19" fmla="*/ 8335 h 10000"/>
                <a:gd name="connsiteX20" fmla="*/ 5007 w 10000"/>
                <a:gd name="connsiteY20" fmla="*/ 6670 h 10000"/>
                <a:gd name="connsiteX21" fmla="*/ 5941 w 10000"/>
                <a:gd name="connsiteY21" fmla="*/ 8335 h 10000"/>
                <a:gd name="connsiteX22" fmla="*/ 5809 w 10000"/>
                <a:gd name="connsiteY22" fmla="*/ 9193 h 10000"/>
                <a:gd name="connsiteX23" fmla="*/ 6010 w 10000"/>
                <a:gd name="connsiteY23" fmla="*/ 10000 h 10000"/>
                <a:gd name="connsiteX24" fmla="*/ 6601 w 10000"/>
                <a:gd name="connsiteY24" fmla="*/ 10000 h 10000"/>
                <a:gd name="connsiteX25" fmla="*/ 6802 w 10000"/>
                <a:gd name="connsiteY25" fmla="*/ 9193 h 10000"/>
                <a:gd name="connsiteX26" fmla="*/ 6670 w 10000"/>
                <a:gd name="connsiteY26" fmla="*/ 8335 h 10000"/>
                <a:gd name="connsiteX27" fmla="*/ 7604 w 10000"/>
                <a:gd name="connsiteY27" fmla="*/ 6670 h 10000"/>
                <a:gd name="connsiteX28" fmla="*/ 8440 w 10000"/>
                <a:gd name="connsiteY28" fmla="*/ 7922 h 10000"/>
                <a:gd name="connsiteX29" fmla="*/ 8457 w 10000"/>
                <a:gd name="connsiteY29" fmla="*/ 8930 h 10000"/>
                <a:gd name="connsiteX30" fmla="*/ 8617 w 10000"/>
                <a:gd name="connsiteY30" fmla="*/ 9308 h 10000"/>
                <a:gd name="connsiteX31" fmla="*/ 9044 w 10000"/>
                <a:gd name="connsiteY31" fmla="*/ 9415 h 10000"/>
                <a:gd name="connsiteX32" fmla="*/ 9366 w 10000"/>
                <a:gd name="connsiteY32" fmla="*/ 8883 h 10000"/>
                <a:gd name="connsiteX33" fmla="*/ 9285 w 10000"/>
                <a:gd name="connsiteY33" fmla="*/ 7959 h 10000"/>
                <a:gd name="connsiteX34" fmla="*/ 10000 w 10000"/>
                <a:gd name="connsiteY34" fmla="*/ 3423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00" h="10000">
                  <a:moveTo>
                    <a:pt x="10000" y="3423"/>
                  </a:moveTo>
                  <a:cubicBezTo>
                    <a:pt x="10000" y="186"/>
                    <a:pt x="6323" y="0"/>
                    <a:pt x="5002" y="0"/>
                  </a:cubicBezTo>
                  <a:lnTo>
                    <a:pt x="5002" y="0"/>
                  </a:lnTo>
                  <a:lnTo>
                    <a:pt x="4998" y="0"/>
                  </a:lnTo>
                  <a:lnTo>
                    <a:pt x="4993" y="0"/>
                  </a:lnTo>
                  <a:lnTo>
                    <a:pt x="4993" y="0"/>
                  </a:lnTo>
                  <a:cubicBezTo>
                    <a:pt x="3672" y="0"/>
                    <a:pt x="0" y="186"/>
                    <a:pt x="0" y="3423"/>
                  </a:cubicBezTo>
                  <a:cubicBezTo>
                    <a:pt x="0" y="5708"/>
                    <a:pt x="782" y="6567"/>
                    <a:pt x="782" y="8418"/>
                  </a:cubicBezTo>
                  <a:cubicBezTo>
                    <a:pt x="782" y="9286"/>
                    <a:pt x="641" y="9214"/>
                    <a:pt x="641" y="9607"/>
                  </a:cubicBezTo>
                  <a:lnTo>
                    <a:pt x="1037" y="10000"/>
                  </a:lnTo>
                  <a:lnTo>
                    <a:pt x="1413" y="10000"/>
                  </a:lnTo>
                  <a:cubicBezTo>
                    <a:pt x="1609" y="10000"/>
                    <a:pt x="1726" y="9535"/>
                    <a:pt x="1614" y="9193"/>
                  </a:cubicBezTo>
                  <a:cubicBezTo>
                    <a:pt x="1526" y="8945"/>
                    <a:pt x="1482" y="8656"/>
                    <a:pt x="1482" y="8335"/>
                  </a:cubicBezTo>
                  <a:cubicBezTo>
                    <a:pt x="1482" y="7415"/>
                    <a:pt x="1897" y="6670"/>
                    <a:pt x="2416" y="6670"/>
                  </a:cubicBezTo>
                  <a:cubicBezTo>
                    <a:pt x="2929" y="6670"/>
                    <a:pt x="3350" y="7415"/>
                    <a:pt x="3350" y="8335"/>
                  </a:cubicBezTo>
                  <a:cubicBezTo>
                    <a:pt x="3350" y="8656"/>
                    <a:pt x="3301" y="8945"/>
                    <a:pt x="3218" y="9193"/>
                  </a:cubicBezTo>
                  <a:cubicBezTo>
                    <a:pt x="3105" y="9535"/>
                    <a:pt x="3218" y="10000"/>
                    <a:pt x="3413" y="10000"/>
                  </a:cubicBezTo>
                  <a:lnTo>
                    <a:pt x="4010" y="10000"/>
                  </a:lnTo>
                  <a:cubicBezTo>
                    <a:pt x="4205" y="10000"/>
                    <a:pt x="4318" y="9535"/>
                    <a:pt x="4205" y="9193"/>
                  </a:cubicBezTo>
                  <a:cubicBezTo>
                    <a:pt x="4122" y="8945"/>
                    <a:pt x="4073" y="8656"/>
                    <a:pt x="4073" y="8335"/>
                  </a:cubicBezTo>
                  <a:cubicBezTo>
                    <a:pt x="4073" y="7415"/>
                    <a:pt x="4494" y="6670"/>
                    <a:pt x="5007" y="6670"/>
                  </a:cubicBezTo>
                  <a:cubicBezTo>
                    <a:pt x="5526" y="6670"/>
                    <a:pt x="5941" y="7415"/>
                    <a:pt x="5941" y="8335"/>
                  </a:cubicBezTo>
                  <a:cubicBezTo>
                    <a:pt x="5941" y="8656"/>
                    <a:pt x="5897" y="8945"/>
                    <a:pt x="5809" y="9193"/>
                  </a:cubicBezTo>
                  <a:cubicBezTo>
                    <a:pt x="5697" y="9535"/>
                    <a:pt x="5814" y="10000"/>
                    <a:pt x="6010" y="10000"/>
                  </a:cubicBezTo>
                  <a:lnTo>
                    <a:pt x="6601" y="10000"/>
                  </a:lnTo>
                  <a:cubicBezTo>
                    <a:pt x="6797" y="10000"/>
                    <a:pt x="6914" y="9535"/>
                    <a:pt x="6802" y="9193"/>
                  </a:cubicBezTo>
                  <a:cubicBezTo>
                    <a:pt x="6719" y="8945"/>
                    <a:pt x="6670" y="8656"/>
                    <a:pt x="6670" y="8335"/>
                  </a:cubicBezTo>
                  <a:cubicBezTo>
                    <a:pt x="6670" y="7415"/>
                    <a:pt x="7309" y="6739"/>
                    <a:pt x="7604" y="6670"/>
                  </a:cubicBezTo>
                  <a:cubicBezTo>
                    <a:pt x="7899" y="6601"/>
                    <a:pt x="8298" y="7545"/>
                    <a:pt x="8440" y="7922"/>
                  </a:cubicBezTo>
                  <a:cubicBezTo>
                    <a:pt x="8582" y="8299"/>
                    <a:pt x="8371" y="8379"/>
                    <a:pt x="8457" y="8930"/>
                  </a:cubicBezTo>
                  <a:cubicBezTo>
                    <a:pt x="8524" y="9359"/>
                    <a:pt x="8519" y="9227"/>
                    <a:pt x="8617" y="9308"/>
                  </a:cubicBezTo>
                  <a:cubicBezTo>
                    <a:pt x="8715" y="9389"/>
                    <a:pt x="8919" y="9486"/>
                    <a:pt x="9044" y="9415"/>
                  </a:cubicBezTo>
                  <a:cubicBezTo>
                    <a:pt x="9169" y="9344"/>
                    <a:pt x="9335" y="9341"/>
                    <a:pt x="9366" y="8883"/>
                  </a:cubicBezTo>
                  <a:cubicBezTo>
                    <a:pt x="9381" y="8392"/>
                    <a:pt x="9285" y="8827"/>
                    <a:pt x="9285" y="7959"/>
                  </a:cubicBezTo>
                  <a:cubicBezTo>
                    <a:pt x="9285" y="6108"/>
                    <a:pt x="10000" y="5708"/>
                    <a:pt x="10000" y="3423"/>
                  </a:cubicBezTo>
                  <a:close/>
                </a:path>
              </a:pathLst>
            </a:custGeom>
            <a:grpFill/>
            <a:ln w="17463"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48" name="Freeform 27">
              <a:extLst>
                <a:ext uri="{FF2B5EF4-FFF2-40B4-BE49-F238E27FC236}">
                  <a16:creationId xmlns:a16="http://schemas.microsoft.com/office/drawing/2014/main" id="{36A7C800-67BA-DFEA-C9BC-759F2828B014}"/>
                </a:ext>
              </a:extLst>
            </p:cNvPr>
            <p:cNvSpPr>
              <a:spLocks/>
            </p:cNvSpPr>
            <p:nvPr/>
          </p:nvSpPr>
          <p:spPr bwMode="auto">
            <a:xfrm>
              <a:off x="2657795" y="3278378"/>
              <a:ext cx="681905" cy="653089"/>
            </a:xfrm>
            <a:custGeom>
              <a:avLst/>
              <a:gdLst>
                <a:gd name="T0" fmla="*/ 78 w 227"/>
                <a:gd name="T1" fmla="*/ 50 h 219"/>
                <a:gd name="T2" fmla="*/ 19 w 227"/>
                <a:gd name="T3" fmla="*/ 157 h 219"/>
                <a:gd name="T4" fmla="*/ 51 w 227"/>
                <a:gd name="T5" fmla="*/ 219 h 219"/>
                <a:gd name="T6" fmla="*/ 113 w 227"/>
                <a:gd name="T7" fmla="*/ 219 h 219"/>
                <a:gd name="T8" fmla="*/ 175 w 227"/>
                <a:gd name="T9" fmla="*/ 219 h 219"/>
                <a:gd name="T10" fmla="*/ 208 w 227"/>
                <a:gd name="T11" fmla="*/ 157 h 219"/>
                <a:gd name="T12" fmla="*/ 149 w 227"/>
                <a:gd name="T13" fmla="*/ 50 h 219"/>
                <a:gd name="T14" fmla="*/ 78 w 227"/>
                <a:gd name="T15" fmla="*/ 5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7" h="219">
                  <a:moveTo>
                    <a:pt x="78" y="50"/>
                  </a:moveTo>
                  <a:cubicBezTo>
                    <a:pt x="78" y="118"/>
                    <a:pt x="33" y="137"/>
                    <a:pt x="19" y="157"/>
                  </a:cubicBezTo>
                  <a:cubicBezTo>
                    <a:pt x="0" y="183"/>
                    <a:pt x="19" y="219"/>
                    <a:pt x="51" y="219"/>
                  </a:cubicBezTo>
                  <a:cubicBezTo>
                    <a:pt x="113" y="219"/>
                    <a:pt x="113" y="219"/>
                    <a:pt x="113" y="219"/>
                  </a:cubicBezTo>
                  <a:cubicBezTo>
                    <a:pt x="175" y="219"/>
                    <a:pt x="175" y="219"/>
                    <a:pt x="175" y="219"/>
                  </a:cubicBezTo>
                  <a:cubicBezTo>
                    <a:pt x="207" y="219"/>
                    <a:pt x="227" y="183"/>
                    <a:pt x="208" y="157"/>
                  </a:cubicBezTo>
                  <a:cubicBezTo>
                    <a:pt x="194" y="137"/>
                    <a:pt x="149" y="118"/>
                    <a:pt x="149" y="50"/>
                  </a:cubicBezTo>
                  <a:cubicBezTo>
                    <a:pt x="149" y="0"/>
                    <a:pt x="78" y="1"/>
                    <a:pt x="78" y="50"/>
                  </a:cubicBezTo>
                  <a:close/>
                </a:path>
              </a:pathLst>
            </a:cu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49" name="Freeform 28">
              <a:extLst>
                <a:ext uri="{FF2B5EF4-FFF2-40B4-BE49-F238E27FC236}">
                  <a16:creationId xmlns:a16="http://schemas.microsoft.com/office/drawing/2014/main" id="{C7B1BFBC-E07F-6E1C-6330-E888727C1D81}"/>
                </a:ext>
              </a:extLst>
            </p:cNvPr>
            <p:cNvSpPr>
              <a:spLocks/>
            </p:cNvSpPr>
            <p:nvPr/>
          </p:nvSpPr>
          <p:spPr bwMode="auto">
            <a:xfrm>
              <a:off x="1089417" y="3278378"/>
              <a:ext cx="677033" cy="653089"/>
            </a:xfrm>
            <a:custGeom>
              <a:avLst/>
              <a:gdLst>
                <a:gd name="T0" fmla="*/ 78 w 226"/>
                <a:gd name="T1" fmla="*/ 50 h 219"/>
                <a:gd name="T2" fmla="*/ 18 w 226"/>
                <a:gd name="T3" fmla="*/ 157 h 219"/>
                <a:gd name="T4" fmla="*/ 51 w 226"/>
                <a:gd name="T5" fmla="*/ 219 h 219"/>
                <a:gd name="T6" fmla="*/ 113 w 226"/>
                <a:gd name="T7" fmla="*/ 219 h 219"/>
                <a:gd name="T8" fmla="*/ 175 w 226"/>
                <a:gd name="T9" fmla="*/ 219 h 219"/>
                <a:gd name="T10" fmla="*/ 208 w 226"/>
                <a:gd name="T11" fmla="*/ 157 h 219"/>
                <a:gd name="T12" fmla="*/ 149 w 226"/>
                <a:gd name="T13" fmla="*/ 50 h 219"/>
                <a:gd name="T14" fmla="*/ 78 w 226"/>
                <a:gd name="T15" fmla="*/ 5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6" h="219">
                  <a:moveTo>
                    <a:pt x="78" y="50"/>
                  </a:moveTo>
                  <a:cubicBezTo>
                    <a:pt x="78" y="118"/>
                    <a:pt x="32" y="137"/>
                    <a:pt x="18" y="157"/>
                  </a:cubicBezTo>
                  <a:cubicBezTo>
                    <a:pt x="0" y="183"/>
                    <a:pt x="19" y="219"/>
                    <a:pt x="51" y="219"/>
                  </a:cubicBezTo>
                  <a:cubicBezTo>
                    <a:pt x="113" y="219"/>
                    <a:pt x="113" y="219"/>
                    <a:pt x="113" y="219"/>
                  </a:cubicBezTo>
                  <a:cubicBezTo>
                    <a:pt x="175" y="219"/>
                    <a:pt x="175" y="219"/>
                    <a:pt x="175" y="219"/>
                  </a:cubicBezTo>
                  <a:cubicBezTo>
                    <a:pt x="207" y="219"/>
                    <a:pt x="226" y="183"/>
                    <a:pt x="208" y="157"/>
                  </a:cubicBezTo>
                  <a:cubicBezTo>
                    <a:pt x="194" y="137"/>
                    <a:pt x="149" y="118"/>
                    <a:pt x="149" y="50"/>
                  </a:cubicBezTo>
                  <a:cubicBezTo>
                    <a:pt x="149" y="0"/>
                    <a:pt x="78" y="1"/>
                    <a:pt x="78" y="50"/>
                  </a:cubicBezTo>
                  <a:close/>
                </a:path>
              </a:pathLst>
            </a:cu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0" name="Freeform 30">
              <a:extLst>
                <a:ext uri="{FF2B5EF4-FFF2-40B4-BE49-F238E27FC236}">
                  <a16:creationId xmlns:a16="http://schemas.microsoft.com/office/drawing/2014/main" id="{15C63DE2-D6BA-B403-86D9-166F2D27A1B5}"/>
                </a:ext>
              </a:extLst>
            </p:cNvPr>
            <p:cNvSpPr>
              <a:spLocks/>
            </p:cNvSpPr>
            <p:nvPr/>
          </p:nvSpPr>
          <p:spPr bwMode="auto">
            <a:xfrm>
              <a:off x="4231048" y="3278383"/>
              <a:ext cx="679468" cy="653089"/>
            </a:xfrm>
            <a:custGeom>
              <a:avLst/>
              <a:gdLst>
                <a:gd name="T0" fmla="*/ 77 w 226"/>
                <a:gd name="T1" fmla="*/ 50 h 219"/>
                <a:gd name="T2" fmla="*/ 18 w 226"/>
                <a:gd name="T3" fmla="*/ 157 h 219"/>
                <a:gd name="T4" fmla="*/ 51 w 226"/>
                <a:gd name="T5" fmla="*/ 219 h 219"/>
                <a:gd name="T6" fmla="*/ 113 w 226"/>
                <a:gd name="T7" fmla="*/ 219 h 219"/>
                <a:gd name="T8" fmla="*/ 175 w 226"/>
                <a:gd name="T9" fmla="*/ 219 h 219"/>
                <a:gd name="T10" fmla="*/ 207 w 226"/>
                <a:gd name="T11" fmla="*/ 157 h 219"/>
                <a:gd name="T12" fmla="*/ 148 w 226"/>
                <a:gd name="T13" fmla="*/ 50 h 219"/>
                <a:gd name="T14" fmla="*/ 77 w 226"/>
                <a:gd name="T15" fmla="*/ 5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6" h="219">
                  <a:moveTo>
                    <a:pt x="77" y="50"/>
                  </a:moveTo>
                  <a:cubicBezTo>
                    <a:pt x="77" y="118"/>
                    <a:pt x="32" y="137"/>
                    <a:pt x="18" y="157"/>
                  </a:cubicBezTo>
                  <a:cubicBezTo>
                    <a:pt x="0" y="183"/>
                    <a:pt x="19" y="219"/>
                    <a:pt x="51" y="219"/>
                  </a:cubicBezTo>
                  <a:cubicBezTo>
                    <a:pt x="113" y="219"/>
                    <a:pt x="113" y="219"/>
                    <a:pt x="113" y="219"/>
                  </a:cubicBezTo>
                  <a:cubicBezTo>
                    <a:pt x="175" y="219"/>
                    <a:pt x="175" y="219"/>
                    <a:pt x="175" y="219"/>
                  </a:cubicBezTo>
                  <a:cubicBezTo>
                    <a:pt x="207" y="219"/>
                    <a:pt x="226" y="183"/>
                    <a:pt x="207" y="157"/>
                  </a:cubicBezTo>
                  <a:cubicBezTo>
                    <a:pt x="193" y="137"/>
                    <a:pt x="148" y="118"/>
                    <a:pt x="148" y="50"/>
                  </a:cubicBezTo>
                  <a:cubicBezTo>
                    <a:pt x="148" y="0"/>
                    <a:pt x="77" y="1"/>
                    <a:pt x="77" y="50"/>
                  </a:cubicBezTo>
                  <a:close/>
                </a:path>
              </a:pathLst>
            </a:cu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1" name="Freeform 31">
              <a:extLst>
                <a:ext uri="{FF2B5EF4-FFF2-40B4-BE49-F238E27FC236}">
                  <a16:creationId xmlns:a16="http://schemas.microsoft.com/office/drawing/2014/main" id="{6842B5FE-D505-17FF-1F08-9FCE26B57E87}"/>
                </a:ext>
              </a:extLst>
            </p:cNvPr>
            <p:cNvSpPr>
              <a:spLocks/>
            </p:cNvSpPr>
            <p:nvPr/>
          </p:nvSpPr>
          <p:spPr bwMode="auto">
            <a:xfrm>
              <a:off x="5801865" y="3278388"/>
              <a:ext cx="679468" cy="653089"/>
            </a:xfrm>
            <a:custGeom>
              <a:avLst/>
              <a:gdLst>
                <a:gd name="T0" fmla="*/ 78 w 226"/>
                <a:gd name="T1" fmla="*/ 50 h 219"/>
                <a:gd name="T2" fmla="*/ 18 w 226"/>
                <a:gd name="T3" fmla="*/ 157 h 219"/>
                <a:gd name="T4" fmla="*/ 51 w 226"/>
                <a:gd name="T5" fmla="*/ 219 h 219"/>
                <a:gd name="T6" fmla="*/ 113 w 226"/>
                <a:gd name="T7" fmla="*/ 219 h 219"/>
                <a:gd name="T8" fmla="*/ 175 w 226"/>
                <a:gd name="T9" fmla="*/ 219 h 219"/>
                <a:gd name="T10" fmla="*/ 208 w 226"/>
                <a:gd name="T11" fmla="*/ 157 h 219"/>
                <a:gd name="T12" fmla="*/ 149 w 226"/>
                <a:gd name="T13" fmla="*/ 50 h 219"/>
                <a:gd name="T14" fmla="*/ 78 w 226"/>
                <a:gd name="T15" fmla="*/ 5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6" h="219">
                  <a:moveTo>
                    <a:pt x="78" y="50"/>
                  </a:moveTo>
                  <a:cubicBezTo>
                    <a:pt x="78" y="118"/>
                    <a:pt x="32" y="137"/>
                    <a:pt x="18" y="157"/>
                  </a:cubicBezTo>
                  <a:cubicBezTo>
                    <a:pt x="0" y="183"/>
                    <a:pt x="19" y="219"/>
                    <a:pt x="51" y="219"/>
                  </a:cubicBezTo>
                  <a:cubicBezTo>
                    <a:pt x="113" y="219"/>
                    <a:pt x="113" y="219"/>
                    <a:pt x="113" y="219"/>
                  </a:cubicBezTo>
                  <a:cubicBezTo>
                    <a:pt x="175" y="219"/>
                    <a:pt x="175" y="219"/>
                    <a:pt x="175" y="219"/>
                  </a:cubicBezTo>
                  <a:cubicBezTo>
                    <a:pt x="207" y="219"/>
                    <a:pt x="226" y="183"/>
                    <a:pt x="208" y="157"/>
                  </a:cubicBezTo>
                  <a:cubicBezTo>
                    <a:pt x="194" y="137"/>
                    <a:pt x="149" y="118"/>
                    <a:pt x="149" y="50"/>
                  </a:cubicBezTo>
                  <a:cubicBezTo>
                    <a:pt x="149" y="0"/>
                    <a:pt x="78" y="1"/>
                    <a:pt x="78" y="50"/>
                  </a:cubicBezTo>
                  <a:close/>
                </a:path>
              </a:pathLst>
            </a:cu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sp>
          <p:nvSpPr>
            <p:cNvPr id="52" name="Freeform 32">
              <a:extLst>
                <a:ext uri="{FF2B5EF4-FFF2-40B4-BE49-F238E27FC236}">
                  <a16:creationId xmlns:a16="http://schemas.microsoft.com/office/drawing/2014/main" id="{7B862A99-B73A-B2CB-3202-B25A18BF83D8}"/>
                </a:ext>
              </a:extLst>
            </p:cNvPr>
            <p:cNvSpPr>
              <a:spLocks/>
            </p:cNvSpPr>
            <p:nvPr/>
          </p:nvSpPr>
          <p:spPr bwMode="auto">
            <a:xfrm>
              <a:off x="7372679" y="3278388"/>
              <a:ext cx="681905" cy="653089"/>
            </a:xfrm>
            <a:custGeom>
              <a:avLst/>
              <a:gdLst>
                <a:gd name="T0" fmla="*/ 78 w 227"/>
                <a:gd name="T1" fmla="*/ 50 h 219"/>
                <a:gd name="T2" fmla="*/ 19 w 227"/>
                <a:gd name="T3" fmla="*/ 157 h 219"/>
                <a:gd name="T4" fmla="*/ 51 w 227"/>
                <a:gd name="T5" fmla="*/ 219 h 219"/>
                <a:gd name="T6" fmla="*/ 113 w 227"/>
                <a:gd name="T7" fmla="*/ 219 h 219"/>
                <a:gd name="T8" fmla="*/ 175 w 227"/>
                <a:gd name="T9" fmla="*/ 219 h 219"/>
                <a:gd name="T10" fmla="*/ 208 w 227"/>
                <a:gd name="T11" fmla="*/ 157 h 219"/>
                <a:gd name="T12" fmla="*/ 149 w 227"/>
                <a:gd name="T13" fmla="*/ 50 h 219"/>
                <a:gd name="T14" fmla="*/ 78 w 227"/>
                <a:gd name="T15" fmla="*/ 50 h 2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7" h="219">
                  <a:moveTo>
                    <a:pt x="78" y="50"/>
                  </a:moveTo>
                  <a:cubicBezTo>
                    <a:pt x="78" y="118"/>
                    <a:pt x="33" y="137"/>
                    <a:pt x="19" y="157"/>
                  </a:cubicBezTo>
                  <a:cubicBezTo>
                    <a:pt x="0" y="183"/>
                    <a:pt x="19" y="219"/>
                    <a:pt x="51" y="219"/>
                  </a:cubicBezTo>
                  <a:cubicBezTo>
                    <a:pt x="113" y="219"/>
                    <a:pt x="113" y="219"/>
                    <a:pt x="113" y="219"/>
                  </a:cubicBezTo>
                  <a:cubicBezTo>
                    <a:pt x="175" y="219"/>
                    <a:pt x="175" y="219"/>
                    <a:pt x="175" y="219"/>
                  </a:cubicBezTo>
                  <a:cubicBezTo>
                    <a:pt x="207" y="219"/>
                    <a:pt x="227" y="183"/>
                    <a:pt x="208" y="157"/>
                  </a:cubicBezTo>
                  <a:cubicBezTo>
                    <a:pt x="194" y="137"/>
                    <a:pt x="149" y="118"/>
                    <a:pt x="149" y="50"/>
                  </a:cubicBezTo>
                  <a:cubicBezTo>
                    <a:pt x="149" y="0"/>
                    <a:pt x="78" y="1"/>
                    <a:pt x="78" y="50"/>
                  </a:cubicBezTo>
                  <a:close/>
                </a:path>
              </a:pathLst>
            </a:custGeom>
            <a:grpFill/>
            <a:ln w="15875" cap="flat">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32"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183761"/>
                </a:solidFill>
                <a:effectLst/>
                <a:uLnTx/>
                <a:uFillTx/>
                <a:latin typeface="Boehringer Forward Text" panose="02000500000000020000" pitchFamily="2" charset="0"/>
                <a:ea typeface="+mn-ea"/>
                <a:cs typeface="+mn-cs"/>
              </a:endParaRPr>
            </a:p>
          </p:txBody>
        </p:sp>
      </p:grpSp>
      <p:sp>
        <p:nvSpPr>
          <p:cNvPr id="2" name="Title 1">
            <a:extLst>
              <a:ext uri="{FF2B5EF4-FFF2-40B4-BE49-F238E27FC236}">
                <a16:creationId xmlns:a16="http://schemas.microsoft.com/office/drawing/2014/main" id="{22958880-EC3A-5230-613E-40B0441997B4}"/>
              </a:ext>
            </a:extLst>
          </p:cNvPr>
          <p:cNvSpPr>
            <a:spLocks noGrp="1"/>
          </p:cNvSpPr>
          <p:nvPr>
            <p:ph type="title"/>
          </p:nvPr>
        </p:nvSpPr>
        <p:spPr>
          <a:xfrm>
            <a:off x="479426" y="477000"/>
            <a:ext cx="11233151" cy="720000"/>
          </a:xfrm>
        </p:spPr>
        <p:txBody>
          <a:bodyPr/>
          <a:lstStyle/>
          <a:p>
            <a:r>
              <a:rPr lang="en-US" sz="2467"/>
              <a:t>Asset vision: </a:t>
            </a:r>
            <a:r>
              <a:rPr lang="en-US" sz="2467" b="0"/>
              <a:t>TRPC6i is the 1</a:t>
            </a:r>
            <a:r>
              <a:rPr lang="en-US" sz="2467" b="0" baseline="30000"/>
              <a:t>st</a:t>
            </a:r>
            <a:r>
              <a:rPr lang="en-US" sz="2467" b="0"/>
              <a:t> line targeted non-immunosuppressive treatment of choice transforming lives for patients with podocytopathies to prevent ESKD </a:t>
            </a:r>
            <a:br>
              <a:rPr lang="en-US" sz="2467" b="0"/>
            </a:br>
            <a:endParaRPr lang="en-US" sz="2467" b="0"/>
          </a:p>
        </p:txBody>
      </p:sp>
      <p:sp>
        <p:nvSpPr>
          <p:cNvPr id="4" name="Footer Placeholder 3">
            <a:extLst>
              <a:ext uri="{FF2B5EF4-FFF2-40B4-BE49-F238E27FC236}">
                <a16:creationId xmlns:a16="http://schemas.microsoft.com/office/drawing/2014/main" id="{8A6B5F23-8E48-C8A4-C3AF-12EB73235C68}"/>
              </a:ext>
            </a:extLst>
          </p:cNvPr>
          <p:cNvSpPr>
            <a:spLocks noGrp="1"/>
          </p:cNvSpPr>
          <p:nvPr>
            <p:ph type="ftr" sz="quarter" idx="10"/>
          </p:nvPr>
        </p:nvSpPr>
        <p:spPr>
          <a:xfrm>
            <a:off x="6312024" y="6246836"/>
            <a:ext cx="5040560" cy="288000"/>
          </a:xfrm>
        </p:spPr>
        <p:txBody>
          <a:bodyPr/>
          <a:lstStyle/>
          <a:p>
            <a:pPr marL="0" marR="0" lvl="0" indent="0" algn="r" defTabSz="121917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Release of Proof of Clinical Principle at HPSC |  CONFIDENTIAL</a:t>
            </a:r>
          </a:p>
        </p:txBody>
      </p:sp>
      <p:sp>
        <p:nvSpPr>
          <p:cNvPr id="8" name="TextBox 7">
            <a:extLst>
              <a:ext uri="{FF2B5EF4-FFF2-40B4-BE49-F238E27FC236}">
                <a16:creationId xmlns:a16="http://schemas.microsoft.com/office/drawing/2014/main" id="{B08D8F95-1CB5-DD30-6E99-C9417A9A0740}"/>
              </a:ext>
            </a:extLst>
          </p:cNvPr>
          <p:cNvSpPr txBox="1"/>
          <p:nvPr/>
        </p:nvSpPr>
        <p:spPr bwMode="gray">
          <a:xfrm>
            <a:off x="0" y="5908767"/>
            <a:ext cx="8366251" cy="949234"/>
          </a:xfrm>
          <a:prstGeom prst="rect">
            <a:avLst/>
          </a:prstGeom>
          <a:noFill/>
        </p:spPr>
        <p:txBody>
          <a:bodyPr wrap="square" lIns="1828800" bIns="243840" anchor="b">
            <a:spAutoFit/>
          </a:bodyPr>
          <a:lstStyle/>
          <a:p>
            <a:pPr marL="0" marR="0" lvl="0" indent="0" algn="l" defTabSz="1219108" rtl="0" eaLnBrk="1" fontAlgn="auto" latinLnBrk="0" hangingPunct="1">
              <a:lnSpc>
                <a:spcPct val="100000"/>
              </a:lnSpc>
              <a:spcBef>
                <a:spcPts val="0"/>
              </a:spcBef>
              <a:spcAft>
                <a:spcPts val="0"/>
              </a:spcAft>
              <a:buClrTx/>
              <a:buSzTx/>
              <a:buFontTx/>
              <a:buNone/>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sym typeface="Calibri"/>
              </a:rPr>
              <a:t>FSGS – Focal Segmental Glomerulosclerosis</a:t>
            </a:r>
          </a:p>
          <a:p>
            <a:pPr marL="0" marR="0" lvl="0" indent="0" algn="l" defTabSz="1219108" rtl="0" eaLnBrk="1" fontAlgn="auto" latinLnBrk="0" hangingPunct="1">
              <a:lnSpc>
                <a:spcPct val="100000"/>
              </a:lnSpc>
              <a:spcBef>
                <a:spcPts val="0"/>
              </a:spcBef>
              <a:spcAft>
                <a:spcPts val="0"/>
              </a:spcAft>
              <a:buClrTx/>
              <a:buSzTx/>
              <a:buFontTx/>
              <a:buNone/>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sym typeface="Calibri"/>
              </a:rPr>
              <a:t>TR- MCD – Tx resistant Minimal Change Disease</a:t>
            </a:r>
          </a:p>
          <a:p>
            <a:pPr marL="0" marR="0" lvl="0" indent="0" algn="l" defTabSz="1219108" rtl="0" eaLnBrk="1" fontAlgn="auto" latinLnBrk="0" hangingPunct="1">
              <a:lnSpc>
                <a:spcPct val="100000"/>
              </a:lnSpc>
              <a:spcBef>
                <a:spcPts val="0"/>
              </a:spcBef>
              <a:spcAft>
                <a:spcPts val="0"/>
              </a:spcAft>
              <a:buClrTx/>
              <a:buSzTx/>
              <a:buFontTx/>
              <a:buNone/>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sym typeface="Calibri"/>
              </a:rPr>
              <a:t>TR-MN – Tx resistant Membranous nephropathy</a:t>
            </a:r>
          </a:p>
          <a:p>
            <a:pPr marL="0" marR="0" lvl="0" indent="0" algn="l" defTabSz="1219108" rtl="0" eaLnBrk="1" fontAlgn="auto" latinLnBrk="0" hangingPunct="1">
              <a:lnSpc>
                <a:spcPct val="100000"/>
              </a:lnSpc>
              <a:spcBef>
                <a:spcPts val="0"/>
              </a:spcBef>
              <a:spcAft>
                <a:spcPts val="0"/>
              </a:spcAft>
              <a:buClrTx/>
              <a:buSzTx/>
              <a:buFontTx/>
              <a:buNone/>
              <a:tabLst/>
              <a:defRPr/>
            </a:pPr>
            <a:r>
              <a:rPr kumimoji="0" lang="en-GB" sz="1067" b="0" i="0" u="none" strike="noStrike" kern="1200" cap="none" spc="0" normalizeH="0" baseline="0" noProof="0">
                <a:ln>
                  <a:noFill/>
                </a:ln>
                <a:solidFill>
                  <a:srgbClr val="08312A"/>
                </a:solidFill>
                <a:effectLst/>
                <a:uLnTx/>
                <a:uFillTx/>
                <a:latin typeface="Boehringer Forward Text"/>
                <a:ea typeface="+mn-ea"/>
                <a:cs typeface="+mn-cs"/>
                <a:sym typeface="Calibri"/>
              </a:rPr>
              <a:t>AS – Alport Syndrome</a:t>
            </a:r>
          </a:p>
        </p:txBody>
      </p:sp>
      <p:grpSp>
        <p:nvGrpSpPr>
          <p:cNvPr id="36" name="Group 35">
            <a:extLst>
              <a:ext uri="{FF2B5EF4-FFF2-40B4-BE49-F238E27FC236}">
                <a16:creationId xmlns:a16="http://schemas.microsoft.com/office/drawing/2014/main" id="{91A29822-5FD1-7929-F5E9-800176A6E0EC}"/>
              </a:ext>
            </a:extLst>
          </p:cNvPr>
          <p:cNvGrpSpPr/>
          <p:nvPr/>
        </p:nvGrpSpPr>
        <p:grpSpPr>
          <a:xfrm>
            <a:off x="3492716" y="1496441"/>
            <a:ext cx="5221712" cy="4499497"/>
            <a:chOff x="5719577" y="884438"/>
            <a:chExt cx="3916284" cy="3374623"/>
          </a:xfrm>
        </p:grpSpPr>
        <p:sp>
          <p:nvSpPr>
            <p:cNvPr id="13" name="Freeform: Shape 12">
              <a:extLst>
                <a:ext uri="{FF2B5EF4-FFF2-40B4-BE49-F238E27FC236}">
                  <a16:creationId xmlns:a16="http://schemas.microsoft.com/office/drawing/2014/main" id="{2B14D2DA-C1D0-1D16-F5B2-2D911A1DB910}"/>
                </a:ext>
              </a:extLst>
            </p:cNvPr>
            <p:cNvSpPr/>
            <p:nvPr/>
          </p:nvSpPr>
          <p:spPr>
            <a:xfrm>
              <a:off x="6913754" y="1934282"/>
              <a:ext cx="1516568" cy="1274934"/>
            </a:xfrm>
            <a:custGeom>
              <a:avLst/>
              <a:gdLst>
                <a:gd name="connsiteX0" fmla="*/ 0 w 1409402"/>
                <a:gd name="connsiteY0" fmla="*/ 704701 h 1409402"/>
                <a:gd name="connsiteX1" fmla="*/ 352351 w 1409402"/>
                <a:gd name="connsiteY1" fmla="*/ 0 h 1409402"/>
                <a:gd name="connsiteX2" fmla="*/ 1057052 w 1409402"/>
                <a:gd name="connsiteY2" fmla="*/ 0 h 1409402"/>
                <a:gd name="connsiteX3" fmla="*/ 1409402 w 1409402"/>
                <a:gd name="connsiteY3" fmla="*/ 704701 h 1409402"/>
                <a:gd name="connsiteX4" fmla="*/ 1057052 w 1409402"/>
                <a:gd name="connsiteY4" fmla="*/ 1409402 h 1409402"/>
                <a:gd name="connsiteX5" fmla="*/ 352351 w 1409402"/>
                <a:gd name="connsiteY5" fmla="*/ 1409402 h 1409402"/>
                <a:gd name="connsiteX6" fmla="*/ 0 w 1409402"/>
                <a:gd name="connsiteY6" fmla="*/ 704701 h 1409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09402" h="1409402">
                  <a:moveTo>
                    <a:pt x="0" y="704701"/>
                  </a:moveTo>
                  <a:lnTo>
                    <a:pt x="352351" y="0"/>
                  </a:lnTo>
                  <a:lnTo>
                    <a:pt x="1057052" y="0"/>
                  </a:lnTo>
                  <a:lnTo>
                    <a:pt x="1409402" y="704701"/>
                  </a:lnTo>
                  <a:lnTo>
                    <a:pt x="1057052" y="1409402"/>
                  </a:lnTo>
                  <a:lnTo>
                    <a:pt x="352351" y="1409402"/>
                  </a:lnTo>
                  <a:lnTo>
                    <a:pt x="0" y="704701"/>
                  </a:lnTo>
                  <a:close/>
                </a:path>
              </a:pathLst>
            </a:custGeom>
            <a:solidFill>
              <a:srgbClr val="104F58"/>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37289" tIns="237289" rIns="237289" bIns="237289" numCol="1" spcCol="1270" anchor="ctr" anchorCtr="0">
              <a:noAutofit/>
            </a:bodyPr>
            <a:lstStyle/>
            <a:p>
              <a:pPr marL="0" marR="0" lvl="0" indent="0" algn="ctr" defTabSz="1126039" rtl="0" eaLnBrk="1" fontAlgn="auto" latinLnBrk="0" hangingPunct="1">
                <a:lnSpc>
                  <a:spcPct val="90000"/>
                </a:lnSpc>
                <a:spcBef>
                  <a:spcPct val="0"/>
                </a:spcBef>
                <a:spcAft>
                  <a:spcPct val="35000"/>
                </a:spcAft>
                <a:buClrTx/>
                <a:buSzTx/>
                <a:buFontTx/>
                <a:buNone/>
                <a:tabLst/>
                <a:defRPr/>
              </a:pPr>
              <a:r>
                <a:rPr kumimoji="0" lang="en-IN" sz="2400" b="1" i="0" u="none" strike="noStrike" kern="1200" cap="none" spc="0" normalizeH="0" baseline="0" noProof="0">
                  <a:ln>
                    <a:noFill/>
                  </a:ln>
                  <a:solidFill>
                    <a:prstClr val="white"/>
                  </a:solidFill>
                  <a:effectLst/>
                  <a:uLnTx/>
                  <a:uFillTx/>
                  <a:latin typeface="Boehringer Forward Text"/>
                  <a:ea typeface="+mn-ea"/>
                  <a:cs typeface="+mn-cs"/>
                </a:rPr>
                <a:t>pFSGS</a:t>
              </a:r>
            </a:p>
            <a:p>
              <a:pPr marL="0" marR="0" lvl="0" indent="0" algn="ctr" defTabSz="1126039" rtl="0" eaLnBrk="1" fontAlgn="auto" latinLnBrk="0" hangingPunct="1">
                <a:lnSpc>
                  <a:spcPct val="90000"/>
                </a:lnSpc>
                <a:spcBef>
                  <a:spcPct val="0"/>
                </a:spcBef>
                <a:spcAft>
                  <a:spcPct val="35000"/>
                </a:spcAft>
                <a:buClrTx/>
                <a:buSzTx/>
                <a:buFontTx/>
                <a:buNone/>
                <a:tabLst/>
                <a:defRPr/>
              </a:pPr>
              <a:r>
                <a:rPr kumimoji="0" lang="en-IN" sz="2400" b="1" i="0" u="none" strike="noStrike" kern="1200" cap="none" spc="0" normalizeH="0" baseline="0" noProof="0">
                  <a:ln>
                    <a:noFill/>
                  </a:ln>
                  <a:solidFill>
                    <a:prstClr val="white"/>
                  </a:solidFill>
                  <a:effectLst/>
                  <a:uLnTx/>
                  <a:uFillTx/>
                  <a:latin typeface="Boehringer Forward Text"/>
                  <a:ea typeface="+mn-ea"/>
                  <a:cs typeface="+mn-cs"/>
                </a:rPr>
                <a:t>Sentinel</a:t>
              </a:r>
            </a:p>
          </p:txBody>
        </p:sp>
        <p:sp>
          <p:nvSpPr>
            <p:cNvPr id="14" name="Freeform: Shape 13">
              <a:extLst>
                <a:ext uri="{FF2B5EF4-FFF2-40B4-BE49-F238E27FC236}">
                  <a16:creationId xmlns:a16="http://schemas.microsoft.com/office/drawing/2014/main" id="{5E95353A-0DDA-69AF-7445-BAF29DF21C83}"/>
                </a:ext>
              </a:extLst>
            </p:cNvPr>
            <p:cNvSpPr/>
            <p:nvPr/>
          </p:nvSpPr>
          <p:spPr>
            <a:xfrm>
              <a:off x="7117928" y="884438"/>
              <a:ext cx="1108224" cy="931652"/>
            </a:xfrm>
            <a:custGeom>
              <a:avLst/>
              <a:gdLst>
                <a:gd name="connsiteX0" fmla="*/ 0 w 986581"/>
                <a:gd name="connsiteY0" fmla="*/ 493291 h 986581"/>
                <a:gd name="connsiteX1" fmla="*/ 246645 w 986581"/>
                <a:gd name="connsiteY1" fmla="*/ 0 h 986581"/>
                <a:gd name="connsiteX2" fmla="*/ 739936 w 986581"/>
                <a:gd name="connsiteY2" fmla="*/ 0 h 986581"/>
                <a:gd name="connsiteX3" fmla="*/ 986581 w 986581"/>
                <a:gd name="connsiteY3" fmla="*/ 493291 h 986581"/>
                <a:gd name="connsiteX4" fmla="*/ 739936 w 986581"/>
                <a:gd name="connsiteY4" fmla="*/ 986581 h 986581"/>
                <a:gd name="connsiteX5" fmla="*/ 246645 w 986581"/>
                <a:gd name="connsiteY5" fmla="*/ 986581 h 986581"/>
                <a:gd name="connsiteX6" fmla="*/ 0 w 986581"/>
                <a:gd name="connsiteY6" fmla="*/ 493291 h 98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6581" h="986581">
                  <a:moveTo>
                    <a:pt x="0" y="493291"/>
                  </a:moveTo>
                  <a:lnTo>
                    <a:pt x="246645" y="0"/>
                  </a:lnTo>
                  <a:lnTo>
                    <a:pt x="739936" y="0"/>
                  </a:lnTo>
                  <a:lnTo>
                    <a:pt x="986581" y="493291"/>
                  </a:lnTo>
                  <a:lnTo>
                    <a:pt x="739936" y="986581"/>
                  </a:lnTo>
                  <a:lnTo>
                    <a:pt x="246645" y="986581"/>
                  </a:lnTo>
                  <a:lnTo>
                    <a:pt x="0" y="493291"/>
                  </a:lnTo>
                  <a:close/>
                </a:path>
              </a:pathLst>
            </a:custGeom>
            <a:solidFill>
              <a:srgbClr val="17717D"/>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lvl="0" indent="0" algn="ctr" defTabSz="770447" rtl="0" eaLnBrk="1" fontAlgn="auto" latinLnBrk="0" hangingPunct="1">
                <a:lnSpc>
                  <a:spcPct val="90000"/>
                </a:lnSpc>
                <a:spcBef>
                  <a:spcPct val="0"/>
                </a:spcBef>
                <a:spcAft>
                  <a:spcPct val="35000"/>
                </a:spcAft>
                <a:buClrTx/>
                <a:buSzTx/>
                <a:buFontTx/>
                <a:buNone/>
                <a:tabLst/>
                <a:defRPr/>
              </a:pPr>
              <a:r>
                <a:rPr kumimoji="0" lang="en-IN" sz="2133" b="0" i="0" u="none" strike="noStrike" kern="1200" cap="none" spc="0" normalizeH="0" baseline="0" noProof="0">
                  <a:ln>
                    <a:noFill/>
                  </a:ln>
                  <a:solidFill>
                    <a:prstClr val="white"/>
                  </a:solidFill>
                  <a:effectLst/>
                  <a:uLnTx/>
                  <a:uFillTx/>
                  <a:latin typeface="Boehringer Forward Text"/>
                  <a:ea typeface="+mn-ea"/>
                  <a:cs typeface="+mn-cs"/>
                </a:rPr>
                <a:t>sFSGS</a:t>
              </a:r>
            </a:p>
          </p:txBody>
        </p:sp>
        <p:sp>
          <p:nvSpPr>
            <p:cNvPr id="17" name="Freeform: Shape 16">
              <a:extLst>
                <a:ext uri="{FF2B5EF4-FFF2-40B4-BE49-F238E27FC236}">
                  <a16:creationId xmlns:a16="http://schemas.microsoft.com/office/drawing/2014/main" id="{2FAF919B-CE9A-79F1-922D-6FB486A1EFE4}"/>
                </a:ext>
              </a:extLst>
            </p:cNvPr>
            <p:cNvSpPr/>
            <p:nvPr/>
          </p:nvSpPr>
          <p:spPr>
            <a:xfrm>
              <a:off x="7117928" y="3327409"/>
              <a:ext cx="1108224" cy="931652"/>
            </a:xfrm>
            <a:custGeom>
              <a:avLst/>
              <a:gdLst>
                <a:gd name="connsiteX0" fmla="*/ 0 w 986581"/>
                <a:gd name="connsiteY0" fmla="*/ 493291 h 986581"/>
                <a:gd name="connsiteX1" fmla="*/ 246645 w 986581"/>
                <a:gd name="connsiteY1" fmla="*/ 0 h 986581"/>
                <a:gd name="connsiteX2" fmla="*/ 739936 w 986581"/>
                <a:gd name="connsiteY2" fmla="*/ 0 h 986581"/>
                <a:gd name="connsiteX3" fmla="*/ 986581 w 986581"/>
                <a:gd name="connsiteY3" fmla="*/ 493291 h 986581"/>
                <a:gd name="connsiteX4" fmla="*/ 739936 w 986581"/>
                <a:gd name="connsiteY4" fmla="*/ 986581 h 986581"/>
                <a:gd name="connsiteX5" fmla="*/ 246645 w 986581"/>
                <a:gd name="connsiteY5" fmla="*/ 986581 h 986581"/>
                <a:gd name="connsiteX6" fmla="*/ 0 w 986581"/>
                <a:gd name="connsiteY6" fmla="*/ 493291 h 98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6581" h="986581">
                  <a:moveTo>
                    <a:pt x="0" y="493291"/>
                  </a:moveTo>
                  <a:lnTo>
                    <a:pt x="246645" y="0"/>
                  </a:lnTo>
                  <a:lnTo>
                    <a:pt x="739936" y="0"/>
                  </a:lnTo>
                  <a:lnTo>
                    <a:pt x="986581" y="493291"/>
                  </a:lnTo>
                  <a:lnTo>
                    <a:pt x="739936" y="986581"/>
                  </a:lnTo>
                  <a:lnTo>
                    <a:pt x="246645" y="986581"/>
                  </a:lnTo>
                  <a:lnTo>
                    <a:pt x="0" y="493291"/>
                  </a:lnTo>
                  <a:close/>
                </a:path>
              </a:pathLst>
            </a:cu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lvl="0" indent="0" algn="ctr" defTabSz="770447" rtl="0" eaLnBrk="1" fontAlgn="auto" latinLnBrk="0" hangingPunct="1">
                <a:lnSpc>
                  <a:spcPct val="90000"/>
                </a:lnSpc>
                <a:spcBef>
                  <a:spcPct val="0"/>
                </a:spcBef>
                <a:spcAft>
                  <a:spcPct val="35000"/>
                </a:spcAft>
                <a:buClrTx/>
                <a:buSzTx/>
                <a:buFontTx/>
                <a:buNone/>
                <a:tabLst/>
                <a:defRPr/>
              </a:pPr>
              <a:r>
                <a:rPr kumimoji="0" lang="en-IN" sz="2133" b="0" i="0" u="none" strike="noStrike" kern="1200" cap="none" spc="0" normalizeH="0" baseline="0" noProof="0">
                  <a:ln>
                    <a:noFill/>
                  </a:ln>
                  <a:solidFill>
                    <a:srgbClr val="08312A"/>
                  </a:solidFill>
                  <a:effectLst/>
                  <a:uLnTx/>
                  <a:uFillTx/>
                  <a:latin typeface="Boehringer Forward Text"/>
                  <a:ea typeface="+mn-ea"/>
                  <a:cs typeface="+mn-cs"/>
                </a:rPr>
                <a:t>TR-MN</a:t>
              </a:r>
            </a:p>
          </p:txBody>
        </p:sp>
        <p:sp>
          <p:nvSpPr>
            <p:cNvPr id="15" name="Freeform: Shape 14">
              <a:extLst>
                <a:ext uri="{FF2B5EF4-FFF2-40B4-BE49-F238E27FC236}">
                  <a16:creationId xmlns:a16="http://schemas.microsoft.com/office/drawing/2014/main" id="{89BA8713-2092-3E24-21F0-8C7A02EC75C2}"/>
                </a:ext>
              </a:extLst>
            </p:cNvPr>
            <p:cNvSpPr/>
            <p:nvPr/>
          </p:nvSpPr>
          <p:spPr>
            <a:xfrm>
              <a:off x="8527637" y="2090216"/>
              <a:ext cx="1108224" cy="931652"/>
            </a:xfrm>
            <a:custGeom>
              <a:avLst/>
              <a:gdLst>
                <a:gd name="connsiteX0" fmla="*/ 0 w 986581"/>
                <a:gd name="connsiteY0" fmla="*/ 493291 h 986581"/>
                <a:gd name="connsiteX1" fmla="*/ 246645 w 986581"/>
                <a:gd name="connsiteY1" fmla="*/ 0 h 986581"/>
                <a:gd name="connsiteX2" fmla="*/ 739936 w 986581"/>
                <a:gd name="connsiteY2" fmla="*/ 0 h 986581"/>
                <a:gd name="connsiteX3" fmla="*/ 986581 w 986581"/>
                <a:gd name="connsiteY3" fmla="*/ 493291 h 986581"/>
                <a:gd name="connsiteX4" fmla="*/ 739936 w 986581"/>
                <a:gd name="connsiteY4" fmla="*/ 986581 h 986581"/>
                <a:gd name="connsiteX5" fmla="*/ 246645 w 986581"/>
                <a:gd name="connsiteY5" fmla="*/ 986581 h 986581"/>
                <a:gd name="connsiteX6" fmla="*/ 0 w 986581"/>
                <a:gd name="connsiteY6" fmla="*/ 493291 h 98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6581" h="986581">
                  <a:moveTo>
                    <a:pt x="0" y="493291"/>
                  </a:moveTo>
                  <a:lnTo>
                    <a:pt x="246645" y="0"/>
                  </a:lnTo>
                  <a:lnTo>
                    <a:pt x="739936" y="0"/>
                  </a:lnTo>
                  <a:lnTo>
                    <a:pt x="986581" y="493291"/>
                  </a:lnTo>
                  <a:lnTo>
                    <a:pt x="739936" y="986581"/>
                  </a:lnTo>
                  <a:lnTo>
                    <a:pt x="246645" y="986581"/>
                  </a:lnTo>
                  <a:lnTo>
                    <a:pt x="0" y="493291"/>
                  </a:lnTo>
                  <a:close/>
                </a:path>
              </a:pathLst>
            </a:custGeom>
            <a:solidFill>
              <a:schemeClr val="accent6">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lvl="0" indent="0" algn="ctr" defTabSz="770447" rtl="0" eaLnBrk="1" fontAlgn="auto" latinLnBrk="0" hangingPunct="1">
                <a:lnSpc>
                  <a:spcPct val="90000"/>
                </a:lnSpc>
                <a:spcBef>
                  <a:spcPct val="0"/>
                </a:spcBef>
                <a:spcAft>
                  <a:spcPct val="35000"/>
                </a:spcAft>
                <a:buClrTx/>
                <a:buSzTx/>
                <a:buFontTx/>
                <a:buNone/>
                <a:tabLst/>
                <a:defRPr/>
              </a:pPr>
              <a:r>
                <a:rPr kumimoji="0" lang="en-IN" sz="2133" b="0" i="0" u="none" strike="noStrike" kern="1200" cap="none" spc="0" normalizeH="0" baseline="0" noProof="0">
                  <a:ln>
                    <a:noFill/>
                  </a:ln>
                  <a:solidFill>
                    <a:prstClr val="white"/>
                  </a:solidFill>
                  <a:effectLst/>
                  <a:uLnTx/>
                  <a:uFillTx/>
                  <a:latin typeface="Boehringer Forward Text"/>
                  <a:ea typeface="+mn-ea"/>
                  <a:cs typeface="+mn-cs"/>
                </a:rPr>
                <a:t>TR-MCD</a:t>
              </a:r>
            </a:p>
          </p:txBody>
        </p:sp>
        <p:sp>
          <p:nvSpPr>
            <p:cNvPr id="18" name="Freeform: Shape 17">
              <a:extLst>
                <a:ext uri="{FF2B5EF4-FFF2-40B4-BE49-F238E27FC236}">
                  <a16:creationId xmlns:a16="http://schemas.microsoft.com/office/drawing/2014/main" id="{8D773684-C3DB-A74E-C266-79378F2056C6}"/>
                </a:ext>
              </a:extLst>
            </p:cNvPr>
            <p:cNvSpPr/>
            <p:nvPr/>
          </p:nvSpPr>
          <p:spPr>
            <a:xfrm>
              <a:off x="5719577" y="2090216"/>
              <a:ext cx="1108224" cy="931652"/>
            </a:xfrm>
            <a:custGeom>
              <a:avLst/>
              <a:gdLst>
                <a:gd name="connsiteX0" fmla="*/ 0 w 986581"/>
                <a:gd name="connsiteY0" fmla="*/ 493291 h 986581"/>
                <a:gd name="connsiteX1" fmla="*/ 246645 w 986581"/>
                <a:gd name="connsiteY1" fmla="*/ 0 h 986581"/>
                <a:gd name="connsiteX2" fmla="*/ 739936 w 986581"/>
                <a:gd name="connsiteY2" fmla="*/ 0 h 986581"/>
                <a:gd name="connsiteX3" fmla="*/ 986581 w 986581"/>
                <a:gd name="connsiteY3" fmla="*/ 493291 h 986581"/>
                <a:gd name="connsiteX4" fmla="*/ 739936 w 986581"/>
                <a:gd name="connsiteY4" fmla="*/ 986581 h 986581"/>
                <a:gd name="connsiteX5" fmla="*/ 246645 w 986581"/>
                <a:gd name="connsiteY5" fmla="*/ 986581 h 986581"/>
                <a:gd name="connsiteX6" fmla="*/ 0 w 986581"/>
                <a:gd name="connsiteY6" fmla="*/ 493291 h 986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6581" h="986581">
                  <a:moveTo>
                    <a:pt x="0" y="493291"/>
                  </a:moveTo>
                  <a:lnTo>
                    <a:pt x="246645" y="0"/>
                  </a:lnTo>
                  <a:lnTo>
                    <a:pt x="739936" y="0"/>
                  </a:lnTo>
                  <a:lnTo>
                    <a:pt x="986581" y="493291"/>
                  </a:lnTo>
                  <a:lnTo>
                    <a:pt x="739936" y="986581"/>
                  </a:lnTo>
                  <a:lnTo>
                    <a:pt x="246645" y="986581"/>
                  </a:lnTo>
                  <a:lnTo>
                    <a:pt x="0" y="493291"/>
                  </a:lnTo>
                  <a:close/>
                </a:path>
              </a:pathLst>
            </a:custGeom>
            <a:solidFill>
              <a:schemeClr val="accent6"/>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marR="0" lvl="0" indent="0" algn="ctr" defTabSz="1718690" rtl="0" eaLnBrk="1" fontAlgn="auto" latinLnBrk="0" hangingPunct="1">
                <a:lnSpc>
                  <a:spcPct val="90000"/>
                </a:lnSpc>
                <a:spcBef>
                  <a:spcPct val="0"/>
                </a:spcBef>
                <a:spcAft>
                  <a:spcPct val="35000"/>
                </a:spcAft>
                <a:buClrTx/>
                <a:buSzTx/>
                <a:buFontTx/>
                <a:buNone/>
                <a:tabLst/>
                <a:defRPr/>
              </a:pPr>
              <a:r>
                <a:rPr kumimoji="0" lang="en-IN" sz="2133" b="0" i="0" u="none" strike="noStrike" kern="1200" cap="none" spc="0" normalizeH="0" baseline="0" noProof="0">
                  <a:ln>
                    <a:noFill/>
                  </a:ln>
                  <a:solidFill>
                    <a:srgbClr val="08312A"/>
                  </a:solidFill>
                  <a:effectLst/>
                  <a:uLnTx/>
                  <a:uFillTx/>
                  <a:latin typeface="Boehringer Forward Text"/>
                  <a:ea typeface="+mn-ea"/>
                  <a:cs typeface="+mn-cs"/>
                </a:rPr>
                <a:t>AS</a:t>
              </a:r>
            </a:p>
          </p:txBody>
        </p:sp>
      </p:grpSp>
      <p:sp>
        <p:nvSpPr>
          <p:cNvPr id="37" name="Slide Number Placeholder 36">
            <a:extLst>
              <a:ext uri="{FF2B5EF4-FFF2-40B4-BE49-F238E27FC236}">
                <a16:creationId xmlns:a16="http://schemas.microsoft.com/office/drawing/2014/main" id="{537D2830-A74A-F170-63F0-7C86EC029D3A}"/>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3807826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 name="Group 121">
            <a:extLst>
              <a:ext uri="{FF2B5EF4-FFF2-40B4-BE49-F238E27FC236}">
                <a16:creationId xmlns:a16="http://schemas.microsoft.com/office/drawing/2014/main" id="{9F33DB9E-0E60-3505-6BBA-401D78A38095}"/>
              </a:ext>
            </a:extLst>
          </p:cNvPr>
          <p:cNvGrpSpPr/>
          <p:nvPr/>
        </p:nvGrpSpPr>
        <p:grpSpPr>
          <a:xfrm>
            <a:off x="1360927" y="3585735"/>
            <a:ext cx="1881208" cy="446968"/>
            <a:chOff x="1032446" y="2603128"/>
            <a:chExt cx="1410906" cy="166839"/>
          </a:xfrm>
        </p:grpSpPr>
        <p:sp>
          <p:nvSpPr>
            <p:cNvPr id="105" name="Freeform: Shape 104">
              <a:extLst>
                <a:ext uri="{FF2B5EF4-FFF2-40B4-BE49-F238E27FC236}">
                  <a16:creationId xmlns:a16="http://schemas.microsoft.com/office/drawing/2014/main" id="{021450CD-4B6D-D290-EB40-F5E6FEED18AD}"/>
                </a:ext>
              </a:extLst>
            </p:cNvPr>
            <p:cNvSpPr/>
            <p:nvPr/>
          </p:nvSpPr>
          <p:spPr bwMode="gray">
            <a:xfrm>
              <a:off x="1032446" y="2688646"/>
              <a:ext cx="1410906" cy="81321"/>
            </a:xfrm>
            <a:custGeom>
              <a:avLst/>
              <a:gdLst>
                <a:gd name="connsiteX0" fmla="*/ 0 w 289560"/>
                <a:gd name="connsiteY0" fmla="*/ 121920 h 121920"/>
                <a:gd name="connsiteX1" fmla="*/ 0 w 289560"/>
                <a:gd name="connsiteY1" fmla="*/ 0 h 121920"/>
                <a:gd name="connsiteX2" fmla="*/ 289560 w 289560"/>
                <a:gd name="connsiteY2" fmla="*/ 0 h 121920"/>
                <a:gd name="connsiteX3" fmla="*/ 289560 w 289560"/>
                <a:gd name="connsiteY3" fmla="*/ 121920 h 121920"/>
              </a:gdLst>
              <a:ahLst/>
              <a:cxnLst>
                <a:cxn ang="0">
                  <a:pos x="connsiteX0" y="connsiteY0"/>
                </a:cxn>
                <a:cxn ang="0">
                  <a:pos x="connsiteX1" y="connsiteY1"/>
                </a:cxn>
                <a:cxn ang="0">
                  <a:pos x="connsiteX2" y="connsiteY2"/>
                </a:cxn>
                <a:cxn ang="0">
                  <a:pos x="connsiteX3" y="connsiteY3"/>
                </a:cxn>
              </a:cxnLst>
              <a:rect l="l" t="t" r="r" b="b"/>
              <a:pathLst>
                <a:path w="289560" h="121920">
                  <a:moveTo>
                    <a:pt x="0" y="121920"/>
                  </a:moveTo>
                  <a:lnTo>
                    <a:pt x="0" y="0"/>
                  </a:lnTo>
                  <a:lnTo>
                    <a:pt x="289560" y="0"/>
                  </a:lnTo>
                  <a:lnTo>
                    <a:pt x="289560" y="121920"/>
                  </a:lnTo>
                </a:path>
              </a:pathLst>
            </a:cu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oehringer Forward Text"/>
                <a:ea typeface="+mn-ea"/>
                <a:cs typeface="+mn-cs"/>
              </a:endParaRPr>
            </a:p>
          </p:txBody>
        </p:sp>
        <p:cxnSp>
          <p:nvCxnSpPr>
            <p:cNvPr id="107" name="Straight Connector 106">
              <a:extLst>
                <a:ext uri="{FF2B5EF4-FFF2-40B4-BE49-F238E27FC236}">
                  <a16:creationId xmlns:a16="http://schemas.microsoft.com/office/drawing/2014/main" id="{9E744D38-10F7-8307-7F77-1E17419E9F3C}"/>
                </a:ext>
              </a:extLst>
            </p:cNvPr>
            <p:cNvCxnSpPr>
              <a:cxnSpLocks/>
            </p:cNvCxnSpPr>
            <p:nvPr/>
          </p:nvCxnSpPr>
          <p:spPr bwMode="gray">
            <a:xfrm>
              <a:off x="1737899" y="2603128"/>
              <a:ext cx="0" cy="85518"/>
            </a:xfrm>
            <a:prstGeom prst="lin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grpSp>
      <p:sp>
        <p:nvSpPr>
          <p:cNvPr id="96" name="Freeform: Shape 95">
            <a:extLst>
              <a:ext uri="{FF2B5EF4-FFF2-40B4-BE49-F238E27FC236}">
                <a16:creationId xmlns:a16="http://schemas.microsoft.com/office/drawing/2014/main" id="{716A30C8-06D4-5502-016F-6D8E530676F6}"/>
              </a:ext>
            </a:extLst>
          </p:cNvPr>
          <p:cNvSpPr/>
          <p:nvPr/>
        </p:nvSpPr>
        <p:spPr bwMode="gray">
          <a:xfrm>
            <a:off x="6100063" y="1804765"/>
            <a:ext cx="3770675" cy="989983"/>
          </a:xfrm>
          <a:custGeom>
            <a:avLst/>
            <a:gdLst>
              <a:gd name="connsiteX0" fmla="*/ 0 w 2840736"/>
              <a:gd name="connsiteY0" fmla="*/ 0 h 664464"/>
              <a:gd name="connsiteX1" fmla="*/ 0 w 2840736"/>
              <a:gd name="connsiteY1" fmla="*/ 341376 h 664464"/>
              <a:gd name="connsiteX2" fmla="*/ 2840736 w 2840736"/>
              <a:gd name="connsiteY2" fmla="*/ 341376 h 664464"/>
              <a:gd name="connsiteX3" fmla="*/ 2840736 w 2840736"/>
              <a:gd name="connsiteY3" fmla="*/ 664464 h 664464"/>
            </a:gdLst>
            <a:ahLst/>
            <a:cxnLst>
              <a:cxn ang="0">
                <a:pos x="connsiteX0" y="connsiteY0"/>
              </a:cxn>
              <a:cxn ang="0">
                <a:pos x="connsiteX1" y="connsiteY1"/>
              </a:cxn>
              <a:cxn ang="0">
                <a:pos x="connsiteX2" y="connsiteY2"/>
              </a:cxn>
              <a:cxn ang="0">
                <a:pos x="connsiteX3" y="connsiteY3"/>
              </a:cxn>
            </a:cxnLst>
            <a:rect l="l" t="t" r="r" b="b"/>
            <a:pathLst>
              <a:path w="2840736" h="664464">
                <a:moveTo>
                  <a:pt x="0" y="0"/>
                </a:moveTo>
                <a:lnTo>
                  <a:pt x="0" y="341376"/>
                </a:lnTo>
                <a:lnTo>
                  <a:pt x="2840736" y="341376"/>
                </a:lnTo>
                <a:lnTo>
                  <a:pt x="2840736" y="664464"/>
                </a:lnTo>
              </a:path>
            </a:pathLst>
          </a:custGeom>
          <a:noFill/>
          <a:ln w="12700">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1" name="Title 1">
            <a:extLst>
              <a:ext uri="{FF2B5EF4-FFF2-40B4-BE49-F238E27FC236}">
                <a16:creationId xmlns:a16="http://schemas.microsoft.com/office/drawing/2014/main" id="{E7B34F8C-1009-416F-5C02-676B3B7D6FD1}"/>
              </a:ext>
            </a:extLst>
          </p:cNvPr>
          <p:cNvSpPr>
            <a:spLocks noGrp="1"/>
          </p:cNvSpPr>
          <p:nvPr>
            <p:ph type="title"/>
          </p:nvPr>
        </p:nvSpPr>
        <p:spPr>
          <a:xfrm>
            <a:off x="480484" y="476251"/>
            <a:ext cx="11233149" cy="721783"/>
          </a:xfrm>
        </p:spPr>
        <p:txBody>
          <a:bodyPr/>
          <a:lstStyle/>
          <a:p>
            <a:r>
              <a:rPr lang="en-US"/>
              <a:t>Asset value maximization</a:t>
            </a:r>
            <a:br>
              <a:rPr lang="en-US"/>
            </a:br>
            <a:r>
              <a:rPr lang="en-US" sz="2133" b="0"/>
              <a:t>TRPC6i has therapeutic potential in multiple pathologies</a:t>
            </a:r>
            <a:endParaRPr lang="en-US" b="0"/>
          </a:p>
        </p:txBody>
      </p:sp>
      <p:sp>
        <p:nvSpPr>
          <p:cNvPr id="4" name="Footer Placeholder 3">
            <a:extLst>
              <a:ext uri="{FF2B5EF4-FFF2-40B4-BE49-F238E27FC236}">
                <a16:creationId xmlns:a16="http://schemas.microsoft.com/office/drawing/2014/main" id="{ADEAD25D-377F-E83B-0C44-E1BB0F014A09}"/>
              </a:ext>
            </a:extLst>
          </p:cNvPr>
          <p:cNvSpPr>
            <a:spLocks noGrp="1"/>
          </p:cNvSpPr>
          <p:nvPr>
            <p:ph type="ftr" sz="quarter" idx="10"/>
          </p:nvPr>
        </p:nvSpPr>
        <p:spPr>
          <a:xfrm>
            <a:off x="6312024" y="6246836"/>
            <a:ext cx="5040560" cy="288000"/>
          </a:xfrm>
        </p:spPr>
        <p:txBody>
          <a:bodyPr anchor="b">
            <a:normAutofit/>
          </a:bodyPr>
          <a:lstStyle/>
          <a:p>
            <a:pPr marL="0" marR="0" lvl="0" indent="0" algn="r" defTabSz="121917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Release of Proof of Clinical Principle at HPSC |  CONFIDENTIAL</a:t>
            </a:r>
          </a:p>
        </p:txBody>
      </p:sp>
      <p:cxnSp>
        <p:nvCxnSpPr>
          <p:cNvPr id="112" name="Straight Connector 111">
            <a:extLst>
              <a:ext uri="{FF2B5EF4-FFF2-40B4-BE49-F238E27FC236}">
                <a16:creationId xmlns:a16="http://schemas.microsoft.com/office/drawing/2014/main" id="{BF7C5C47-7090-0077-CA13-EF0A3F790262}"/>
              </a:ext>
            </a:extLst>
          </p:cNvPr>
          <p:cNvCxnSpPr>
            <a:cxnSpLocks/>
          </p:cNvCxnSpPr>
          <p:nvPr/>
        </p:nvCxnSpPr>
        <p:spPr bwMode="gray">
          <a:xfrm flipH="1">
            <a:off x="9882635" y="3585735"/>
            <a:ext cx="15668" cy="1508140"/>
          </a:xfrm>
          <a:prstGeom prst="lin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sp>
        <p:nvSpPr>
          <p:cNvPr id="97" name="Freeform: Shape 96">
            <a:extLst>
              <a:ext uri="{FF2B5EF4-FFF2-40B4-BE49-F238E27FC236}">
                <a16:creationId xmlns:a16="http://schemas.microsoft.com/office/drawing/2014/main" id="{DFA955F5-C4BE-A29F-6B9B-7188C148A9E2}"/>
              </a:ext>
            </a:extLst>
          </p:cNvPr>
          <p:cNvSpPr/>
          <p:nvPr/>
        </p:nvSpPr>
        <p:spPr bwMode="gray">
          <a:xfrm flipH="1">
            <a:off x="2321605" y="1804765"/>
            <a:ext cx="3778457" cy="989983"/>
          </a:xfrm>
          <a:custGeom>
            <a:avLst/>
            <a:gdLst>
              <a:gd name="connsiteX0" fmla="*/ 0 w 2840736"/>
              <a:gd name="connsiteY0" fmla="*/ 0 h 664464"/>
              <a:gd name="connsiteX1" fmla="*/ 0 w 2840736"/>
              <a:gd name="connsiteY1" fmla="*/ 341376 h 664464"/>
              <a:gd name="connsiteX2" fmla="*/ 2840736 w 2840736"/>
              <a:gd name="connsiteY2" fmla="*/ 341376 h 664464"/>
              <a:gd name="connsiteX3" fmla="*/ 2840736 w 2840736"/>
              <a:gd name="connsiteY3" fmla="*/ 664464 h 664464"/>
            </a:gdLst>
            <a:ahLst/>
            <a:cxnLst>
              <a:cxn ang="0">
                <a:pos x="connsiteX0" y="connsiteY0"/>
              </a:cxn>
              <a:cxn ang="0">
                <a:pos x="connsiteX1" y="connsiteY1"/>
              </a:cxn>
              <a:cxn ang="0">
                <a:pos x="connsiteX2" y="connsiteY2"/>
              </a:cxn>
              <a:cxn ang="0">
                <a:pos x="connsiteX3" y="connsiteY3"/>
              </a:cxn>
            </a:cxnLst>
            <a:rect l="l" t="t" r="r" b="b"/>
            <a:pathLst>
              <a:path w="2840736" h="664464">
                <a:moveTo>
                  <a:pt x="0" y="0"/>
                </a:moveTo>
                <a:lnTo>
                  <a:pt x="0" y="341376"/>
                </a:lnTo>
                <a:lnTo>
                  <a:pt x="2840736" y="341376"/>
                </a:lnTo>
                <a:lnTo>
                  <a:pt x="2840736" y="664464"/>
                </a:lnTo>
              </a:path>
            </a:pathLst>
          </a:custGeom>
          <a:noFill/>
          <a:ln w="1270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81" name="TextBox 80">
            <a:extLst>
              <a:ext uri="{FF2B5EF4-FFF2-40B4-BE49-F238E27FC236}">
                <a16:creationId xmlns:a16="http://schemas.microsoft.com/office/drawing/2014/main" id="{6DF39E90-0A88-1806-6E20-156F7742A6A8}"/>
              </a:ext>
            </a:extLst>
          </p:cNvPr>
          <p:cNvSpPr txBox="1"/>
          <p:nvPr/>
        </p:nvSpPr>
        <p:spPr bwMode="gray">
          <a:xfrm>
            <a:off x="4954210" y="1297575"/>
            <a:ext cx="2287989" cy="512839"/>
          </a:xfrm>
          <a:prstGeom prst="rect">
            <a:avLst/>
          </a:prstGeom>
          <a:solidFill>
            <a:srgbClr val="17717D"/>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Boehringer Forward Text"/>
                <a:ea typeface="+mn-ea"/>
                <a:cs typeface="+mn-cs"/>
              </a:rPr>
              <a:t>PII (</a:t>
            </a:r>
            <a:r>
              <a:rPr kumimoji="0" lang="en-GB" sz="1600" b="1" i="0" u="none" strike="noStrike" kern="1200" cap="none" spc="0" normalizeH="0" baseline="0" noProof="0" err="1">
                <a:ln>
                  <a:noFill/>
                </a:ln>
                <a:solidFill>
                  <a:prstClr val="white"/>
                </a:solidFill>
                <a:effectLst/>
                <a:uLnTx/>
                <a:uFillTx/>
                <a:latin typeface="Boehringer Forward Text"/>
                <a:ea typeface="+mn-ea"/>
                <a:cs typeface="+mn-cs"/>
              </a:rPr>
              <a:t>PoCP</a:t>
            </a:r>
            <a:r>
              <a:rPr kumimoji="0" lang="en-GB" sz="1600" b="1" i="0" u="none" strike="noStrike" kern="1200" cap="none" spc="0" normalizeH="0" baseline="0" noProof="0">
                <a:ln>
                  <a:noFill/>
                </a:ln>
                <a:solidFill>
                  <a:prstClr val="white"/>
                </a:solidFill>
                <a:effectLst/>
                <a:uLnTx/>
                <a:uFillTx/>
                <a:latin typeface="Boehringer Forward Text"/>
                <a:ea typeface="+mn-ea"/>
                <a:cs typeface="+mn-cs"/>
              </a:rPr>
              <a:t>) </a:t>
            </a:r>
            <a:r>
              <a:rPr kumimoji="0" lang="en-GB" sz="1600" b="1" i="0" u="none" strike="noStrike" kern="1200" cap="none" spc="0" normalizeH="0" baseline="0" noProof="0" err="1">
                <a:ln>
                  <a:noFill/>
                </a:ln>
                <a:solidFill>
                  <a:prstClr val="white"/>
                </a:solidFill>
                <a:effectLst/>
                <a:uLnTx/>
                <a:uFillTx/>
                <a:latin typeface="Boehringer Forward Text"/>
                <a:ea typeface="+mn-ea"/>
                <a:cs typeface="+mn-cs"/>
              </a:rPr>
              <a:t>pFSGS</a:t>
            </a:r>
            <a:endParaRPr kumimoji="0" lang="en-GB" sz="16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3" name="TextBox 72">
            <a:extLst>
              <a:ext uri="{FF2B5EF4-FFF2-40B4-BE49-F238E27FC236}">
                <a16:creationId xmlns:a16="http://schemas.microsoft.com/office/drawing/2014/main" id="{DF33EC55-34A9-9AC3-2996-CD11EF90D1F8}"/>
              </a:ext>
            </a:extLst>
          </p:cNvPr>
          <p:cNvSpPr txBox="1"/>
          <p:nvPr/>
        </p:nvSpPr>
        <p:spPr bwMode="gray">
          <a:xfrm>
            <a:off x="3310488" y="2163262"/>
            <a:ext cx="1792224" cy="299101"/>
          </a:xfrm>
          <a:prstGeom prst="rect">
            <a:avLst/>
          </a:prstGeom>
          <a:solidFill>
            <a:srgbClr val="F58A68"/>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Oral, QD</a:t>
            </a:r>
          </a:p>
        </p:txBody>
      </p:sp>
      <p:sp>
        <p:nvSpPr>
          <p:cNvPr id="74" name="TextBox 73">
            <a:extLst>
              <a:ext uri="{FF2B5EF4-FFF2-40B4-BE49-F238E27FC236}">
                <a16:creationId xmlns:a16="http://schemas.microsoft.com/office/drawing/2014/main" id="{5703B72D-6234-CC92-E692-E2FDFA32DA37}"/>
              </a:ext>
            </a:extLst>
          </p:cNvPr>
          <p:cNvSpPr txBox="1"/>
          <p:nvPr/>
        </p:nvSpPr>
        <p:spPr bwMode="gray">
          <a:xfrm>
            <a:off x="7089289" y="2163262"/>
            <a:ext cx="1792224" cy="299101"/>
          </a:xfrm>
          <a:prstGeom prst="rect">
            <a:avLst/>
          </a:prstGeom>
          <a:solidFill>
            <a:schemeClr val="accent3"/>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IV</a:t>
            </a:r>
          </a:p>
        </p:txBody>
      </p:sp>
      <p:sp>
        <p:nvSpPr>
          <p:cNvPr id="78" name="TextBox 77">
            <a:extLst>
              <a:ext uri="{FF2B5EF4-FFF2-40B4-BE49-F238E27FC236}">
                <a16:creationId xmlns:a16="http://schemas.microsoft.com/office/drawing/2014/main" id="{B8FA512F-75DB-0E40-CBD3-8E6560B5F5FF}"/>
              </a:ext>
            </a:extLst>
          </p:cNvPr>
          <p:cNvSpPr txBox="1"/>
          <p:nvPr/>
        </p:nvSpPr>
        <p:spPr bwMode="gray">
          <a:xfrm>
            <a:off x="2371588" y="4032705"/>
            <a:ext cx="1774275" cy="895033"/>
          </a:xfrm>
          <a:prstGeom prst="rect">
            <a:avLst/>
          </a:prstGeom>
          <a:solidFill>
            <a:srgbClr val="E5E3DE"/>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PII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Basket study podocytopathies</a:t>
            </a:r>
          </a:p>
        </p:txBody>
      </p:sp>
      <p:sp>
        <p:nvSpPr>
          <p:cNvPr id="79" name="TextBox 78">
            <a:extLst>
              <a:ext uri="{FF2B5EF4-FFF2-40B4-BE49-F238E27FC236}">
                <a16:creationId xmlns:a16="http://schemas.microsoft.com/office/drawing/2014/main" id="{FC859F6D-EC2E-8EEC-64BE-382EC11A2834}"/>
              </a:ext>
            </a:extLst>
          </p:cNvPr>
          <p:cNvSpPr txBox="1"/>
          <p:nvPr/>
        </p:nvSpPr>
        <p:spPr bwMode="gray">
          <a:xfrm>
            <a:off x="466175" y="4032705"/>
            <a:ext cx="1774275" cy="895033"/>
          </a:xfrm>
          <a:prstGeom prst="rect">
            <a:avLst/>
          </a:prstGeom>
          <a:solidFill>
            <a:srgbClr val="E5E3DE"/>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PIII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pFSGS</a:t>
            </a:r>
          </a:p>
        </p:txBody>
      </p:sp>
      <p:sp>
        <p:nvSpPr>
          <p:cNvPr id="83" name="TextBox 82">
            <a:extLst>
              <a:ext uri="{FF2B5EF4-FFF2-40B4-BE49-F238E27FC236}">
                <a16:creationId xmlns:a16="http://schemas.microsoft.com/office/drawing/2014/main" id="{72A3D30C-1BB9-C357-C628-08CE08D59D5E}"/>
              </a:ext>
            </a:extLst>
          </p:cNvPr>
          <p:cNvSpPr txBox="1"/>
          <p:nvPr/>
        </p:nvSpPr>
        <p:spPr bwMode="gray">
          <a:xfrm>
            <a:off x="2371588" y="5093876"/>
            <a:ext cx="1774275" cy="895033"/>
          </a:xfrm>
          <a:prstGeom prst="rect">
            <a:avLst/>
          </a:prstGeom>
          <a:solidFill>
            <a:srgbClr val="E5E3DE"/>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PIII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Select indications</a:t>
            </a:r>
          </a:p>
        </p:txBody>
      </p:sp>
      <p:sp>
        <p:nvSpPr>
          <p:cNvPr id="84" name="TextBox 83">
            <a:extLst>
              <a:ext uri="{FF2B5EF4-FFF2-40B4-BE49-F238E27FC236}">
                <a16:creationId xmlns:a16="http://schemas.microsoft.com/office/drawing/2014/main" id="{79DDA7F9-EFA2-8034-AAEF-478826C2F96A}"/>
              </a:ext>
            </a:extLst>
          </p:cNvPr>
          <p:cNvSpPr txBox="1"/>
          <p:nvPr/>
        </p:nvSpPr>
        <p:spPr bwMode="gray">
          <a:xfrm>
            <a:off x="5208864" y="4032705"/>
            <a:ext cx="1774275" cy="895033"/>
          </a:xfrm>
          <a:prstGeom prst="rect">
            <a:avLst/>
          </a:prstGeom>
          <a:solidFill>
            <a:srgbClr val="E5E3DE"/>
          </a:solidFill>
        </p:spPr>
        <p:txBody>
          <a:bodyPr wrap="square" lIns="121920" tIns="60960" rIns="121920" bIns="12192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PII/III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DMD</a:t>
            </a:r>
          </a:p>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1467"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5" name="TextBox 84">
            <a:extLst>
              <a:ext uri="{FF2B5EF4-FFF2-40B4-BE49-F238E27FC236}">
                <a16:creationId xmlns:a16="http://schemas.microsoft.com/office/drawing/2014/main" id="{C6CE0C74-6F8B-7BFB-71BE-D9FD79462AFB}"/>
              </a:ext>
            </a:extLst>
          </p:cNvPr>
          <p:cNvSpPr txBox="1"/>
          <p:nvPr/>
        </p:nvSpPr>
        <p:spPr bwMode="gray">
          <a:xfrm>
            <a:off x="9003331" y="4032705"/>
            <a:ext cx="1774275" cy="895033"/>
          </a:xfrm>
          <a:prstGeom prst="rect">
            <a:avLst/>
          </a:prstGeom>
          <a:solidFill>
            <a:srgbClr val="E5E3DE"/>
          </a:solidFill>
        </p:spPr>
        <p:txBody>
          <a:bodyPr wrap="square" lIns="121920" tIns="60960" rIns="121920" bIns="12192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08312A"/>
                </a:solidFill>
                <a:effectLst/>
                <a:uLnTx/>
                <a:uFillTx/>
                <a:latin typeface="Boehringer Forward Text"/>
                <a:ea typeface="+mn-ea"/>
                <a:cs typeface="+mn-cs"/>
              </a:rPr>
              <a:t>PII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67" b="0" i="0" u="none" strike="noStrike" kern="1200" cap="none" spc="0" normalizeH="0" baseline="0" noProof="0" err="1">
                <a:ln>
                  <a:noFill/>
                </a:ln>
                <a:solidFill>
                  <a:srgbClr val="08312A"/>
                </a:solidFill>
                <a:effectLst/>
                <a:uLnTx/>
                <a:uFillTx/>
                <a:latin typeface="Boehringer Forward Text"/>
                <a:ea typeface="+mn-ea"/>
                <a:cs typeface="+mn-cs"/>
              </a:rPr>
              <a:t>Septic</a:t>
            </a:r>
            <a:r>
              <a:rPr kumimoji="0" lang="fr-FR" sz="1467" b="0" i="0" u="none" strike="noStrike" kern="1200" cap="none" spc="0" normalizeH="0" baseline="0" noProof="0">
                <a:ln>
                  <a:noFill/>
                </a:ln>
                <a:solidFill>
                  <a:srgbClr val="08312A"/>
                </a:solidFill>
                <a:effectLst/>
                <a:uLnTx/>
                <a:uFillTx/>
                <a:latin typeface="Boehringer Forward Text"/>
                <a:ea typeface="+mn-ea"/>
                <a:cs typeface="+mn-cs"/>
              </a:rPr>
              <a:t> </a:t>
            </a:r>
            <a:r>
              <a:rPr kumimoji="0" lang="fr-FR" sz="1467" b="0" i="0" u="none" strike="noStrike" kern="1200" cap="none" spc="0" normalizeH="0" baseline="0" noProof="0" err="1">
                <a:ln>
                  <a:noFill/>
                </a:ln>
                <a:solidFill>
                  <a:srgbClr val="08312A"/>
                </a:solidFill>
                <a:effectLst/>
                <a:uLnTx/>
                <a:uFillTx/>
                <a:latin typeface="Boehringer Forward Text"/>
                <a:ea typeface="+mn-ea"/>
                <a:cs typeface="+mn-cs"/>
              </a:rPr>
              <a:t>shock</a:t>
            </a:r>
            <a:endParaRPr kumimoji="0" lang="fr-FR" sz="1467" b="0" i="0" u="none" strike="noStrike" kern="1200" cap="none" spc="0" normalizeH="0" baseline="0" noProof="0">
              <a:ln>
                <a:noFill/>
              </a:ln>
              <a:solidFill>
                <a:srgbClr val="08312A"/>
              </a:solidFill>
              <a:effectLst/>
              <a:uLnTx/>
              <a:uFillTx/>
              <a:latin typeface="Boehringer Forward Text"/>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FR" sz="1467"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6" name="TextBox 85">
            <a:extLst>
              <a:ext uri="{FF2B5EF4-FFF2-40B4-BE49-F238E27FC236}">
                <a16:creationId xmlns:a16="http://schemas.microsoft.com/office/drawing/2014/main" id="{3F5C6A96-5AAC-7B06-9D49-E9289AEA86F3}"/>
              </a:ext>
            </a:extLst>
          </p:cNvPr>
          <p:cNvSpPr txBox="1"/>
          <p:nvPr/>
        </p:nvSpPr>
        <p:spPr bwMode="gray">
          <a:xfrm>
            <a:off x="9003331" y="5093876"/>
            <a:ext cx="1774275" cy="895033"/>
          </a:xfrm>
          <a:prstGeom prst="rect">
            <a:avLst/>
          </a:prstGeom>
          <a:solidFill>
            <a:srgbClr val="E5E3DE"/>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08312A"/>
                </a:solidFill>
                <a:effectLst/>
                <a:uLnTx/>
                <a:uFillTx/>
                <a:latin typeface="Boehringer Forward Text"/>
                <a:ea typeface="+mn-ea"/>
                <a:cs typeface="+mn-cs"/>
              </a:rPr>
              <a:t>PIII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fr-FR" sz="1467" b="0" i="0" u="none" strike="noStrike" kern="1200" cap="none" spc="0" normalizeH="0" baseline="0" noProof="0" err="1">
                <a:ln>
                  <a:noFill/>
                </a:ln>
                <a:solidFill>
                  <a:srgbClr val="08312A"/>
                </a:solidFill>
                <a:effectLst/>
                <a:uLnTx/>
                <a:uFillTx/>
                <a:latin typeface="Boehringer Forward Text"/>
                <a:ea typeface="+mn-ea"/>
                <a:cs typeface="+mn-cs"/>
              </a:rPr>
              <a:t>Septic</a:t>
            </a:r>
            <a:r>
              <a:rPr kumimoji="0" lang="fr-FR" sz="1467" b="0" i="0" u="none" strike="noStrike" kern="1200" cap="none" spc="0" normalizeH="0" baseline="0" noProof="0">
                <a:ln>
                  <a:noFill/>
                </a:ln>
                <a:solidFill>
                  <a:srgbClr val="08312A"/>
                </a:solidFill>
                <a:effectLst/>
                <a:uLnTx/>
                <a:uFillTx/>
                <a:latin typeface="Boehringer Forward Text"/>
                <a:ea typeface="+mn-ea"/>
                <a:cs typeface="+mn-cs"/>
              </a:rPr>
              <a:t> </a:t>
            </a:r>
            <a:r>
              <a:rPr kumimoji="0" lang="fr-FR" sz="1467" b="0" i="0" u="none" strike="noStrike" kern="1200" cap="none" spc="0" normalizeH="0" baseline="0" noProof="0" err="1">
                <a:ln>
                  <a:noFill/>
                </a:ln>
                <a:solidFill>
                  <a:srgbClr val="08312A"/>
                </a:solidFill>
                <a:effectLst/>
                <a:uLnTx/>
                <a:uFillTx/>
                <a:latin typeface="Boehringer Forward Text"/>
                <a:ea typeface="+mn-ea"/>
                <a:cs typeface="+mn-cs"/>
              </a:rPr>
              <a:t>shock</a:t>
            </a:r>
            <a:endParaRPr kumimoji="0" lang="fr-FR" sz="1467" b="0" i="0" u="none" strike="noStrike" kern="1200" cap="none" spc="0" normalizeH="0" baseline="0" noProof="0">
              <a:ln>
                <a:noFill/>
              </a:ln>
              <a:solidFill>
                <a:srgbClr val="08312A"/>
              </a:solidFill>
              <a:effectLst/>
              <a:uLnTx/>
              <a:uFillTx/>
              <a:latin typeface="Boehringer Forward Text"/>
              <a:ea typeface="+mn-ea"/>
              <a:cs typeface="+mn-cs"/>
            </a:endParaRPr>
          </a:p>
        </p:txBody>
      </p:sp>
      <p:cxnSp>
        <p:nvCxnSpPr>
          <p:cNvPr id="102" name="Straight Connector 101">
            <a:extLst>
              <a:ext uri="{FF2B5EF4-FFF2-40B4-BE49-F238E27FC236}">
                <a16:creationId xmlns:a16="http://schemas.microsoft.com/office/drawing/2014/main" id="{B85B0C34-ECB0-4ADE-0AD3-222C183E83E1}"/>
              </a:ext>
            </a:extLst>
          </p:cNvPr>
          <p:cNvCxnSpPr>
            <a:cxnSpLocks/>
          </p:cNvCxnSpPr>
          <p:nvPr/>
        </p:nvCxnSpPr>
        <p:spPr bwMode="gray">
          <a:xfrm flipH="1">
            <a:off x="6096002" y="3585736"/>
            <a:ext cx="1" cy="446969"/>
          </a:xfrm>
          <a:prstGeom prst="lin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799A36D2-D201-D9D5-BE56-7AC9DA31E190}"/>
              </a:ext>
            </a:extLst>
          </p:cNvPr>
          <p:cNvCxnSpPr>
            <a:cxnSpLocks/>
            <a:stCxn id="78" idx="2"/>
            <a:endCxn id="83" idx="0"/>
          </p:cNvCxnSpPr>
          <p:nvPr/>
        </p:nvCxnSpPr>
        <p:spPr bwMode="gray">
          <a:xfrm>
            <a:off x="3258725" y="4927738"/>
            <a:ext cx="0" cy="166137"/>
          </a:xfrm>
          <a:prstGeom prst="line">
            <a:avLst/>
          </a:prstGeom>
          <a:no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cxnSp>
      <p:sp>
        <p:nvSpPr>
          <p:cNvPr id="64" name="TextBox 63">
            <a:extLst>
              <a:ext uri="{FF2B5EF4-FFF2-40B4-BE49-F238E27FC236}">
                <a16:creationId xmlns:a16="http://schemas.microsoft.com/office/drawing/2014/main" id="{01990BB7-6665-96F6-9D26-B308B96F18D1}"/>
              </a:ext>
            </a:extLst>
          </p:cNvPr>
          <p:cNvSpPr txBox="1"/>
          <p:nvPr/>
        </p:nvSpPr>
        <p:spPr bwMode="gray">
          <a:xfrm>
            <a:off x="457201" y="2794750"/>
            <a:ext cx="3688663" cy="790985"/>
          </a:xfrm>
          <a:prstGeom prst="rect">
            <a:avLst/>
          </a:prstGeom>
          <a:solidFill>
            <a:schemeClr val="bg1">
              <a:lumMod val="85000"/>
            </a:schemeClr>
          </a:solidFill>
          <a:ln>
            <a:noFill/>
          </a:ln>
        </p:spPr>
        <p:txBody>
          <a:bodyPr wrap="square" lIns="731520" tIns="60960" rIns="0" bIns="6096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Kidney</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Prevent loss of podocytes</a:t>
            </a:r>
          </a:p>
        </p:txBody>
      </p:sp>
      <p:sp>
        <p:nvSpPr>
          <p:cNvPr id="68" name="TextBox 67">
            <a:extLst>
              <a:ext uri="{FF2B5EF4-FFF2-40B4-BE49-F238E27FC236}">
                <a16:creationId xmlns:a16="http://schemas.microsoft.com/office/drawing/2014/main" id="{30B1F2EB-0BE4-4881-9B1E-05DE351AF413}"/>
              </a:ext>
            </a:extLst>
          </p:cNvPr>
          <p:cNvSpPr txBox="1"/>
          <p:nvPr/>
        </p:nvSpPr>
        <p:spPr bwMode="gray">
          <a:xfrm>
            <a:off x="4251671" y="2794750"/>
            <a:ext cx="3688663" cy="790985"/>
          </a:xfrm>
          <a:prstGeom prst="rect">
            <a:avLst/>
          </a:prstGeom>
          <a:solidFill>
            <a:schemeClr val="bg1">
              <a:lumMod val="85000"/>
            </a:schemeClr>
          </a:solidFill>
          <a:ln>
            <a:noFill/>
          </a:ln>
        </p:spPr>
        <p:txBody>
          <a:bodyPr wrap="square" lIns="731520" tIns="60960" rIns="0" bIns="6096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Muscle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Prevent loss of muscle function </a:t>
            </a:r>
          </a:p>
        </p:txBody>
      </p:sp>
      <p:sp>
        <p:nvSpPr>
          <p:cNvPr id="70" name="TextBox 69">
            <a:extLst>
              <a:ext uri="{FF2B5EF4-FFF2-40B4-BE49-F238E27FC236}">
                <a16:creationId xmlns:a16="http://schemas.microsoft.com/office/drawing/2014/main" id="{BE147C47-41FD-5712-8A26-A610475C3C43}"/>
              </a:ext>
            </a:extLst>
          </p:cNvPr>
          <p:cNvSpPr txBox="1"/>
          <p:nvPr/>
        </p:nvSpPr>
        <p:spPr bwMode="gray">
          <a:xfrm>
            <a:off x="8046138" y="2794750"/>
            <a:ext cx="3688663" cy="790985"/>
          </a:xfrm>
          <a:prstGeom prst="rect">
            <a:avLst/>
          </a:prstGeom>
          <a:solidFill>
            <a:schemeClr val="bg1">
              <a:lumMod val="85000"/>
            </a:schemeClr>
          </a:solidFill>
          <a:ln>
            <a:noFill/>
          </a:ln>
        </p:spPr>
        <p:txBody>
          <a:bodyPr wrap="square" lIns="731520" tIns="60960" rIns="0" bIns="60960" anchor="ctr">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8312A"/>
                </a:solidFill>
                <a:effectLst/>
                <a:uLnTx/>
                <a:uFillTx/>
                <a:latin typeface="Boehringer Forward Text"/>
                <a:ea typeface="+mn-ea"/>
                <a:cs typeface="+mn-cs"/>
              </a:rPr>
              <a:t>Septic shock</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08312A"/>
                </a:solidFill>
                <a:effectLst/>
                <a:uLnTx/>
                <a:uFillTx/>
                <a:latin typeface="Boehringer Forward Text"/>
                <a:ea typeface="+mn-ea"/>
                <a:cs typeface="+mn-cs"/>
              </a:rPr>
              <a:t>Prevent loss of end-organ damage </a:t>
            </a:r>
          </a:p>
        </p:txBody>
      </p:sp>
      <p:sp>
        <p:nvSpPr>
          <p:cNvPr id="65" name="Freeform 5">
            <a:extLst>
              <a:ext uri="{FF2B5EF4-FFF2-40B4-BE49-F238E27FC236}">
                <a16:creationId xmlns:a16="http://schemas.microsoft.com/office/drawing/2014/main" id="{C987AB34-13F9-950D-6AF0-1346ED3CDDC6}"/>
              </a:ext>
            </a:extLst>
          </p:cNvPr>
          <p:cNvSpPr>
            <a:spLocks noEditPoints="1"/>
          </p:cNvSpPr>
          <p:nvPr/>
        </p:nvSpPr>
        <p:spPr bwMode="auto">
          <a:xfrm>
            <a:off x="625696" y="2950863"/>
            <a:ext cx="477947" cy="478757"/>
          </a:xfrm>
          <a:custGeom>
            <a:avLst/>
            <a:gdLst>
              <a:gd name="T0" fmla="*/ 0 w 72"/>
              <a:gd name="T1" fmla="*/ 28 h 72"/>
              <a:gd name="T2" fmla="*/ 0 w 72"/>
              <a:gd name="T3" fmla="*/ 18 h 72"/>
              <a:gd name="T4" fmla="*/ 18 w 72"/>
              <a:gd name="T5" fmla="*/ 0 h 72"/>
              <a:gd name="T6" fmla="*/ 18 w 72"/>
              <a:gd name="T7" fmla="*/ 0 h 72"/>
              <a:gd name="T8" fmla="*/ 22 w 72"/>
              <a:gd name="T9" fmla="*/ 0 h 72"/>
              <a:gd name="T10" fmla="*/ 32 w 72"/>
              <a:gd name="T11" fmla="*/ 10 h 72"/>
              <a:gd name="T12" fmla="*/ 22 w 72"/>
              <a:gd name="T13" fmla="*/ 20 h 72"/>
              <a:gd name="T14" fmla="*/ 16 w 72"/>
              <a:gd name="T15" fmla="*/ 20 h 72"/>
              <a:gd name="T16" fmla="*/ 16 w 72"/>
              <a:gd name="T17" fmla="*/ 16 h 72"/>
              <a:gd name="T18" fmla="*/ 22 w 72"/>
              <a:gd name="T19" fmla="*/ 16 h 72"/>
              <a:gd name="T20" fmla="*/ 28 w 72"/>
              <a:gd name="T21" fmla="*/ 10 h 72"/>
              <a:gd name="T22" fmla="*/ 22 w 72"/>
              <a:gd name="T23" fmla="*/ 4 h 72"/>
              <a:gd name="T24" fmla="*/ 18 w 72"/>
              <a:gd name="T25" fmla="*/ 4 h 72"/>
              <a:gd name="T26" fmla="*/ 4 w 72"/>
              <a:gd name="T27" fmla="*/ 18 h 72"/>
              <a:gd name="T28" fmla="*/ 4 w 72"/>
              <a:gd name="T29" fmla="*/ 20 h 72"/>
              <a:gd name="T30" fmla="*/ 4 w 72"/>
              <a:gd name="T31" fmla="*/ 20 h 72"/>
              <a:gd name="T32" fmla="*/ 4 w 72"/>
              <a:gd name="T33" fmla="*/ 30 h 72"/>
              <a:gd name="T34" fmla="*/ 18 w 72"/>
              <a:gd name="T35" fmla="*/ 44 h 72"/>
              <a:gd name="T36" fmla="*/ 22 w 72"/>
              <a:gd name="T37" fmla="*/ 44 h 72"/>
              <a:gd name="T38" fmla="*/ 28 w 72"/>
              <a:gd name="T39" fmla="*/ 38 h 72"/>
              <a:gd name="T40" fmla="*/ 22 w 72"/>
              <a:gd name="T41" fmla="*/ 32 h 72"/>
              <a:gd name="T42" fmla="*/ 16 w 72"/>
              <a:gd name="T43" fmla="*/ 32 h 72"/>
              <a:gd name="T44" fmla="*/ 16 w 72"/>
              <a:gd name="T45" fmla="*/ 28 h 72"/>
              <a:gd name="T46" fmla="*/ 22 w 72"/>
              <a:gd name="T47" fmla="*/ 28 h 72"/>
              <a:gd name="T48" fmla="*/ 32 w 72"/>
              <a:gd name="T49" fmla="*/ 38 h 72"/>
              <a:gd name="T50" fmla="*/ 32 w 72"/>
              <a:gd name="T51" fmla="*/ 72 h 72"/>
              <a:gd name="T52" fmla="*/ 28 w 72"/>
              <a:gd name="T53" fmla="*/ 72 h 72"/>
              <a:gd name="T54" fmla="*/ 28 w 72"/>
              <a:gd name="T55" fmla="*/ 46 h 72"/>
              <a:gd name="T56" fmla="*/ 22 w 72"/>
              <a:gd name="T57" fmla="*/ 48 h 72"/>
              <a:gd name="T58" fmla="*/ 18 w 72"/>
              <a:gd name="T59" fmla="*/ 48 h 72"/>
              <a:gd name="T60" fmla="*/ 0 w 72"/>
              <a:gd name="T61" fmla="*/ 30 h 72"/>
              <a:gd name="T62" fmla="*/ 0 w 72"/>
              <a:gd name="T63" fmla="*/ 28 h 72"/>
              <a:gd name="T64" fmla="*/ 50 w 72"/>
              <a:gd name="T65" fmla="*/ 20 h 72"/>
              <a:gd name="T66" fmla="*/ 40 w 72"/>
              <a:gd name="T67" fmla="*/ 10 h 72"/>
              <a:gd name="T68" fmla="*/ 50 w 72"/>
              <a:gd name="T69" fmla="*/ 0 h 72"/>
              <a:gd name="T70" fmla="*/ 54 w 72"/>
              <a:gd name="T71" fmla="*/ 0 h 72"/>
              <a:gd name="T72" fmla="*/ 72 w 72"/>
              <a:gd name="T73" fmla="*/ 18 h 72"/>
              <a:gd name="T74" fmla="*/ 72 w 72"/>
              <a:gd name="T75" fmla="*/ 30 h 72"/>
              <a:gd name="T76" fmla="*/ 54 w 72"/>
              <a:gd name="T77" fmla="*/ 48 h 72"/>
              <a:gd name="T78" fmla="*/ 50 w 72"/>
              <a:gd name="T79" fmla="*/ 48 h 72"/>
              <a:gd name="T80" fmla="*/ 44 w 72"/>
              <a:gd name="T81" fmla="*/ 46 h 72"/>
              <a:gd name="T82" fmla="*/ 44 w 72"/>
              <a:gd name="T83" fmla="*/ 72 h 72"/>
              <a:gd name="T84" fmla="*/ 40 w 72"/>
              <a:gd name="T85" fmla="*/ 72 h 72"/>
              <a:gd name="T86" fmla="*/ 40 w 72"/>
              <a:gd name="T87" fmla="*/ 38 h 72"/>
              <a:gd name="T88" fmla="*/ 50 w 72"/>
              <a:gd name="T89" fmla="*/ 28 h 72"/>
              <a:gd name="T90" fmla="*/ 56 w 72"/>
              <a:gd name="T91" fmla="*/ 28 h 72"/>
              <a:gd name="T92" fmla="*/ 56 w 72"/>
              <a:gd name="T93" fmla="*/ 32 h 72"/>
              <a:gd name="T94" fmla="*/ 50 w 72"/>
              <a:gd name="T95" fmla="*/ 32 h 72"/>
              <a:gd name="T96" fmla="*/ 44 w 72"/>
              <a:gd name="T97" fmla="*/ 38 h 72"/>
              <a:gd name="T98" fmla="*/ 50 w 72"/>
              <a:gd name="T99" fmla="*/ 44 h 72"/>
              <a:gd name="T100" fmla="*/ 54 w 72"/>
              <a:gd name="T101" fmla="*/ 44 h 72"/>
              <a:gd name="T102" fmla="*/ 68 w 72"/>
              <a:gd name="T103" fmla="*/ 30 h 72"/>
              <a:gd name="T104" fmla="*/ 68 w 72"/>
              <a:gd name="T105" fmla="*/ 18 h 72"/>
              <a:gd name="T106" fmla="*/ 54 w 72"/>
              <a:gd name="T107" fmla="*/ 4 h 72"/>
              <a:gd name="T108" fmla="*/ 50 w 72"/>
              <a:gd name="T109" fmla="*/ 4 h 72"/>
              <a:gd name="T110" fmla="*/ 44 w 72"/>
              <a:gd name="T111" fmla="*/ 10 h 72"/>
              <a:gd name="T112" fmla="*/ 50 w 72"/>
              <a:gd name="T113" fmla="*/ 16 h 72"/>
              <a:gd name="T114" fmla="*/ 56 w 72"/>
              <a:gd name="T115" fmla="*/ 16 h 72"/>
              <a:gd name="T116" fmla="*/ 56 w 72"/>
              <a:gd name="T117" fmla="*/ 20 h 72"/>
              <a:gd name="T118" fmla="*/ 50 w 72"/>
              <a:gd name="T119" fmla="*/ 2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2" h="72">
                <a:moveTo>
                  <a:pt x="0" y="28"/>
                </a:moveTo>
                <a:cubicBezTo>
                  <a:pt x="0" y="18"/>
                  <a:pt x="0" y="18"/>
                  <a:pt x="0" y="18"/>
                </a:cubicBezTo>
                <a:cubicBezTo>
                  <a:pt x="0" y="8"/>
                  <a:pt x="9" y="0"/>
                  <a:pt x="18" y="0"/>
                </a:cubicBezTo>
                <a:cubicBezTo>
                  <a:pt x="18" y="0"/>
                  <a:pt x="18" y="0"/>
                  <a:pt x="18" y="0"/>
                </a:cubicBezTo>
                <a:cubicBezTo>
                  <a:pt x="22" y="0"/>
                  <a:pt x="22" y="0"/>
                  <a:pt x="22" y="0"/>
                </a:cubicBezTo>
                <a:cubicBezTo>
                  <a:pt x="28" y="0"/>
                  <a:pt x="32" y="5"/>
                  <a:pt x="32" y="10"/>
                </a:cubicBezTo>
                <a:cubicBezTo>
                  <a:pt x="32" y="16"/>
                  <a:pt x="28" y="20"/>
                  <a:pt x="22" y="20"/>
                </a:cubicBezTo>
                <a:cubicBezTo>
                  <a:pt x="16" y="20"/>
                  <a:pt x="16" y="20"/>
                  <a:pt x="16" y="20"/>
                </a:cubicBezTo>
                <a:cubicBezTo>
                  <a:pt x="16" y="16"/>
                  <a:pt x="16" y="16"/>
                  <a:pt x="16" y="16"/>
                </a:cubicBezTo>
                <a:cubicBezTo>
                  <a:pt x="22" y="16"/>
                  <a:pt x="22" y="16"/>
                  <a:pt x="22" y="16"/>
                </a:cubicBezTo>
                <a:cubicBezTo>
                  <a:pt x="26" y="16"/>
                  <a:pt x="28" y="14"/>
                  <a:pt x="28" y="10"/>
                </a:cubicBezTo>
                <a:cubicBezTo>
                  <a:pt x="28" y="7"/>
                  <a:pt x="26" y="4"/>
                  <a:pt x="22" y="4"/>
                </a:cubicBezTo>
                <a:cubicBezTo>
                  <a:pt x="18" y="4"/>
                  <a:pt x="18" y="4"/>
                  <a:pt x="18" y="4"/>
                </a:cubicBezTo>
                <a:cubicBezTo>
                  <a:pt x="11" y="4"/>
                  <a:pt x="4" y="11"/>
                  <a:pt x="4" y="18"/>
                </a:cubicBezTo>
                <a:cubicBezTo>
                  <a:pt x="4" y="20"/>
                  <a:pt x="4" y="20"/>
                  <a:pt x="4" y="20"/>
                </a:cubicBezTo>
                <a:cubicBezTo>
                  <a:pt x="4" y="20"/>
                  <a:pt x="4" y="20"/>
                  <a:pt x="4" y="20"/>
                </a:cubicBezTo>
                <a:cubicBezTo>
                  <a:pt x="4" y="30"/>
                  <a:pt x="4" y="30"/>
                  <a:pt x="4" y="30"/>
                </a:cubicBezTo>
                <a:cubicBezTo>
                  <a:pt x="4" y="38"/>
                  <a:pt x="11" y="44"/>
                  <a:pt x="18" y="44"/>
                </a:cubicBezTo>
                <a:cubicBezTo>
                  <a:pt x="22" y="44"/>
                  <a:pt x="22" y="44"/>
                  <a:pt x="22" y="44"/>
                </a:cubicBezTo>
                <a:cubicBezTo>
                  <a:pt x="26" y="44"/>
                  <a:pt x="28" y="42"/>
                  <a:pt x="28" y="38"/>
                </a:cubicBezTo>
                <a:cubicBezTo>
                  <a:pt x="28" y="35"/>
                  <a:pt x="26" y="32"/>
                  <a:pt x="22" y="32"/>
                </a:cubicBezTo>
                <a:cubicBezTo>
                  <a:pt x="16" y="32"/>
                  <a:pt x="16" y="32"/>
                  <a:pt x="16" y="32"/>
                </a:cubicBezTo>
                <a:cubicBezTo>
                  <a:pt x="16" y="28"/>
                  <a:pt x="16" y="28"/>
                  <a:pt x="16" y="28"/>
                </a:cubicBezTo>
                <a:cubicBezTo>
                  <a:pt x="22" y="28"/>
                  <a:pt x="22" y="28"/>
                  <a:pt x="22" y="28"/>
                </a:cubicBezTo>
                <a:cubicBezTo>
                  <a:pt x="28" y="28"/>
                  <a:pt x="32" y="33"/>
                  <a:pt x="32" y="38"/>
                </a:cubicBezTo>
                <a:cubicBezTo>
                  <a:pt x="32" y="72"/>
                  <a:pt x="32" y="72"/>
                  <a:pt x="32" y="72"/>
                </a:cubicBezTo>
                <a:cubicBezTo>
                  <a:pt x="28" y="72"/>
                  <a:pt x="28" y="72"/>
                  <a:pt x="28" y="72"/>
                </a:cubicBezTo>
                <a:cubicBezTo>
                  <a:pt x="28" y="46"/>
                  <a:pt x="28" y="46"/>
                  <a:pt x="28" y="46"/>
                </a:cubicBezTo>
                <a:cubicBezTo>
                  <a:pt x="27" y="48"/>
                  <a:pt x="25" y="48"/>
                  <a:pt x="22" y="48"/>
                </a:cubicBezTo>
                <a:cubicBezTo>
                  <a:pt x="18" y="48"/>
                  <a:pt x="18" y="48"/>
                  <a:pt x="18" y="48"/>
                </a:cubicBezTo>
                <a:cubicBezTo>
                  <a:pt x="9" y="48"/>
                  <a:pt x="0" y="40"/>
                  <a:pt x="0" y="30"/>
                </a:cubicBezTo>
                <a:cubicBezTo>
                  <a:pt x="0" y="28"/>
                  <a:pt x="0" y="28"/>
                  <a:pt x="0" y="28"/>
                </a:cubicBezTo>
                <a:close/>
                <a:moveTo>
                  <a:pt x="50" y="20"/>
                </a:moveTo>
                <a:cubicBezTo>
                  <a:pt x="45" y="20"/>
                  <a:pt x="40" y="16"/>
                  <a:pt x="40" y="10"/>
                </a:cubicBezTo>
                <a:cubicBezTo>
                  <a:pt x="40" y="5"/>
                  <a:pt x="45" y="0"/>
                  <a:pt x="50" y="0"/>
                </a:cubicBezTo>
                <a:cubicBezTo>
                  <a:pt x="54" y="0"/>
                  <a:pt x="54" y="0"/>
                  <a:pt x="54" y="0"/>
                </a:cubicBezTo>
                <a:cubicBezTo>
                  <a:pt x="64" y="0"/>
                  <a:pt x="72" y="8"/>
                  <a:pt x="72" y="18"/>
                </a:cubicBezTo>
                <a:cubicBezTo>
                  <a:pt x="72" y="30"/>
                  <a:pt x="72" y="30"/>
                  <a:pt x="72" y="30"/>
                </a:cubicBezTo>
                <a:cubicBezTo>
                  <a:pt x="72" y="40"/>
                  <a:pt x="64" y="48"/>
                  <a:pt x="54" y="48"/>
                </a:cubicBezTo>
                <a:cubicBezTo>
                  <a:pt x="50" y="48"/>
                  <a:pt x="50" y="48"/>
                  <a:pt x="50" y="48"/>
                </a:cubicBezTo>
                <a:cubicBezTo>
                  <a:pt x="48" y="48"/>
                  <a:pt x="46" y="48"/>
                  <a:pt x="44" y="46"/>
                </a:cubicBezTo>
                <a:cubicBezTo>
                  <a:pt x="44" y="72"/>
                  <a:pt x="44" y="72"/>
                  <a:pt x="44" y="72"/>
                </a:cubicBezTo>
                <a:cubicBezTo>
                  <a:pt x="40" y="72"/>
                  <a:pt x="40" y="72"/>
                  <a:pt x="40" y="72"/>
                </a:cubicBezTo>
                <a:cubicBezTo>
                  <a:pt x="40" y="38"/>
                  <a:pt x="40" y="38"/>
                  <a:pt x="40" y="38"/>
                </a:cubicBezTo>
                <a:cubicBezTo>
                  <a:pt x="40" y="33"/>
                  <a:pt x="45" y="28"/>
                  <a:pt x="50" y="28"/>
                </a:cubicBezTo>
                <a:cubicBezTo>
                  <a:pt x="56" y="28"/>
                  <a:pt x="56" y="28"/>
                  <a:pt x="56" y="28"/>
                </a:cubicBezTo>
                <a:cubicBezTo>
                  <a:pt x="56" y="32"/>
                  <a:pt x="56" y="32"/>
                  <a:pt x="56" y="32"/>
                </a:cubicBezTo>
                <a:cubicBezTo>
                  <a:pt x="50" y="32"/>
                  <a:pt x="50" y="32"/>
                  <a:pt x="50" y="32"/>
                </a:cubicBezTo>
                <a:cubicBezTo>
                  <a:pt x="47" y="32"/>
                  <a:pt x="44" y="35"/>
                  <a:pt x="44" y="38"/>
                </a:cubicBezTo>
                <a:cubicBezTo>
                  <a:pt x="44" y="42"/>
                  <a:pt x="47" y="44"/>
                  <a:pt x="50" y="44"/>
                </a:cubicBezTo>
                <a:cubicBezTo>
                  <a:pt x="54" y="44"/>
                  <a:pt x="54" y="44"/>
                  <a:pt x="54" y="44"/>
                </a:cubicBezTo>
                <a:cubicBezTo>
                  <a:pt x="62" y="44"/>
                  <a:pt x="68" y="38"/>
                  <a:pt x="68" y="30"/>
                </a:cubicBezTo>
                <a:cubicBezTo>
                  <a:pt x="68" y="18"/>
                  <a:pt x="68" y="18"/>
                  <a:pt x="68" y="18"/>
                </a:cubicBezTo>
                <a:cubicBezTo>
                  <a:pt x="68" y="11"/>
                  <a:pt x="62" y="4"/>
                  <a:pt x="54" y="4"/>
                </a:cubicBezTo>
                <a:cubicBezTo>
                  <a:pt x="50" y="4"/>
                  <a:pt x="50" y="4"/>
                  <a:pt x="50" y="4"/>
                </a:cubicBezTo>
                <a:cubicBezTo>
                  <a:pt x="47" y="4"/>
                  <a:pt x="44" y="7"/>
                  <a:pt x="44" y="10"/>
                </a:cubicBezTo>
                <a:cubicBezTo>
                  <a:pt x="44" y="14"/>
                  <a:pt x="47" y="16"/>
                  <a:pt x="50" y="16"/>
                </a:cubicBezTo>
                <a:cubicBezTo>
                  <a:pt x="56" y="16"/>
                  <a:pt x="56" y="16"/>
                  <a:pt x="56" y="16"/>
                </a:cubicBezTo>
                <a:cubicBezTo>
                  <a:pt x="56" y="20"/>
                  <a:pt x="56" y="20"/>
                  <a:pt x="56" y="20"/>
                </a:cubicBezTo>
                <a:lnTo>
                  <a:pt x="50" y="20"/>
                </a:ln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4" name="TextBox 123">
            <a:extLst>
              <a:ext uri="{FF2B5EF4-FFF2-40B4-BE49-F238E27FC236}">
                <a16:creationId xmlns:a16="http://schemas.microsoft.com/office/drawing/2014/main" id="{756F4598-8468-A710-59B5-7032D93C4040}"/>
              </a:ext>
            </a:extLst>
          </p:cNvPr>
          <p:cNvSpPr txBox="1"/>
          <p:nvPr/>
        </p:nvSpPr>
        <p:spPr bwMode="gray">
          <a:xfrm>
            <a:off x="8994356" y="3659668"/>
            <a:ext cx="1792224" cy="299101"/>
          </a:xfrm>
          <a:prstGeom prst="rect">
            <a:avLst/>
          </a:prstGeom>
          <a:solidFill>
            <a:schemeClr val="accent3"/>
          </a:solidFill>
        </p:spPr>
        <p:txBody>
          <a:bodyPr wrap="square" lIns="121920" tIns="60960" rIns="121920" bIns="6096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err="1">
                <a:ln>
                  <a:noFill/>
                </a:ln>
                <a:solidFill>
                  <a:srgbClr val="08312A"/>
                </a:solidFill>
                <a:effectLst/>
                <a:uLnTx/>
                <a:uFillTx/>
                <a:latin typeface="Boehringer Forward Text"/>
                <a:ea typeface="+mn-ea"/>
                <a:cs typeface="+mn-cs"/>
              </a:rPr>
              <a:t>Aurobac</a:t>
            </a:r>
            <a:endParaRPr kumimoji="0" lang="en-GB" sz="1600" b="1"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 name="Freeform 6">
            <a:extLst>
              <a:ext uri="{FF2B5EF4-FFF2-40B4-BE49-F238E27FC236}">
                <a16:creationId xmlns:a16="http://schemas.microsoft.com/office/drawing/2014/main" id="{4F985B5D-E0A9-5840-05E2-81E1A1D4A45C}"/>
              </a:ext>
            </a:extLst>
          </p:cNvPr>
          <p:cNvSpPr>
            <a:spLocks noEditPoints="1"/>
          </p:cNvSpPr>
          <p:nvPr/>
        </p:nvSpPr>
        <p:spPr bwMode="auto">
          <a:xfrm>
            <a:off x="4426067" y="2990505"/>
            <a:ext cx="411085" cy="399472"/>
          </a:xfrm>
          <a:custGeom>
            <a:avLst/>
            <a:gdLst>
              <a:gd name="T0" fmla="*/ 6 w 72"/>
              <a:gd name="T1" fmla="*/ 46 h 72"/>
              <a:gd name="T2" fmla="*/ 0 w 72"/>
              <a:gd name="T3" fmla="*/ 46 h 72"/>
              <a:gd name="T4" fmla="*/ 0 w 72"/>
              <a:gd name="T5" fmla="*/ 42 h 72"/>
              <a:gd name="T6" fmla="*/ 5 w 72"/>
              <a:gd name="T7" fmla="*/ 42 h 72"/>
              <a:gd name="T8" fmla="*/ 40 w 72"/>
              <a:gd name="T9" fmla="*/ 46 h 72"/>
              <a:gd name="T10" fmla="*/ 44 w 72"/>
              <a:gd name="T11" fmla="*/ 47 h 72"/>
              <a:gd name="T12" fmla="*/ 44 w 72"/>
              <a:gd name="T13" fmla="*/ 51 h 72"/>
              <a:gd name="T14" fmla="*/ 39 w 72"/>
              <a:gd name="T15" fmla="*/ 50 h 72"/>
              <a:gd name="T16" fmla="*/ 38 w 72"/>
              <a:gd name="T17" fmla="*/ 50 h 72"/>
              <a:gd name="T18" fmla="*/ 7 w 72"/>
              <a:gd name="T19" fmla="*/ 46 h 72"/>
              <a:gd name="T20" fmla="*/ 6 w 72"/>
              <a:gd name="T21" fmla="*/ 46 h 72"/>
              <a:gd name="T22" fmla="*/ 68 w 72"/>
              <a:gd name="T23" fmla="*/ 0 h 72"/>
              <a:gd name="T24" fmla="*/ 68 w 72"/>
              <a:gd name="T25" fmla="*/ 62 h 72"/>
              <a:gd name="T26" fmla="*/ 62 w 72"/>
              <a:gd name="T27" fmla="*/ 68 h 72"/>
              <a:gd name="T28" fmla="*/ 0 w 72"/>
              <a:gd name="T29" fmla="*/ 68 h 72"/>
              <a:gd name="T30" fmla="*/ 0 w 72"/>
              <a:gd name="T31" fmla="*/ 72 h 72"/>
              <a:gd name="T32" fmla="*/ 62 w 72"/>
              <a:gd name="T33" fmla="*/ 72 h 72"/>
              <a:gd name="T34" fmla="*/ 72 w 72"/>
              <a:gd name="T35" fmla="*/ 62 h 72"/>
              <a:gd name="T36" fmla="*/ 72 w 72"/>
              <a:gd name="T37" fmla="*/ 0 h 72"/>
              <a:gd name="T38" fmla="*/ 68 w 72"/>
              <a:gd name="T39" fmla="*/ 0 h 72"/>
              <a:gd name="T40" fmla="*/ 51 w 72"/>
              <a:gd name="T41" fmla="*/ 56 h 72"/>
              <a:gd name="T42" fmla="*/ 58 w 72"/>
              <a:gd name="T43" fmla="*/ 10 h 72"/>
              <a:gd name="T44" fmla="*/ 55 w 72"/>
              <a:gd name="T45" fmla="*/ 9 h 72"/>
              <a:gd name="T46" fmla="*/ 52 w 72"/>
              <a:gd name="T47" fmla="*/ 3 h 72"/>
              <a:gd name="T48" fmla="*/ 52 w 72"/>
              <a:gd name="T49" fmla="*/ 0 h 72"/>
              <a:gd name="T50" fmla="*/ 48 w 72"/>
              <a:gd name="T51" fmla="*/ 0 h 72"/>
              <a:gd name="T52" fmla="*/ 48 w 72"/>
              <a:gd name="T53" fmla="*/ 3 h 72"/>
              <a:gd name="T54" fmla="*/ 53 w 72"/>
              <a:gd name="T55" fmla="*/ 12 h 72"/>
              <a:gd name="T56" fmla="*/ 54 w 72"/>
              <a:gd name="T57" fmla="*/ 12 h 72"/>
              <a:gd name="T58" fmla="*/ 47 w 72"/>
              <a:gd name="T59" fmla="*/ 56 h 72"/>
              <a:gd name="T60" fmla="*/ 51 w 72"/>
              <a:gd name="T61"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2">
                <a:moveTo>
                  <a:pt x="6" y="46"/>
                </a:moveTo>
                <a:cubicBezTo>
                  <a:pt x="0" y="46"/>
                  <a:pt x="0" y="46"/>
                  <a:pt x="0" y="46"/>
                </a:cubicBezTo>
                <a:cubicBezTo>
                  <a:pt x="0" y="42"/>
                  <a:pt x="0" y="42"/>
                  <a:pt x="0" y="42"/>
                </a:cubicBezTo>
                <a:cubicBezTo>
                  <a:pt x="5" y="42"/>
                  <a:pt x="5" y="42"/>
                  <a:pt x="5" y="42"/>
                </a:cubicBezTo>
                <a:cubicBezTo>
                  <a:pt x="8" y="41"/>
                  <a:pt x="25" y="33"/>
                  <a:pt x="40" y="46"/>
                </a:cubicBezTo>
                <a:cubicBezTo>
                  <a:pt x="44" y="47"/>
                  <a:pt x="44" y="47"/>
                  <a:pt x="44" y="47"/>
                </a:cubicBezTo>
                <a:cubicBezTo>
                  <a:pt x="44" y="51"/>
                  <a:pt x="44" y="51"/>
                  <a:pt x="44" y="51"/>
                </a:cubicBezTo>
                <a:cubicBezTo>
                  <a:pt x="39" y="50"/>
                  <a:pt x="39" y="50"/>
                  <a:pt x="39" y="50"/>
                </a:cubicBezTo>
                <a:cubicBezTo>
                  <a:pt x="38" y="50"/>
                  <a:pt x="38" y="50"/>
                  <a:pt x="38" y="50"/>
                </a:cubicBezTo>
                <a:cubicBezTo>
                  <a:pt x="24" y="37"/>
                  <a:pt x="7" y="45"/>
                  <a:pt x="7" y="46"/>
                </a:cubicBezTo>
                <a:lnTo>
                  <a:pt x="6" y="46"/>
                </a:lnTo>
                <a:close/>
                <a:moveTo>
                  <a:pt x="68" y="0"/>
                </a:moveTo>
                <a:cubicBezTo>
                  <a:pt x="68" y="62"/>
                  <a:pt x="68" y="62"/>
                  <a:pt x="68" y="62"/>
                </a:cubicBezTo>
                <a:cubicBezTo>
                  <a:pt x="68" y="65"/>
                  <a:pt x="65" y="68"/>
                  <a:pt x="62" y="68"/>
                </a:cubicBezTo>
                <a:cubicBezTo>
                  <a:pt x="0" y="68"/>
                  <a:pt x="0" y="68"/>
                  <a:pt x="0" y="68"/>
                </a:cubicBezTo>
                <a:cubicBezTo>
                  <a:pt x="0" y="72"/>
                  <a:pt x="0" y="72"/>
                  <a:pt x="0" y="72"/>
                </a:cubicBezTo>
                <a:cubicBezTo>
                  <a:pt x="62" y="72"/>
                  <a:pt x="62" y="72"/>
                  <a:pt x="62" y="72"/>
                </a:cubicBezTo>
                <a:cubicBezTo>
                  <a:pt x="67" y="72"/>
                  <a:pt x="72" y="68"/>
                  <a:pt x="72" y="62"/>
                </a:cubicBezTo>
                <a:cubicBezTo>
                  <a:pt x="72" y="0"/>
                  <a:pt x="72" y="0"/>
                  <a:pt x="72" y="0"/>
                </a:cubicBezTo>
                <a:lnTo>
                  <a:pt x="68" y="0"/>
                </a:lnTo>
                <a:close/>
                <a:moveTo>
                  <a:pt x="51" y="56"/>
                </a:moveTo>
                <a:cubicBezTo>
                  <a:pt x="58" y="10"/>
                  <a:pt x="58" y="10"/>
                  <a:pt x="58" y="10"/>
                </a:cubicBezTo>
                <a:cubicBezTo>
                  <a:pt x="55" y="9"/>
                  <a:pt x="55" y="9"/>
                  <a:pt x="55" y="9"/>
                </a:cubicBezTo>
                <a:cubicBezTo>
                  <a:pt x="53" y="8"/>
                  <a:pt x="52" y="5"/>
                  <a:pt x="52" y="3"/>
                </a:cubicBezTo>
                <a:cubicBezTo>
                  <a:pt x="52" y="0"/>
                  <a:pt x="52" y="0"/>
                  <a:pt x="52" y="0"/>
                </a:cubicBezTo>
                <a:cubicBezTo>
                  <a:pt x="48" y="0"/>
                  <a:pt x="48" y="0"/>
                  <a:pt x="48" y="0"/>
                </a:cubicBezTo>
                <a:cubicBezTo>
                  <a:pt x="48" y="3"/>
                  <a:pt x="48" y="3"/>
                  <a:pt x="48" y="3"/>
                </a:cubicBezTo>
                <a:cubicBezTo>
                  <a:pt x="48" y="7"/>
                  <a:pt x="50" y="10"/>
                  <a:pt x="53" y="12"/>
                </a:cubicBezTo>
                <a:cubicBezTo>
                  <a:pt x="54" y="12"/>
                  <a:pt x="54" y="12"/>
                  <a:pt x="54" y="12"/>
                </a:cubicBezTo>
                <a:cubicBezTo>
                  <a:pt x="47" y="56"/>
                  <a:pt x="47" y="56"/>
                  <a:pt x="47" y="56"/>
                </a:cubicBezTo>
                <a:lnTo>
                  <a:pt x="51" y="56"/>
                </a:lnTo>
                <a:close/>
              </a:path>
            </a:pathLst>
          </a:custGeom>
          <a:solidFill>
            <a:schemeClr val="bg2"/>
          </a:solidFill>
          <a:ln>
            <a:noFill/>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Slide Number Placeholder 8">
            <a:extLst>
              <a:ext uri="{FF2B5EF4-FFF2-40B4-BE49-F238E27FC236}">
                <a16:creationId xmlns:a16="http://schemas.microsoft.com/office/drawing/2014/main" id="{00E04C64-EB53-3C31-4249-2EAB708FF6FE}"/>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Rectangle 2">
            <a:extLst>
              <a:ext uri="{FF2B5EF4-FFF2-40B4-BE49-F238E27FC236}">
                <a16:creationId xmlns:a16="http://schemas.microsoft.com/office/drawing/2014/main" id="{B6FA643B-80BC-AF43-A86C-9617DEFA949B}"/>
              </a:ext>
            </a:extLst>
          </p:cNvPr>
          <p:cNvSpPr/>
          <p:nvPr/>
        </p:nvSpPr>
        <p:spPr bwMode="gray">
          <a:xfrm>
            <a:off x="5250818" y="4582841"/>
            <a:ext cx="1690369" cy="29665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FFE667">
                    <a:lumMod val="50000"/>
                  </a:srgbClr>
                </a:solidFill>
                <a:effectLst/>
                <a:uLnTx/>
                <a:uFillTx/>
                <a:latin typeface="Boehringer Forward Text"/>
                <a:ea typeface="+mn-ea"/>
                <a:cs typeface="+mn-cs"/>
              </a:rPr>
              <a:t>Ni SOD 2023</a:t>
            </a:r>
          </a:p>
        </p:txBody>
      </p:sp>
      <p:sp>
        <p:nvSpPr>
          <p:cNvPr id="13" name="Rectangle 12">
            <a:extLst>
              <a:ext uri="{FF2B5EF4-FFF2-40B4-BE49-F238E27FC236}">
                <a16:creationId xmlns:a16="http://schemas.microsoft.com/office/drawing/2014/main" id="{FD0066B7-8EB3-87C3-7A22-5FB86B27C282}"/>
              </a:ext>
            </a:extLst>
          </p:cNvPr>
          <p:cNvSpPr/>
          <p:nvPr/>
        </p:nvSpPr>
        <p:spPr bwMode="gray">
          <a:xfrm>
            <a:off x="9045285" y="4582841"/>
            <a:ext cx="1690369" cy="29665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467" b="0" i="0" u="none" strike="noStrike" kern="1200" cap="none" spc="0" normalizeH="0" baseline="0" noProof="0">
                <a:ln>
                  <a:noFill/>
                </a:ln>
                <a:solidFill>
                  <a:srgbClr val="FFE667">
                    <a:lumMod val="50000"/>
                  </a:srgbClr>
                </a:solidFill>
                <a:effectLst/>
                <a:uLnTx/>
                <a:uFillTx/>
                <a:latin typeface="Boehringer Forward Text"/>
                <a:ea typeface="+mn-ea"/>
                <a:cs typeface="+mn-cs"/>
              </a:rPr>
              <a:t>Ni SOD 2023</a:t>
            </a:r>
          </a:p>
        </p:txBody>
      </p:sp>
      <p:grpSp>
        <p:nvGrpSpPr>
          <p:cNvPr id="14" name="Group 13">
            <a:extLst>
              <a:ext uri="{FF2B5EF4-FFF2-40B4-BE49-F238E27FC236}">
                <a16:creationId xmlns:a16="http://schemas.microsoft.com/office/drawing/2014/main" id="{253BE1D3-2907-60B0-BA22-58C77CF784B0}"/>
              </a:ext>
            </a:extLst>
          </p:cNvPr>
          <p:cNvGrpSpPr/>
          <p:nvPr/>
        </p:nvGrpSpPr>
        <p:grpSpPr>
          <a:xfrm>
            <a:off x="8190809" y="2962712"/>
            <a:ext cx="424707" cy="455059"/>
            <a:chOff x="4295775" y="2276475"/>
            <a:chExt cx="554450" cy="594073"/>
          </a:xfrm>
          <a:solidFill>
            <a:schemeClr val="bg2"/>
          </a:solidFill>
        </p:grpSpPr>
        <p:sp>
          <p:nvSpPr>
            <p:cNvPr id="15" name="Freeform: Shape 14">
              <a:extLst>
                <a:ext uri="{FF2B5EF4-FFF2-40B4-BE49-F238E27FC236}">
                  <a16:creationId xmlns:a16="http://schemas.microsoft.com/office/drawing/2014/main" id="{6966412D-1D04-4836-6BCB-99FB72A04AEF}"/>
                </a:ext>
              </a:extLst>
            </p:cNvPr>
            <p:cNvSpPr/>
            <p:nvPr/>
          </p:nvSpPr>
          <p:spPr>
            <a:xfrm>
              <a:off x="4707826" y="2602896"/>
              <a:ext cx="127539" cy="267652"/>
            </a:xfrm>
            <a:custGeom>
              <a:avLst/>
              <a:gdLst>
                <a:gd name="connsiteX0" fmla="*/ 127540 w 127539"/>
                <a:gd name="connsiteY0" fmla="*/ 115824 h 267652"/>
                <a:gd name="connsiteX1" fmla="*/ 77153 w 127539"/>
                <a:gd name="connsiteY1" fmla="*/ 267653 h 267652"/>
                <a:gd name="connsiteX2" fmla="*/ 36576 w 127539"/>
                <a:gd name="connsiteY2" fmla="*/ 254889 h 267652"/>
                <a:gd name="connsiteX3" fmla="*/ 54578 w 127539"/>
                <a:gd name="connsiteY3" fmla="*/ 194596 h 267652"/>
                <a:gd name="connsiteX4" fmla="*/ 65056 w 127539"/>
                <a:gd name="connsiteY4" fmla="*/ 159544 h 267652"/>
                <a:gd name="connsiteX5" fmla="*/ 51245 w 127539"/>
                <a:gd name="connsiteY5" fmla="*/ 156115 h 267652"/>
                <a:gd name="connsiteX6" fmla="*/ 0 w 127539"/>
                <a:gd name="connsiteY6" fmla="*/ 143256 h 267652"/>
                <a:gd name="connsiteX7" fmla="*/ 56007 w 127539"/>
                <a:gd name="connsiteY7" fmla="*/ 0 h 267652"/>
                <a:gd name="connsiteX8" fmla="*/ 88583 w 127539"/>
                <a:gd name="connsiteY8" fmla="*/ 8192 h 267652"/>
                <a:gd name="connsiteX9" fmla="*/ 60198 w 127539"/>
                <a:gd name="connsiteY9" fmla="*/ 103442 h 267652"/>
                <a:gd name="connsiteX10" fmla="*/ 86106 w 127539"/>
                <a:gd name="connsiteY10" fmla="*/ 108204 h 267652"/>
                <a:gd name="connsiteX11" fmla="*/ 120777 w 127539"/>
                <a:gd name="connsiteY11" fmla="*/ 114586 h 267652"/>
                <a:gd name="connsiteX12" fmla="*/ 127540 w 127539"/>
                <a:gd name="connsiteY12" fmla="*/ 115824 h 267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539" h="267652">
                  <a:moveTo>
                    <a:pt x="127540" y="115824"/>
                  </a:moveTo>
                  <a:lnTo>
                    <a:pt x="77153" y="267653"/>
                  </a:lnTo>
                  <a:lnTo>
                    <a:pt x="36576" y="254889"/>
                  </a:lnTo>
                  <a:lnTo>
                    <a:pt x="54578" y="194596"/>
                  </a:lnTo>
                  <a:lnTo>
                    <a:pt x="65056" y="159544"/>
                  </a:lnTo>
                  <a:lnTo>
                    <a:pt x="51245" y="156115"/>
                  </a:lnTo>
                  <a:lnTo>
                    <a:pt x="0" y="143256"/>
                  </a:lnTo>
                  <a:lnTo>
                    <a:pt x="56007" y="0"/>
                  </a:lnTo>
                  <a:lnTo>
                    <a:pt x="88583" y="8192"/>
                  </a:lnTo>
                  <a:lnTo>
                    <a:pt x="60198" y="103442"/>
                  </a:lnTo>
                  <a:lnTo>
                    <a:pt x="86106" y="108204"/>
                  </a:lnTo>
                  <a:lnTo>
                    <a:pt x="120777" y="114586"/>
                  </a:lnTo>
                  <a:lnTo>
                    <a:pt x="127540" y="115824"/>
                  </a:ln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Freeform: Shape 15">
              <a:extLst>
                <a:ext uri="{FF2B5EF4-FFF2-40B4-BE49-F238E27FC236}">
                  <a16:creationId xmlns:a16="http://schemas.microsoft.com/office/drawing/2014/main" id="{72C4A8EE-8BB8-2EE7-47B0-8CC314110F32}"/>
                </a:ext>
              </a:extLst>
            </p:cNvPr>
            <p:cNvSpPr/>
            <p:nvPr/>
          </p:nvSpPr>
          <p:spPr>
            <a:xfrm>
              <a:off x="4295775" y="2296763"/>
              <a:ext cx="331851" cy="335280"/>
            </a:xfrm>
            <a:custGeom>
              <a:avLst/>
              <a:gdLst>
                <a:gd name="connsiteX0" fmla="*/ 188881 w 331851"/>
                <a:gd name="connsiteY0" fmla="*/ 44577 h 335280"/>
                <a:gd name="connsiteX1" fmla="*/ 195929 w 331851"/>
                <a:gd name="connsiteY1" fmla="*/ 73343 h 335280"/>
                <a:gd name="connsiteX2" fmla="*/ 203168 w 331851"/>
                <a:gd name="connsiteY2" fmla="*/ 102965 h 335280"/>
                <a:gd name="connsiteX3" fmla="*/ 232886 w 331851"/>
                <a:gd name="connsiteY3" fmla="*/ 96107 h 335280"/>
                <a:gd name="connsiteX4" fmla="*/ 261747 w 331851"/>
                <a:gd name="connsiteY4" fmla="*/ 89440 h 335280"/>
                <a:gd name="connsiteX5" fmla="*/ 248698 w 331851"/>
                <a:gd name="connsiteY5" fmla="*/ 116015 h 335280"/>
                <a:gd name="connsiteX6" fmla="*/ 235268 w 331851"/>
                <a:gd name="connsiteY6" fmla="*/ 143351 h 335280"/>
                <a:gd name="connsiteX7" fmla="*/ 262414 w 331851"/>
                <a:gd name="connsiteY7" fmla="*/ 157258 h 335280"/>
                <a:gd name="connsiteX8" fmla="*/ 288798 w 331851"/>
                <a:gd name="connsiteY8" fmla="*/ 170688 h 335280"/>
                <a:gd name="connsiteX9" fmla="*/ 261652 w 331851"/>
                <a:gd name="connsiteY9" fmla="*/ 182690 h 335280"/>
                <a:gd name="connsiteX10" fmla="*/ 233744 w 331851"/>
                <a:gd name="connsiteY10" fmla="*/ 194977 h 335280"/>
                <a:gd name="connsiteX11" fmla="*/ 245650 w 331851"/>
                <a:gd name="connsiteY11" fmla="*/ 223075 h 335280"/>
                <a:gd name="connsiteX12" fmla="*/ 257175 w 331851"/>
                <a:gd name="connsiteY12" fmla="*/ 250317 h 335280"/>
                <a:gd name="connsiteX13" fmla="*/ 228695 w 331851"/>
                <a:gd name="connsiteY13" fmla="*/ 242030 h 335280"/>
                <a:gd name="connsiteX14" fmla="*/ 199358 w 331851"/>
                <a:gd name="connsiteY14" fmla="*/ 233553 h 335280"/>
                <a:gd name="connsiteX15" fmla="*/ 190405 w 331851"/>
                <a:gd name="connsiteY15" fmla="*/ 262700 h 335280"/>
                <a:gd name="connsiteX16" fmla="*/ 181737 w 331851"/>
                <a:gd name="connsiteY16" fmla="*/ 290989 h 335280"/>
                <a:gd name="connsiteX17" fmla="*/ 165259 w 331851"/>
                <a:gd name="connsiteY17" fmla="*/ 266414 h 335280"/>
                <a:gd name="connsiteX18" fmla="*/ 148304 w 331851"/>
                <a:gd name="connsiteY18" fmla="*/ 241078 h 335280"/>
                <a:gd name="connsiteX19" fmla="*/ 122682 w 331851"/>
                <a:gd name="connsiteY19" fmla="*/ 257651 h 335280"/>
                <a:gd name="connsiteX20" fmla="*/ 97822 w 331851"/>
                <a:gd name="connsiteY20" fmla="*/ 273749 h 335280"/>
                <a:gd name="connsiteX21" fmla="*/ 100965 w 331851"/>
                <a:gd name="connsiteY21" fmla="*/ 244316 h 335280"/>
                <a:gd name="connsiteX22" fmla="*/ 104203 w 331851"/>
                <a:gd name="connsiteY22" fmla="*/ 214027 h 335280"/>
                <a:gd name="connsiteX23" fmla="*/ 73914 w 331851"/>
                <a:gd name="connsiteY23" fmla="*/ 210312 h 335280"/>
                <a:gd name="connsiteX24" fmla="*/ 44482 w 331851"/>
                <a:gd name="connsiteY24" fmla="*/ 206693 h 335280"/>
                <a:gd name="connsiteX25" fmla="*/ 65818 w 331851"/>
                <a:gd name="connsiteY25" fmla="*/ 186214 h 335280"/>
                <a:gd name="connsiteX26" fmla="*/ 87821 w 331851"/>
                <a:gd name="connsiteY26" fmla="*/ 165068 h 335280"/>
                <a:gd name="connsiteX27" fmla="*/ 67056 w 331851"/>
                <a:gd name="connsiteY27" fmla="*/ 142780 h 335280"/>
                <a:gd name="connsiteX28" fmla="*/ 46863 w 331851"/>
                <a:gd name="connsiteY28" fmla="*/ 121063 h 335280"/>
                <a:gd name="connsiteX29" fmla="*/ 76391 w 331851"/>
                <a:gd name="connsiteY29" fmla="*/ 119063 h 335280"/>
                <a:gd name="connsiteX30" fmla="*/ 106775 w 331851"/>
                <a:gd name="connsiteY30" fmla="*/ 117062 h 335280"/>
                <a:gd name="connsiteX31" fmla="*/ 105156 w 331851"/>
                <a:gd name="connsiteY31" fmla="*/ 86582 h 335280"/>
                <a:gd name="connsiteX32" fmla="*/ 103632 w 331851"/>
                <a:gd name="connsiteY32" fmla="*/ 56959 h 335280"/>
                <a:gd name="connsiteX33" fmla="*/ 127540 w 331851"/>
                <a:gd name="connsiteY33" fmla="*/ 74486 h 335280"/>
                <a:gd name="connsiteX34" fmla="*/ 152114 w 331851"/>
                <a:gd name="connsiteY34" fmla="*/ 92488 h 335280"/>
                <a:gd name="connsiteX35" fmla="*/ 170498 w 331851"/>
                <a:gd name="connsiteY35" fmla="*/ 68104 h 335280"/>
                <a:gd name="connsiteX36" fmla="*/ 188309 w 331851"/>
                <a:gd name="connsiteY36" fmla="*/ 44482 h 335280"/>
                <a:gd name="connsiteX37" fmla="*/ 188309 w 331851"/>
                <a:gd name="connsiteY37" fmla="*/ 44482 h 335280"/>
                <a:gd name="connsiteX38" fmla="*/ 183737 w 331851"/>
                <a:gd name="connsiteY38" fmla="*/ 0 h 335280"/>
                <a:gd name="connsiteX39" fmla="*/ 146304 w 331851"/>
                <a:gd name="connsiteY39" fmla="*/ 49530 h 335280"/>
                <a:gd name="connsiteX40" fmla="*/ 96203 w 331851"/>
                <a:gd name="connsiteY40" fmla="*/ 12859 h 335280"/>
                <a:gd name="connsiteX41" fmla="*/ 71533 w 331851"/>
                <a:gd name="connsiteY41" fmla="*/ 26194 h 335280"/>
                <a:gd name="connsiteX42" fmla="*/ 74771 w 331851"/>
                <a:gd name="connsiteY42" fmla="*/ 88202 h 335280"/>
                <a:gd name="connsiteX43" fmla="*/ 12859 w 331851"/>
                <a:gd name="connsiteY43" fmla="*/ 92297 h 335280"/>
                <a:gd name="connsiteX44" fmla="*/ 2572 w 331851"/>
                <a:gd name="connsiteY44" fmla="*/ 118396 h 335280"/>
                <a:gd name="connsiteX45" fmla="*/ 44863 w 331851"/>
                <a:gd name="connsiteY45" fmla="*/ 163830 h 335280"/>
                <a:gd name="connsiteX46" fmla="*/ 0 w 331851"/>
                <a:gd name="connsiteY46" fmla="*/ 206883 h 335280"/>
                <a:gd name="connsiteX47" fmla="*/ 8858 w 331851"/>
                <a:gd name="connsiteY47" fmla="*/ 233458 h 335280"/>
                <a:gd name="connsiteX48" fmla="*/ 70485 w 331851"/>
                <a:gd name="connsiteY48" fmla="*/ 241078 h 335280"/>
                <a:gd name="connsiteX49" fmla="*/ 63818 w 331851"/>
                <a:gd name="connsiteY49" fmla="*/ 302800 h 335280"/>
                <a:gd name="connsiteX50" fmla="*/ 87725 w 331851"/>
                <a:gd name="connsiteY50" fmla="*/ 317468 h 335280"/>
                <a:gd name="connsiteX51" fmla="*/ 139827 w 331851"/>
                <a:gd name="connsiteY51" fmla="*/ 283655 h 335280"/>
                <a:gd name="connsiteX52" fmla="*/ 174403 w 331851"/>
                <a:gd name="connsiteY52" fmla="*/ 335280 h 335280"/>
                <a:gd name="connsiteX53" fmla="*/ 202121 w 331851"/>
                <a:gd name="connsiteY53" fmla="*/ 331184 h 335280"/>
                <a:gd name="connsiteX54" fmla="*/ 220313 w 331851"/>
                <a:gd name="connsiteY54" fmla="*/ 271844 h 335280"/>
                <a:gd name="connsiteX55" fmla="*/ 279940 w 331851"/>
                <a:gd name="connsiteY55" fmla="*/ 289179 h 335280"/>
                <a:gd name="connsiteX56" fmla="*/ 298514 w 331851"/>
                <a:gd name="connsiteY56" fmla="*/ 268224 h 335280"/>
                <a:gd name="connsiteX57" fmla="*/ 274320 w 331851"/>
                <a:gd name="connsiteY57" fmla="*/ 211074 h 335280"/>
                <a:gd name="connsiteX58" fmla="*/ 331089 w 331851"/>
                <a:gd name="connsiteY58" fmla="*/ 186023 h 335280"/>
                <a:gd name="connsiteX59" fmla="*/ 331851 w 331851"/>
                <a:gd name="connsiteY59" fmla="*/ 158020 h 335280"/>
                <a:gd name="connsiteX60" fmla="*/ 276511 w 331851"/>
                <a:gd name="connsiteY60" fmla="*/ 129826 h 335280"/>
                <a:gd name="connsiteX61" fmla="*/ 303943 w 331851"/>
                <a:gd name="connsiteY61" fmla="*/ 74105 h 335280"/>
                <a:gd name="connsiteX62" fmla="*/ 286512 w 331851"/>
                <a:gd name="connsiteY62" fmla="*/ 52102 h 335280"/>
                <a:gd name="connsiteX63" fmla="*/ 226028 w 331851"/>
                <a:gd name="connsiteY63" fmla="*/ 66008 h 335280"/>
                <a:gd name="connsiteX64" fmla="*/ 211169 w 331851"/>
                <a:gd name="connsiteY64" fmla="*/ 5715 h 335280"/>
                <a:gd name="connsiteX65" fmla="*/ 183737 w 331851"/>
                <a:gd name="connsiteY65" fmla="*/ 95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331851" h="335280">
                  <a:moveTo>
                    <a:pt x="188881" y="44577"/>
                  </a:moveTo>
                  <a:lnTo>
                    <a:pt x="195929" y="73343"/>
                  </a:lnTo>
                  <a:lnTo>
                    <a:pt x="203168" y="102965"/>
                  </a:lnTo>
                  <a:lnTo>
                    <a:pt x="232886" y="96107"/>
                  </a:lnTo>
                  <a:lnTo>
                    <a:pt x="261747" y="89440"/>
                  </a:lnTo>
                  <a:lnTo>
                    <a:pt x="248698" y="116015"/>
                  </a:lnTo>
                  <a:lnTo>
                    <a:pt x="235268" y="143351"/>
                  </a:lnTo>
                  <a:lnTo>
                    <a:pt x="262414" y="157258"/>
                  </a:lnTo>
                  <a:lnTo>
                    <a:pt x="288798" y="170688"/>
                  </a:lnTo>
                  <a:lnTo>
                    <a:pt x="261652" y="182690"/>
                  </a:lnTo>
                  <a:lnTo>
                    <a:pt x="233744" y="194977"/>
                  </a:lnTo>
                  <a:lnTo>
                    <a:pt x="245650" y="223075"/>
                  </a:lnTo>
                  <a:lnTo>
                    <a:pt x="257175" y="250317"/>
                  </a:lnTo>
                  <a:lnTo>
                    <a:pt x="228695" y="242030"/>
                  </a:lnTo>
                  <a:lnTo>
                    <a:pt x="199358" y="233553"/>
                  </a:lnTo>
                  <a:lnTo>
                    <a:pt x="190405" y="262700"/>
                  </a:lnTo>
                  <a:lnTo>
                    <a:pt x="181737" y="290989"/>
                  </a:lnTo>
                  <a:lnTo>
                    <a:pt x="165259" y="266414"/>
                  </a:lnTo>
                  <a:lnTo>
                    <a:pt x="148304" y="241078"/>
                  </a:lnTo>
                  <a:lnTo>
                    <a:pt x="122682" y="257651"/>
                  </a:lnTo>
                  <a:lnTo>
                    <a:pt x="97822" y="273749"/>
                  </a:lnTo>
                  <a:lnTo>
                    <a:pt x="100965" y="244316"/>
                  </a:lnTo>
                  <a:lnTo>
                    <a:pt x="104203" y="214027"/>
                  </a:lnTo>
                  <a:lnTo>
                    <a:pt x="73914" y="210312"/>
                  </a:lnTo>
                  <a:lnTo>
                    <a:pt x="44482" y="206693"/>
                  </a:lnTo>
                  <a:lnTo>
                    <a:pt x="65818" y="186214"/>
                  </a:lnTo>
                  <a:lnTo>
                    <a:pt x="87821" y="165068"/>
                  </a:lnTo>
                  <a:lnTo>
                    <a:pt x="67056" y="142780"/>
                  </a:lnTo>
                  <a:lnTo>
                    <a:pt x="46863" y="121063"/>
                  </a:lnTo>
                  <a:lnTo>
                    <a:pt x="76391" y="119063"/>
                  </a:lnTo>
                  <a:lnTo>
                    <a:pt x="106775" y="117062"/>
                  </a:lnTo>
                  <a:lnTo>
                    <a:pt x="105156" y="86582"/>
                  </a:lnTo>
                  <a:lnTo>
                    <a:pt x="103632" y="56959"/>
                  </a:lnTo>
                  <a:lnTo>
                    <a:pt x="127540" y="74486"/>
                  </a:lnTo>
                  <a:lnTo>
                    <a:pt x="152114" y="92488"/>
                  </a:lnTo>
                  <a:lnTo>
                    <a:pt x="170498" y="68104"/>
                  </a:lnTo>
                  <a:lnTo>
                    <a:pt x="188309" y="44482"/>
                  </a:lnTo>
                  <a:lnTo>
                    <a:pt x="188309" y="44482"/>
                  </a:lnTo>
                  <a:close/>
                  <a:moveTo>
                    <a:pt x="183737" y="0"/>
                  </a:moveTo>
                  <a:lnTo>
                    <a:pt x="146304" y="49530"/>
                  </a:lnTo>
                  <a:lnTo>
                    <a:pt x="96203" y="12859"/>
                  </a:lnTo>
                  <a:lnTo>
                    <a:pt x="71533" y="26194"/>
                  </a:lnTo>
                  <a:lnTo>
                    <a:pt x="74771" y="88202"/>
                  </a:lnTo>
                  <a:lnTo>
                    <a:pt x="12859" y="92297"/>
                  </a:lnTo>
                  <a:lnTo>
                    <a:pt x="2572" y="118396"/>
                  </a:lnTo>
                  <a:lnTo>
                    <a:pt x="44863" y="163830"/>
                  </a:lnTo>
                  <a:lnTo>
                    <a:pt x="0" y="206883"/>
                  </a:lnTo>
                  <a:lnTo>
                    <a:pt x="8858" y="233458"/>
                  </a:lnTo>
                  <a:lnTo>
                    <a:pt x="70485" y="241078"/>
                  </a:lnTo>
                  <a:lnTo>
                    <a:pt x="63818" y="302800"/>
                  </a:lnTo>
                  <a:lnTo>
                    <a:pt x="87725" y="317468"/>
                  </a:lnTo>
                  <a:lnTo>
                    <a:pt x="139827" y="283655"/>
                  </a:lnTo>
                  <a:lnTo>
                    <a:pt x="174403" y="335280"/>
                  </a:lnTo>
                  <a:lnTo>
                    <a:pt x="202121" y="331184"/>
                  </a:lnTo>
                  <a:lnTo>
                    <a:pt x="220313" y="271844"/>
                  </a:lnTo>
                  <a:lnTo>
                    <a:pt x="279940" y="289179"/>
                  </a:lnTo>
                  <a:lnTo>
                    <a:pt x="298514" y="268224"/>
                  </a:lnTo>
                  <a:lnTo>
                    <a:pt x="274320" y="211074"/>
                  </a:lnTo>
                  <a:lnTo>
                    <a:pt x="331089" y="186023"/>
                  </a:lnTo>
                  <a:lnTo>
                    <a:pt x="331851" y="158020"/>
                  </a:lnTo>
                  <a:lnTo>
                    <a:pt x="276511" y="129826"/>
                  </a:lnTo>
                  <a:lnTo>
                    <a:pt x="303943" y="74105"/>
                  </a:lnTo>
                  <a:lnTo>
                    <a:pt x="286512" y="52102"/>
                  </a:lnTo>
                  <a:lnTo>
                    <a:pt x="226028" y="66008"/>
                  </a:lnTo>
                  <a:lnTo>
                    <a:pt x="211169" y="5715"/>
                  </a:lnTo>
                  <a:lnTo>
                    <a:pt x="183737" y="95"/>
                  </a:ln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Freeform: Shape 16">
              <a:extLst>
                <a:ext uri="{FF2B5EF4-FFF2-40B4-BE49-F238E27FC236}">
                  <a16:creationId xmlns:a16="http://schemas.microsoft.com/office/drawing/2014/main" id="{C623C9A4-CFAB-76B2-88DB-2443F7E412E3}"/>
                </a:ext>
              </a:extLst>
            </p:cNvPr>
            <p:cNvSpPr/>
            <p:nvPr/>
          </p:nvSpPr>
          <p:spPr>
            <a:xfrm>
              <a:off x="4441602" y="2409825"/>
              <a:ext cx="28575" cy="28575"/>
            </a:xfrm>
            <a:custGeom>
              <a:avLst/>
              <a:gdLst>
                <a:gd name="connsiteX0" fmla="*/ 28575 w 28575"/>
                <a:gd name="connsiteY0" fmla="*/ 14288 h 28575"/>
                <a:gd name="connsiteX1" fmla="*/ 14287 w 28575"/>
                <a:gd name="connsiteY1" fmla="*/ 28575 h 28575"/>
                <a:gd name="connsiteX2" fmla="*/ 0 w 28575"/>
                <a:gd name="connsiteY2" fmla="*/ 14288 h 28575"/>
                <a:gd name="connsiteX3" fmla="*/ 14287 w 28575"/>
                <a:gd name="connsiteY3" fmla="*/ 0 h 28575"/>
                <a:gd name="connsiteX4" fmla="*/ 28575 w 28575"/>
                <a:gd name="connsiteY4" fmla="*/ 14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575" y="14288"/>
                  </a:moveTo>
                  <a:cubicBezTo>
                    <a:pt x="28575" y="22178"/>
                    <a:pt x="22178" y="28575"/>
                    <a:pt x="14287" y="28575"/>
                  </a:cubicBezTo>
                  <a:cubicBezTo>
                    <a:pt x="6397" y="28575"/>
                    <a:pt x="0" y="22178"/>
                    <a:pt x="0" y="14288"/>
                  </a:cubicBezTo>
                  <a:cubicBezTo>
                    <a:pt x="0" y="6397"/>
                    <a:pt x="6397" y="0"/>
                    <a:pt x="14287" y="0"/>
                  </a:cubicBezTo>
                  <a:cubicBezTo>
                    <a:pt x="22178" y="0"/>
                    <a:pt x="28575" y="6397"/>
                    <a:pt x="28575" y="14288"/>
                  </a:cubicBez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Freeform: Shape 17">
              <a:extLst>
                <a:ext uri="{FF2B5EF4-FFF2-40B4-BE49-F238E27FC236}">
                  <a16:creationId xmlns:a16="http://schemas.microsoft.com/office/drawing/2014/main" id="{2F93FDB8-A461-2841-A9E7-D6FD29269CD4}"/>
                </a:ext>
              </a:extLst>
            </p:cNvPr>
            <p:cNvSpPr/>
            <p:nvPr/>
          </p:nvSpPr>
          <p:spPr>
            <a:xfrm>
              <a:off x="4413027" y="2457450"/>
              <a:ext cx="28575" cy="28575"/>
            </a:xfrm>
            <a:custGeom>
              <a:avLst/>
              <a:gdLst>
                <a:gd name="connsiteX0" fmla="*/ 28575 w 28575"/>
                <a:gd name="connsiteY0" fmla="*/ 14288 h 28575"/>
                <a:gd name="connsiteX1" fmla="*/ 14288 w 28575"/>
                <a:gd name="connsiteY1" fmla="*/ 28575 h 28575"/>
                <a:gd name="connsiteX2" fmla="*/ 0 w 28575"/>
                <a:gd name="connsiteY2" fmla="*/ 14288 h 28575"/>
                <a:gd name="connsiteX3" fmla="*/ 14288 w 28575"/>
                <a:gd name="connsiteY3" fmla="*/ 0 h 28575"/>
                <a:gd name="connsiteX4" fmla="*/ 28575 w 28575"/>
                <a:gd name="connsiteY4" fmla="*/ 14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575" y="14288"/>
                  </a:moveTo>
                  <a:cubicBezTo>
                    <a:pt x="28575" y="22178"/>
                    <a:pt x="22178" y="28575"/>
                    <a:pt x="14288" y="28575"/>
                  </a:cubicBezTo>
                  <a:cubicBezTo>
                    <a:pt x="6397" y="28575"/>
                    <a:pt x="0" y="22178"/>
                    <a:pt x="0" y="14288"/>
                  </a:cubicBezTo>
                  <a:cubicBezTo>
                    <a:pt x="0" y="6397"/>
                    <a:pt x="6397" y="0"/>
                    <a:pt x="14288" y="0"/>
                  </a:cubicBezTo>
                  <a:cubicBezTo>
                    <a:pt x="22178" y="0"/>
                    <a:pt x="28575" y="6397"/>
                    <a:pt x="28575" y="14288"/>
                  </a:cubicBez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9" name="Freeform: Shape 18">
              <a:extLst>
                <a:ext uri="{FF2B5EF4-FFF2-40B4-BE49-F238E27FC236}">
                  <a16:creationId xmlns:a16="http://schemas.microsoft.com/office/drawing/2014/main" id="{57B36D3A-B2A5-97D5-7C23-E83A91543603}"/>
                </a:ext>
              </a:extLst>
            </p:cNvPr>
            <p:cNvSpPr/>
            <p:nvPr/>
          </p:nvSpPr>
          <p:spPr>
            <a:xfrm>
              <a:off x="4451127" y="2486025"/>
              <a:ext cx="28575" cy="28575"/>
            </a:xfrm>
            <a:custGeom>
              <a:avLst/>
              <a:gdLst>
                <a:gd name="connsiteX0" fmla="*/ 28575 w 28575"/>
                <a:gd name="connsiteY0" fmla="*/ 14288 h 28575"/>
                <a:gd name="connsiteX1" fmla="*/ 14287 w 28575"/>
                <a:gd name="connsiteY1" fmla="*/ 28575 h 28575"/>
                <a:gd name="connsiteX2" fmla="*/ 0 w 28575"/>
                <a:gd name="connsiteY2" fmla="*/ 14288 h 28575"/>
                <a:gd name="connsiteX3" fmla="*/ 14287 w 28575"/>
                <a:gd name="connsiteY3" fmla="*/ 0 h 28575"/>
                <a:gd name="connsiteX4" fmla="*/ 28575 w 28575"/>
                <a:gd name="connsiteY4" fmla="*/ 14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575" y="14288"/>
                  </a:moveTo>
                  <a:cubicBezTo>
                    <a:pt x="28575" y="22178"/>
                    <a:pt x="22178" y="28575"/>
                    <a:pt x="14287" y="28575"/>
                  </a:cubicBezTo>
                  <a:cubicBezTo>
                    <a:pt x="6397" y="28575"/>
                    <a:pt x="0" y="22178"/>
                    <a:pt x="0" y="14288"/>
                  </a:cubicBezTo>
                  <a:cubicBezTo>
                    <a:pt x="0" y="6397"/>
                    <a:pt x="6397" y="0"/>
                    <a:pt x="14287" y="0"/>
                  </a:cubicBezTo>
                  <a:cubicBezTo>
                    <a:pt x="22178" y="0"/>
                    <a:pt x="28575" y="6397"/>
                    <a:pt x="28575" y="14288"/>
                  </a:cubicBez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0" name="Freeform: Shape 19">
              <a:extLst>
                <a:ext uri="{FF2B5EF4-FFF2-40B4-BE49-F238E27FC236}">
                  <a16:creationId xmlns:a16="http://schemas.microsoft.com/office/drawing/2014/main" id="{F19E5459-CB0B-7BFD-2DB0-22D4A785706F}"/>
                </a:ext>
              </a:extLst>
            </p:cNvPr>
            <p:cNvSpPr/>
            <p:nvPr/>
          </p:nvSpPr>
          <p:spPr>
            <a:xfrm>
              <a:off x="4489227" y="2438400"/>
              <a:ext cx="28575" cy="28575"/>
            </a:xfrm>
            <a:custGeom>
              <a:avLst/>
              <a:gdLst>
                <a:gd name="connsiteX0" fmla="*/ 28575 w 28575"/>
                <a:gd name="connsiteY0" fmla="*/ 14288 h 28575"/>
                <a:gd name="connsiteX1" fmla="*/ 14287 w 28575"/>
                <a:gd name="connsiteY1" fmla="*/ 28575 h 28575"/>
                <a:gd name="connsiteX2" fmla="*/ 0 w 28575"/>
                <a:gd name="connsiteY2" fmla="*/ 14288 h 28575"/>
                <a:gd name="connsiteX3" fmla="*/ 14287 w 28575"/>
                <a:gd name="connsiteY3" fmla="*/ 0 h 28575"/>
                <a:gd name="connsiteX4" fmla="*/ 28575 w 28575"/>
                <a:gd name="connsiteY4" fmla="*/ 14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575" y="14288"/>
                  </a:moveTo>
                  <a:cubicBezTo>
                    <a:pt x="28575" y="22178"/>
                    <a:pt x="22178" y="28575"/>
                    <a:pt x="14287" y="28575"/>
                  </a:cubicBezTo>
                  <a:cubicBezTo>
                    <a:pt x="6397" y="28575"/>
                    <a:pt x="0" y="22178"/>
                    <a:pt x="0" y="14288"/>
                  </a:cubicBezTo>
                  <a:cubicBezTo>
                    <a:pt x="0" y="6397"/>
                    <a:pt x="6397" y="0"/>
                    <a:pt x="14287" y="0"/>
                  </a:cubicBezTo>
                  <a:cubicBezTo>
                    <a:pt x="22178" y="0"/>
                    <a:pt x="28575" y="6397"/>
                    <a:pt x="28575" y="14288"/>
                  </a:cubicBez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Freeform: Shape 20">
              <a:extLst>
                <a:ext uri="{FF2B5EF4-FFF2-40B4-BE49-F238E27FC236}">
                  <a16:creationId xmlns:a16="http://schemas.microsoft.com/office/drawing/2014/main" id="{07D09EE6-0678-E009-4D0B-02A941F3363C}"/>
                </a:ext>
              </a:extLst>
            </p:cNvPr>
            <p:cNvSpPr/>
            <p:nvPr/>
          </p:nvSpPr>
          <p:spPr>
            <a:xfrm>
              <a:off x="4552188" y="2276475"/>
              <a:ext cx="298037" cy="425862"/>
            </a:xfrm>
            <a:custGeom>
              <a:avLst/>
              <a:gdLst>
                <a:gd name="connsiteX0" fmla="*/ 298037 w 298037"/>
                <a:gd name="connsiteY0" fmla="*/ 345091 h 425862"/>
                <a:gd name="connsiteX1" fmla="*/ 298037 w 298037"/>
                <a:gd name="connsiteY1" fmla="*/ 354901 h 425862"/>
                <a:gd name="connsiteX2" fmla="*/ 296323 w 298037"/>
                <a:gd name="connsiteY2" fmla="*/ 374809 h 425862"/>
                <a:gd name="connsiteX3" fmla="*/ 293561 w 298037"/>
                <a:gd name="connsiteY3" fmla="*/ 391192 h 425862"/>
                <a:gd name="connsiteX4" fmla="*/ 291084 w 298037"/>
                <a:gd name="connsiteY4" fmla="*/ 401669 h 425862"/>
                <a:gd name="connsiteX5" fmla="*/ 290894 w 298037"/>
                <a:gd name="connsiteY5" fmla="*/ 402431 h 425862"/>
                <a:gd name="connsiteX6" fmla="*/ 288227 w 298037"/>
                <a:gd name="connsiteY6" fmla="*/ 411480 h 425862"/>
                <a:gd name="connsiteX7" fmla="*/ 286798 w 298037"/>
                <a:gd name="connsiteY7" fmla="*/ 415862 h 425862"/>
                <a:gd name="connsiteX8" fmla="*/ 283178 w 298037"/>
                <a:gd name="connsiteY8" fmla="*/ 425863 h 425862"/>
                <a:gd name="connsiteX9" fmla="*/ 248507 w 298037"/>
                <a:gd name="connsiteY9" fmla="*/ 420148 h 425862"/>
                <a:gd name="connsiteX10" fmla="*/ 250603 w 298037"/>
                <a:gd name="connsiteY10" fmla="*/ 414338 h 425862"/>
                <a:gd name="connsiteX11" fmla="*/ 252698 w 298037"/>
                <a:gd name="connsiteY11" fmla="*/ 408242 h 425862"/>
                <a:gd name="connsiteX12" fmla="*/ 255937 w 298037"/>
                <a:gd name="connsiteY12" fmla="*/ 396621 h 425862"/>
                <a:gd name="connsiteX13" fmla="*/ 259937 w 298037"/>
                <a:gd name="connsiteY13" fmla="*/ 372523 h 425862"/>
                <a:gd name="connsiteX14" fmla="*/ 236887 w 298037"/>
                <a:gd name="connsiteY14" fmla="*/ 266129 h 425862"/>
                <a:gd name="connsiteX15" fmla="*/ 135064 w 298037"/>
                <a:gd name="connsiteY15" fmla="*/ 89345 h 425862"/>
                <a:gd name="connsiteX16" fmla="*/ 83725 w 298037"/>
                <a:gd name="connsiteY16" fmla="*/ 286 h 425862"/>
                <a:gd name="connsiteX17" fmla="*/ 83534 w 298037"/>
                <a:gd name="connsiteY17" fmla="*/ 667 h 425862"/>
                <a:gd name="connsiteX18" fmla="*/ 83249 w 298037"/>
                <a:gd name="connsiteY18" fmla="*/ 286 h 425862"/>
                <a:gd name="connsiteX19" fmla="*/ 60388 w 298037"/>
                <a:gd name="connsiteY19" fmla="*/ 40005 h 425862"/>
                <a:gd name="connsiteX20" fmla="*/ 53816 w 298037"/>
                <a:gd name="connsiteY20" fmla="*/ 51435 h 425862"/>
                <a:gd name="connsiteX21" fmla="*/ 0 w 298037"/>
                <a:gd name="connsiteY21" fmla="*/ 63913 h 425862"/>
                <a:gd name="connsiteX22" fmla="*/ 26003 w 298037"/>
                <a:gd name="connsiteY22" fmla="*/ 18860 h 425862"/>
                <a:gd name="connsiteX23" fmla="*/ 36862 w 298037"/>
                <a:gd name="connsiteY23" fmla="*/ 0 h 425862"/>
                <a:gd name="connsiteX24" fmla="*/ 130112 w 298037"/>
                <a:gd name="connsiteY24" fmla="*/ 0 h 425862"/>
                <a:gd name="connsiteX25" fmla="*/ 268986 w 298037"/>
                <a:gd name="connsiteY25" fmla="*/ 240602 h 425862"/>
                <a:gd name="connsiteX26" fmla="*/ 298037 w 298037"/>
                <a:gd name="connsiteY26" fmla="*/ 345091 h 425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98037" h="425862">
                  <a:moveTo>
                    <a:pt x="298037" y="345091"/>
                  </a:moveTo>
                  <a:cubicBezTo>
                    <a:pt x="298037" y="348329"/>
                    <a:pt x="298037" y="351663"/>
                    <a:pt x="298037" y="354901"/>
                  </a:cubicBezTo>
                  <a:cubicBezTo>
                    <a:pt x="297752" y="361569"/>
                    <a:pt x="297180" y="368237"/>
                    <a:pt x="296323" y="374809"/>
                  </a:cubicBezTo>
                  <a:cubicBezTo>
                    <a:pt x="295656" y="380333"/>
                    <a:pt x="294704" y="385763"/>
                    <a:pt x="293561" y="391192"/>
                  </a:cubicBezTo>
                  <a:cubicBezTo>
                    <a:pt x="292894" y="394716"/>
                    <a:pt x="292037" y="398240"/>
                    <a:pt x="291084" y="401669"/>
                  </a:cubicBezTo>
                  <a:cubicBezTo>
                    <a:pt x="290989" y="401955"/>
                    <a:pt x="290989" y="402146"/>
                    <a:pt x="290894" y="402431"/>
                  </a:cubicBezTo>
                  <a:cubicBezTo>
                    <a:pt x="290132" y="405479"/>
                    <a:pt x="289179" y="408527"/>
                    <a:pt x="288227" y="411480"/>
                  </a:cubicBezTo>
                  <a:cubicBezTo>
                    <a:pt x="287846" y="412909"/>
                    <a:pt x="287369" y="414338"/>
                    <a:pt x="286798" y="415862"/>
                  </a:cubicBezTo>
                  <a:cubicBezTo>
                    <a:pt x="285655" y="419195"/>
                    <a:pt x="284512" y="422529"/>
                    <a:pt x="283178" y="425863"/>
                  </a:cubicBezTo>
                  <a:lnTo>
                    <a:pt x="248507" y="420148"/>
                  </a:lnTo>
                  <a:cubicBezTo>
                    <a:pt x="249269" y="418243"/>
                    <a:pt x="249936" y="416243"/>
                    <a:pt x="250603" y="414338"/>
                  </a:cubicBezTo>
                  <a:cubicBezTo>
                    <a:pt x="251365" y="412337"/>
                    <a:pt x="252127" y="410242"/>
                    <a:pt x="252698" y="408242"/>
                  </a:cubicBezTo>
                  <a:cubicBezTo>
                    <a:pt x="253937" y="404432"/>
                    <a:pt x="254984" y="400526"/>
                    <a:pt x="255937" y="396621"/>
                  </a:cubicBezTo>
                  <a:cubicBezTo>
                    <a:pt x="257842" y="388620"/>
                    <a:pt x="259175" y="380619"/>
                    <a:pt x="259937" y="372523"/>
                  </a:cubicBezTo>
                  <a:cubicBezTo>
                    <a:pt x="263747" y="336328"/>
                    <a:pt x="256032" y="299276"/>
                    <a:pt x="236887" y="266129"/>
                  </a:cubicBezTo>
                  <a:lnTo>
                    <a:pt x="135064" y="89345"/>
                  </a:lnTo>
                  <a:lnTo>
                    <a:pt x="83725" y="286"/>
                  </a:lnTo>
                  <a:lnTo>
                    <a:pt x="83534" y="667"/>
                  </a:lnTo>
                  <a:lnTo>
                    <a:pt x="83249" y="286"/>
                  </a:lnTo>
                  <a:lnTo>
                    <a:pt x="60388" y="40005"/>
                  </a:lnTo>
                  <a:lnTo>
                    <a:pt x="53816" y="51435"/>
                  </a:lnTo>
                  <a:lnTo>
                    <a:pt x="0" y="63913"/>
                  </a:lnTo>
                  <a:lnTo>
                    <a:pt x="26003" y="18860"/>
                  </a:lnTo>
                  <a:lnTo>
                    <a:pt x="36862" y="0"/>
                  </a:lnTo>
                  <a:lnTo>
                    <a:pt x="130112" y="0"/>
                  </a:lnTo>
                  <a:lnTo>
                    <a:pt x="268986" y="240602"/>
                  </a:lnTo>
                  <a:cubicBezTo>
                    <a:pt x="287941" y="273272"/>
                    <a:pt x="297656" y="309086"/>
                    <a:pt x="298037" y="345091"/>
                  </a:cubicBez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Freeform: Shape 21">
              <a:extLst>
                <a:ext uri="{FF2B5EF4-FFF2-40B4-BE49-F238E27FC236}">
                  <a16:creationId xmlns:a16="http://schemas.microsoft.com/office/drawing/2014/main" id="{37B84285-3868-F55F-8FF3-986125328C97}"/>
                </a:ext>
              </a:extLst>
            </p:cNvPr>
            <p:cNvSpPr/>
            <p:nvPr/>
          </p:nvSpPr>
          <p:spPr>
            <a:xfrm>
              <a:off x="4421219" y="2609278"/>
              <a:ext cx="333374" cy="229171"/>
            </a:xfrm>
            <a:custGeom>
              <a:avLst/>
              <a:gdLst>
                <a:gd name="connsiteX0" fmla="*/ 333280 w 333374"/>
                <a:gd name="connsiteY0" fmla="*/ 164116 h 229171"/>
                <a:gd name="connsiteX1" fmla="*/ 319373 w 333374"/>
                <a:gd name="connsiteY1" fmla="*/ 202216 h 229171"/>
                <a:gd name="connsiteX2" fmla="*/ 315659 w 333374"/>
                <a:gd name="connsiteY2" fmla="*/ 204216 h 229171"/>
                <a:gd name="connsiteX3" fmla="*/ 307943 w 333374"/>
                <a:gd name="connsiteY3" fmla="*/ 208121 h 229171"/>
                <a:gd name="connsiteX4" fmla="*/ 300133 w 333374"/>
                <a:gd name="connsiteY4" fmla="*/ 211741 h 229171"/>
                <a:gd name="connsiteX5" fmla="*/ 283845 w 333374"/>
                <a:gd name="connsiteY5" fmla="*/ 217932 h 229171"/>
                <a:gd name="connsiteX6" fmla="*/ 270510 w 333374"/>
                <a:gd name="connsiteY6" fmla="*/ 221933 h 229171"/>
                <a:gd name="connsiteX7" fmla="*/ 263843 w 333374"/>
                <a:gd name="connsiteY7" fmla="*/ 223647 h 229171"/>
                <a:gd name="connsiteX8" fmla="*/ 263271 w 333374"/>
                <a:gd name="connsiteY8" fmla="*/ 223742 h 229171"/>
                <a:gd name="connsiteX9" fmla="*/ 256794 w 333374"/>
                <a:gd name="connsiteY9" fmla="*/ 225076 h 229171"/>
                <a:gd name="connsiteX10" fmla="*/ 249936 w 333374"/>
                <a:gd name="connsiteY10" fmla="*/ 226314 h 229171"/>
                <a:gd name="connsiteX11" fmla="*/ 243840 w 333374"/>
                <a:gd name="connsiteY11" fmla="*/ 227267 h 229171"/>
                <a:gd name="connsiteX12" fmla="*/ 224695 w 333374"/>
                <a:gd name="connsiteY12" fmla="*/ 228886 h 229171"/>
                <a:gd name="connsiteX13" fmla="*/ 215170 w 333374"/>
                <a:gd name="connsiteY13" fmla="*/ 229172 h 229171"/>
                <a:gd name="connsiteX14" fmla="*/ 213741 w 333374"/>
                <a:gd name="connsiteY14" fmla="*/ 229172 h 229171"/>
                <a:gd name="connsiteX15" fmla="*/ 204216 w 333374"/>
                <a:gd name="connsiteY15" fmla="*/ 228886 h 229171"/>
                <a:gd name="connsiteX16" fmla="*/ 185071 w 333374"/>
                <a:gd name="connsiteY16" fmla="*/ 227267 h 229171"/>
                <a:gd name="connsiteX17" fmla="*/ 178975 w 333374"/>
                <a:gd name="connsiteY17" fmla="*/ 226314 h 229171"/>
                <a:gd name="connsiteX18" fmla="*/ 165068 w 333374"/>
                <a:gd name="connsiteY18" fmla="*/ 223647 h 229171"/>
                <a:gd name="connsiteX19" fmla="*/ 158306 w 333374"/>
                <a:gd name="connsiteY19" fmla="*/ 221933 h 229171"/>
                <a:gd name="connsiteX20" fmla="*/ 144971 w 333374"/>
                <a:gd name="connsiteY20" fmla="*/ 217932 h 229171"/>
                <a:gd name="connsiteX21" fmla="*/ 128778 w 333374"/>
                <a:gd name="connsiteY21" fmla="*/ 211741 h 229171"/>
                <a:gd name="connsiteX22" fmla="*/ 120968 w 333374"/>
                <a:gd name="connsiteY22" fmla="*/ 208121 h 229171"/>
                <a:gd name="connsiteX23" fmla="*/ 113252 w 333374"/>
                <a:gd name="connsiteY23" fmla="*/ 204216 h 229171"/>
                <a:gd name="connsiteX24" fmla="*/ 109538 w 333374"/>
                <a:gd name="connsiteY24" fmla="*/ 202216 h 229171"/>
                <a:gd name="connsiteX25" fmla="*/ 109538 w 333374"/>
                <a:gd name="connsiteY25" fmla="*/ 202216 h 229171"/>
                <a:gd name="connsiteX26" fmla="*/ 87725 w 333374"/>
                <a:gd name="connsiteY26" fmla="*/ 188214 h 229171"/>
                <a:gd name="connsiteX27" fmla="*/ 87630 w 333374"/>
                <a:gd name="connsiteY27" fmla="*/ 188119 h 229171"/>
                <a:gd name="connsiteX28" fmla="*/ 79057 w 333374"/>
                <a:gd name="connsiteY28" fmla="*/ 181547 h 229171"/>
                <a:gd name="connsiteX29" fmla="*/ 70104 w 333374"/>
                <a:gd name="connsiteY29" fmla="*/ 173736 h 229171"/>
                <a:gd name="connsiteX30" fmla="*/ 62865 w 333374"/>
                <a:gd name="connsiteY30" fmla="*/ 166783 h 229171"/>
                <a:gd name="connsiteX31" fmla="*/ 56007 w 333374"/>
                <a:gd name="connsiteY31" fmla="*/ 159544 h 229171"/>
                <a:gd name="connsiteX32" fmla="*/ 53721 w 333374"/>
                <a:gd name="connsiteY32" fmla="*/ 157067 h 229171"/>
                <a:gd name="connsiteX33" fmla="*/ 41815 w 333374"/>
                <a:gd name="connsiteY33" fmla="*/ 142208 h 229171"/>
                <a:gd name="connsiteX34" fmla="*/ 34766 w 333374"/>
                <a:gd name="connsiteY34" fmla="*/ 131921 h 229171"/>
                <a:gd name="connsiteX35" fmla="*/ 28956 w 333374"/>
                <a:gd name="connsiteY35" fmla="*/ 122396 h 229171"/>
                <a:gd name="connsiteX36" fmla="*/ 21527 w 333374"/>
                <a:gd name="connsiteY36" fmla="*/ 108204 h 229171"/>
                <a:gd name="connsiteX37" fmla="*/ 14859 w 333374"/>
                <a:gd name="connsiteY37" fmla="*/ 93059 h 229171"/>
                <a:gd name="connsiteX38" fmla="*/ 11240 w 333374"/>
                <a:gd name="connsiteY38" fmla="*/ 83058 h 229171"/>
                <a:gd name="connsiteX39" fmla="*/ 9811 w 333374"/>
                <a:gd name="connsiteY39" fmla="*/ 78677 h 229171"/>
                <a:gd name="connsiteX40" fmla="*/ 7144 w 333374"/>
                <a:gd name="connsiteY40" fmla="*/ 69628 h 229171"/>
                <a:gd name="connsiteX41" fmla="*/ 6953 w 333374"/>
                <a:gd name="connsiteY41" fmla="*/ 68866 h 229171"/>
                <a:gd name="connsiteX42" fmla="*/ 4477 w 333374"/>
                <a:gd name="connsiteY42" fmla="*/ 58388 h 229171"/>
                <a:gd name="connsiteX43" fmla="*/ 2477 w 333374"/>
                <a:gd name="connsiteY43" fmla="*/ 47816 h 229171"/>
                <a:gd name="connsiteX44" fmla="*/ 2000 w 333374"/>
                <a:gd name="connsiteY44" fmla="*/ 44291 h 229171"/>
                <a:gd name="connsiteX45" fmla="*/ 1715 w 333374"/>
                <a:gd name="connsiteY45" fmla="*/ 42005 h 229171"/>
                <a:gd name="connsiteX46" fmla="*/ 0 w 333374"/>
                <a:gd name="connsiteY46" fmla="*/ 22098 h 229171"/>
                <a:gd name="connsiteX47" fmla="*/ 0 w 333374"/>
                <a:gd name="connsiteY47" fmla="*/ 12287 h 229171"/>
                <a:gd name="connsiteX48" fmla="*/ 190 w 333374"/>
                <a:gd name="connsiteY48" fmla="*/ 4953 h 229171"/>
                <a:gd name="connsiteX49" fmla="*/ 7906 w 333374"/>
                <a:gd name="connsiteY49" fmla="*/ 0 h 229171"/>
                <a:gd name="connsiteX50" fmla="*/ 38957 w 333374"/>
                <a:gd name="connsiteY50" fmla="*/ 46387 h 229171"/>
                <a:gd name="connsiteX51" fmla="*/ 40481 w 333374"/>
                <a:gd name="connsiteY51" fmla="*/ 55531 h 229171"/>
                <a:gd name="connsiteX52" fmla="*/ 42196 w 333374"/>
                <a:gd name="connsiteY52" fmla="*/ 63818 h 229171"/>
                <a:gd name="connsiteX53" fmla="*/ 45434 w 333374"/>
                <a:gd name="connsiteY53" fmla="*/ 75438 h 229171"/>
                <a:gd name="connsiteX54" fmla="*/ 47530 w 333374"/>
                <a:gd name="connsiteY54" fmla="*/ 81534 h 229171"/>
                <a:gd name="connsiteX55" fmla="*/ 49625 w 333374"/>
                <a:gd name="connsiteY55" fmla="*/ 87344 h 229171"/>
                <a:gd name="connsiteX56" fmla="*/ 56197 w 333374"/>
                <a:gd name="connsiteY56" fmla="*/ 101822 h 229171"/>
                <a:gd name="connsiteX57" fmla="*/ 56293 w 333374"/>
                <a:gd name="connsiteY57" fmla="*/ 101822 h 229171"/>
                <a:gd name="connsiteX58" fmla="*/ 58674 w 333374"/>
                <a:gd name="connsiteY58" fmla="*/ 106394 h 229171"/>
                <a:gd name="connsiteX59" fmla="*/ 61151 w 333374"/>
                <a:gd name="connsiteY59" fmla="*/ 110966 h 229171"/>
                <a:gd name="connsiteX60" fmla="*/ 67437 w 333374"/>
                <a:gd name="connsiteY60" fmla="*/ 121063 h 229171"/>
                <a:gd name="connsiteX61" fmla="*/ 67818 w 333374"/>
                <a:gd name="connsiteY61" fmla="*/ 121634 h 229171"/>
                <a:gd name="connsiteX62" fmla="*/ 81820 w 333374"/>
                <a:gd name="connsiteY62" fmla="*/ 139732 h 229171"/>
                <a:gd name="connsiteX63" fmla="*/ 162878 w 333374"/>
                <a:gd name="connsiteY63" fmla="*/ 191643 h 229171"/>
                <a:gd name="connsiteX64" fmla="*/ 173831 w 333374"/>
                <a:gd name="connsiteY64" fmla="*/ 194596 h 229171"/>
                <a:gd name="connsiteX65" fmla="*/ 174117 w 333374"/>
                <a:gd name="connsiteY65" fmla="*/ 194596 h 229171"/>
                <a:gd name="connsiteX66" fmla="*/ 191167 w 333374"/>
                <a:gd name="connsiteY66" fmla="*/ 197644 h 229171"/>
                <a:gd name="connsiteX67" fmla="*/ 196977 w 333374"/>
                <a:gd name="connsiteY67" fmla="*/ 198311 h 229171"/>
                <a:gd name="connsiteX68" fmla="*/ 204978 w 333374"/>
                <a:gd name="connsiteY68" fmla="*/ 198882 h 229171"/>
                <a:gd name="connsiteX69" fmla="*/ 213741 w 333374"/>
                <a:gd name="connsiteY69" fmla="*/ 199168 h 229171"/>
                <a:gd name="connsiteX70" fmla="*/ 215360 w 333374"/>
                <a:gd name="connsiteY70" fmla="*/ 199168 h 229171"/>
                <a:gd name="connsiteX71" fmla="*/ 224123 w 333374"/>
                <a:gd name="connsiteY71" fmla="*/ 198882 h 229171"/>
                <a:gd name="connsiteX72" fmla="*/ 232124 w 333374"/>
                <a:gd name="connsiteY72" fmla="*/ 198311 h 229171"/>
                <a:gd name="connsiteX73" fmla="*/ 237935 w 333374"/>
                <a:gd name="connsiteY73" fmla="*/ 197644 h 229171"/>
                <a:gd name="connsiteX74" fmla="*/ 254984 w 333374"/>
                <a:gd name="connsiteY74" fmla="*/ 194596 h 229171"/>
                <a:gd name="connsiteX75" fmla="*/ 255270 w 333374"/>
                <a:gd name="connsiteY75" fmla="*/ 194596 h 229171"/>
                <a:gd name="connsiteX76" fmla="*/ 266224 w 333374"/>
                <a:gd name="connsiteY76" fmla="*/ 191643 h 229171"/>
                <a:gd name="connsiteX77" fmla="*/ 287560 w 333374"/>
                <a:gd name="connsiteY77" fmla="*/ 183928 h 229171"/>
                <a:gd name="connsiteX78" fmla="*/ 323660 w 333374"/>
                <a:gd name="connsiteY78" fmla="*/ 162211 h 229171"/>
                <a:gd name="connsiteX79" fmla="*/ 333375 w 333374"/>
                <a:gd name="connsiteY79" fmla="*/ 164116 h 229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33374" h="229171">
                  <a:moveTo>
                    <a:pt x="333280" y="164116"/>
                  </a:moveTo>
                  <a:lnTo>
                    <a:pt x="319373" y="202216"/>
                  </a:lnTo>
                  <a:lnTo>
                    <a:pt x="315659" y="204216"/>
                  </a:lnTo>
                  <a:cubicBezTo>
                    <a:pt x="313182" y="205550"/>
                    <a:pt x="310610" y="206883"/>
                    <a:pt x="307943" y="208121"/>
                  </a:cubicBezTo>
                  <a:cubicBezTo>
                    <a:pt x="305372" y="209360"/>
                    <a:pt x="302800" y="210598"/>
                    <a:pt x="300133" y="211741"/>
                  </a:cubicBezTo>
                  <a:cubicBezTo>
                    <a:pt x="294799" y="214027"/>
                    <a:pt x="289370" y="216027"/>
                    <a:pt x="283845" y="217932"/>
                  </a:cubicBezTo>
                  <a:cubicBezTo>
                    <a:pt x="279463" y="219361"/>
                    <a:pt x="274987" y="220694"/>
                    <a:pt x="270510" y="221933"/>
                  </a:cubicBezTo>
                  <a:cubicBezTo>
                    <a:pt x="268319" y="222504"/>
                    <a:pt x="266033" y="223076"/>
                    <a:pt x="263843" y="223647"/>
                  </a:cubicBezTo>
                  <a:cubicBezTo>
                    <a:pt x="263652" y="223647"/>
                    <a:pt x="263462" y="223647"/>
                    <a:pt x="263271" y="223742"/>
                  </a:cubicBezTo>
                  <a:cubicBezTo>
                    <a:pt x="261080" y="224219"/>
                    <a:pt x="258985" y="224600"/>
                    <a:pt x="256794" y="225076"/>
                  </a:cubicBezTo>
                  <a:cubicBezTo>
                    <a:pt x="254508" y="225552"/>
                    <a:pt x="252222" y="225933"/>
                    <a:pt x="249936" y="226314"/>
                  </a:cubicBezTo>
                  <a:cubicBezTo>
                    <a:pt x="247840" y="226600"/>
                    <a:pt x="245840" y="226981"/>
                    <a:pt x="243840" y="227267"/>
                  </a:cubicBezTo>
                  <a:cubicBezTo>
                    <a:pt x="237554" y="228029"/>
                    <a:pt x="231172" y="228600"/>
                    <a:pt x="224695" y="228886"/>
                  </a:cubicBezTo>
                  <a:cubicBezTo>
                    <a:pt x="221552" y="229076"/>
                    <a:pt x="218408" y="229172"/>
                    <a:pt x="215170" y="229172"/>
                  </a:cubicBezTo>
                  <a:lnTo>
                    <a:pt x="213741" y="229172"/>
                  </a:lnTo>
                  <a:cubicBezTo>
                    <a:pt x="210503" y="229172"/>
                    <a:pt x="207359" y="229076"/>
                    <a:pt x="204216" y="228886"/>
                  </a:cubicBezTo>
                  <a:cubicBezTo>
                    <a:pt x="197739" y="228695"/>
                    <a:pt x="191357" y="228124"/>
                    <a:pt x="185071" y="227267"/>
                  </a:cubicBezTo>
                  <a:cubicBezTo>
                    <a:pt x="182975" y="226981"/>
                    <a:pt x="180975" y="226600"/>
                    <a:pt x="178975" y="226314"/>
                  </a:cubicBezTo>
                  <a:cubicBezTo>
                    <a:pt x="174308" y="225647"/>
                    <a:pt x="169640" y="224695"/>
                    <a:pt x="165068" y="223647"/>
                  </a:cubicBezTo>
                  <a:cubicBezTo>
                    <a:pt x="162782" y="223076"/>
                    <a:pt x="160592" y="222504"/>
                    <a:pt x="158306" y="221933"/>
                  </a:cubicBezTo>
                  <a:cubicBezTo>
                    <a:pt x="153829" y="220694"/>
                    <a:pt x="149352" y="219361"/>
                    <a:pt x="144971" y="217932"/>
                  </a:cubicBezTo>
                  <a:cubicBezTo>
                    <a:pt x="139446" y="216027"/>
                    <a:pt x="134112" y="214027"/>
                    <a:pt x="128778" y="211741"/>
                  </a:cubicBezTo>
                  <a:cubicBezTo>
                    <a:pt x="126206" y="210598"/>
                    <a:pt x="123539" y="209360"/>
                    <a:pt x="120968" y="208121"/>
                  </a:cubicBezTo>
                  <a:cubicBezTo>
                    <a:pt x="118396" y="206883"/>
                    <a:pt x="115824" y="205550"/>
                    <a:pt x="113252" y="204216"/>
                  </a:cubicBezTo>
                  <a:cubicBezTo>
                    <a:pt x="112014" y="203645"/>
                    <a:pt x="110776" y="202883"/>
                    <a:pt x="109538" y="202216"/>
                  </a:cubicBezTo>
                  <a:lnTo>
                    <a:pt x="109538" y="202216"/>
                  </a:lnTo>
                  <a:cubicBezTo>
                    <a:pt x="101918" y="198025"/>
                    <a:pt x="94679" y="193358"/>
                    <a:pt x="87725" y="188214"/>
                  </a:cubicBezTo>
                  <a:cubicBezTo>
                    <a:pt x="87725" y="188214"/>
                    <a:pt x="87630" y="188214"/>
                    <a:pt x="87630" y="188119"/>
                  </a:cubicBezTo>
                  <a:cubicBezTo>
                    <a:pt x="84773" y="186023"/>
                    <a:pt x="81915" y="183833"/>
                    <a:pt x="79057" y="181547"/>
                  </a:cubicBezTo>
                  <a:cubicBezTo>
                    <a:pt x="76009" y="179070"/>
                    <a:pt x="73057" y="176498"/>
                    <a:pt x="70104" y="173736"/>
                  </a:cubicBezTo>
                  <a:cubicBezTo>
                    <a:pt x="67628" y="171545"/>
                    <a:pt x="65246" y="169164"/>
                    <a:pt x="62865" y="166783"/>
                  </a:cubicBezTo>
                  <a:cubicBezTo>
                    <a:pt x="60484" y="164497"/>
                    <a:pt x="58198" y="162020"/>
                    <a:pt x="56007" y="159544"/>
                  </a:cubicBezTo>
                  <a:cubicBezTo>
                    <a:pt x="55245" y="158782"/>
                    <a:pt x="54483" y="157925"/>
                    <a:pt x="53721" y="157067"/>
                  </a:cubicBezTo>
                  <a:cubicBezTo>
                    <a:pt x="49625" y="152305"/>
                    <a:pt x="45625" y="147352"/>
                    <a:pt x="41815" y="142208"/>
                  </a:cubicBezTo>
                  <a:cubicBezTo>
                    <a:pt x="39433" y="138875"/>
                    <a:pt x="37052" y="135446"/>
                    <a:pt x="34766" y="131921"/>
                  </a:cubicBezTo>
                  <a:cubicBezTo>
                    <a:pt x="32766" y="128778"/>
                    <a:pt x="30861" y="125635"/>
                    <a:pt x="28956" y="122396"/>
                  </a:cubicBezTo>
                  <a:cubicBezTo>
                    <a:pt x="26289" y="117729"/>
                    <a:pt x="23813" y="112967"/>
                    <a:pt x="21527" y="108204"/>
                  </a:cubicBezTo>
                  <a:cubicBezTo>
                    <a:pt x="19050" y="103251"/>
                    <a:pt x="16859" y="98203"/>
                    <a:pt x="14859" y="93059"/>
                  </a:cubicBezTo>
                  <a:cubicBezTo>
                    <a:pt x="13526" y="89726"/>
                    <a:pt x="12287" y="86392"/>
                    <a:pt x="11240" y="83058"/>
                  </a:cubicBezTo>
                  <a:cubicBezTo>
                    <a:pt x="10668" y="81534"/>
                    <a:pt x="10192" y="80105"/>
                    <a:pt x="9811" y="78677"/>
                  </a:cubicBezTo>
                  <a:cubicBezTo>
                    <a:pt x="8858" y="75724"/>
                    <a:pt x="7906" y="72676"/>
                    <a:pt x="7144" y="69628"/>
                  </a:cubicBezTo>
                  <a:cubicBezTo>
                    <a:pt x="7144" y="69437"/>
                    <a:pt x="6953" y="69152"/>
                    <a:pt x="6953" y="68866"/>
                  </a:cubicBezTo>
                  <a:cubicBezTo>
                    <a:pt x="6001" y="65437"/>
                    <a:pt x="5143" y="61913"/>
                    <a:pt x="4477" y="58388"/>
                  </a:cubicBezTo>
                  <a:cubicBezTo>
                    <a:pt x="3715" y="54864"/>
                    <a:pt x="3048" y="51340"/>
                    <a:pt x="2477" y="47816"/>
                  </a:cubicBezTo>
                  <a:cubicBezTo>
                    <a:pt x="2381" y="46673"/>
                    <a:pt x="2191" y="45434"/>
                    <a:pt x="2000" y="44291"/>
                  </a:cubicBezTo>
                  <a:cubicBezTo>
                    <a:pt x="1905" y="43529"/>
                    <a:pt x="1810" y="42767"/>
                    <a:pt x="1715" y="42005"/>
                  </a:cubicBezTo>
                  <a:cubicBezTo>
                    <a:pt x="857" y="35433"/>
                    <a:pt x="286" y="28766"/>
                    <a:pt x="0" y="22098"/>
                  </a:cubicBezTo>
                  <a:cubicBezTo>
                    <a:pt x="0" y="18859"/>
                    <a:pt x="0" y="15526"/>
                    <a:pt x="0" y="12287"/>
                  </a:cubicBezTo>
                  <a:cubicBezTo>
                    <a:pt x="0" y="9811"/>
                    <a:pt x="0" y="7430"/>
                    <a:pt x="190" y="4953"/>
                  </a:cubicBezTo>
                  <a:lnTo>
                    <a:pt x="7906" y="0"/>
                  </a:lnTo>
                  <a:lnTo>
                    <a:pt x="38957" y="46387"/>
                  </a:lnTo>
                  <a:cubicBezTo>
                    <a:pt x="39338" y="49435"/>
                    <a:pt x="39815" y="52483"/>
                    <a:pt x="40481" y="55531"/>
                  </a:cubicBezTo>
                  <a:cubicBezTo>
                    <a:pt x="40957" y="58293"/>
                    <a:pt x="41529" y="61055"/>
                    <a:pt x="42196" y="63818"/>
                  </a:cubicBezTo>
                  <a:cubicBezTo>
                    <a:pt x="43148" y="67723"/>
                    <a:pt x="44196" y="71628"/>
                    <a:pt x="45434" y="75438"/>
                  </a:cubicBezTo>
                  <a:cubicBezTo>
                    <a:pt x="46196" y="77534"/>
                    <a:pt x="46863" y="79534"/>
                    <a:pt x="47530" y="81534"/>
                  </a:cubicBezTo>
                  <a:cubicBezTo>
                    <a:pt x="48196" y="83439"/>
                    <a:pt x="48863" y="85439"/>
                    <a:pt x="49625" y="87344"/>
                  </a:cubicBezTo>
                  <a:cubicBezTo>
                    <a:pt x="51626" y="92202"/>
                    <a:pt x="53816" y="97060"/>
                    <a:pt x="56197" y="101822"/>
                  </a:cubicBezTo>
                  <a:lnTo>
                    <a:pt x="56293" y="101822"/>
                  </a:lnTo>
                  <a:cubicBezTo>
                    <a:pt x="56959" y="103346"/>
                    <a:pt x="57817" y="104870"/>
                    <a:pt x="58674" y="106394"/>
                  </a:cubicBezTo>
                  <a:cubicBezTo>
                    <a:pt x="59436" y="107918"/>
                    <a:pt x="60293" y="109442"/>
                    <a:pt x="61151" y="110966"/>
                  </a:cubicBezTo>
                  <a:cubicBezTo>
                    <a:pt x="63151" y="114395"/>
                    <a:pt x="65246" y="117824"/>
                    <a:pt x="67437" y="121063"/>
                  </a:cubicBezTo>
                  <a:cubicBezTo>
                    <a:pt x="67532" y="121253"/>
                    <a:pt x="67628" y="121444"/>
                    <a:pt x="67818" y="121634"/>
                  </a:cubicBezTo>
                  <a:cubicBezTo>
                    <a:pt x="72104" y="128016"/>
                    <a:pt x="76771" y="134112"/>
                    <a:pt x="81820" y="139732"/>
                  </a:cubicBezTo>
                  <a:cubicBezTo>
                    <a:pt x="103632" y="164497"/>
                    <a:pt x="131636" y="182309"/>
                    <a:pt x="162878" y="191643"/>
                  </a:cubicBezTo>
                  <a:cubicBezTo>
                    <a:pt x="166497" y="192786"/>
                    <a:pt x="170117" y="193739"/>
                    <a:pt x="173831" y="194596"/>
                  </a:cubicBezTo>
                  <a:cubicBezTo>
                    <a:pt x="173831" y="194596"/>
                    <a:pt x="174022" y="194691"/>
                    <a:pt x="174117" y="194596"/>
                  </a:cubicBezTo>
                  <a:cubicBezTo>
                    <a:pt x="179737" y="195929"/>
                    <a:pt x="185452" y="196977"/>
                    <a:pt x="191167" y="197644"/>
                  </a:cubicBezTo>
                  <a:cubicBezTo>
                    <a:pt x="193072" y="197930"/>
                    <a:pt x="195072" y="198120"/>
                    <a:pt x="196977" y="198311"/>
                  </a:cubicBezTo>
                  <a:cubicBezTo>
                    <a:pt x="199644" y="198596"/>
                    <a:pt x="202311" y="198787"/>
                    <a:pt x="204978" y="198882"/>
                  </a:cubicBezTo>
                  <a:cubicBezTo>
                    <a:pt x="207931" y="199073"/>
                    <a:pt x="210788" y="199168"/>
                    <a:pt x="213741" y="199168"/>
                  </a:cubicBezTo>
                  <a:lnTo>
                    <a:pt x="215360" y="199168"/>
                  </a:lnTo>
                  <a:cubicBezTo>
                    <a:pt x="218313" y="199168"/>
                    <a:pt x="221171" y="199073"/>
                    <a:pt x="224123" y="198882"/>
                  </a:cubicBezTo>
                  <a:cubicBezTo>
                    <a:pt x="226790" y="198787"/>
                    <a:pt x="229457" y="198596"/>
                    <a:pt x="232124" y="198311"/>
                  </a:cubicBezTo>
                  <a:cubicBezTo>
                    <a:pt x="234029" y="198120"/>
                    <a:pt x="236030" y="197930"/>
                    <a:pt x="237935" y="197644"/>
                  </a:cubicBezTo>
                  <a:cubicBezTo>
                    <a:pt x="243650" y="196977"/>
                    <a:pt x="249364" y="195929"/>
                    <a:pt x="254984" y="194596"/>
                  </a:cubicBezTo>
                  <a:lnTo>
                    <a:pt x="255270" y="194596"/>
                  </a:lnTo>
                  <a:cubicBezTo>
                    <a:pt x="258985" y="193739"/>
                    <a:pt x="262604" y="192786"/>
                    <a:pt x="266224" y="191643"/>
                  </a:cubicBezTo>
                  <a:cubicBezTo>
                    <a:pt x="273558" y="189548"/>
                    <a:pt x="280702" y="186976"/>
                    <a:pt x="287560" y="183928"/>
                  </a:cubicBezTo>
                  <a:cubicBezTo>
                    <a:pt x="300419" y="178213"/>
                    <a:pt x="312611" y="170879"/>
                    <a:pt x="323660" y="162211"/>
                  </a:cubicBezTo>
                  <a:lnTo>
                    <a:pt x="333375" y="164116"/>
                  </a:lnTo>
                  <a:close/>
                </a:path>
              </a:pathLst>
            </a:custGeom>
            <a:grpFill/>
            <a:ln w="9525"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Boehringer Forward Text"/>
                <a:ea typeface="+mn-ea"/>
                <a:cs typeface="+mn-cs"/>
              </a:endParaRPr>
            </a:p>
          </p:txBody>
        </p:sp>
      </p:grpSp>
      <p:cxnSp>
        <p:nvCxnSpPr>
          <p:cNvPr id="7" name="Straight Connector 6">
            <a:extLst>
              <a:ext uri="{FF2B5EF4-FFF2-40B4-BE49-F238E27FC236}">
                <a16:creationId xmlns:a16="http://schemas.microsoft.com/office/drawing/2014/main" id="{F2B7ABB4-82F3-827C-3A0C-D5D2C20334F7}"/>
              </a:ext>
            </a:extLst>
          </p:cNvPr>
          <p:cNvCxnSpPr>
            <a:stCxn id="96" idx="1"/>
            <a:endCxn id="68" idx="0"/>
          </p:cNvCxnSpPr>
          <p:nvPr/>
        </p:nvCxnSpPr>
        <p:spPr bwMode="gray">
          <a:xfrm flipH="1">
            <a:off x="6096003" y="2313379"/>
            <a:ext cx="4060" cy="48137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72710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339831-A40B-FBE1-5656-70A81EEC5EE5}"/>
            </a:ext>
          </a:extLst>
        </p:cNvPr>
        <p:cNvGrpSpPr/>
        <p:nvPr/>
      </p:nvGrpSpPr>
      <p:grpSpPr>
        <a:xfrm>
          <a:off x="0" y="0"/>
          <a:ext cx="0" cy="0"/>
          <a:chOff x="0" y="0"/>
          <a:chExt cx="0" cy="0"/>
        </a:xfrm>
      </p:grpSpPr>
      <p:cxnSp>
        <p:nvCxnSpPr>
          <p:cNvPr id="39" name="Gerader Verbinder 38">
            <a:extLst>
              <a:ext uri="{FF2B5EF4-FFF2-40B4-BE49-F238E27FC236}">
                <a16:creationId xmlns:a16="http://schemas.microsoft.com/office/drawing/2014/main" id="{53B2125A-CC22-FF44-950C-9CE6AF9C70AC}"/>
              </a:ext>
            </a:extLst>
          </p:cNvPr>
          <p:cNvCxnSpPr/>
          <p:nvPr/>
        </p:nvCxnSpPr>
        <p:spPr bwMode="gray">
          <a:xfrm>
            <a:off x="10846606" y="1730129"/>
            <a:ext cx="476247"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4" name="think-cell data - do not delete" hidden="1">
            <a:extLst>
              <a:ext uri="{FF2B5EF4-FFF2-40B4-BE49-F238E27FC236}">
                <a16:creationId xmlns:a16="http://schemas.microsoft.com/office/drawing/2014/main" id="{F71ABB30-21C0-8A48-E760-FFD3635C072A}"/>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F71ABB30-21C0-8A48-E760-FFD3635C072A}"/>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BF5050B-829F-7911-2B8B-FAA5FA9E965D}"/>
              </a:ext>
            </a:extLst>
          </p:cNvPr>
          <p:cNvSpPr>
            <a:spLocks noGrp="1"/>
          </p:cNvSpPr>
          <p:nvPr>
            <p:ph type="title"/>
          </p:nvPr>
        </p:nvSpPr>
        <p:spPr>
          <a:xfrm>
            <a:off x="229169" y="246211"/>
            <a:ext cx="11647055" cy="720000"/>
          </a:xfrm>
        </p:spPr>
        <p:txBody>
          <a:bodyPr vert="horz"/>
          <a:lstStyle/>
          <a:p>
            <a:r>
              <a:rPr lang="en-US" altLang="zh-CN" sz="2000"/>
              <a:t>BI 764198 (TRPC6i) in FSGS Ph III (1434-0017) trial design</a:t>
            </a:r>
            <a:br>
              <a:rPr lang="en-US" sz="2000"/>
            </a:br>
            <a:endParaRPr lang="en-IN" sz="2000"/>
          </a:p>
        </p:txBody>
      </p:sp>
      <p:cxnSp>
        <p:nvCxnSpPr>
          <p:cNvPr id="26" name="Gerader Verbinder 25">
            <a:extLst>
              <a:ext uri="{FF2B5EF4-FFF2-40B4-BE49-F238E27FC236}">
                <a16:creationId xmlns:a16="http://schemas.microsoft.com/office/drawing/2014/main" id="{71878F76-3C6F-6866-A229-FD6B15BF80BE}"/>
              </a:ext>
            </a:extLst>
          </p:cNvPr>
          <p:cNvCxnSpPr>
            <a:cxnSpLocks/>
          </p:cNvCxnSpPr>
          <p:nvPr/>
        </p:nvCxnSpPr>
        <p:spPr bwMode="gray">
          <a:xfrm>
            <a:off x="132185" y="2803623"/>
            <a:ext cx="11938075" cy="115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A23524E-7753-C07F-2767-2BCAC2511196}"/>
              </a:ext>
            </a:extLst>
          </p:cNvPr>
          <p:cNvCxnSpPr/>
          <p:nvPr/>
        </p:nvCxnSpPr>
        <p:spPr bwMode="gray">
          <a:xfrm>
            <a:off x="465305" y="2581954"/>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8C0D7041-30A8-FBC2-FC21-BD36C95E9D0E}"/>
              </a:ext>
            </a:extLst>
          </p:cNvPr>
          <p:cNvCxnSpPr/>
          <p:nvPr/>
        </p:nvCxnSpPr>
        <p:spPr bwMode="gray">
          <a:xfrm>
            <a:off x="1965063" y="2578483"/>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DB105F90-670F-2431-9667-62421735861A}"/>
              </a:ext>
            </a:extLst>
          </p:cNvPr>
          <p:cNvCxnSpPr/>
          <p:nvPr/>
        </p:nvCxnSpPr>
        <p:spPr bwMode="gray">
          <a:xfrm>
            <a:off x="11819377" y="2631593"/>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feld 36">
            <a:extLst>
              <a:ext uri="{FF2B5EF4-FFF2-40B4-BE49-F238E27FC236}">
                <a16:creationId xmlns:a16="http://schemas.microsoft.com/office/drawing/2014/main" id="{CC592268-C211-7642-3AF6-B8E2FB1E924A}"/>
              </a:ext>
            </a:extLst>
          </p:cNvPr>
          <p:cNvSpPr txBox="1"/>
          <p:nvPr/>
        </p:nvSpPr>
        <p:spPr bwMode="gray">
          <a:xfrm>
            <a:off x="168368" y="2996428"/>
            <a:ext cx="612347"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Screening</a:t>
            </a:r>
          </a:p>
        </p:txBody>
      </p:sp>
      <p:sp>
        <p:nvSpPr>
          <p:cNvPr id="38" name="Textfeld 37">
            <a:extLst>
              <a:ext uri="{FF2B5EF4-FFF2-40B4-BE49-F238E27FC236}">
                <a16:creationId xmlns:a16="http://schemas.microsoft.com/office/drawing/2014/main" id="{6FC8A545-5699-6553-92E1-944DB578BC0E}"/>
              </a:ext>
            </a:extLst>
          </p:cNvPr>
          <p:cNvSpPr txBox="1"/>
          <p:nvPr/>
        </p:nvSpPr>
        <p:spPr bwMode="gray">
          <a:xfrm>
            <a:off x="1529286" y="2996428"/>
            <a:ext cx="891270"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1" name="Rechteck: abgerundete Ecken 40">
            <a:extLst>
              <a:ext uri="{FF2B5EF4-FFF2-40B4-BE49-F238E27FC236}">
                <a16:creationId xmlns:a16="http://schemas.microsoft.com/office/drawing/2014/main" id="{CEB5FAB7-CCD7-4A40-446D-6A5804B1B20E}"/>
              </a:ext>
            </a:extLst>
          </p:cNvPr>
          <p:cNvSpPr/>
          <p:nvPr/>
        </p:nvSpPr>
        <p:spPr bwMode="gray">
          <a:xfrm>
            <a:off x="1948336" y="1762389"/>
            <a:ext cx="4441446" cy="645203"/>
          </a:xfrm>
          <a:prstGeom prst="roundRect">
            <a:avLst/>
          </a:prstGeom>
          <a:solidFill>
            <a:schemeClr val="bg1">
              <a:lumMod val="85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a:ln>
                  <a:noFill/>
                </a:ln>
                <a:solidFill>
                  <a:prstClr val="black"/>
                </a:solidFill>
                <a:effectLst/>
                <a:uLnTx/>
                <a:uFillTx/>
                <a:latin typeface="Boehringer Forward Text"/>
                <a:ea typeface="+mn-ea"/>
                <a:cs typeface="+mn-cs"/>
              </a:rPr>
              <a:t>Matching Placebo once daily on top of SoC* (n≈113)</a:t>
            </a:r>
          </a:p>
        </p:txBody>
      </p:sp>
      <p:cxnSp>
        <p:nvCxnSpPr>
          <p:cNvPr id="44" name="Verbinder: gewinkelt 43">
            <a:extLst>
              <a:ext uri="{FF2B5EF4-FFF2-40B4-BE49-F238E27FC236}">
                <a16:creationId xmlns:a16="http://schemas.microsoft.com/office/drawing/2014/main" id="{9B39AEAC-C169-2F73-CC58-0F586AD9AC14}"/>
              </a:ext>
            </a:extLst>
          </p:cNvPr>
          <p:cNvCxnSpPr>
            <a:cxnSpLocks/>
            <a:endCxn id="41" idx="1"/>
          </p:cNvCxnSpPr>
          <p:nvPr/>
        </p:nvCxnSpPr>
        <p:spPr bwMode="gray">
          <a:xfrm>
            <a:off x="1266243" y="1701267"/>
            <a:ext cx="682093" cy="383724"/>
          </a:xfrm>
          <a:prstGeom prst="bentConnector3">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Verbinder: gewinkelt 44">
            <a:extLst>
              <a:ext uri="{FF2B5EF4-FFF2-40B4-BE49-F238E27FC236}">
                <a16:creationId xmlns:a16="http://schemas.microsoft.com/office/drawing/2014/main" id="{D7DCC689-DC69-DBC3-C36C-B274E5F98257}"/>
              </a:ext>
            </a:extLst>
          </p:cNvPr>
          <p:cNvCxnSpPr>
            <a:cxnSpLocks/>
          </p:cNvCxnSpPr>
          <p:nvPr/>
        </p:nvCxnSpPr>
        <p:spPr bwMode="gray">
          <a:xfrm flipV="1">
            <a:off x="1266243" y="1395582"/>
            <a:ext cx="682093" cy="318414"/>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Ellipse 53">
            <a:extLst>
              <a:ext uri="{FF2B5EF4-FFF2-40B4-BE49-F238E27FC236}">
                <a16:creationId xmlns:a16="http://schemas.microsoft.com/office/drawing/2014/main" id="{2FF75141-6639-9395-3200-B4BC36BAD690}"/>
              </a:ext>
            </a:extLst>
          </p:cNvPr>
          <p:cNvSpPr/>
          <p:nvPr/>
        </p:nvSpPr>
        <p:spPr bwMode="gray">
          <a:xfrm>
            <a:off x="1338676" y="1519815"/>
            <a:ext cx="542357" cy="394288"/>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533" b="0" i="0" u="none" strike="noStrike" kern="1200" cap="none" spc="0" normalizeH="0" baseline="0" noProof="0">
                <a:ln>
                  <a:noFill/>
                </a:ln>
                <a:solidFill>
                  <a:prstClr val="black"/>
                </a:solidFill>
                <a:effectLst/>
                <a:uLnTx/>
                <a:uFillTx/>
                <a:latin typeface="Boehringer Forward Text"/>
                <a:ea typeface="+mn-ea"/>
                <a:cs typeface="+mn-cs"/>
              </a:rPr>
              <a:t>1:1</a:t>
            </a:r>
          </a:p>
        </p:txBody>
      </p:sp>
      <p:sp>
        <p:nvSpPr>
          <p:cNvPr id="55" name="Textfeld 54">
            <a:extLst>
              <a:ext uri="{FF2B5EF4-FFF2-40B4-BE49-F238E27FC236}">
                <a16:creationId xmlns:a16="http://schemas.microsoft.com/office/drawing/2014/main" id="{6705E3CD-7DA7-D9B0-3FA0-5C154C56A59E}"/>
              </a:ext>
            </a:extLst>
          </p:cNvPr>
          <p:cNvSpPr txBox="1"/>
          <p:nvPr/>
        </p:nvSpPr>
        <p:spPr bwMode="gray">
          <a:xfrm>
            <a:off x="704485" y="2598751"/>
            <a:ext cx="947045" cy="197426"/>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Up to 4 weeks</a:t>
            </a:r>
          </a:p>
        </p:txBody>
      </p:sp>
      <p:sp>
        <p:nvSpPr>
          <p:cNvPr id="59" name="Textfeld 58">
            <a:extLst>
              <a:ext uri="{FF2B5EF4-FFF2-40B4-BE49-F238E27FC236}">
                <a16:creationId xmlns:a16="http://schemas.microsoft.com/office/drawing/2014/main" id="{A0998467-A98F-AF3E-90F1-35E223064EF2}"/>
              </a:ext>
            </a:extLst>
          </p:cNvPr>
          <p:cNvSpPr txBox="1"/>
          <p:nvPr/>
        </p:nvSpPr>
        <p:spPr bwMode="gray">
          <a:xfrm>
            <a:off x="3794634" y="2594076"/>
            <a:ext cx="58669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52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30000" noProof="0">
              <a:ln>
                <a:noFill/>
              </a:ln>
              <a:solidFill>
                <a:srgbClr val="C5C3EE">
                  <a:lumMod val="50000"/>
                </a:srgbClr>
              </a:solidFill>
              <a:effectLst/>
              <a:uLnTx/>
              <a:uFillTx/>
              <a:latin typeface="Boehringer Forward Text"/>
              <a:ea typeface="+mn-ea"/>
              <a:cs typeface="+mn-cs"/>
            </a:endParaRPr>
          </a:p>
        </p:txBody>
      </p:sp>
      <p:sp>
        <p:nvSpPr>
          <p:cNvPr id="60" name="Textfeld 59">
            <a:extLst>
              <a:ext uri="{FF2B5EF4-FFF2-40B4-BE49-F238E27FC236}">
                <a16:creationId xmlns:a16="http://schemas.microsoft.com/office/drawing/2014/main" id="{7677B391-4BC4-A228-886F-7A583FDB0904}"/>
              </a:ext>
            </a:extLst>
          </p:cNvPr>
          <p:cNvSpPr txBox="1"/>
          <p:nvPr/>
        </p:nvSpPr>
        <p:spPr bwMode="gray">
          <a:xfrm>
            <a:off x="5276766" y="2891831"/>
            <a:ext cx="1256572"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randomized</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treatment</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period</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1" name="Textfeld 60">
            <a:extLst>
              <a:ext uri="{FF2B5EF4-FFF2-40B4-BE49-F238E27FC236}">
                <a16:creationId xmlns:a16="http://schemas.microsoft.com/office/drawing/2014/main" id="{7B29A25A-7342-D4A3-BC1B-3F8E1012EF33}"/>
              </a:ext>
            </a:extLst>
          </p:cNvPr>
          <p:cNvSpPr txBox="1"/>
          <p:nvPr/>
        </p:nvSpPr>
        <p:spPr bwMode="gray">
          <a:xfrm>
            <a:off x="11332879" y="3035426"/>
            <a:ext cx="737381"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study</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2" name="Textfeld 61">
            <a:extLst>
              <a:ext uri="{FF2B5EF4-FFF2-40B4-BE49-F238E27FC236}">
                <a16:creationId xmlns:a16="http://schemas.microsoft.com/office/drawing/2014/main" id="{5FAFF04B-30AF-EE1F-051C-2412CBE1EE68}"/>
              </a:ext>
            </a:extLst>
          </p:cNvPr>
          <p:cNvSpPr txBox="1"/>
          <p:nvPr/>
        </p:nvSpPr>
        <p:spPr bwMode="gray">
          <a:xfrm>
            <a:off x="11213147" y="2558212"/>
            <a:ext cx="50654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4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endParaRPr>
          </a:p>
        </p:txBody>
      </p:sp>
      <p:sp>
        <p:nvSpPr>
          <p:cNvPr id="67" name="Rechteck: abgerundete Ecken 66">
            <a:extLst>
              <a:ext uri="{FF2B5EF4-FFF2-40B4-BE49-F238E27FC236}">
                <a16:creationId xmlns:a16="http://schemas.microsoft.com/office/drawing/2014/main" id="{2524B6E0-9DB4-55E7-A7F5-A0B9AE3601A2}"/>
              </a:ext>
            </a:extLst>
          </p:cNvPr>
          <p:cNvSpPr>
            <a:spLocks/>
          </p:cNvSpPr>
          <p:nvPr/>
        </p:nvSpPr>
        <p:spPr bwMode="gray">
          <a:xfrm>
            <a:off x="5228381" y="3278197"/>
            <a:ext cx="2609913" cy="801689"/>
          </a:xfrm>
          <a:prstGeom prst="roundRect">
            <a:avLst/>
          </a:prstGeom>
          <a:solidFill>
            <a:schemeClr val="accent3">
              <a:lumMod val="50000"/>
            </a:schemeClr>
          </a:solidFill>
          <a:ln w="63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Boehringer Forward Text"/>
                <a:ea typeface="+mn-ea"/>
                <a:cs typeface="+mn-cs"/>
              </a:rPr>
              <a:t>Final Analysis for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a:ln>
                  <a:noFill/>
                </a:ln>
                <a:solidFill>
                  <a:prstClr val="white"/>
                </a:solidFill>
                <a:effectLst/>
                <a:uLnTx/>
                <a:uFillTx/>
                <a:latin typeface="Boehringer Forward Text"/>
                <a:ea typeface="+mn-ea"/>
                <a:cs typeface="+mn-cs"/>
              </a:rPr>
              <a:t>Full Approval</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a:ea typeface="+mn-ea"/>
                <a:cs typeface="+mn-cs"/>
              </a:rPr>
              <a:t>Change in proteinuria (UPCR) vs. Placebo BL </a:t>
            </a:r>
            <a:r>
              <a:rPr kumimoji="0" lang="de-DE" sz="1000" b="0" i="0" u="none" strike="noStrike" kern="1200" cap="none" spc="0" normalizeH="0" baseline="0" noProof="0">
                <a:ln>
                  <a:noFill/>
                </a:ln>
                <a:solidFill>
                  <a:prstClr val="white"/>
                </a:solidFill>
                <a:effectLst/>
                <a:uLnTx/>
                <a:uFillTx/>
                <a:latin typeface="Boehringer Forward Text"/>
                <a:ea typeface="+mn-ea"/>
                <a:cs typeface="+mn-cs"/>
                <a:sym typeface="Wingdings" panose="05000000000000000000" pitchFamily="2" charset="2"/>
              </a:rPr>
              <a:t> week 52</a:t>
            </a:r>
            <a:endParaRPr kumimoji="0" lang="de-DE" sz="10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69" name="Rechteck: abgerundete Ecken 68">
            <a:extLst>
              <a:ext uri="{FF2B5EF4-FFF2-40B4-BE49-F238E27FC236}">
                <a16:creationId xmlns:a16="http://schemas.microsoft.com/office/drawing/2014/main" id="{724DF04D-9921-F98D-4AF6-CF255CACB4F6}"/>
              </a:ext>
            </a:extLst>
          </p:cNvPr>
          <p:cNvSpPr/>
          <p:nvPr/>
        </p:nvSpPr>
        <p:spPr bwMode="gray">
          <a:xfrm>
            <a:off x="332509" y="4628913"/>
            <a:ext cx="4471366" cy="1236833"/>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Primary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Change in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proteinuria</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(UPCR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based</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on 24h-urine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collection</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from</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randomization</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to</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week</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52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Secondary</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Endpoint</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patients</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with</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UPCR &lt;1.0 g/g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week</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52</a:t>
            </a:r>
          </a:p>
        </p:txBody>
      </p:sp>
      <p:sp>
        <p:nvSpPr>
          <p:cNvPr id="70" name="Rechteck: abgerundete Ecken 69">
            <a:extLst>
              <a:ext uri="{FF2B5EF4-FFF2-40B4-BE49-F238E27FC236}">
                <a16:creationId xmlns:a16="http://schemas.microsoft.com/office/drawing/2014/main" id="{0713286E-593D-0A44-C293-17C1F764C583}"/>
              </a:ext>
            </a:extLst>
          </p:cNvPr>
          <p:cNvSpPr/>
          <p:nvPr/>
        </p:nvSpPr>
        <p:spPr bwMode="gray">
          <a:xfrm>
            <a:off x="4868741" y="4217939"/>
            <a:ext cx="3528906" cy="1880486"/>
          </a:xfrm>
          <a:prstGeom prst="round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Inclusion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51" b="0" i="0" u="none" strike="noStrike" kern="1200" cap="none" spc="0" normalizeH="0" baseline="0" noProof="0">
                <a:ln>
                  <a:noFill/>
                </a:ln>
                <a:solidFill>
                  <a:prstClr val="black"/>
                </a:solidFill>
                <a:effectLst/>
                <a:uLnTx/>
                <a:uFillTx/>
                <a:latin typeface="Boehringer Forward Text"/>
                <a:ea typeface="+mn-ea"/>
                <a:cs typeface="+mn-cs"/>
              </a:rPr>
              <a:t>≥12 years and 40 kg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eGFR ≥25 ml/min/1.73m</a:t>
            </a:r>
            <a:r>
              <a:rPr kumimoji="0" lang="en-US" sz="1000" b="0" i="0" u="none" strike="noStrike" kern="1200" cap="none" spc="0" normalizeH="0" baseline="30000" noProof="0">
                <a:ln>
                  <a:noFill/>
                </a:ln>
                <a:solidFill>
                  <a:prstClr val="black"/>
                </a:solidFill>
                <a:effectLst/>
                <a:uLnTx/>
                <a:uFillTx/>
                <a:latin typeface="Boehringer Forward Text"/>
                <a:ea typeface="+mn-ea"/>
                <a:cs typeface="+mn-cs"/>
              </a:rPr>
              <a:t>2</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&gt;1,500 mg/g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Diagnosis of</a:t>
            </a:r>
          </a:p>
          <a:p>
            <a:pPr marL="449263" marR="0" lvl="1" indent="-169863"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Biopsy-proven primary FSGS </a:t>
            </a:r>
            <a:r>
              <a:rPr kumimoji="0" lang="en-US" sz="1000" b="1" i="0" u="none" strike="noStrike" kern="1200" cap="none" spc="0" normalizeH="0" baseline="0" noProof="0">
                <a:ln>
                  <a:noFill/>
                </a:ln>
                <a:solidFill>
                  <a:prstClr val="black"/>
                </a:solidFill>
                <a:effectLst/>
                <a:uLnTx/>
                <a:uFillTx/>
                <a:latin typeface="Boehringer Forward Text"/>
                <a:ea typeface="+mn-ea"/>
                <a:cs typeface="+mn-cs"/>
              </a:rPr>
              <a:t>OR</a:t>
            </a:r>
          </a:p>
          <a:p>
            <a:pPr marL="449263" marR="0" lvl="1" indent="-169863"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FSGS related to a mutation in the TRPC6 gene </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On optimized/maximally tolerated RAASi, SGLT2i, MRA for ≥8 weeks prior to screening</a:t>
            </a:r>
          </a:p>
          <a:p>
            <a:pPr marL="171446" marR="0" lvl="0" indent="-171446"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oral immunosuppressives on stable dose for ≥3 months prior to screening</a:t>
            </a:r>
          </a:p>
        </p:txBody>
      </p:sp>
      <p:sp>
        <p:nvSpPr>
          <p:cNvPr id="71" name="Rechteck: abgerundete Ecken 70">
            <a:extLst>
              <a:ext uri="{FF2B5EF4-FFF2-40B4-BE49-F238E27FC236}">
                <a16:creationId xmlns:a16="http://schemas.microsoft.com/office/drawing/2014/main" id="{3C880CF4-CE03-E25B-3827-2E6086B3A285}"/>
              </a:ext>
            </a:extLst>
          </p:cNvPr>
          <p:cNvSpPr/>
          <p:nvPr/>
        </p:nvSpPr>
        <p:spPr bwMode="gray">
          <a:xfrm>
            <a:off x="8462513" y="4217939"/>
            <a:ext cx="3528906" cy="1878180"/>
          </a:xfrm>
          <a:prstGeom prst="round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1" i="0" u="none" strike="noStrike" kern="1200" cap="none" spc="0" normalizeH="0" baseline="0" noProof="0">
                <a:ln>
                  <a:noFill/>
                </a:ln>
                <a:solidFill>
                  <a:prstClr val="black"/>
                </a:solidFill>
                <a:effectLst/>
                <a:uLnTx/>
                <a:uFillTx/>
                <a:latin typeface="Boehringer Forward Text"/>
                <a:ea typeface="+mn-ea"/>
                <a:cs typeface="+mn-cs"/>
              </a:rPr>
              <a:t>Key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Exclusion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rapid progressive kidney disease as measured by eGFR loss ≥ 50% over a period of 3 months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History of kidney transplant or planned kidney transplant </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i.v.</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immunosuppressive treatment ≤6 months</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BMI &gt;40 kg/m2 (for ≥18 </a:t>
            </a:r>
            <a:r>
              <a:rPr kumimoji="0" lang="en-US" sz="1000" b="0" i="0" u="none" strike="noStrike" kern="1200" cap="none" spc="0" normalizeH="0" baseline="0" noProof="0" err="1">
                <a:ln>
                  <a:noFill/>
                </a:ln>
                <a:solidFill>
                  <a:prstClr val="black"/>
                </a:solidFill>
                <a:effectLst/>
                <a:uLnTx/>
                <a:uFillTx/>
                <a:latin typeface="Boehringer Forward Text"/>
                <a:ea typeface="+mn-ea"/>
                <a:cs typeface="+mn-cs"/>
              </a:rPr>
              <a:t>yrs</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or &lt;5th and &gt;99th percentile for age and sex (participants &lt;18)</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Geschweifte Klammer rechts 76">
            <a:extLst>
              <a:ext uri="{FF2B5EF4-FFF2-40B4-BE49-F238E27FC236}">
                <a16:creationId xmlns:a16="http://schemas.microsoft.com/office/drawing/2014/main" id="{6203716D-192E-CAB7-F010-CF2076367F74}"/>
              </a:ext>
            </a:extLst>
          </p:cNvPr>
          <p:cNvSpPr/>
          <p:nvPr/>
        </p:nvSpPr>
        <p:spPr bwMode="gray">
          <a:xfrm>
            <a:off x="6398409" y="1432576"/>
            <a:ext cx="173428" cy="556285"/>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ysClr val="windowText" lastClr="000000"/>
              </a:solidFill>
              <a:effectLst/>
              <a:uLnTx/>
              <a:uFillTx/>
              <a:latin typeface="Boehringer Forward Text"/>
              <a:ea typeface="+mn-ea"/>
              <a:cs typeface="+mn-cs"/>
            </a:endParaRPr>
          </a:p>
        </p:txBody>
      </p:sp>
      <p:sp>
        <p:nvSpPr>
          <p:cNvPr id="13" name="Rechteck: abgerundete Ecken 39">
            <a:extLst>
              <a:ext uri="{FF2B5EF4-FFF2-40B4-BE49-F238E27FC236}">
                <a16:creationId xmlns:a16="http://schemas.microsoft.com/office/drawing/2014/main" id="{5209A682-7AE2-410E-527B-F0BF4092B40C}"/>
              </a:ext>
            </a:extLst>
          </p:cNvPr>
          <p:cNvSpPr/>
          <p:nvPr/>
        </p:nvSpPr>
        <p:spPr bwMode="gray">
          <a:xfrm>
            <a:off x="1948336" y="1033790"/>
            <a:ext cx="4441446" cy="656783"/>
          </a:xfrm>
          <a:prstGeom prst="roundRect">
            <a:avLst/>
          </a:prstGeom>
          <a:solidFill>
            <a:srgbClr val="00723E"/>
          </a:solidFill>
          <a:ln w="63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en-US" sz="1550" b="1" i="0" u="none" strike="noStrike" kern="1200" cap="none" spc="0" normalizeH="0" baseline="0" noProof="0">
                <a:ln>
                  <a:noFill/>
                </a:ln>
                <a:solidFill>
                  <a:prstClr val="white"/>
                </a:solidFill>
                <a:effectLst/>
                <a:uLnTx/>
                <a:uFillTx/>
                <a:latin typeface="Boehringer Forward Text"/>
                <a:ea typeface="+mn-ea"/>
                <a:cs typeface="+mn-cs"/>
              </a:rPr>
              <a:t>BI764198 20 mg once daily on top of SoC* (n≈113)</a:t>
            </a:r>
          </a:p>
        </p:txBody>
      </p:sp>
      <p:sp>
        <p:nvSpPr>
          <p:cNvPr id="5" name="Footer Placeholder 4">
            <a:extLst>
              <a:ext uri="{FF2B5EF4-FFF2-40B4-BE49-F238E27FC236}">
                <a16:creationId xmlns:a16="http://schemas.microsoft.com/office/drawing/2014/main" id="{DD35153F-A819-2511-EFEB-3002E0D3CE36}"/>
              </a:ext>
            </a:extLst>
          </p:cNvPr>
          <p:cNvSpPr>
            <a:spLocks noGrp="1"/>
          </p:cNvSpPr>
          <p:nvPr>
            <p:ph type="ftr" sz="quarter" idx="10"/>
          </p:nvPr>
        </p:nvSpPr>
        <p:spPr>
          <a:xfrm>
            <a:off x="6503998" y="6447534"/>
            <a:ext cx="5040560" cy="288000"/>
          </a:xfrm>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TRPC6 | All Staff Meeting March 2025 | confidential</a:t>
            </a:r>
          </a:p>
        </p:txBody>
      </p:sp>
      <p:sp>
        <p:nvSpPr>
          <p:cNvPr id="19" name="Slide Number Placeholder 18">
            <a:extLst>
              <a:ext uri="{FF2B5EF4-FFF2-40B4-BE49-F238E27FC236}">
                <a16:creationId xmlns:a16="http://schemas.microsoft.com/office/drawing/2014/main" id="{4F9DBE74-26A9-A4C1-0C1F-FCD2CA3A1554}"/>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2" name="Text Placeholder 2">
            <a:extLst>
              <a:ext uri="{FF2B5EF4-FFF2-40B4-BE49-F238E27FC236}">
                <a16:creationId xmlns:a16="http://schemas.microsoft.com/office/drawing/2014/main" id="{D040462F-7D84-B413-5BBD-7A6D23C8777C}"/>
              </a:ext>
            </a:extLst>
          </p:cNvPr>
          <p:cNvSpPr txBox="1">
            <a:spLocks/>
          </p:cNvSpPr>
          <p:nvPr/>
        </p:nvSpPr>
        <p:spPr>
          <a:xfrm>
            <a:off x="1809665" y="6243221"/>
            <a:ext cx="8393589" cy="286847"/>
          </a:xfrm>
          <a:prstGeom prst="rect">
            <a:avLst/>
          </a:prstGeom>
        </p:spPr>
        <p:txBody>
          <a:bodyPr/>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77" rtl="0" eaLnBrk="1" fontAlgn="auto" latinLnBrk="0" hangingPunct="1">
              <a:lnSpc>
                <a:spcPct val="140000"/>
              </a:lnSpc>
              <a:spcBef>
                <a:spcPts val="0"/>
              </a:spcBef>
              <a:spcAft>
                <a:spcPts val="600"/>
              </a:spcAft>
              <a:buClrTx/>
              <a:buSzTx/>
              <a:buFont typeface="Arial" panose="020B0604020202020204" pitchFamily="34" charset="0"/>
              <a:buNone/>
              <a:tabLst/>
              <a:defRPr/>
            </a:pPr>
            <a:r>
              <a:rPr kumimoji="0" lang="en-US" sz="1333" b="0" i="0" u="none" strike="noStrike" kern="1200" cap="none" spc="0" normalizeH="0" baseline="0" noProof="0">
                <a:ln>
                  <a:noFill/>
                </a:ln>
                <a:solidFill>
                  <a:prstClr val="black"/>
                </a:solidFill>
                <a:effectLst/>
                <a:uLnTx/>
                <a:uFillTx/>
                <a:latin typeface="Boehringer Forward Text"/>
                <a:ea typeface="+mn-ea"/>
                <a:cs typeface="+mn-cs"/>
              </a:rPr>
              <a:t>* Defined as RAASi&amp;SGLT2i use if indicated and tolerated as well as immunosuppressive treatment</a:t>
            </a:r>
          </a:p>
          <a:p>
            <a:pPr marL="0" marR="0" lvl="0" indent="0" algn="l" defTabSz="914377" rtl="0" eaLnBrk="1" fontAlgn="auto" latinLnBrk="0" hangingPunct="1">
              <a:lnSpc>
                <a:spcPct val="140000"/>
              </a:lnSpc>
              <a:spcBef>
                <a:spcPts val="0"/>
              </a:spcBef>
              <a:spcAft>
                <a:spcPts val="600"/>
              </a:spcAft>
              <a:buClrTx/>
              <a:buSzTx/>
              <a:buFont typeface="Arial" panose="020B0604020202020204" pitchFamily="34" charset="0"/>
              <a:buNone/>
              <a:tabLst/>
              <a:defRPr/>
            </a:pPr>
            <a:endParaRPr kumimoji="0" lang="en-US" sz="1333"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7" name="Gerade Verbindung mit Pfeil 6">
            <a:extLst>
              <a:ext uri="{FF2B5EF4-FFF2-40B4-BE49-F238E27FC236}">
                <a16:creationId xmlns:a16="http://schemas.microsoft.com/office/drawing/2014/main" id="{A7A49B17-512D-AB85-7B46-61249A8B5A32}"/>
              </a:ext>
            </a:extLst>
          </p:cNvPr>
          <p:cNvCxnSpPr>
            <a:cxnSpLocks/>
          </p:cNvCxnSpPr>
          <p:nvPr/>
        </p:nvCxnSpPr>
        <p:spPr bwMode="gray">
          <a:xfrm>
            <a:off x="6533338" y="2631593"/>
            <a:ext cx="0" cy="6335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226FEDA0-5B31-6F3F-7150-CFC629EDB217}"/>
              </a:ext>
            </a:extLst>
          </p:cNvPr>
          <p:cNvSpPr txBox="1"/>
          <p:nvPr/>
        </p:nvSpPr>
        <p:spPr bwMode="gray">
          <a:xfrm>
            <a:off x="10203255" y="3032156"/>
            <a:ext cx="1009892"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Boehringer Forward Text"/>
                <a:ea typeface="+mn-ea"/>
                <a:cs typeface="+mn-cs"/>
              </a:rPr>
              <a:t>End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of</a:t>
            </a:r>
            <a:r>
              <a:rPr kumimoji="0" lang="de-DE" sz="10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000" b="0" i="0" u="none" strike="noStrike" kern="1200" cap="none" spc="0" normalizeH="0" baseline="0" noProof="0" err="1">
                <a:ln>
                  <a:noFill/>
                </a:ln>
                <a:solidFill>
                  <a:prstClr val="black"/>
                </a:solidFill>
                <a:effectLst/>
                <a:uLnTx/>
                <a:uFillTx/>
                <a:latin typeface="Boehringer Forward Text"/>
                <a:ea typeface="+mn-ea"/>
                <a:cs typeface="+mn-cs"/>
              </a:rPr>
              <a:t>treatment</a:t>
            </a:r>
            <a:endParaRPr kumimoji="0" lang="de-DE" sz="10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Rechteck: abgerundete Ecken 22">
            <a:extLst>
              <a:ext uri="{FF2B5EF4-FFF2-40B4-BE49-F238E27FC236}">
                <a16:creationId xmlns:a16="http://schemas.microsoft.com/office/drawing/2014/main" id="{022D05FC-D17E-221D-BAAC-E15DF4A0D8EE}"/>
              </a:ext>
            </a:extLst>
          </p:cNvPr>
          <p:cNvSpPr/>
          <p:nvPr/>
        </p:nvSpPr>
        <p:spPr bwMode="gray">
          <a:xfrm>
            <a:off x="6552300" y="1033790"/>
            <a:ext cx="4438110" cy="1404965"/>
          </a:xfrm>
          <a:prstGeom prst="roundRect">
            <a:avLst/>
          </a:prstGeom>
          <a:solidFill>
            <a:srgbClr val="00723E"/>
          </a:solidFill>
          <a:ln w="63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78" rtl="0" eaLnBrk="1" fontAlgn="auto" latinLnBrk="0" hangingPunct="1">
              <a:lnSpc>
                <a:spcPct val="100000"/>
              </a:lnSpc>
              <a:spcBef>
                <a:spcPts val="0"/>
              </a:spcBef>
              <a:spcAft>
                <a:spcPts val="0"/>
              </a:spcAft>
              <a:buClrTx/>
              <a:buSzTx/>
              <a:buFontTx/>
              <a:buNone/>
              <a:tabLst/>
              <a:defRPr/>
            </a:pPr>
            <a:r>
              <a:rPr kumimoji="0" lang="de-DE" sz="1550" b="1" i="0" u="none" strike="noStrike" kern="1200" cap="none" spc="0" normalizeH="0" baseline="0" noProof="0">
                <a:ln>
                  <a:noFill/>
                </a:ln>
                <a:solidFill>
                  <a:prstClr val="white"/>
                </a:solidFill>
                <a:effectLst/>
                <a:uLnTx/>
                <a:uFillTx/>
                <a:latin typeface="Boehringer Forward Text"/>
                <a:ea typeface="+mn-ea"/>
                <a:cs typeface="+mn-cs"/>
              </a:rPr>
              <a:t>BI764198  </a:t>
            </a:r>
            <a:r>
              <a:rPr kumimoji="0" lang="en-US" sz="1550" b="1" i="0" u="none" strike="noStrike" kern="1200" cap="none" spc="0" normalizeH="0" baseline="0" noProof="0">
                <a:ln>
                  <a:noFill/>
                </a:ln>
                <a:solidFill>
                  <a:prstClr val="white"/>
                </a:solidFill>
                <a:effectLst/>
                <a:uLnTx/>
                <a:uFillTx/>
                <a:latin typeface="Boehringer Forward Text"/>
                <a:ea typeface="+mn-ea"/>
                <a:cs typeface="+mn-cs"/>
              </a:rPr>
              <a:t>20 mg once daily</a:t>
            </a:r>
            <a:endParaRPr kumimoji="0" lang="de-DE" sz="155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4" name="Textfeld 23">
            <a:extLst>
              <a:ext uri="{FF2B5EF4-FFF2-40B4-BE49-F238E27FC236}">
                <a16:creationId xmlns:a16="http://schemas.microsoft.com/office/drawing/2014/main" id="{22659BBF-160C-7109-2C90-0ACCB0ECEDAB}"/>
              </a:ext>
            </a:extLst>
          </p:cNvPr>
          <p:cNvSpPr txBox="1"/>
          <p:nvPr/>
        </p:nvSpPr>
        <p:spPr bwMode="gray">
          <a:xfrm>
            <a:off x="8639759" y="2602474"/>
            <a:ext cx="586699" cy="197426"/>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1" i="0" u="none" strike="noStrike" kern="1200" cap="none" spc="0" normalizeH="0" baseline="0" noProof="0">
                <a:ln>
                  <a:noFill/>
                </a:ln>
                <a:solidFill>
                  <a:srgbClr val="C5C3EE">
                    <a:lumMod val="50000"/>
                  </a:srgbClr>
                </a:solidFill>
                <a:effectLst/>
                <a:uLnTx/>
                <a:uFillTx/>
                <a:latin typeface="Boehringer Forward Text"/>
                <a:ea typeface="+mn-ea"/>
                <a:cs typeface="+mn-cs"/>
              </a:rPr>
              <a:t>52 </a:t>
            </a:r>
            <a:r>
              <a:rPr kumimoji="0" lang="de-DE" sz="1000" b="1" i="0" u="none" strike="noStrike" kern="1200" cap="none" spc="0" normalizeH="0" baseline="0" noProof="0" err="1">
                <a:ln>
                  <a:noFill/>
                </a:ln>
                <a:solidFill>
                  <a:srgbClr val="C5C3EE">
                    <a:lumMod val="50000"/>
                  </a:srgbClr>
                </a:solidFill>
                <a:effectLst/>
                <a:uLnTx/>
                <a:uFillTx/>
                <a:latin typeface="Boehringer Forward Text"/>
                <a:ea typeface="+mn-ea"/>
                <a:cs typeface="+mn-cs"/>
              </a:rPr>
              <a:t>weeks</a:t>
            </a:r>
            <a:endParaRPr kumimoji="0" lang="de-DE" sz="1000" b="1" i="0" u="none" strike="noStrike" kern="1200" cap="none" spc="0" normalizeH="0" baseline="30000" noProof="0">
              <a:ln>
                <a:noFill/>
              </a:ln>
              <a:solidFill>
                <a:srgbClr val="C5C3EE">
                  <a:lumMod val="50000"/>
                </a:srgbClr>
              </a:solidFill>
              <a:effectLst/>
              <a:uLnTx/>
              <a:uFillTx/>
              <a:latin typeface="Boehringer Forward Text"/>
              <a:ea typeface="+mn-ea"/>
              <a:cs typeface="+mn-cs"/>
            </a:endParaRPr>
          </a:p>
        </p:txBody>
      </p:sp>
      <p:cxnSp>
        <p:nvCxnSpPr>
          <p:cNvPr id="17" name="Gerader Verbinder 16">
            <a:extLst>
              <a:ext uri="{FF2B5EF4-FFF2-40B4-BE49-F238E27FC236}">
                <a16:creationId xmlns:a16="http://schemas.microsoft.com/office/drawing/2014/main" id="{227B08C2-D5A1-275D-0646-906E0477D1C5}"/>
              </a:ext>
            </a:extLst>
          </p:cNvPr>
          <p:cNvCxnSpPr/>
          <p:nvPr/>
        </p:nvCxnSpPr>
        <p:spPr bwMode="gray">
          <a:xfrm>
            <a:off x="10985910" y="2631593"/>
            <a:ext cx="0" cy="41794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 Placeholder 2">
            <a:extLst>
              <a:ext uri="{FF2B5EF4-FFF2-40B4-BE49-F238E27FC236}">
                <a16:creationId xmlns:a16="http://schemas.microsoft.com/office/drawing/2014/main" id="{736B25D5-1F89-BD37-458D-DF813D0DF90B}"/>
              </a:ext>
            </a:extLst>
          </p:cNvPr>
          <p:cNvSpPr txBox="1">
            <a:spLocks/>
          </p:cNvSpPr>
          <p:nvPr/>
        </p:nvSpPr>
        <p:spPr>
          <a:xfrm>
            <a:off x="1705559" y="6284222"/>
            <a:ext cx="8291196" cy="225454"/>
          </a:xfrm>
          <a:prstGeom prst="rect">
            <a:avLst/>
          </a:prstGeom>
        </p:spPr>
        <p:txBody>
          <a:bodyPr/>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marR="0" lvl="0" indent="0" algn="l" defTabSz="914377" rtl="0" eaLnBrk="1" fontAlgn="auto" latinLnBrk="0" hangingPunct="1">
              <a:lnSpc>
                <a:spcPct val="140000"/>
              </a:lnSpc>
              <a:spcBef>
                <a:spcPts val="0"/>
              </a:spcBef>
              <a:spcAft>
                <a:spcPts val="600"/>
              </a:spcAft>
              <a:buClrTx/>
              <a:buSzTx/>
              <a:buFont typeface="Arial" panose="020B0604020202020204" pitchFamily="34" charset="0"/>
              <a:buNone/>
              <a:tabLst/>
              <a:defRPr/>
            </a:pPr>
            <a:endParaRPr kumimoji="0" lang="en-US" sz="13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Rectangle: Rounded Corners 7">
            <a:extLst>
              <a:ext uri="{FF2B5EF4-FFF2-40B4-BE49-F238E27FC236}">
                <a16:creationId xmlns:a16="http://schemas.microsoft.com/office/drawing/2014/main" id="{7DD9F5B9-CC0C-C930-F0B6-9B77916061AF}"/>
              </a:ext>
            </a:extLst>
          </p:cNvPr>
          <p:cNvSpPr>
            <a:spLocks/>
          </p:cNvSpPr>
          <p:nvPr/>
        </p:nvSpPr>
        <p:spPr bwMode="gray">
          <a:xfrm>
            <a:off x="232714" y="1049305"/>
            <a:ext cx="1029215" cy="1380305"/>
          </a:xfrm>
          <a:prstGeom prst="roundRect">
            <a:avLst>
              <a:gd name="adj" fmla="val 5928"/>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TextBox 13">
            <a:extLst>
              <a:ext uri="{FF2B5EF4-FFF2-40B4-BE49-F238E27FC236}">
                <a16:creationId xmlns:a16="http://schemas.microsoft.com/office/drawing/2014/main" id="{3A1A6BD9-4C02-AADA-D0C1-3E351686034F}"/>
              </a:ext>
            </a:extLst>
          </p:cNvPr>
          <p:cNvSpPr txBox="1"/>
          <p:nvPr/>
        </p:nvSpPr>
        <p:spPr bwMode="gray">
          <a:xfrm>
            <a:off x="332509" y="1419301"/>
            <a:ext cx="832562" cy="495457"/>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Screening Period</a:t>
            </a: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Rectangle: Rounded Corners 14">
            <a:extLst>
              <a:ext uri="{FF2B5EF4-FFF2-40B4-BE49-F238E27FC236}">
                <a16:creationId xmlns:a16="http://schemas.microsoft.com/office/drawing/2014/main" id="{C8EB1CD5-AD1E-D6D2-553E-E8F5624B76B1}"/>
              </a:ext>
            </a:extLst>
          </p:cNvPr>
          <p:cNvSpPr/>
          <p:nvPr/>
        </p:nvSpPr>
        <p:spPr bwMode="gray">
          <a:xfrm>
            <a:off x="11069129" y="1049306"/>
            <a:ext cx="775149" cy="1389863"/>
          </a:xfrm>
          <a:prstGeom prst="roundRect">
            <a:avLst>
              <a:gd name="adj" fmla="val 3704"/>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TextBox 15">
            <a:extLst>
              <a:ext uri="{FF2B5EF4-FFF2-40B4-BE49-F238E27FC236}">
                <a16:creationId xmlns:a16="http://schemas.microsoft.com/office/drawing/2014/main" id="{BF32A7AC-2806-ABF0-DED4-33C149D697F7}"/>
              </a:ext>
            </a:extLst>
          </p:cNvPr>
          <p:cNvSpPr txBox="1"/>
          <p:nvPr/>
        </p:nvSpPr>
        <p:spPr bwMode="gray">
          <a:xfrm>
            <a:off x="11096240" y="1387698"/>
            <a:ext cx="734647" cy="753989"/>
          </a:xfrm>
          <a:prstGeom prst="rect">
            <a:avLst/>
          </a:prstGeom>
          <a:noFill/>
        </p:spPr>
        <p:txBody>
          <a:bodyPr wrap="squar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Follow-up</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Period</a:t>
            </a:r>
          </a:p>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Rechteck: abgerundete Ecken 8">
            <a:extLst>
              <a:ext uri="{FF2B5EF4-FFF2-40B4-BE49-F238E27FC236}">
                <a16:creationId xmlns:a16="http://schemas.microsoft.com/office/drawing/2014/main" id="{CD980378-CB79-AB43-10CC-7554C95172D3}"/>
              </a:ext>
            </a:extLst>
          </p:cNvPr>
          <p:cNvSpPr/>
          <p:nvPr/>
        </p:nvSpPr>
        <p:spPr bwMode="gray">
          <a:xfrm rot="1332692">
            <a:off x="9950778" y="364631"/>
            <a:ext cx="2167576" cy="991296"/>
          </a:xfrm>
          <a:prstGeom prst="round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600" b="0" i="0" u="none" strike="noStrike" kern="1200" cap="none" spc="0" normalizeH="0" baseline="0" noProof="0">
                <a:ln>
                  <a:noFill/>
                </a:ln>
                <a:solidFill>
                  <a:prstClr val="black"/>
                </a:solidFill>
                <a:effectLst/>
                <a:uLnTx/>
                <a:uFillTx/>
                <a:latin typeface="Boehringer Forward Text"/>
                <a:ea typeface="+mn-ea"/>
                <a:cs typeface="+mn-cs"/>
              </a:rPr>
              <a:t>Draft</a:t>
            </a:r>
          </a:p>
        </p:txBody>
      </p:sp>
    </p:spTree>
    <p:extLst>
      <p:ext uri="{BB962C8B-B14F-4D97-AF65-F5344CB8AC3E}">
        <p14:creationId xmlns:p14="http://schemas.microsoft.com/office/powerpoint/2010/main" val="24213478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Title 2">
            <a:extLst>
              <a:ext uri="{FF2B5EF4-FFF2-40B4-BE49-F238E27FC236}">
                <a16:creationId xmlns:a16="http://schemas.microsoft.com/office/drawing/2014/main" id="{97E939D8-7783-6C7F-9776-02CA84DD8683}"/>
              </a:ext>
            </a:extLst>
          </p:cNvPr>
          <p:cNvSpPr>
            <a:spLocks noGrp="1"/>
          </p:cNvSpPr>
          <p:nvPr>
            <p:ph type="title"/>
          </p:nvPr>
        </p:nvSpPr>
        <p:spPr>
          <a:xfrm>
            <a:off x="297952" y="446178"/>
            <a:ext cx="11414624" cy="720000"/>
          </a:xfrm>
        </p:spPr>
        <p:txBody>
          <a:bodyPr/>
          <a:lstStyle/>
          <a:p>
            <a:r>
              <a:rPr lang="en-US" sz="2000"/>
              <a:t>BI 764198 (TRPC6i) in podocytopathies Ph II (1434-0027) trial design</a:t>
            </a:r>
          </a:p>
        </p:txBody>
      </p:sp>
      <p:sp>
        <p:nvSpPr>
          <p:cNvPr id="48" name="Text Placeholder 56">
            <a:extLst>
              <a:ext uri="{FF2B5EF4-FFF2-40B4-BE49-F238E27FC236}">
                <a16:creationId xmlns:a16="http://schemas.microsoft.com/office/drawing/2014/main" id="{37E92971-ECDC-B632-417F-66938325310F}"/>
              </a:ext>
            </a:extLst>
          </p:cNvPr>
          <p:cNvSpPr>
            <a:spLocks noGrp="1"/>
          </p:cNvSpPr>
          <p:nvPr>
            <p:ph type="body" sz="quarter" idx="13"/>
          </p:nvPr>
        </p:nvSpPr>
        <p:spPr>
          <a:xfrm>
            <a:off x="1874004" y="6355375"/>
            <a:ext cx="9253028" cy="369532"/>
          </a:xfrm>
        </p:spPr>
        <p:txBody>
          <a:bodyPr/>
          <a:lstStyle/>
          <a:p>
            <a:pPr marL="0" marR="0" lvl="0" indent="0" defTabSz="121914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a:ln>
                  <a:noFill/>
                </a:ln>
                <a:solidFill>
                  <a:prstClr val="black"/>
                </a:solidFill>
                <a:effectLst/>
                <a:uLnTx/>
                <a:uFillTx/>
                <a:latin typeface="Boehringer Forward Text"/>
                <a:ea typeface="+mn-ea"/>
                <a:cs typeface="+mn-cs"/>
              </a:rPr>
              <a:t>Note: </a:t>
            </a:r>
            <a:r>
              <a:rPr lang="en-GB" sz="900"/>
              <a:t>FSGS, focal segmental glomerulosclerosis</a:t>
            </a:r>
            <a:r>
              <a:rPr kumimoji="0" lang="en-US" sz="900" u="none" strike="noStrike" kern="1200" cap="none" spc="0" normalizeH="0" baseline="0" noProof="0">
                <a:ln>
                  <a:noFill/>
                </a:ln>
                <a:solidFill>
                  <a:prstClr val="black"/>
                </a:solidFill>
                <a:effectLst/>
                <a:uLnTx/>
                <a:uFillTx/>
                <a:latin typeface="Boehringer Forward Text"/>
                <a:ea typeface="+mn-ea"/>
                <a:cs typeface="+mn-cs"/>
              </a:rPr>
              <a:t>; IA, interim analysis;  MN, membranous nephropathy; </a:t>
            </a:r>
            <a:r>
              <a:rPr lang="en-US" sz="900"/>
              <a:t>s</a:t>
            </a:r>
            <a:r>
              <a:rPr lang="en-GB" sz="900"/>
              <a:t>FSGS, secondary FSGS</a:t>
            </a:r>
            <a:r>
              <a:rPr kumimoji="0" lang="en-US" sz="900" u="none" strike="noStrike" kern="1200" cap="none" spc="0" normalizeH="0" baseline="0" noProof="0">
                <a:ln>
                  <a:noFill/>
                </a:ln>
                <a:solidFill>
                  <a:prstClr val="black"/>
                </a:solidFill>
                <a:effectLst/>
                <a:uLnTx/>
                <a:uFillTx/>
                <a:latin typeface="Boehringer Forward Text"/>
                <a:ea typeface="+mn-ea"/>
                <a:cs typeface="+mn-cs"/>
              </a:rPr>
              <a:t>; R, randomization; </a:t>
            </a:r>
            <a:br>
              <a:rPr kumimoji="0" lang="en-US" sz="900" u="none" strike="noStrike" kern="1200" cap="none" spc="0" normalizeH="0" baseline="0" noProof="0">
                <a:ln>
                  <a:noFill/>
                </a:ln>
                <a:solidFill>
                  <a:prstClr val="black"/>
                </a:solidFill>
                <a:effectLst/>
                <a:uLnTx/>
                <a:uFillTx/>
                <a:latin typeface="Boehringer Forward Text"/>
                <a:ea typeface="+mn-ea"/>
                <a:cs typeface="+mn-cs"/>
              </a:rPr>
            </a:br>
            <a:r>
              <a:rPr kumimoji="0" lang="en-US" sz="900" u="none" strike="noStrike" kern="1200" cap="none" spc="0" normalizeH="0" baseline="0" noProof="0">
                <a:ln>
                  <a:noFill/>
                </a:ln>
                <a:solidFill>
                  <a:prstClr val="black"/>
                </a:solidFill>
                <a:effectLst/>
                <a:uLnTx/>
                <a:uFillTx/>
                <a:latin typeface="Boehringer Forward Text"/>
                <a:ea typeface="+mn-ea"/>
                <a:cs typeface="+mn-cs"/>
              </a:rPr>
              <a:t>TR-MCD: treatment-resistant minimal change disease; </a:t>
            </a:r>
            <a:r>
              <a:rPr lang="en-GB" sz="900"/>
              <a:t>TRPC6, transient receptor potential canonical 6.</a:t>
            </a:r>
            <a:endParaRPr kumimoji="0" lang="en-US" sz="90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3" name="AutoShape 29">
            <a:extLst>
              <a:ext uri="{FF2B5EF4-FFF2-40B4-BE49-F238E27FC236}">
                <a16:creationId xmlns:a16="http://schemas.microsoft.com/office/drawing/2014/main" id="{CF86CD51-E547-859F-6E38-3CAD1468129E}"/>
              </a:ext>
            </a:extLst>
          </p:cNvPr>
          <p:cNvSpPr>
            <a:spLocks noChangeArrowheads="1"/>
          </p:cNvSpPr>
          <p:nvPr/>
        </p:nvSpPr>
        <p:spPr bwMode="gray">
          <a:xfrm>
            <a:off x="5096867" y="1527836"/>
            <a:ext cx="4328206" cy="278739"/>
          </a:xfrm>
          <a:prstGeom prst="rect">
            <a:avLst/>
          </a:prstGeom>
          <a:solidFill>
            <a:srgbClr val="969696"/>
          </a:solidFill>
          <a:ln w="9525" algn="ctr">
            <a:noFill/>
            <a:roun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a:ea typeface="+mn-ea"/>
                <a:cs typeface="+mn-cs"/>
              </a:rPr>
              <a:t>Placebo (n≈7)</a:t>
            </a:r>
          </a:p>
        </p:txBody>
      </p:sp>
      <p:sp>
        <p:nvSpPr>
          <p:cNvPr id="54" name="AutoShape 29">
            <a:extLst>
              <a:ext uri="{FF2B5EF4-FFF2-40B4-BE49-F238E27FC236}">
                <a16:creationId xmlns:a16="http://schemas.microsoft.com/office/drawing/2014/main" id="{635F5D4B-2185-4DF2-2F95-F749DDC4F214}"/>
              </a:ext>
            </a:extLst>
          </p:cNvPr>
          <p:cNvSpPr>
            <a:spLocks noChangeArrowheads="1"/>
          </p:cNvSpPr>
          <p:nvPr/>
        </p:nvSpPr>
        <p:spPr bwMode="gray">
          <a:xfrm>
            <a:off x="5096867" y="1231969"/>
            <a:ext cx="4328206" cy="278739"/>
          </a:xfrm>
          <a:prstGeom prst="rect">
            <a:avLst/>
          </a:prstGeom>
          <a:solidFill>
            <a:schemeClr val="accent2">
              <a:lumMod val="75000"/>
            </a:schemeClr>
          </a:solidFill>
          <a:ln w="9525" algn="ctr">
            <a:noFill/>
            <a:round/>
            <a:headEnd/>
            <a:tailEnd/>
          </a:ln>
          <a:effectLst/>
        </p:spPr>
        <p:txBody>
          <a:bodyPr anchor="ctr"/>
          <a:lstStyle/>
          <a:p>
            <a:pPr marL="0" marR="0" lvl="0" indent="0" algn="l" defTabSz="68575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BI 764198 (n≈14) </a:t>
            </a:r>
          </a:p>
        </p:txBody>
      </p:sp>
      <p:cxnSp>
        <p:nvCxnSpPr>
          <p:cNvPr id="55" name="Connector: Elbow 54">
            <a:extLst>
              <a:ext uri="{FF2B5EF4-FFF2-40B4-BE49-F238E27FC236}">
                <a16:creationId xmlns:a16="http://schemas.microsoft.com/office/drawing/2014/main" id="{F293B245-01FE-6290-7557-5E62CC40DE66}"/>
              </a:ext>
            </a:extLst>
          </p:cNvPr>
          <p:cNvCxnSpPr>
            <a:cxnSpLocks/>
          </p:cNvCxnSpPr>
          <p:nvPr/>
        </p:nvCxnSpPr>
        <p:spPr>
          <a:xfrm flipV="1">
            <a:off x="2437362" y="2159294"/>
            <a:ext cx="312138" cy="74081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Text Box 5">
            <a:extLst>
              <a:ext uri="{FF2B5EF4-FFF2-40B4-BE49-F238E27FC236}">
                <a16:creationId xmlns:a16="http://schemas.microsoft.com/office/drawing/2014/main" id="{D487EA9E-D1E1-7AA2-1F67-B29F261ACE46}"/>
              </a:ext>
            </a:extLst>
          </p:cNvPr>
          <p:cNvSpPr txBox="1">
            <a:spLocks noChangeArrowheads="1"/>
          </p:cNvSpPr>
          <p:nvPr/>
        </p:nvSpPr>
        <p:spPr bwMode="gray">
          <a:xfrm>
            <a:off x="2114725" y="2748634"/>
            <a:ext cx="291813" cy="302955"/>
          </a:xfrm>
          <a:prstGeom prst="ellipse">
            <a:avLst/>
          </a:prstGeom>
          <a:solidFill>
            <a:schemeClr val="bg1"/>
          </a:solidFill>
          <a:ln w="25400" algn="ctr">
            <a:solidFill>
              <a:schemeClr val="tx1"/>
            </a:solidFill>
            <a:miter lim="800000"/>
            <a:headEnd/>
            <a:tailEnd/>
          </a:ln>
        </p:spPr>
        <p:txBody>
          <a:bodyPr wrap="square" lIns="0" tIns="0" rIns="0" bIns="0" anchor="ctr">
            <a:spAutoFit/>
          </a:bodyPr>
          <a:lstStyle>
            <a:lvl1pPr>
              <a:defRPr>
                <a:solidFill>
                  <a:schemeClr val="bg1"/>
                </a:solidFill>
                <a:latin typeface="Calibri" pitchFamily="34" charset="0"/>
                <a:ea typeface="Arial Unicode MS" pitchFamily="34" charset="-128"/>
                <a:cs typeface="Arial Unicode MS" pitchFamily="34" charset="-128"/>
              </a:defRPr>
            </a:lvl1pPr>
            <a:lvl2pPr marL="742950" indent="-285750">
              <a:defRPr>
                <a:solidFill>
                  <a:schemeClr val="bg1"/>
                </a:solidFill>
                <a:latin typeface="Calibri" pitchFamily="34" charset="0"/>
                <a:ea typeface="Arial Unicode MS" pitchFamily="34" charset="-128"/>
                <a:cs typeface="Arial Unicode MS" pitchFamily="34" charset="-128"/>
              </a:defRPr>
            </a:lvl2pPr>
            <a:lvl3pPr marL="1143000" indent="-228600">
              <a:defRPr>
                <a:solidFill>
                  <a:schemeClr val="bg1"/>
                </a:solidFill>
                <a:latin typeface="Calibri" pitchFamily="34" charset="0"/>
                <a:ea typeface="Arial Unicode MS" pitchFamily="34" charset="-128"/>
                <a:cs typeface="Arial Unicode MS" pitchFamily="34" charset="-128"/>
              </a:defRPr>
            </a:lvl3pPr>
            <a:lvl4pPr marL="1600200" indent="-228600">
              <a:defRPr>
                <a:solidFill>
                  <a:schemeClr val="bg1"/>
                </a:solidFill>
                <a:latin typeface="Calibri" pitchFamily="34" charset="0"/>
                <a:ea typeface="Arial Unicode MS" pitchFamily="34" charset="-128"/>
                <a:cs typeface="Arial Unicode MS" pitchFamily="34" charset="-128"/>
              </a:defRPr>
            </a:lvl4pPr>
            <a:lvl5pPr marL="2057400" indent="-228600">
              <a:defRPr>
                <a:solidFill>
                  <a:schemeClr val="bg1"/>
                </a:solidFill>
                <a:latin typeface="Calibri"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bg1"/>
                </a:solidFill>
                <a:latin typeface="Calibri"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bg1"/>
                </a:solidFill>
                <a:latin typeface="Calibri"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bg1"/>
                </a:solidFill>
                <a:latin typeface="Calibri"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bg1"/>
                </a:solidFill>
                <a:latin typeface="Calibri" pitchFamily="34" charset="0"/>
                <a:ea typeface="Arial Unicode MS" pitchFamily="34" charset="-128"/>
                <a:cs typeface="Arial Unicode MS" pitchFamily="34" charset="-128"/>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prstClr val="black"/>
                </a:solidFill>
                <a:effectLst/>
                <a:uLnTx/>
                <a:uFillTx/>
                <a:latin typeface="Boehringer Forward Text" panose="02000500000000020000" pitchFamily="2" charset="0"/>
                <a:ea typeface="Arial Unicode MS" pitchFamily="34" charset="-128"/>
              </a:rPr>
              <a:t>R</a:t>
            </a:r>
          </a:p>
        </p:txBody>
      </p:sp>
      <p:sp>
        <p:nvSpPr>
          <p:cNvPr id="57" name="AutoShape 29">
            <a:extLst>
              <a:ext uri="{FF2B5EF4-FFF2-40B4-BE49-F238E27FC236}">
                <a16:creationId xmlns:a16="http://schemas.microsoft.com/office/drawing/2014/main" id="{8CA6B300-15A4-F2D9-3740-A0BAB07A2D84}"/>
              </a:ext>
            </a:extLst>
          </p:cNvPr>
          <p:cNvSpPr>
            <a:spLocks noChangeArrowheads="1"/>
          </p:cNvSpPr>
          <p:nvPr/>
        </p:nvSpPr>
        <p:spPr bwMode="gray">
          <a:xfrm>
            <a:off x="2766927" y="1231969"/>
            <a:ext cx="2026470" cy="557476"/>
          </a:xfrm>
          <a:prstGeom prst="rect">
            <a:avLst/>
          </a:prstGeom>
          <a:solidFill>
            <a:srgbClr val="EFEEEB"/>
          </a:solidFill>
          <a:ln w="9525" algn="ctr">
            <a:solidFill>
              <a:schemeClr val="tx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err="1">
                <a:ln>
                  <a:noFill/>
                </a:ln>
                <a:solidFill>
                  <a:prstClr val="black"/>
                </a:solidFill>
                <a:effectLst/>
                <a:uLnTx/>
                <a:uFillTx/>
                <a:latin typeface="Boehringer Forward Text"/>
                <a:ea typeface="+mn-ea"/>
                <a:cs typeface="+mn-cs"/>
              </a:rPr>
              <a:t>sFSGS</a:t>
            </a:r>
            <a:endParaRPr kumimoji="0" lang="en-US" sz="11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Histopathological similarity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 750 mg/g</a:t>
            </a:r>
            <a:endParaRPr kumimoji="0" 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0" name="Rectangle: Rounded Corners 51">
            <a:extLst>
              <a:ext uri="{FF2B5EF4-FFF2-40B4-BE49-F238E27FC236}">
                <a16:creationId xmlns:a16="http://schemas.microsoft.com/office/drawing/2014/main" id="{20F9D288-C993-76EA-D2B3-FF43FDDD9E2F}"/>
              </a:ext>
            </a:extLst>
          </p:cNvPr>
          <p:cNvSpPr/>
          <p:nvPr/>
        </p:nvSpPr>
        <p:spPr>
          <a:xfrm>
            <a:off x="565080" y="2468897"/>
            <a:ext cx="1018299" cy="892603"/>
          </a:xfrm>
          <a:prstGeom prst="rect">
            <a:avLst/>
          </a:prstGeom>
          <a:solidFill>
            <a:schemeClr val="accent5"/>
          </a:solidFill>
          <a:ln w="12700">
            <a:solidFill>
              <a:schemeClr val="accent5"/>
            </a:solidFill>
          </a:ln>
        </p:spPr>
        <p:txBody>
          <a:bodyPr wrap="square"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Screening</a:t>
            </a:r>
          </a:p>
        </p:txBody>
      </p:sp>
      <p:sp>
        <p:nvSpPr>
          <p:cNvPr id="61" name="AutoShape 29">
            <a:extLst>
              <a:ext uri="{FF2B5EF4-FFF2-40B4-BE49-F238E27FC236}">
                <a16:creationId xmlns:a16="http://schemas.microsoft.com/office/drawing/2014/main" id="{70EF0D84-E170-7320-12B3-2CCB14DF515A}"/>
              </a:ext>
            </a:extLst>
          </p:cNvPr>
          <p:cNvSpPr>
            <a:spLocks noChangeArrowheads="1"/>
          </p:cNvSpPr>
          <p:nvPr/>
        </p:nvSpPr>
        <p:spPr bwMode="gray">
          <a:xfrm>
            <a:off x="2756784" y="1916679"/>
            <a:ext cx="2043899" cy="552218"/>
          </a:xfrm>
          <a:prstGeom prst="rect">
            <a:avLst/>
          </a:prstGeom>
          <a:solidFill>
            <a:srgbClr val="EFEEEB"/>
          </a:solidFill>
          <a:ln w="9525" algn="ctr">
            <a:solidFill>
              <a:schemeClr val="tx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TR-MCD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Disease continuum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Boehringer Forward Text"/>
                <a:ea typeface="+mn-ea"/>
                <a:cs typeface="+mn-cs"/>
              </a:rPr>
              <a:t>UPCR &gt; 1.0 g/g</a:t>
            </a:r>
            <a:endParaRPr kumimoji="0" lang="en-US" sz="10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63" name="Connector: Elbow 62">
            <a:extLst>
              <a:ext uri="{FF2B5EF4-FFF2-40B4-BE49-F238E27FC236}">
                <a16:creationId xmlns:a16="http://schemas.microsoft.com/office/drawing/2014/main" id="{201BB738-8D83-23DF-76C3-37664471C594}"/>
              </a:ext>
            </a:extLst>
          </p:cNvPr>
          <p:cNvCxnSpPr>
            <a:cxnSpLocks/>
          </p:cNvCxnSpPr>
          <p:nvPr/>
        </p:nvCxnSpPr>
        <p:spPr>
          <a:xfrm rot="16200000" flipH="1">
            <a:off x="2390029" y="3124177"/>
            <a:ext cx="584141" cy="156070"/>
          </a:xfrm>
          <a:prstGeom prst="bentConnector3">
            <a:avLst>
              <a:gd name="adj1" fmla="val 100966"/>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61D4108-4465-95AD-0E70-0C7ECE76D6B6}"/>
              </a:ext>
            </a:extLst>
          </p:cNvPr>
          <p:cNvCxnSpPr>
            <a:cxnSpLocks/>
          </p:cNvCxnSpPr>
          <p:nvPr/>
        </p:nvCxnSpPr>
        <p:spPr bwMode="gray">
          <a:xfrm flipH="1">
            <a:off x="1614319" y="2900112"/>
            <a:ext cx="51068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ECDF2385-8C4F-354F-399E-91E97DD0EBB9}"/>
              </a:ext>
            </a:extLst>
          </p:cNvPr>
          <p:cNvCxnSpPr>
            <a:cxnSpLocks/>
            <a:stCxn id="57" idx="3"/>
            <a:endCxn id="54" idx="1"/>
          </p:cNvCxnSpPr>
          <p:nvPr/>
        </p:nvCxnSpPr>
        <p:spPr>
          <a:xfrm flipV="1">
            <a:off x="4793397" y="1371339"/>
            <a:ext cx="303470" cy="13936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0C592186-CE6A-5370-4F6E-E99CAB3D532E}"/>
              </a:ext>
            </a:extLst>
          </p:cNvPr>
          <p:cNvCxnSpPr>
            <a:cxnSpLocks/>
            <a:stCxn id="57" idx="3"/>
            <a:endCxn id="53" idx="1"/>
          </p:cNvCxnSpPr>
          <p:nvPr/>
        </p:nvCxnSpPr>
        <p:spPr>
          <a:xfrm>
            <a:off x="4793397" y="1510707"/>
            <a:ext cx="303470" cy="15649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AutoShape 29">
            <a:extLst>
              <a:ext uri="{FF2B5EF4-FFF2-40B4-BE49-F238E27FC236}">
                <a16:creationId xmlns:a16="http://schemas.microsoft.com/office/drawing/2014/main" id="{CD7F5110-1F5D-047D-F5A7-B44DF018FF7B}"/>
              </a:ext>
            </a:extLst>
          </p:cNvPr>
          <p:cNvSpPr>
            <a:spLocks noChangeArrowheads="1"/>
          </p:cNvSpPr>
          <p:nvPr/>
        </p:nvSpPr>
        <p:spPr bwMode="gray">
          <a:xfrm>
            <a:off x="5096867" y="2218839"/>
            <a:ext cx="4328206" cy="278739"/>
          </a:xfrm>
          <a:prstGeom prst="rect">
            <a:avLst/>
          </a:prstGeom>
          <a:solidFill>
            <a:srgbClr val="969696"/>
          </a:solidFill>
          <a:ln w="9525" algn="ctr">
            <a:noFill/>
            <a:roun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a:ea typeface="+mn-ea"/>
                <a:cs typeface="+mn-cs"/>
              </a:rPr>
              <a:t>Placebo (n≈7)</a:t>
            </a:r>
          </a:p>
        </p:txBody>
      </p:sp>
      <p:sp>
        <p:nvSpPr>
          <p:cNvPr id="70" name="AutoShape 29">
            <a:extLst>
              <a:ext uri="{FF2B5EF4-FFF2-40B4-BE49-F238E27FC236}">
                <a16:creationId xmlns:a16="http://schemas.microsoft.com/office/drawing/2014/main" id="{AF533753-A9DB-BDE3-E2EE-94FA3F359A6C}"/>
              </a:ext>
            </a:extLst>
          </p:cNvPr>
          <p:cNvSpPr>
            <a:spLocks noChangeArrowheads="1"/>
          </p:cNvSpPr>
          <p:nvPr/>
        </p:nvSpPr>
        <p:spPr bwMode="gray">
          <a:xfrm>
            <a:off x="5096867" y="1922972"/>
            <a:ext cx="4328206" cy="278739"/>
          </a:xfrm>
          <a:prstGeom prst="rect">
            <a:avLst/>
          </a:prstGeom>
          <a:solidFill>
            <a:schemeClr val="accent2">
              <a:lumMod val="75000"/>
            </a:schemeClr>
          </a:solidFill>
          <a:ln w="9525" algn="ctr">
            <a:noFill/>
            <a:round/>
            <a:headEnd/>
            <a:tailEnd/>
          </a:ln>
          <a:effectLst/>
        </p:spPr>
        <p:txBody>
          <a:bodyPr anchor="ctr"/>
          <a:lstStyle/>
          <a:p>
            <a:pPr marL="0" marR="0" lvl="0" indent="0" algn="l" defTabSz="68575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BI 764198 (n≈14) </a:t>
            </a:r>
          </a:p>
        </p:txBody>
      </p:sp>
      <p:cxnSp>
        <p:nvCxnSpPr>
          <p:cNvPr id="71" name="Connector: Elbow 70">
            <a:extLst>
              <a:ext uri="{FF2B5EF4-FFF2-40B4-BE49-F238E27FC236}">
                <a16:creationId xmlns:a16="http://schemas.microsoft.com/office/drawing/2014/main" id="{AE3AEA49-CE08-FE92-11F1-24AF4A294FDA}"/>
              </a:ext>
            </a:extLst>
          </p:cNvPr>
          <p:cNvCxnSpPr>
            <a:cxnSpLocks/>
            <a:endCxn id="70" idx="1"/>
          </p:cNvCxnSpPr>
          <p:nvPr/>
        </p:nvCxnSpPr>
        <p:spPr>
          <a:xfrm flipV="1">
            <a:off x="4810951" y="2062342"/>
            <a:ext cx="285916" cy="87914"/>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C38A490F-F949-746E-B87B-B10A2D708028}"/>
              </a:ext>
            </a:extLst>
          </p:cNvPr>
          <p:cNvCxnSpPr>
            <a:cxnSpLocks/>
            <a:endCxn id="69" idx="1"/>
          </p:cNvCxnSpPr>
          <p:nvPr/>
        </p:nvCxnSpPr>
        <p:spPr>
          <a:xfrm>
            <a:off x="4810951" y="2150256"/>
            <a:ext cx="285916" cy="207953"/>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Rectangle: Rounded Corners 51">
            <a:extLst>
              <a:ext uri="{FF2B5EF4-FFF2-40B4-BE49-F238E27FC236}">
                <a16:creationId xmlns:a16="http://schemas.microsoft.com/office/drawing/2014/main" id="{8BA95467-A679-4A26-0E71-548ED8B92435}"/>
              </a:ext>
            </a:extLst>
          </p:cNvPr>
          <p:cNvSpPr/>
          <p:nvPr/>
        </p:nvSpPr>
        <p:spPr>
          <a:xfrm>
            <a:off x="9636418" y="2009120"/>
            <a:ext cx="2028446" cy="1747703"/>
          </a:xfrm>
          <a:prstGeom prst="rect">
            <a:avLst/>
          </a:prstGeom>
          <a:noFill/>
          <a:ln w="12700">
            <a:solidFill>
              <a:schemeClr val="bg2"/>
            </a:solidFill>
          </a:ln>
        </p:spPr>
        <p:txBody>
          <a:bodyPr wrap="square"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Primary endpoint</a:t>
            </a:r>
          </a:p>
          <a:p>
            <a:pPr marL="171446" marR="0" lvl="0" indent="-171446"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%-change in proteinuria</a:t>
            </a:r>
          </a:p>
          <a:p>
            <a:pPr marL="171446" marR="0" lvl="0" indent="-171446"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Responder analysis (defined by UPCR reduction threshold, e.g. 25%)</a:t>
            </a:r>
          </a:p>
        </p:txBody>
      </p:sp>
      <p:sp>
        <p:nvSpPr>
          <p:cNvPr id="84" name="Rectangle 83">
            <a:extLst>
              <a:ext uri="{FF2B5EF4-FFF2-40B4-BE49-F238E27FC236}">
                <a16:creationId xmlns:a16="http://schemas.microsoft.com/office/drawing/2014/main" id="{94A5C7BD-F92A-57E5-97B1-A7A07D56A93D}"/>
              </a:ext>
            </a:extLst>
          </p:cNvPr>
          <p:cNvSpPr/>
          <p:nvPr/>
        </p:nvSpPr>
        <p:spPr bwMode="gray">
          <a:xfrm>
            <a:off x="1832337" y="2716540"/>
            <a:ext cx="914400" cy="9144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600" b="0" i="0" u="none" strike="noStrike" kern="1200" cap="none" spc="0" normalizeH="0" baseline="0" noProof="0">
                <a:ln>
                  <a:noFill/>
                </a:ln>
                <a:solidFill>
                  <a:prstClr val="black"/>
                </a:solidFill>
                <a:effectLst/>
                <a:uLnTx/>
                <a:uFillTx/>
                <a:latin typeface="Boehringer Forward Text"/>
                <a:ea typeface="+mn-ea"/>
                <a:cs typeface="+mn-cs"/>
              </a:rPr>
              <a:t>2:1</a:t>
            </a:r>
          </a:p>
        </p:txBody>
      </p:sp>
      <p:sp>
        <p:nvSpPr>
          <p:cNvPr id="2" name="Foliennummernplatzhalter 3">
            <a:extLst>
              <a:ext uri="{FF2B5EF4-FFF2-40B4-BE49-F238E27FC236}">
                <a16:creationId xmlns:a16="http://schemas.microsoft.com/office/drawing/2014/main" id="{964342D6-662F-CE3C-9E15-4C8E8B322259}"/>
              </a:ext>
            </a:extLst>
          </p:cNvPr>
          <p:cNvSpPr txBox="1">
            <a:spLocks/>
          </p:cNvSpPr>
          <p:nvPr/>
        </p:nvSpPr>
        <p:spPr>
          <a:xfrm>
            <a:off x="11424592" y="6523061"/>
            <a:ext cx="367358" cy="288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prstClr val="black"/>
                </a:solidFill>
                <a:effectLst/>
                <a:uLnTx/>
                <a:uFillTx/>
                <a:latin typeface="Boehringer Forward Tex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Footer Placeholder 4">
            <a:extLst>
              <a:ext uri="{FF2B5EF4-FFF2-40B4-BE49-F238E27FC236}">
                <a16:creationId xmlns:a16="http://schemas.microsoft.com/office/drawing/2014/main" id="{857916B5-A3D5-1827-3773-181BBCC50EAD}"/>
              </a:ext>
            </a:extLst>
          </p:cNvPr>
          <p:cNvSpPr txBox="1">
            <a:spLocks/>
          </p:cNvSpPr>
          <p:nvPr/>
        </p:nvSpPr>
        <p:spPr>
          <a:xfrm>
            <a:off x="6312024" y="6513536"/>
            <a:ext cx="5040560" cy="288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Boehringer Forward Text"/>
                <a:ea typeface="+mn-ea"/>
                <a:cs typeface="+mn-cs"/>
              </a:rPr>
              <a:t>CONFIDENTIAL</a:t>
            </a:r>
          </a:p>
        </p:txBody>
      </p:sp>
      <p:sp>
        <p:nvSpPr>
          <p:cNvPr id="4" name="AutoShape 29">
            <a:extLst>
              <a:ext uri="{FF2B5EF4-FFF2-40B4-BE49-F238E27FC236}">
                <a16:creationId xmlns:a16="http://schemas.microsoft.com/office/drawing/2014/main" id="{0DB938B9-17A0-BDFB-F326-9A9E3C07C623}"/>
              </a:ext>
            </a:extLst>
          </p:cNvPr>
          <p:cNvSpPr>
            <a:spLocks noChangeArrowheads="1"/>
          </p:cNvSpPr>
          <p:nvPr/>
        </p:nvSpPr>
        <p:spPr bwMode="gray">
          <a:xfrm>
            <a:off x="2756784" y="3247154"/>
            <a:ext cx="2043900" cy="547648"/>
          </a:xfrm>
          <a:prstGeom prst="rect">
            <a:avLst/>
          </a:prstGeom>
          <a:solidFill>
            <a:srgbClr val="EFEEEB"/>
          </a:solidFill>
          <a:ln w="9525" algn="ctr">
            <a:solidFill>
              <a:schemeClr val="tx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Steroid-naïve MCD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Disease continuum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 1.0 g/g</a:t>
            </a:r>
          </a:p>
        </p:txBody>
      </p:sp>
      <p:sp>
        <p:nvSpPr>
          <p:cNvPr id="6" name="AutoShape 29">
            <a:extLst>
              <a:ext uri="{FF2B5EF4-FFF2-40B4-BE49-F238E27FC236}">
                <a16:creationId xmlns:a16="http://schemas.microsoft.com/office/drawing/2014/main" id="{2FA5B1F7-43E6-168C-0986-B799F0A45AA5}"/>
              </a:ext>
            </a:extLst>
          </p:cNvPr>
          <p:cNvSpPr>
            <a:spLocks noChangeArrowheads="1"/>
          </p:cNvSpPr>
          <p:nvPr/>
        </p:nvSpPr>
        <p:spPr bwMode="gray">
          <a:xfrm>
            <a:off x="2756784" y="3913643"/>
            <a:ext cx="2043900" cy="547648"/>
          </a:xfrm>
          <a:prstGeom prst="rect">
            <a:avLst/>
          </a:prstGeom>
          <a:solidFill>
            <a:srgbClr val="EFEEEB"/>
          </a:solidFill>
          <a:ln w="9525" algn="ctr">
            <a:solidFill>
              <a:schemeClr val="tx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TR-MN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TRPC6 dysregulation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 1.0 g/g</a:t>
            </a:r>
          </a:p>
        </p:txBody>
      </p:sp>
      <p:cxnSp>
        <p:nvCxnSpPr>
          <p:cNvPr id="23" name="Gerader Verbinder 22">
            <a:extLst>
              <a:ext uri="{FF2B5EF4-FFF2-40B4-BE49-F238E27FC236}">
                <a16:creationId xmlns:a16="http://schemas.microsoft.com/office/drawing/2014/main" id="{497CB276-088A-F626-DDE8-EB3C0463BD6E}"/>
              </a:ext>
            </a:extLst>
          </p:cNvPr>
          <p:cNvCxnSpPr/>
          <p:nvPr/>
        </p:nvCxnSpPr>
        <p:spPr bwMode="gray">
          <a:xfrm>
            <a:off x="2604064" y="2903397"/>
            <a:ext cx="306394"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AutoShape 29">
            <a:extLst>
              <a:ext uri="{FF2B5EF4-FFF2-40B4-BE49-F238E27FC236}">
                <a16:creationId xmlns:a16="http://schemas.microsoft.com/office/drawing/2014/main" id="{52F16D2A-48CA-ACDA-45BA-9A5E8CE337B0}"/>
              </a:ext>
            </a:extLst>
          </p:cNvPr>
          <p:cNvSpPr>
            <a:spLocks noChangeArrowheads="1"/>
          </p:cNvSpPr>
          <p:nvPr/>
        </p:nvSpPr>
        <p:spPr bwMode="gray">
          <a:xfrm>
            <a:off x="2749501" y="2571872"/>
            <a:ext cx="2043900" cy="547648"/>
          </a:xfrm>
          <a:prstGeom prst="rect">
            <a:avLst/>
          </a:prstGeom>
          <a:solidFill>
            <a:srgbClr val="EFEEEB"/>
          </a:solidFill>
          <a:ln w="9525" algn="ctr">
            <a:solidFill>
              <a:schemeClr val="tx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Alport Syndrome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Boehringer Forward Text"/>
                <a:ea typeface="+mn-ea"/>
                <a:cs typeface="+mn-cs"/>
              </a:rPr>
              <a:t>Podocyte involvement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UPCR &gt; 500 mg/g</a:t>
            </a:r>
          </a:p>
        </p:txBody>
      </p:sp>
      <p:cxnSp>
        <p:nvCxnSpPr>
          <p:cNvPr id="26" name="Verbinder: gewinkelt 25">
            <a:extLst>
              <a:ext uri="{FF2B5EF4-FFF2-40B4-BE49-F238E27FC236}">
                <a16:creationId xmlns:a16="http://schemas.microsoft.com/office/drawing/2014/main" id="{03F9512C-3BCD-0CAA-FCA4-47555B977EA6}"/>
              </a:ext>
            </a:extLst>
          </p:cNvPr>
          <p:cNvCxnSpPr>
            <a:endCxn id="57" idx="1"/>
          </p:cNvCxnSpPr>
          <p:nvPr/>
        </p:nvCxnSpPr>
        <p:spPr bwMode="gray">
          <a:xfrm rot="5400000" flipH="1" flipV="1">
            <a:off x="2361202" y="1753570"/>
            <a:ext cx="648587" cy="162863"/>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nector: Elbow 62">
            <a:extLst>
              <a:ext uri="{FF2B5EF4-FFF2-40B4-BE49-F238E27FC236}">
                <a16:creationId xmlns:a16="http://schemas.microsoft.com/office/drawing/2014/main" id="{56659562-0E01-39CC-A7AE-363A99FDBD14}"/>
              </a:ext>
            </a:extLst>
          </p:cNvPr>
          <p:cNvCxnSpPr>
            <a:cxnSpLocks/>
          </p:cNvCxnSpPr>
          <p:nvPr/>
        </p:nvCxnSpPr>
        <p:spPr>
          <a:xfrm rot="16200000" flipH="1">
            <a:off x="2382938" y="3723139"/>
            <a:ext cx="584141" cy="156070"/>
          </a:xfrm>
          <a:prstGeom prst="bentConnector3">
            <a:avLst>
              <a:gd name="adj1" fmla="val 100966"/>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AutoShape 29">
            <a:extLst>
              <a:ext uri="{FF2B5EF4-FFF2-40B4-BE49-F238E27FC236}">
                <a16:creationId xmlns:a16="http://schemas.microsoft.com/office/drawing/2014/main" id="{49787DB1-D1C7-5BD2-38DE-4D8FD241A5C8}"/>
              </a:ext>
            </a:extLst>
          </p:cNvPr>
          <p:cNvSpPr>
            <a:spLocks noChangeArrowheads="1"/>
          </p:cNvSpPr>
          <p:nvPr/>
        </p:nvSpPr>
        <p:spPr bwMode="gray">
          <a:xfrm>
            <a:off x="5096867" y="4189626"/>
            <a:ext cx="4328206" cy="278739"/>
          </a:xfrm>
          <a:prstGeom prst="rect">
            <a:avLst/>
          </a:prstGeom>
          <a:solidFill>
            <a:srgbClr val="969696"/>
          </a:solidFill>
          <a:ln w="9525" algn="ctr">
            <a:noFill/>
            <a:roun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a:ea typeface="+mn-ea"/>
                <a:cs typeface="+mn-cs"/>
              </a:rPr>
              <a:t>Placebo (n≈7)</a:t>
            </a:r>
          </a:p>
        </p:txBody>
      </p:sp>
      <p:sp>
        <p:nvSpPr>
          <p:cNvPr id="31" name="AutoShape 29">
            <a:extLst>
              <a:ext uri="{FF2B5EF4-FFF2-40B4-BE49-F238E27FC236}">
                <a16:creationId xmlns:a16="http://schemas.microsoft.com/office/drawing/2014/main" id="{C0780EF6-F0A1-D7B6-A6C7-F6AA1379F5E1}"/>
              </a:ext>
            </a:extLst>
          </p:cNvPr>
          <p:cNvSpPr>
            <a:spLocks noChangeArrowheads="1"/>
          </p:cNvSpPr>
          <p:nvPr/>
        </p:nvSpPr>
        <p:spPr bwMode="gray">
          <a:xfrm>
            <a:off x="5096867" y="3893759"/>
            <a:ext cx="4328206" cy="278739"/>
          </a:xfrm>
          <a:prstGeom prst="rect">
            <a:avLst/>
          </a:prstGeom>
          <a:solidFill>
            <a:schemeClr val="accent2">
              <a:lumMod val="75000"/>
            </a:schemeClr>
          </a:solidFill>
          <a:ln w="9525" algn="ctr">
            <a:noFill/>
            <a:round/>
            <a:headEnd/>
            <a:tailEnd/>
          </a:ln>
          <a:effectLst/>
        </p:spPr>
        <p:txBody>
          <a:bodyPr anchor="ctr"/>
          <a:lstStyle/>
          <a:p>
            <a:pPr marL="0" marR="0" lvl="0" indent="0" algn="l" defTabSz="68575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BI 764198 (n≈14) </a:t>
            </a:r>
          </a:p>
        </p:txBody>
      </p:sp>
      <p:cxnSp>
        <p:nvCxnSpPr>
          <p:cNvPr id="32" name="Connector: Elbow 65">
            <a:extLst>
              <a:ext uri="{FF2B5EF4-FFF2-40B4-BE49-F238E27FC236}">
                <a16:creationId xmlns:a16="http://schemas.microsoft.com/office/drawing/2014/main" id="{440CB87B-6A30-5B61-B587-FCBCBFDA578D}"/>
              </a:ext>
            </a:extLst>
          </p:cNvPr>
          <p:cNvCxnSpPr>
            <a:cxnSpLocks/>
            <a:endCxn id="31" idx="1"/>
          </p:cNvCxnSpPr>
          <p:nvPr/>
        </p:nvCxnSpPr>
        <p:spPr>
          <a:xfrm flipV="1">
            <a:off x="4803665" y="4033129"/>
            <a:ext cx="293202" cy="13936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nector: Elbow 66">
            <a:extLst>
              <a:ext uri="{FF2B5EF4-FFF2-40B4-BE49-F238E27FC236}">
                <a16:creationId xmlns:a16="http://schemas.microsoft.com/office/drawing/2014/main" id="{A01464C0-D4FA-B387-4890-04A28BA27DE0}"/>
              </a:ext>
            </a:extLst>
          </p:cNvPr>
          <p:cNvCxnSpPr>
            <a:cxnSpLocks/>
            <a:endCxn id="30" idx="1"/>
          </p:cNvCxnSpPr>
          <p:nvPr/>
        </p:nvCxnSpPr>
        <p:spPr>
          <a:xfrm>
            <a:off x="4803665" y="4172497"/>
            <a:ext cx="293202" cy="15649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AutoShape 29">
            <a:extLst>
              <a:ext uri="{FF2B5EF4-FFF2-40B4-BE49-F238E27FC236}">
                <a16:creationId xmlns:a16="http://schemas.microsoft.com/office/drawing/2014/main" id="{3B5D3065-1DEA-A25D-A593-DC67E14870EF}"/>
              </a:ext>
            </a:extLst>
          </p:cNvPr>
          <p:cNvSpPr>
            <a:spLocks noChangeArrowheads="1"/>
          </p:cNvSpPr>
          <p:nvPr/>
        </p:nvSpPr>
        <p:spPr bwMode="gray">
          <a:xfrm>
            <a:off x="5096867" y="3542667"/>
            <a:ext cx="4328206" cy="278739"/>
          </a:xfrm>
          <a:prstGeom prst="rect">
            <a:avLst/>
          </a:prstGeom>
          <a:solidFill>
            <a:srgbClr val="969696"/>
          </a:solidFill>
          <a:ln w="9525" algn="ctr">
            <a:noFill/>
            <a:roun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a:ea typeface="+mn-ea"/>
                <a:cs typeface="+mn-cs"/>
              </a:rPr>
              <a:t>Placebo on top of steroids (n≈7)</a:t>
            </a:r>
          </a:p>
        </p:txBody>
      </p:sp>
      <p:sp>
        <p:nvSpPr>
          <p:cNvPr id="35" name="AutoShape 29">
            <a:extLst>
              <a:ext uri="{FF2B5EF4-FFF2-40B4-BE49-F238E27FC236}">
                <a16:creationId xmlns:a16="http://schemas.microsoft.com/office/drawing/2014/main" id="{39BEDE04-5070-9AEF-BCEB-FAC1C2AAAD82}"/>
              </a:ext>
            </a:extLst>
          </p:cNvPr>
          <p:cNvSpPr>
            <a:spLocks noChangeArrowheads="1"/>
          </p:cNvSpPr>
          <p:nvPr/>
        </p:nvSpPr>
        <p:spPr bwMode="gray">
          <a:xfrm>
            <a:off x="5096867" y="3246800"/>
            <a:ext cx="4328206" cy="278739"/>
          </a:xfrm>
          <a:prstGeom prst="rect">
            <a:avLst/>
          </a:prstGeom>
          <a:solidFill>
            <a:schemeClr val="accent2">
              <a:lumMod val="75000"/>
            </a:schemeClr>
          </a:solidFill>
          <a:ln w="9525" algn="ctr">
            <a:noFill/>
            <a:round/>
            <a:headEnd/>
            <a:tailEnd/>
          </a:ln>
          <a:effectLst/>
        </p:spPr>
        <p:txBody>
          <a:bodyPr anchor="ctr"/>
          <a:lstStyle/>
          <a:p>
            <a:pPr marL="0" marR="0" lvl="0" indent="0" algn="l" defTabSz="68575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BI 764198 on top steroids (n≈14) </a:t>
            </a:r>
          </a:p>
        </p:txBody>
      </p:sp>
      <p:cxnSp>
        <p:nvCxnSpPr>
          <p:cNvPr id="36" name="Connector: Elbow 65">
            <a:extLst>
              <a:ext uri="{FF2B5EF4-FFF2-40B4-BE49-F238E27FC236}">
                <a16:creationId xmlns:a16="http://schemas.microsoft.com/office/drawing/2014/main" id="{5858D5E8-00FB-0061-4EAC-A7FDBCE1BF9A}"/>
              </a:ext>
            </a:extLst>
          </p:cNvPr>
          <p:cNvCxnSpPr>
            <a:cxnSpLocks/>
            <a:endCxn id="35" idx="1"/>
          </p:cNvCxnSpPr>
          <p:nvPr/>
        </p:nvCxnSpPr>
        <p:spPr>
          <a:xfrm flipV="1">
            <a:off x="4803665" y="3386170"/>
            <a:ext cx="293202" cy="13936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or: Elbow 66">
            <a:extLst>
              <a:ext uri="{FF2B5EF4-FFF2-40B4-BE49-F238E27FC236}">
                <a16:creationId xmlns:a16="http://schemas.microsoft.com/office/drawing/2014/main" id="{636A3507-8171-E0ED-56DE-9E2F93D1E633}"/>
              </a:ext>
            </a:extLst>
          </p:cNvPr>
          <p:cNvCxnSpPr>
            <a:cxnSpLocks/>
            <a:endCxn id="34" idx="1"/>
          </p:cNvCxnSpPr>
          <p:nvPr/>
        </p:nvCxnSpPr>
        <p:spPr>
          <a:xfrm>
            <a:off x="4803665" y="3525538"/>
            <a:ext cx="293202" cy="15649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AutoShape 29">
            <a:extLst>
              <a:ext uri="{FF2B5EF4-FFF2-40B4-BE49-F238E27FC236}">
                <a16:creationId xmlns:a16="http://schemas.microsoft.com/office/drawing/2014/main" id="{97A9A004-777E-AE2C-8F02-8CC7EEF0F068}"/>
              </a:ext>
            </a:extLst>
          </p:cNvPr>
          <p:cNvSpPr>
            <a:spLocks noChangeArrowheads="1"/>
          </p:cNvSpPr>
          <p:nvPr/>
        </p:nvSpPr>
        <p:spPr bwMode="gray">
          <a:xfrm>
            <a:off x="5115808" y="2874072"/>
            <a:ext cx="4328206" cy="278739"/>
          </a:xfrm>
          <a:prstGeom prst="rect">
            <a:avLst/>
          </a:prstGeom>
          <a:solidFill>
            <a:srgbClr val="969696"/>
          </a:solidFill>
          <a:ln w="9525" algn="ctr">
            <a:noFill/>
            <a:roun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a:ea typeface="+mn-ea"/>
                <a:cs typeface="+mn-cs"/>
              </a:rPr>
              <a:t>Placebo (n≈7)</a:t>
            </a:r>
          </a:p>
        </p:txBody>
      </p:sp>
      <p:sp>
        <p:nvSpPr>
          <p:cNvPr id="39" name="AutoShape 29">
            <a:extLst>
              <a:ext uri="{FF2B5EF4-FFF2-40B4-BE49-F238E27FC236}">
                <a16:creationId xmlns:a16="http://schemas.microsoft.com/office/drawing/2014/main" id="{0AF5FB51-6C28-3A05-3081-1DB56922142B}"/>
              </a:ext>
            </a:extLst>
          </p:cNvPr>
          <p:cNvSpPr>
            <a:spLocks noChangeArrowheads="1"/>
          </p:cNvSpPr>
          <p:nvPr/>
        </p:nvSpPr>
        <p:spPr bwMode="gray">
          <a:xfrm>
            <a:off x="5115808" y="2578205"/>
            <a:ext cx="4328206" cy="278739"/>
          </a:xfrm>
          <a:prstGeom prst="rect">
            <a:avLst/>
          </a:prstGeom>
          <a:solidFill>
            <a:schemeClr val="accent2">
              <a:lumMod val="75000"/>
            </a:schemeClr>
          </a:solidFill>
          <a:ln w="9525" algn="ctr">
            <a:noFill/>
            <a:round/>
            <a:headEnd/>
            <a:tailEnd/>
          </a:ln>
          <a:effectLst/>
        </p:spPr>
        <p:txBody>
          <a:bodyPr anchor="ctr"/>
          <a:lstStyle/>
          <a:p>
            <a:pPr marL="0" marR="0" lvl="0" indent="0" algn="l" defTabSz="68575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BI 764198 (n≈14) </a:t>
            </a:r>
          </a:p>
        </p:txBody>
      </p:sp>
      <p:cxnSp>
        <p:nvCxnSpPr>
          <p:cNvPr id="40" name="Connector: Elbow 65">
            <a:extLst>
              <a:ext uri="{FF2B5EF4-FFF2-40B4-BE49-F238E27FC236}">
                <a16:creationId xmlns:a16="http://schemas.microsoft.com/office/drawing/2014/main" id="{219ACC70-822C-4384-3153-5E1B212822D9}"/>
              </a:ext>
            </a:extLst>
          </p:cNvPr>
          <p:cNvCxnSpPr>
            <a:cxnSpLocks/>
            <a:endCxn id="39" idx="1"/>
          </p:cNvCxnSpPr>
          <p:nvPr/>
        </p:nvCxnSpPr>
        <p:spPr>
          <a:xfrm flipV="1">
            <a:off x="4822606" y="2717575"/>
            <a:ext cx="293202" cy="139368"/>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Connector: Elbow 66">
            <a:extLst>
              <a:ext uri="{FF2B5EF4-FFF2-40B4-BE49-F238E27FC236}">
                <a16:creationId xmlns:a16="http://schemas.microsoft.com/office/drawing/2014/main" id="{2B763F42-0C5F-6F7B-B000-79367C04615C}"/>
              </a:ext>
            </a:extLst>
          </p:cNvPr>
          <p:cNvCxnSpPr>
            <a:cxnSpLocks/>
            <a:endCxn id="38" idx="1"/>
          </p:cNvCxnSpPr>
          <p:nvPr/>
        </p:nvCxnSpPr>
        <p:spPr>
          <a:xfrm>
            <a:off x="4822606" y="2856943"/>
            <a:ext cx="293202" cy="156499"/>
          </a:xfrm>
          <a:prstGeom prst="bentConnector3">
            <a:avLst>
              <a:gd name="adj1"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7D15839A-85EB-EBE2-B73C-ED25757CF0D5}"/>
              </a:ext>
            </a:extLst>
          </p:cNvPr>
          <p:cNvCxnSpPr/>
          <p:nvPr/>
        </p:nvCxnSpPr>
        <p:spPr bwMode="gray">
          <a:xfrm>
            <a:off x="5096867" y="4664472"/>
            <a:ext cx="4328206" cy="0"/>
          </a:xfrm>
          <a:prstGeom prst="line">
            <a:avLst/>
          </a:prstGeom>
          <a:ln/>
        </p:spPr>
        <p:style>
          <a:lnRef idx="1">
            <a:schemeClr val="dk1"/>
          </a:lnRef>
          <a:fillRef idx="0">
            <a:schemeClr val="dk1"/>
          </a:fillRef>
          <a:effectRef idx="0">
            <a:schemeClr val="dk1"/>
          </a:effectRef>
          <a:fontRef idx="minor">
            <a:schemeClr val="tx1"/>
          </a:fontRef>
        </p:style>
      </p:cxnSp>
      <p:cxnSp>
        <p:nvCxnSpPr>
          <p:cNvPr id="19" name="Gerader Verbinder 18">
            <a:extLst>
              <a:ext uri="{FF2B5EF4-FFF2-40B4-BE49-F238E27FC236}">
                <a16:creationId xmlns:a16="http://schemas.microsoft.com/office/drawing/2014/main" id="{DF40A2FB-5025-71DB-3070-398FEDE5C105}"/>
              </a:ext>
            </a:extLst>
          </p:cNvPr>
          <p:cNvCxnSpPr/>
          <p:nvPr/>
        </p:nvCxnSpPr>
        <p:spPr bwMode="gray">
          <a:xfrm>
            <a:off x="5096867" y="4520634"/>
            <a:ext cx="0" cy="28767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AEE1C7E-7072-78C6-403F-C35973D8DA5F}"/>
              </a:ext>
            </a:extLst>
          </p:cNvPr>
          <p:cNvCxnSpPr/>
          <p:nvPr/>
        </p:nvCxnSpPr>
        <p:spPr bwMode="gray">
          <a:xfrm>
            <a:off x="9425073" y="4520634"/>
            <a:ext cx="0" cy="28767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feld 20">
            <a:extLst>
              <a:ext uri="{FF2B5EF4-FFF2-40B4-BE49-F238E27FC236}">
                <a16:creationId xmlns:a16="http://schemas.microsoft.com/office/drawing/2014/main" id="{2DB870AA-ED14-4520-3F87-A794B82C6C25}"/>
              </a:ext>
            </a:extLst>
          </p:cNvPr>
          <p:cNvSpPr txBox="1"/>
          <p:nvPr/>
        </p:nvSpPr>
        <p:spPr bwMode="gray">
          <a:xfrm>
            <a:off x="6726070" y="4677818"/>
            <a:ext cx="901850" cy="31592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600" b="0" i="0" u="none" strike="noStrike" kern="1200" cap="none" spc="0" normalizeH="0" baseline="0" noProof="0">
                <a:ln>
                  <a:noFill/>
                </a:ln>
                <a:solidFill>
                  <a:prstClr val="black"/>
                </a:solidFill>
                <a:effectLst/>
                <a:uLnTx/>
                <a:uFillTx/>
                <a:latin typeface="Boehringer Forward Text"/>
                <a:ea typeface="+mn-ea"/>
                <a:cs typeface="+mn-cs"/>
              </a:rPr>
              <a:t>20 </a:t>
            </a:r>
            <a:r>
              <a:rPr kumimoji="0" lang="de-DE" sz="1600" b="0" i="0" u="none" strike="noStrike" kern="1200" cap="none" spc="0" normalizeH="0" baseline="0" noProof="0" err="1">
                <a:ln>
                  <a:noFill/>
                </a:ln>
                <a:solidFill>
                  <a:prstClr val="black"/>
                </a:solidFill>
                <a:effectLst/>
                <a:uLnTx/>
                <a:uFillTx/>
                <a:latin typeface="Boehringer Forward Text"/>
                <a:ea typeface="+mn-ea"/>
                <a:cs typeface="+mn-cs"/>
              </a:rPr>
              <a:t>weeks</a:t>
            </a: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Rechteck: abgerundete Ecken 21">
            <a:extLst>
              <a:ext uri="{FF2B5EF4-FFF2-40B4-BE49-F238E27FC236}">
                <a16:creationId xmlns:a16="http://schemas.microsoft.com/office/drawing/2014/main" id="{6D842A0B-8AE5-2DED-F0EF-29D23B5BB7AC}"/>
              </a:ext>
            </a:extLst>
          </p:cNvPr>
          <p:cNvSpPr/>
          <p:nvPr/>
        </p:nvSpPr>
        <p:spPr bwMode="gray">
          <a:xfrm>
            <a:off x="295563" y="5067449"/>
            <a:ext cx="5644365" cy="1175161"/>
          </a:xfrm>
          <a:prstGeom prst="roundRect">
            <a:avLst/>
          </a:prstGeom>
          <a:solidFill>
            <a:schemeClr val="accent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Inclusion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a:ln>
                  <a:noFill/>
                </a:ln>
                <a:solidFill>
                  <a:prstClr val="black"/>
                </a:solidFill>
                <a:effectLst/>
                <a:uLnTx/>
                <a:uFillTx/>
                <a:latin typeface="Boehringer Forward Text"/>
                <a:ea typeface="+mn-ea"/>
                <a:cs typeface="+mn-cs"/>
              </a:rPr>
              <a:t>Age ≥18 (≥12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for</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Alport</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Cohort</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outside EMA)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Biopsy</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proven</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disease</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genetic</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diagnosis</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in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Alport</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sufficient</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1200" b="0" i="0" u="none" strike="noStrike" kern="1200" cap="none" spc="0" normalizeH="0" baseline="0" noProof="0">
              <a:ln>
                <a:noFill/>
              </a:ln>
              <a:solidFill>
                <a:prstClr val="black"/>
              </a:solidFill>
              <a:effectLst/>
              <a:uLnTx/>
              <a:uFillTx/>
              <a:latin typeface="Boehringer Forward Tex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eGFR</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≥25 ml/min/1.73m2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Optimized</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and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stable</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SoC</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including</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RAASi, SGLT2i and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immunosuppressives</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if</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0" i="0" u="none" strike="noStrike" kern="1200" cap="none" spc="0" normalizeH="0" baseline="0" noProof="0" err="1">
                <a:ln>
                  <a:noFill/>
                </a:ln>
                <a:solidFill>
                  <a:prstClr val="black"/>
                </a:solidFill>
                <a:effectLst/>
                <a:uLnTx/>
                <a:uFillTx/>
                <a:latin typeface="Boehringer Forward Text"/>
                <a:ea typeface="+mn-ea"/>
                <a:cs typeface="+mn-cs"/>
              </a:rPr>
              <a:t>indicated</a:t>
            </a:r>
            <a:r>
              <a:rPr kumimoji="0" lang="de-DE" sz="1200" b="0" i="0" u="none" strike="noStrike" kern="1200" cap="none" spc="0" normalizeH="0" baseline="0" noProof="0">
                <a:ln>
                  <a:noFill/>
                </a:ln>
                <a:solidFill>
                  <a:prstClr val="black"/>
                </a:solidFill>
                <a:effectLst/>
                <a:uLnTx/>
                <a:uFillTx/>
                <a:latin typeface="Boehringer Forward Text"/>
                <a:ea typeface="+mn-ea"/>
                <a:cs typeface="+mn-cs"/>
              </a:rPr>
              <a:t>)</a:t>
            </a:r>
          </a:p>
        </p:txBody>
      </p:sp>
      <p:sp>
        <p:nvSpPr>
          <p:cNvPr id="25" name="Rechteck: abgerundete Ecken 24">
            <a:extLst>
              <a:ext uri="{FF2B5EF4-FFF2-40B4-BE49-F238E27FC236}">
                <a16:creationId xmlns:a16="http://schemas.microsoft.com/office/drawing/2014/main" id="{E9FB4A20-B15D-CAA9-D282-9175A0166C16}"/>
              </a:ext>
            </a:extLst>
          </p:cNvPr>
          <p:cNvSpPr/>
          <p:nvPr/>
        </p:nvSpPr>
        <p:spPr bwMode="gray">
          <a:xfrm>
            <a:off x="6096000" y="5076336"/>
            <a:ext cx="5644365" cy="1175161"/>
          </a:xfrm>
          <a:prstGeom prst="roundRect">
            <a:avLst/>
          </a:prstGeom>
          <a:solidFill>
            <a:schemeClr val="accent6"/>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Exclusion</a:t>
            </a:r>
            <a:r>
              <a:rPr kumimoji="0" lang="de-DE" sz="1200" b="1" i="0" u="none" strike="noStrike" kern="1200" cap="none" spc="0" normalizeH="0" baseline="0" noProof="0">
                <a:ln>
                  <a:noFill/>
                </a:ln>
                <a:solidFill>
                  <a:prstClr val="black"/>
                </a:solidFill>
                <a:effectLst/>
                <a:uLnTx/>
                <a:uFillTx/>
                <a:latin typeface="Boehringer Forward Text"/>
                <a:ea typeface="+mn-ea"/>
                <a:cs typeface="+mn-cs"/>
              </a:rPr>
              <a:t> </a:t>
            </a:r>
            <a:r>
              <a:rPr kumimoji="0" lang="de-DE" sz="1200" b="1" i="0" u="none" strike="noStrike" kern="1200" cap="none" spc="0" normalizeH="0" baseline="0" noProof="0" err="1">
                <a:ln>
                  <a:noFill/>
                </a:ln>
                <a:solidFill>
                  <a:prstClr val="black"/>
                </a:solidFill>
                <a:effectLst/>
                <a:uLnTx/>
                <a:uFillTx/>
                <a:latin typeface="Boehringer Forward Text"/>
                <a:ea typeface="+mn-ea"/>
                <a:cs typeface="+mn-cs"/>
              </a:rPr>
              <a:t>Criteria</a:t>
            </a:r>
            <a:endParaRPr kumimoji="0" lang="de-DE" sz="1200" b="1" i="0" u="none" strike="noStrike" kern="1200" cap="none" spc="0" normalizeH="0" baseline="0" noProof="0">
              <a:ln>
                <a:noFill/>
              </a:ln>
              <a:solidFill>
                <a:prstClr val="black"/>
              </a:solidFill>
              <a:effectLst/>
              <a:uLnTx/>
              <a:uFillTx/>
              <a:latin typeface="Boehringer Forward Text"/>
              <a:ea typeface="+mn-ea"/>
              <a:cs typeface="+mn-cs"/>
            </a:endParaRP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rapid progressive kidney disease as measured by eGFR loss ≥ 50% over a period of 3 months prior to Screening</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Boehringer Forward Text"/>
              <a:ea typeface="+mn-ea"/>
              <a:cs typeface="+mn-cs"/>
            </a:endParaRP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History of kidney transplant or planned kidney transplant </a:t>
            </a:r>
          </a:p>
          <a:p>
            <a:pPr marL="170815" marR="0" lvl="0" indent="-170815" algn="l" defTabSz="121908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1200" cap="none" spc="0" normalizeH="0" baseline="0" noProof="0" err="1">
                <a:ln>
                  <a:noFill/>
                </a:ln>
                <a:solidFill>
                  <a:prstClr val="black"/>
                </a:solidFill>
                <a:effectLst/>
                <a:uLnTx/>
                <a:uFillTx/>
                <a:latin typeface="Boehringer Forward Text"/>
                <a:ea typeface="+mn-ea"/>
                <a:cs typeface="+mn-cs"/>
              </a:rPr>
              <a:t>i.v.</a:t>
            </a:r>
            <a:r>
              <a:rPr kumimoji="0" lang="en-US" sz="1200" b="0" i="0" u="none" strike="noStrike" kern="1200" cap="none" spc="0" normalizeH="0" baseline="0" noProof="0">
                <a:ln>
                  <a:noFill/>
                </a:ln>
                <a:solidFill>
                  <a:prstClr val="black"/>
                </a:solidFill>
                <a:effectLst/>
                <a:uLnTx/>
                <a:uFillTx/>
                <a:latin typeface="Boehringer Forward Text"/>
                <a:ea typeface="+mn-ea"/>
                <a:cs typeface="+mn-cs"/>
              </a:rPr>
              <a:t> immunosuppressive treatment ≤6 months</a:t>
            </a:r>
          </a:p>
        </p:txBody>
      </p:sp>
      <p:sp>
        <p:nvSpPr>
          <p:cNvPr id="27" name="Rechteck: abgerundete Ecken 26">
            <a:extLst>
              <a:ext uri="{FF2B5EF4-FFF2-40B4-BE49-F238E27FC236}">
                <a16:creationId xmlns:a16="http://schemas.microsoft.com/office/drawing/2014/main" id="{62E505A5-DD9C-F8A7-F69C-3E97D9764B6E}"/>
              </a:ext>
            </a:extLst>
          </p:cNvPr>
          <p:cNvSpPr/>
          <p:nvPr/>
        </p:nvSpPr>
        <p:spPr bwMode="gray">
          <a:xfrm rot="1332692">
            <a:off x="9950778" y="364631"/>
            <a:ext cx="2167576" cy="991296"/>
          </a:xfrm>
          <a:prstGeom prst="roundRect">
            <a:avLst/>
          </a:prstGeom>
          <a:solidFill>
            <a:schemeClr val="accent5"/>
          </a:solid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600" b="0" i="0" u="none" strike="noStrike" kern="1200" cap="none" spc="0" normalizeH="0" baseline="0" noProof="0" err="1">
                <a:ln>
                  <a:noFill/>
                </a:ln>
                <a:solidFill>
                  <a:prstClr val="black"/>
                </a:solidFill>
                <a:effectLst/>
                <a:uLnTx/>
                <a:uFillTx/>
                <a:latin typeface="Boehringer Forward Text"/>
                <a:ea typeface="+mn-ea"/>
                <a:cs typeface="+mn-cs"/>
              </a:rPr>
              <a:t>Preliminary</a:t>
            </a:r>
            <a:r>
              <a:rPr kumimoji="0" lang="de-DE" sz="1600" b="0" i="0" u="none" strike="noStrike" kern="1200" cap="none" spc="0" normalizeH="0" baseline="0" noProof="0">
                <a:ln>
                  <a:noFill/>
                </a:ln>
                <a:solidFill>
                  <a:prstClr val="black"/>
                </a:solidFill>
                <a:effectLst/>
                <a:uLnTx/>
                <a:uFillTx/>
                <a:latin typeface="Boehringer Forward Text"/>
                <a:ea typeface="+mn-ea"/>
                <a:cs typeface="+mn-cs"/>
              </a:rPr>
              <a:t> draft</a:t>
            </a:r>
          </a:p>
        </p:txBody>
      </p:sp>
      <p:sp>
        <p:nvSpPr>
          <p:cNvPr id="5" name="Footer Placeholder 4">
            <a:extLst>
              <a:ext uri="{FF2B5EF4-FFF2-40B4-BE49-F238E27FC236}">
                <a16:creationId xmlns:a16="http://schemas.microsoft.com/office/drawing/2014/main" id="{D23F872B-E1F3-A71E-81A7-E7709CFB61B7}"/>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TRPC6 | All Staff Meeting March 2025 | confidential</a:t>
            </a:r>
          </a:p>
        </p:txBody>
      </p:sp>
      <p:sp>
        <p:nvSpPr>
          <p:cNvPr id="7" name="Slide Number Placeholder 6">
            <a:extLst>
              <a:ext uri="{FF2B5EF4-FFF2-40B4-BE49-F238E27FC236}">
                <a16:creationId xmlns:a16="http://schemas.microsoft.com/office/drawing/2014/main" id="{07DBAC76-2B07-3504-F71A-3070C971121E}"/>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644340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3" name="Slide Number Placeholder 4" hidden="1">
            <a:extLst>
              <a:ext uri="{FF2B5EF4-FFF2-40B4-BE49-F238E27FC236}">
                <a16:creationId xmlns:a16="http://schemas.microsoft.com/office/drawing/2014/main" id="{3C504DFA-B7CF-A55A-F9CE-8D260D5816AA}"/>
              </a:ext>
            </a:extLst>
          </p:cNvPr>
          <p:cNvSpPr>
            <a:spLocks noGrp="1"/>
          </p:cNvSpPr>
          <p:nvPr>
            <p:ph type="sldNum" sz="quarter" idx="4294967295"/>
          </p:nvPr>
        </p:nvSpPr>
        <p:spPr>
          <a:xfrm>
            <a:off x="11424592" y="6246836"/>
            <a:ext cx="288000" cy="288000"/>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36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7" name="Tabelle 76">
            <a:extLst>
              <a:ext uri="{FF2B5EF4-FFF2-40B4-BE49-F238E27FC236}">
                <a16:creationId xmlns:a16="http://schemas.microsoft.com/office/drawing/2014/main" id="{8714DAEF-5094-B28C-83D7-82E3FA364A16}"/>
              </a:ext>
            </a:extLst>
          </p:cNvPr>
          <p:cNvGraphicFramePr>
            <a:graphicFrameLocks noGrp="1"/>
          </p:cNvGraphicFramePr>
          <p:nvPr/>
        </p:nvGraphicFramePr>
        <p:xfrm>
          <a:off x="415636" y="2393052"/>
          <a:ext cx="11347270" cy="4227374"/>
        </p:xfrm>
        <a:graphic>
          <a:graphicData uri="http://schemas.openxmlformats.org/drawingml/2006/table">
            <a:tbl>
              <a:tblPr firstRow="1" bandRow="1">
                <a:tableStyleId>{9D7B26C5-4107-4FEC-AEDC-1716B250A1EF}</a:tableStyleId>
              </a:tblPr>
              <a:tblGrid>
                <a:gridCol w="1944216">
                  <a:extLst>
                    <a:ext uri="{9D8B030D-6E8A-4147-A177-3AD203B41FA5}">
                      <a16:colId xmlns:a16="http://schemas.microsoft.com/office/drawing/2014/main" val="2049135982"/>
                    </a:ext>
                  </a:extLst>
                </a:gridCol>
                <a:gridCol w="5048304">
                  <a:extLst>
                    <a:ext uri="{9D8B030D-6E8A-4147-A177-3AD203B41FA5}">
                      <a16:colId xmlns:a16="http://schemas.microsoft.com/office/drawing/2014/main" val="946218094"/>
                    </a:ext>
                  </a:extLst>
                </a:gridCol>
                <a:gridCol w="208280">
                  <a:extLst>
                    <a:ext uri="{9D8B030D-6E8A-4147-A177-3AD203B41FA5}">
                      <a16:colId xmlns:a16="http://schemas.microsoft.com/office/drawing/2014/main" val="110487445"/>
                    </a:ext>
                  </a:extLst>
                </a:gridCol>
                <a:gridCol w="116840">
                  <a:extLst>
                    <a:ext uri="{9D8B030D-6E8A-4147-A177-3AD203B41FA5}">
                      <a16:colId xmlns:a16="http://schemas.microsoft.com/office/drawing/2014/main" val="2641668916"/>
                    </a:ext>
                  </a:extLst>
                </a:gridCol>
                <a:gridCol w="3804964">
                  <a:extLst>
                    <a:ext uri="{9D8B030D-6E8A-4147-A177-3AD203B41FA5}">
                      <a16:colId xmlns:a16="http://schemas.microsoft.com/office/drawing/2014/main" val="4109239850"/>
                    </a:ext>
                  </a:extLst>
                </a:gridCol>
                <a:gridCol w="224666">
                  <a:extLst>
                    <a:ext uri="{9D8B030D-6E8A-4147-A177-3AD203B41FA5}">
                      <a16:colId xmlns:a16="http://schemas.microsoft.com/office/drawing/2014/main" val="1727662097"/>
                    </a:ext>
                  </a:extLst>
                </a:gridCol>
              </a:tblGrid>
              <a:tr h="217460">
                <a:tc>
                  <a:txBody>
                    <a:bodyPr/>
                    <a:lstStyle/>
                    <a:p>
                      <a:r>
                        <a:rPr lang="de-DE" sz="900" b="1"/>
                        <a:t>Study Design</a:t>
                      </a:r>
                    </a:p>
                  </a:txBody>
                  <a:tcPr>
                    <a:solidFill>
                      <a:schemeClr val="bg1">
                        <a:lumMod val="95000"/>
                      </a:schemeClr>
                    </a:solidFill>
                  </a:tcPr>
                </a:tc>
                <a:tc>
                  <a:txBody>
                    <a:bodyPr/>
                    <a:lstStyle/>
                    <a:p>
                      <a:r>
                        <a:rPr lang="de-DE" sz="900" b="1" err="1"/>
                        <a:t>Randomized</a:t>
                      </a:r>
                      <a:r>
                        <a:rPr lang="de-DE" sz="900" b="1"/>
                        <a:t> (1:1), </a:t>
                      </a:r>
                      <a:r>
                        <a:rPr lang="de-DE" sz="900" b="1" err="1"/>
                        <a:t>placebo</a:t>
                      </a:r>
                      <a:r>
                        <a:rPr lang="de-DE" sz="900" b="1"/>
                        <a:t> </a:t>
                      </a:r>
                      <a:r>
                        <a:rPr lang="de-DE" sz="900" b="1" err="1"/>
                        <a:t>controlled</a:t>
                      </a:r>
                      <a:r>
                        <a:rPr lang="de-DE" sz="900" b="1"/>
                        <a:t>, </a:t>
                      </a:r>
                      <a:r>
                        <a:rPr lang="de-DE" sz="900" b="1" err="1"/>
                        <a:t>phase</a:t>
                      </a:r>
                      <a:r>
                        <a:rPr lang="de-DE" sz="900" b="1"/>
                        <a:t> II, global </a:t>
                      </a:r>
                      <a:r>
                        <a:rPr lang="de-DE" sz="900" b="1" err="1"/>
                        <a:t>sites</a:t>
                      </a:r>
                      <a:r>
                        <a:rPr lang="de-DE" sz="900" b="1"/>
                        <a:t> (</a:t>
                      </a:r>
                      <a:r>
                        <a:rPr lang="de-DE" sz="900" b="1" err="1"/>
                        <a:t>approx</a:t>
                      </a:r>
                      <a:r>
                        <a:rPr lang="de-DE" sz="900" b="1"/>
                        <a:t> 40-50)</a:t>
                      </a:r>
                    </a:p>
                  </a:txBody>
                  <a:tcPr>
                    <a:solidFill>
                      <a:schemeClr val="bg1">
                        <a:lumMod val="95000"/>
                      </a:schemeClr>
                    </a:solidFill>
                  </a:tcPr>
                </a:tc>
                <a:tc gridSpan="2">
                  <a:txBody>
                    <a:bodyPr/>
                    <a:lstStyle/>
                    <a:p>
                      <a:endParaRPr lang="de-DE" sz="900" b="1"/>
                    </a:p>
                  </a:txBody>
                  <a:tcPr>
                    <a:solidFill>
                      <a:schemeClr val="bg1">
                        <a:lumMod val="9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1"/>
                        <a:t>LTE </a:t>
                      </a:r>
                      <a:r>
                        <a:rPr lang="de-DE" sz="900" b="1" err="1"/>
                        <a:t>for</a:t>
                      </a:r>
                      <a:r>
                        <a:rPr lang="de-DE" sz="900" b="1"/>
                        <a:t> </a:t>
                      </a:r>
                      <a:r>
                        <a:rPr lang="de-DE" sz="900" b="1" err="1"/>
                        <a:t>patients</a:t>
                      </a:r>
                      <a:r>
                        <a:rPr lang="de-DE" sz="900" b="1"/>
                        <a:t> in </a:t>
                      </a:r>
                      <a:r>
                        <a:rPr lang="de-DE" sz="900" b="1" err="1"/>
                        <a:t>active</a:t>
                      </a:r>
                      <a:r>
                        <a:rPr lang="de-DE" sz="900" b="1"/>
                        <a:t> </a:t>
                      </a:r>
                      <a:r>
                        <a:rPr lang="de-DE" sz="900" b="1" err="1"/>
                        <a:t>treatment</a:t>
                      </a:r>
                      <a:r>
                        <a:rPr lang="de-DE" sz="900" b="1"/>
                        <a:t>, </a:t>
                      </a:r>
                      <a:br>
                        <a:rPr lang="de-DE" sz="900" b="1"/>
                      </a:br>
                      <a:r>
                        <a:rPr lang="de-DE" sz="900" b="1"/>
                        <a:t>Option 2: switch </a:t>
                      </a:r>
                      <a:r>
                        <a:rPr lang="de-DE" sz="900" b="1" err="1"/>
                        <a:t>placebo</a:t>
                      </a:r>
                      <a:r>
                        <a:rPr lang="de-DE" sz="900" b="1"/>
                        <a:t> </a:t>
                      </a:r>
                      <a:r>
                        <a:rPr lang="de-DE" sz="900" b="1" err="1"/>
                        <a:t>pat</a:t>
                      </a:r>
                      <a:r>
                        <a:rPr lang="de-DE" sz="900" b="1"/>
                        <a:t> </a:t>
                      </a:r>
                      <a:r>
                        <a:rPr lang="de-DE" sz="900" b="1" err="1"/>
                        <a:t>to</a:t>
                      </a:r>
                      <a:r>
                        <a:rPr lang="de-DE" sz="900" b="1"/>
                        <a:t> open </a:t>
                      </a:r>
                      <a:r>
                        <a:rPr lang="de-DE" sz="900" b="1" err="1"/>
                        <a:t>label</a:t>
                      </a:r>
                      <a:r>
                        <a:rPr lang="de-DE" sz="900" b="1"/>
                        <a:t> </a:t>
                      </a:r>
                      <a:r>
                        <a:rPr lang="de-DE" sz="900" b="1" err="1"/>
                        <a:t>treatment</a:t>
                      </a:r>
                      <a:endParaRPr lang="de-DE" sz="900" b="1"/>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1"/>
                        <a:t>LTE for patients in active treatment, </a:t>
                      </a:r>
                      <a:br>
                        <a:rPr lang="de-DE" sz="900" b="1"/>
                      </a:br>
                      <a:r>
                        <a:rPr lang="de-DE" sz="900" b="1"/>
                        <a:t>Switch placebo pat to open label treatment</a:t>
                      </a:r>
                    </a:p>
                  </a:txBody>
                  <a:tcPr>
                    <a:solidFill>
                      <a:schemeClr val="bg1"/>
                    </a:solidFill>
                  </a:tcPr>
                </a:tc>
                <a:tc rowSpan="2">
                  <a:txBody>
                    <a:bodyPr/>
                    <a:lstStyle/>
                    <a:p>
                      <a:endParaRPr lang="de-DE" sz="900" b="1" kern="1200">
                        <a:solidFill>
                          <a:schemeClr val="tx1"/>
                        </a:solidFill>
                        <a:latin typeface="+mn-lt"/>
                        <a:ea typeface="+mn-ea"/>
                        <a:cs typeface="+mn-cs"/>
                      </a:endParaRPr>
                    </a:p>
                  </a:txBody>
                  <a:tcPr>
                    <a:solidFill>
                      <a:schemeClr val="bg1"/>
                    </a:solidFill>
                  </a:tcPr>
                </a:tc>
                <a:extLst>
                  <a:ext uri="{0D108BD9-81ED-4DB2-BD59-A6C34878D82A}">
                    <a16:rowId xmlns:a16="http://schemas.microsoft.com/office/drawing/2014/main" val="307774517"/>
                  </a:ext>
                </a:extLst>
              </a:tr>
              <a:tr h="223373">
                <a:tc>
                  <a:txBody>
                    <a:bodyPr/>
                    <a:lstStyle/>
                    <a:p>
                      <a:r>
                        <a:rPr lang="de-DE" sz="900" b="1" err="1"/>
                        <a:t>Patients</a:t>
                      </a:r>
                      <a:r>
                        <a:rPr lang="de-DE" sz="900" b="1"/>
                        <a:t> </a:t>
                      </a:r>
                    </a:p>
                  </a:txBody>
                  <a:tcPr/>
                </a:tc>
                <a:tc gridSpan="3">
                  <a:txBody>
                    <a:bodyPr/>
                    <a:lstStyle/>
                    <a:p>
                      <a:r>
                        <a:rPr lang="de-DE" sz="900" b="1"/>
                        <a:t>N=40 </a:t>
                      </a:r>
                      <a:r>
                        <a:rPr lang="de-DE" sz="900" b="0"/>
                        <a:t>(N=20 BI 764198 vs. N=20 Placebo)</a:t>
                      </a:r>
                    </a:p>
                  </a:txBody>
                  <a:tcPr/>
                </a:tc>
                <a:tc hMerge="1">
                  <a:txBody>
                    <a:bodyPr/>
                    <a:lstStyle/>
                    <a:p>
                      <a:endParaRPr lang="de-DE" sz="900" b="1"/>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a:t>N= 40on BI 764198</a:t>
                      </a:r>
                      <a:endParaRPr lang="de-DE" sz="900" b="0" kern="1200">
                        <a:solidFill>
                          <a:schemeClr val="tx1"/>
                        </a:solidFill>
                        <a:latin typeface="+mn-lt"/>
                        <a:ea typeface="+mn-ea"/>
                        <a:cs typeface="+mn-cs"/>
                      </a:endParaRPr>
                    </a:p>
                  </a:txBody>
                  <a:tcPr>
                    <a:solidFill>
                      <a:srgbClr val="86251B">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a:t>N= 40on BI 764198</a:t>
                      </a:r>
                      <a:endParaRPr lang="de-DE" sz="900" b="0" kern="1200">
                        <a:solidFill>
                          <a:schemeClr val="tx1"/>
                        </a:solidFill>
                        <a:latin typeface="+mn-lt"/>
                        <a:ea typeface="+mn-ea"/>
                        <a:cs typeface="+mn-cs"/>
                      </a:endParaRPr>
                    </a:p>
                  </a:txBody>
                  <a:tcPr>
                    <a:solidFill>
                      <a:srgbClr val="86251B">
                        <a:alpha val="20000"/>
                      </a:srgbClr>
                    </a:solidFill>
                  </a:tcPr>
                </a:tc>
                <a:tc vMerge="1">
                  <a:txBody>
                    <a:bodyPr/>
                    <a:lstStyle/>
                    <a:p>
                      <a:endParaRPr lang="de-DE"/>
                    </a:p>
                  </a:txBody>
                  <a:tcPr/>
                </a:tc>
                <a:extLst>
                  <a:ext uri="{0D108BD9-81ED-4DB2-BD59-A6C34878D82A}">
                    <a16:rowId xmlns:a16="http://schemas.microsoft.com/office/drawing/2014/main" val="658934316"/>
                  </a:ext>
                </a:extLst>
              </a:tr>
              <a:tr h="231162">
                <a:tc>
                  <a:txBody>
                    <a:bodyPr/>
                    <a:lstStyle/>
                    <a:p>
                      <a:r>
                        <a:rPr lang="de-DE" sz="900" b="1"/>
                        <a:t>Target Population</a:t>
                      </a:r>
                    </a:p>
                  </a:txBody>
                  <a:tcPr/>
                </a:tc>
                <a:tc gridSpan="5">
                  <a:txBody>
                    <a:bodyPr/>
                    <a:lstStyle/>
                    <a:p>
                      <a:r>
                        <a:rPr lang="de-DE" sz="900" b="1"/>
                        <a:t>Duchenne </a:t>
                      </a:r>
                      <a:r>
                        <a:rPr lang="de-DE" sz="900" b="1" err="1"/>
                        <a:t>Muscular</a:t>
                      </a:r>
                      <a:r>
                        <a:rPr lang="de-DE" sz="900" b="1"/>
                        <a:t> </a:t>
                      </a:r>
                      <a:r>
                        <a:rPr lang="de-DE" sz="900" b="1" err="1"/>
                        <a:t>Dystrophy</a:t>
                      </a:r>
                      <a:r>
                        <a:rPr lang="de-DE" sz="900" b="1"/>
                        <a:t> (DMD)</a:t>
                      </a:r>
                    </a:p>
                  </a:txBody>
                  <a:tcPr/>
                </a:tc>
                <a:tc hMerge="1">
                  <a:txBody>
                    <a:bodyPr/>
                    <a:lstStyle/>
                    <a:p>
                      <a:endParaRPr lang="de-DE"/>
                    </a:p>
                  </a:txBody>
                  <a:tcPr/>
                </a:tc>
                <a:tc hMerge="1">
                  <a:txBody>
                    <a:bodyPr/>
                    <a:lstStyle/>
                    <a:p>
                      <a:endParaRPr lang="de-DE"/>
                    </a:p>
                  </a:txBody>
                  <a:tcPr/>
                </a:tc>
                <a:tc hMerge="1">
                  <a:txBody>
                    <a:bodyPr/>
                    <a:lstStyle/>
                    <a:p>
                      <a:endParaRPr lang="de-DE"/>
                    </a:p>
                  </a:txBody>
                  <a:tcPr/>
                </a:tc>
                <a:tc hMerge="1">
                  <a:txBody>
                    <a:bodyPr/>
                    <a:lstStyle/>
                    <a:p>
                      <a:endParaRPr lang="de-DE" sz="900" b="1"/>
                    </a:p>
                  </a:txBody>
                  <a:tcPr/>
                </a:tc>
                <a:extLst>
                  <a:ext uri="{0D108BD9-81ED-4DB2-BD59-A6C34878D82A}">
                    <a16:rowId xmlns:a16="http://schemas.microsoft.com/office/drawing/2014/main" val="2718757550"/>
                  </a:ext>
                </a:extLst>
              </a:tr>
              <a:tr h="739365">
                <a:tc>
                  <a:txBody>
                    <a:bodyPr/>
                    <a:lstStyle/>
                    <a:p>
                      <a:r>
                        <a:rPr lang="de-DE" sz="900" b="1" err="1"/>
                        <a:t>Inclusion</a:t>
                      </a:r>
                      <a:r>
                        <a:rPr lang="de-DE" sz="900" b="1"/>
                        <a:t> </a:t>
                      </a:r>
                      <a:r>
                        <a:rPr lang="de-DE" sz="900" b="1" err="1"/>
                        <a:t>Criteria</a:t>
                      </a:r>
                      <a:endParaRPr lang="de-DE" sz="900" b="1"/>
                    </a:p>
                  </a:txBody>
                  <a:tcPr/>
                </a:tc>
                <a:tc gridSpan="5">
                  <a:txBody>
                    <a:bodyPr/>
                    <a:lstStyle/>
                    <a:p>
                      <a:pPr marL="171450" indent="-171450">
                        <a:buFont typeface="Arial" panose="020B0604020202020204" pitchFamily="34" charset="0"/>
                        <a:buChar char="•"/>
                      </a:pPr>
                      <a:r>
                        <a:rPr lang="de-DE" sz="900" b="0"/>
                        <a:t>Males </a:t>
                      </a:r>
                      <a:r>
                        <a:rPr lang="de-DE" sz="900" b="0" err="1"/>
                        <a:t>aged</a:t>
                      </a:r>
                      <a:r>
                        <a:rPr lang="de-DE" sz="900" b="0"/>
                        <a:t> 5 </a:t>
                      </a:r>
                      <a:r>
                        <a:rPr lang="de-DE" sz="900" b="0" err="1"/>
                        <a:t>to</a:t>
                      </a:r>
                      <a:r>
                        <a:rPr lang="de-DE" sz="900" b="0"/>
                        <a:t> &lt;11y, </a:t>
                      </a:r>
                    </a:p>
                    <a:p>
                      <a:pPr marL="171450" indent="-171450">
                        <a:buFont typeface="Arial" panose="020B0604020202020204" pitchFamily="34" charset="0"/>
                        <a:buChar char="•"/>
                      </a:pPr>
                      <a:r>
                        <a:rPr lang="de-DE" sz="900" b="0" err="1"/>
                        <a:t>confirmed</a:t>
                      </a:r>
                      <a:r>
                        <a:rPr lang="de-DE" sz="900" b="0"/>
                        <a:t> DMD </a:t>
                      </a:r>
                      <a:r>
                        <a:rPr lang="de-DE" sz="900" b="0" err="1"/>
                        <a:t>defined</a:t>
                      </a:r>
                      <a:r>
                        <a:rPr lang="de-DE" sz="900" b="0"/>
                        <a:t> </a:t>
                      </a:r>
                      <a:r>
                        <a:rPr lang="de-DE" sz="900" b="0" err="1"/>
                        <a:t>by</a:t>
                      </a:r>
                      <a:r>
                        <a:rPr lang="de-DE" sz="900" b="0"/>
                        <a:t> </a:t>
                      </a:r>
                      <a:r>
                        <a:rPr lang="de-DE" sz="900" b="0" err="1"/>
                        <a:t>immunoflourescence</a:t>
                      </a:r>
                      <a:r>
                        <a:rPr lang="de-DE" sz="900" b="0"/>
                        <a:t> an/</a:t>
                      </a:r>
                      <a:r>
                        <a:rPr lang="de-DE" sz="900" b="0" err="1"/>
                        <a:t>or</a:t>
                      </a:r>
                      <a:r>
                        <a:rPr lang="de-DE" sz="900" b="0"/>
                        <a:t> </a:t>
                      </a:r>
                      <a:r>
                        <a:rPr lang="de-DE" sz="900" b="0" err="1"/>
                        <a:t>immunoblot</a:t>
                      </a:r>
                      <a:r>
                        <a:rPr lang="de-DE" sz="900" b="0"/>
                        <a:t> </a:t>
                      </a:r>
                      <a:r>
                        <a:rPr lang="de-DE" sz="900" b="0" err="1"/>
                        <a:t>showing</a:t>
                      </a:r>
                      <a:r>
                        <a:rPr lang="de-DE" sz="900" b="0"/>
                        <a:t> </a:t>
                      </a:r>
                      <a:r>
                        <a:rPr lang="de-DE" sz="900" b="0" err="1"/>
                        <a:t>dystrophin</a:t>
                      </a:r>
                      <a:r>
                        <a:rPr lang="de-DE" sz="900" b="0"/>
                        <a:t> </a:t>
                      </a:r>
                      <a:r>
                        <a:rPr lang="de-DE" sz="900" b="0" err="1"/>
                        <a:t>deficiency</a:t>
                      </a:r>
                      <a:r>
                        <a:rPr lang="de-DE" sz="900" b="0"/>
                        <a:t> OR </a:t>
                      </a:r>
                      <a:r>
                        <a:rPr lang="de-DE" sz="900" b="0" err="1"/>
                        <a:t>confirmed</a:t>
                      </a:r>
                      <a:r>
                        <a:rPr lang="de-DE" sz="900" b="0"/>
                        <a:t> </a:t>
                      </a:r>
                      <a:r>
                        <a:rPr lang="de-DE" sz="900" b="0" err="1"/>
                        <a:t>mutation</a:t>
                      </a:r>
                      <a:r>
                        <a:rPr lang="de-DE" sz="900" b="0"/>
                        <a:t> </a:t>
                      </a:r>
                      <a:r>
                        <a:rPr lang="de-DE" sz="900" b="0" err="1"/>
                        <a:t>within</a:t>
                      </a:r>
                      <a:r>
                        <a:rPr lang="de-DE" sz="900" b="0"/>
                        <a:t> </a:t>
                      </a:r>
                      <a:r>
                        <a:rPr lang="de-DE" sz="900" b="0" err="1"/>
                        <a:t>the</a:t>
                      </a:r>
                      <a:r>
                        <a:rPr lang="de-DE" sz="900" b="0"/>
                        <a:t> DMD </a:t>
                      </a:r>
                      <a:r>
                        <a:rPr lang="de-DE" sz="900" b="0" err="1"/>
                        <a:t>gene</a:t>
                      </a:r>
                      <a:r>
                        <a:rPr lang="de-DE" sz="900" b="0"/>
                        <a:t> (</a:t>
                      </a:r>
                      <a:r>
                        <a:rPr lang="de-DE" sz="900" b="0" err="1"/>
                        <a:t>deletion</a:t>
                      </a:r>
                      <a:r>
                        <a:rPr lang="de-DE" sz="900" b="0"/>
                        <a:t>/</a:t>
                      </a:r>
                      <a:r>
                        <a:rPr lang="de-DE" sz="900" b="0" err="1"/>
                        <a:t>duplication</a:t>
                      </a:r>
                      <a:r>
                        <a:rPr lang="de-DE" sz="900" b="0"/>
                        <a:t> </a:t>
                      </a:r>
                      <a:r>
                        <a:rPr lang="de-DE" sz="900" b="0" err="1"/>
                        <a:t>of</a:t>
                      </a:r>
                      <a:r>
                        <a:rPr lang="de-DE" sz="900" b="0"/>
                        <a:t> </a:t>
                      </a:r>
                      <a:r>
                        <a:rPr lang="de-DE" sz="900" b="0" err="1"/>
                        <a:t>one</a:t>
                      </a:r>
                      <a:r>
                        <a:rPr lang="de-DE" sz="900" b="0"/>
                        <a:t> </a:t>
                      </a:r>
                      <a:r>
                        <a:rPr lang="de-DE" sz="900" b="0" err="1"/>
                        <a:t>or</a:t>
                      </a:r>
                      <a:r>
                        <a:rPr lang="de-DE" sz="900" b="0"/>
                        <a:t> </a:t>
                      </a:r>
                      <a:r>
                        <a:rPr lang="de-DE" sz="900" b="0" err="1"/>
                        <a:t>more</a:t>
                      </a:r>
                      <a:r>
                        <a:rPr lang="de-DE" sz="900" b="0"/>
                        <a:t> </a:t>
                      </a:r>
                      <a:r>
                        <a:rPr lang="de-DE" sz="900" b="0" err="1"/>
                        <a:t>exons</a:t>
                      </a:r>
                      <a:r>
                        <a:rPr lang="de-DE" sz="900" b="0"/>
                        <a:t>) OR </a:t>
                      </a:r>
                      <a:r>
                        <a:rPr lang="de-DE" sz="900" b="0" err="1"/>
                        <a:t>dystrophin</a:t>
                      </a:r>
                      <a:r>
                        <a:rPr lang="de-DE" sz="900" b="0"/>
                        <a:t> </a:t>
                      </a:r>
                      <a:r>
                        <a:rPr lang="de-DE" sz="900" b="0" err="1"/>
                        <a:t>gene</a:t>
                      </a:r>
                      <a:r>
                        <a:rPr lang="de-DE" sz="900" b="0"/>
                        <a:t> </a:t>
                      </a:r>
                      <a:r>
                        <a:rPr lang="de-DE" sz="900" b="0" err="1"/>
                        <a:t>sequnecing</a:t>
                      </a:r>
                      <a:r>
                        <a:rPr lang="de-DE" sz="900" b="0"/>
                        <a:t> </a:t>
                      </a:r>
                      <a:r>
                        <a:rPr lang="de-DE" sz="900" b="0" err="1"/>
                        <a:t>showing</a:t>
                      </a:r>
                      <a:r>
                        <a:rPr lang="de-DE" sz="900" b="0"/>
                        <a:t> </a:t>
                      </a:r>
                      <a:r>
                        <a:rPr lang="de-DE" sz="900" b="0" err="1"/>
                        <a:t>alteration</a:t>
                      </a:r>
                      <a:r>
                        <a:rPr lang="de-DE" sz="900" b="0"/>
                        <a:t> </a:t>
                      </a:r>
                      <a:r>
                        <a:rPr lang="de-DE" sz="900" b="0" err="1"/>
                        <a:t>that</a:t>
                      </a:r>
                      <a:r>
                        <a:rPr lang="de-DE" sz="900" b="0"/>
                        <a:t> </a:t>
                      </a:r>
                      <a:r>
                        <a:rPr lang="de-DE" sz="900" b="0" err="1"/>
                        <a:t>is</a:t>
                      </a:r>
                      <a:r>
                        <a:rPr lang="de-DE" sz="900" b="0"/>
                        <a:t> </a:t>
                      </a:r>
                      <a:r>
                        <a:rPr lang="de-DE" sz="900" b="0" err="1"/>
                        <a:t>expected</a:t>
                      </a:r>
                      <a:r>
                        <a:rPr lang="de-DE" sz="900" b="0"/>
                        <a:t> </a:t>
                      </a:r>
                      <a:r>
                        <a:rPr lang="de-DE" sz="900" b="0" err="1"/>
                        <a:t>to</a:t>
                      </a:r>
                      <a:r>
                        <a:rPr lang="de-DE" sz="900" b="0"/>
                        <a:t> </a:t>
                      </a:r>
                      <a:r>
                        <a:rPr lang="de-DE" sz="900" b="0" err="1"/>
                        <a:t>preclude</a:t>
                      </a:r>
                      <a:r>
                        <a:rPr lang="de-DE" sz="900" b="0"/>
                        <a:t> </a:t>
                      </a:r>
                      <a:r>
                        <a:rPr lang="de-DE" sz="900" b="0" err="1"/>
                        <a:t>dystrophin</a:t>
                      </a:r>
                      <a:r>
                        <a:rPr lang="de-DE" sz="900" b="0"/>
                        <a:t> </a:t>
                      </a:r>
                      <a:r>
                        <a:rPr lang="de-DE" sz="900" b="0" err="1"/>
                        <a:t>protein</a:t>
                      </a:r>
                      <a:r>
                        <a:rPr lang="de-DE" sz="900" b="0"/>
                        <a:t> </a:t>
                      </a:r>
                      <a:r>
                        <a:rPr lang="de-DE" sz="900" b="0" err="1"/>
                        <a:t>production</a:t>
                      </a:r>
                      <a:endParaRPr lang="de-DE" sz="900" b="0"/>
                    </a:p>
                    <a:p>
                      <a:pPr marL="171450" indent="-171450">
                        <a:buFont typeface="Arial" panose="020B0604020202020204" pitchFamily="34" charset="0"/>
                        <a:buChar char="•"/>
                      </a:pPr>
                      <a:r>
                        <a:rPr lang="de-DE" sz="900" b="0" err="1"/>
                        <a:t>Supine</a:t>
                      </a:r>
                      <a:r>
                        <a:rPr lang="de-DE" sz="900" b="0"/>
                        <a:t> </a:t>
                      </a:r>
                      <a:r>
                        <a:rPr lang="de-DE" sz="900" b="0" err="1"/>
                        <a:t>to</a:t>
                      </a:r>
                      <a:r>
                        <a:rPr lang="de-DE" sz="900" b="0"/>
                        <a:t> Stand Time in ≥ 5 and &lt;10 </a:t>
                      </a:r>
                      <a:r>
                        <a:rPr lang="de-DE" sz="900" b="0" err="1"/>
                        <a:t>seconds</a:t>
                      </a:r>
                      <a:endParaRPr lang="de-DE" sz="900" b="0"/>
                    </a:p>
                    <a:p>
                      <a:pPr marL="171450" indent="-171450">
                        <a:buFont typeface="Arial" panose="020B0604020202020204" pitchFamily="34" charset="0"/>
                        <a:buChar char="•"/>
                      </a:pPr>
                      <a:r>
                        <a:rPr lang="de-DE" sz="900" b="0"/>
                        <a:t>North Star Assessment 18-25 </a:t>
                      </a:r>
                      <a:r>
                        <a:rPr lang="de-DE" sz="900" b="0" err="1"/>
                        <a:t>seconds</a:t>
                      </a:r>
                      <a:endParaRPr lang="de-DE" sz="900" b="0"/>
                    </a:p>
                  </a:txBody>
                  <a:tcPr/>
                </a:tc>
                <a:tc hMerge="1">
                  <a:txBody>
                    <a:bodyPr/>
                    <a:lstStyle/>
                    <a:p>
                      <a:endParaRPr lang="de-DE" sz="1000" b="1"/>
                    </a:p>
                  </a:txBody>
                  <a:tcPr/>
                </a:tc>
                <a:tc hMerge="1">
                  <a:txBody>
                    <a:bodyPr/>
                    <a:lstStyle/>
                    <a:p>
                      <a:endParaRPr lang="de-DE"/>
                    </a:p>
                  </a:txBody>
                  <a:tcPr/>
                </a:tc>
                <a:tc hMerge="1">
                  <a:txBody>
                    <a:bodyPr/>
                    <a:lstStyle/>
                    <a:p>
                      <a:endParaRPr lang="de-DE"/>
                    </a:p>
                  </a:txBody>
                  <a:tcPr/>
                </a:tc>
                <a:tc hMerge="1">
                  <a:txBody>
                    <a:bodyPr/>
                    <a:lstStyle/>
                    <a:p>
                      <a:pPr marL="171450" indent="-171450">
                        <a:buFont typeface="Arial" panose="020B0604020202020204" pitchFamily="34" charset="0"/>
                        <a:buChar char="•"/>
                      </a:pPr>
                      <a:endParaRPr lang="de-DE" sz="900" b="0"/>
                    </a:p>
                  </a:txBody>
                  <a:tcPr/>
                </a:tc>
                <a:extLst>
                  <a:ext uri="{0D108BD9-81ED-4DB2-BD59-A6C34878D82A}">
                    <a16:rowId xmlns:a16="http://schemas.microsoft.com/office/drawing/2014/main" val="2681852487"/>
                  </a:ext>
                </a:extLst>
              </a:tr>
              <a:tr h="739365">
                <a:tc>
                  <a:txBody>
                    <a:bodyPr/>
                    <a:lstStyle/>
                    <a:p>
                      <a:r>
                        <a:rPr lang="de-DE" sz="900" b="1" err="1"/>
                        <a:t>Exclusion</a:t>
                      </a:r>
                      <a:r>
                        <a:rPr lang="de-DE" sz="900" b="1"/>
                        <a:t> </a:t>
                      </a:r>
                      <a:r>
                        <a:rPr lang="de-DE" sz="900" b="1" err="1"/>
                        <a:t>Criteria</a:t>
                      </a:r>
                      <a:endParaRPr lang="de-DE" sz="900" b="1"/>
                    </a:p>
                  </a:txBody>
                  <a:tcPr/>
                </a:tc>
                <a:tc gridSpan="5">
                  <a:txBody>
                    <a:bodyPr/>
                    <a:lstStyle/>
                    <a:p>
                      <a:pPr marL="171450" indent="-171450">
                        <a:buFont typeface="Arial" panose="020B0604020202020204" pitchFamily="34" charset="0"/>
                        <a:buChar char="•"/>
                      </a:pPr>
                      <a:r>
                        <a:rPr lang="de-DE" sz="900" b="0"/>
                        <a:t>Initiation </a:t>
                      </a:r>
                      <a:r>
                        <a:rPr lang="de-DE" sz="900" b="0" err="1"/>
                        <a:t>of</a:t>
                      </a:r>
                      <a:r>
                        <a:rPr lang="de-DE" sz="900" b="0"/>
                        <a:t> </a:t>
                      </a:r>
                      <a:r>
                        <a:rPr lang="de-DE" sz="900" b="0" err="1"/>
                        <a:t>glucocorticoid</a:t>
                      </a:r>
                      <a:r>
                        <a:rPr lang="de-DE" sz="900" b="0"/>
                        <a:t> </a:t>
                      </a:r>
                      <a:r>
                        <a:rPr lang="de-DE" sz="900" b="0" err="1"/>
                        <a:t>therapy</a:t>
                      </a:r>
                      <a:r>
                        <a:rPr lang="de-DE" sz="900" b="0"/>
                        <a:t> &lt; 6 </a:t>
                      </a:r>
                      <a:r>
                        <a:rPr lang="de-DE" sz="900" b="0" err="1"/>
                        <a:t>month</a:t>
                      </a:r>
                      <a:r>
                        <a:rPr lang="de-DE" sz="900" b="0"/>
                        <a:t> </a:t>
                      </a:r>
                      <a:r>
                        <a:rPr lang="de-DE" sz="900" b="0" err="1"/>
                        <a:t>prior</a:t>
                      </a:r>
                      <a:r>
                        <a:rPr lang="de-DE" sz="900" b="0"/>
                        <a:t> </a:t>
                      </a:r>
                      <a:r>
                        <a:rPr lang="de-DE" sz="900" b="0" err="1"/>
                        <a:t>to</a:t>
                      </a:r>
                      <a:r>
                        <a:rPr lang="de-DE" sz="900" b="0"/>
                        <a:t> </a:t>
                      </a:r>
                      <a:r>
                        <a:rPr lang="de-DE" sz="900" b="0" err="1"/>
                        <a:t>screening</a:t>
                      </a:r>
                      <a:r>
                        <a:rPr lang="de-DE" sz="900" b="0"/>
                        <a:t> </a:t>
                      </a:r>
                    </a:p>
                    <a:p>
                      <a:pPr marL="171450" indent="-171450">
                        <a:buFont typeface="Arial" panose="020B0604020202020204" pitchFamily="34" charset="0"/>
                        <a:buChar char="•"/>
                      </a:pPr>
                      <a:r>
                        <a:rPr lang="en-US" sz="900" b="0"/>
                        <a:t>Exposure to any dystrophin restoration product (gene- or exon skipping therapy)</a:t>
                      </a:r>
                      <a:endParaRPr lang="de-DE" sz="900" b="0"/>
                    </a:p>
                    <a:p>
                      <a:pPr marL="171450" indent="-171450">
                        <a:buFont typeface="Arial" panose="020B0604020202020204" pitchFamily="34" charset="0"/>
                        <a:buChar char="•"/>
                      </a:pPr>
                      <a:r>
                        <a:rPr lang="de-DE" sz="900" b="0" err="1"/>
                        <a:t>Left</a:t>
                      </a:r>
                      <a:r>
                        <a:rPr lang="de-DE" sz="900" b="0"/>
                        <a:t> </a:t>
                      </a:r>
                      <a:r>
                        <a:rPr lang="de-DE" sz="900" b="0" err="1"/>
                        <a:t>ventricular</a:t>
                      </a:r>
                      <a:r>
                        <a:rPr lang="de-DE" sz="900" b="0"/>
                        <a:t> </a:t>
                      </a:r>
                      <a:r>
                        <a:rPr lang="de-DE" sz="900" b="0" err="1"/>
                        <a:t>ejection</a:t>
                      </a:r>
                      <a:r>
                        <a:rPr lang="de-DE" sz="900" b="0"/>
                        <a:t> </a:t>
                      </a:r>
                      <a:r>
                        <a:rPr lang="de-DE" sz="900" b="0" err="1"/>
                        <a:t>fraction</a:t>
                      </a:r>
                      <a:r>
                        <a:rPr lang="de-DE" sz="900" b="0"/>
                        <a:t> (LVEF) &lt;55% </a:t>
                      </a:r>
                      <a:r>
                        <a:rPr lang="de-DE" sz="900" b="0" err="1"/>
                        <a:t>or</a:t>
                      </a:r>
                      <a:r>
                        <a:rPr lang="de-DE" sz="900" b="0"/>
                        <a:t> </a:t>
                      </a:r>
                      <a:r>
                        <a:rPr lang="de-DE" sz="900" b="0" err="1"/>
                        <a:t>Evidence</a:t>
                      </a:r>
                      <a:r>
                        <a:rPr lang="de-DE" sz="900" b="0"/>
                        <a:t> </a:t>
                      </a:r>
                      <a:r>
                        <a:rPr lang="de-DE" sz="900" b="0" err="1"/>
                        <a:t>of</a:t>
                      </a:r>
                      <a:r>
                        <a:rPr lang="de-DE" sz="900" b="0"/>
                        <a:t> </a:t>
                      </a:r>
                      <a:r>
                        <a:rPr lang="de-DE" sz="900" b="0" err="1"/>
                        <a:t>symptomatic</a:t>
                      </a:r>
                      <a:r>
                        <a:rPr lang="de-DE" sz="900" b="0"/>
                        <a:t> </a:t>
                      </a:r>
                      <a:r>
                        <a:rPr lang="de-DE" sz="900" b="0" err="1"/>
                        <a:t>cardiomyopathy</a:t>
                      </a:r>
                      <a:endParaRPr lang="de-DE" sz="900" b="0"/>
                    </a:p>
                    <a:p>
                      <a:pPr marL="171450" indent="-171450">
                        <a:buFont typeface="Arial" panose="020B0604020202020204" pitchFamily="34" charset="0"/>
                        <a:buChar char="•"/>
                      </a:pPr>
                      <a:r>
                        <a:rPr lang="en-US" sz="900" b="0"/>
                        <a:t>Use of any pharmacologic treatment, other than corticosteroids, that might have had an effect on muscle strength or function within 3 months prior to the start of study treatment (e.g., growth hormone)</a:t>
                      </a:r>
                      <a:endParaRPr lang="de-DE" sz="900" b="0"/>
                    </a:p>
                  </a:txBody>
                  <a:tcPr/>
                </a:tc>
                <a:tc hMerge="1">
                  <a:txBody>
                    <a:bodyPr/>
                    <a:lstStyle/>
                    <a:p>
                      <a:endParaRPr lang="de-DE" sz="1000" b="1"/>
                    </a:p>
                  </a:txBody>
                  <a:tcPr/>
                </a:tc>
                <a:tc hMerge="1">
                  <a:txBody>
                    <a:bodyPr/>
                    <a:lstStyle/>
                    <a:p>
                      <a:endParaRPr lang="de-DE"/>
                    </a:p>
                  </a:txBody>
                  <a:tcPr/>
                </a:tc>
                <a:tc hMerge="1">
                  <a:txBody>
                    <a:bodyPr/>
                    <a:lstStyle/>
                    <a:p>
                      <a:endParaRPr lang="de-DE"/>
                    </a:p>
                  </a:txBody>
                  <a:tcPr/>
                </a:tc>
                <a:tc hMerge="1">
                  <a:txBody>
                    <a:bodyPr/>
                    <a:lstStyle/>
                    <a:p>
                      <a:pPr marL="171450" indent="-171450">
                        <a:buFont typeface="Arial" panose="020B0604020202020204" pitchFamily="34" charset="0"/>
                        <a:buChar char="•"/>
                      </a:pPr>
                      <a:endParaRPr lang="de-DE" sz="900" b="0"/>
                    </a:p>
                  </a:txBody>
                  <a:tcPr/>
                </a:tc>
                <a:extLst>
                  <a:ext uri="{0D108BD9-81ED-4DB2-BD59-A6C34878D82A}">
                    <a16:rowId xmlns:a16="http://schemas.microsoft.com/office/drawing/2014/main" val="4204202974"/>
                  </a:ext>
                </a:extLst>
              </a:tr>
              <a:tr h="238951">
                <a:tc>
                  <a:txBody>
                    <a:bodyPr/>
                    <a:lstStyle/>
                    <a:p>
                      <a:r>
                        <a:rPr lang="de-DE" sz="900" b="1"/>
                        <a:t>Primary </a:t>
                      </a:r>
                      <a:r>
                        <a:rPr lang="de-DE" sz="900" b="1" err="1"/>
                        <a:t>outcome</a:t>
                      </a:r>
                      <a:endParaRPr lang="de-DE" sz="900" b="1"/>
                    </a:p>
                  </a:txBody>
                  <a:tcPr/>
                </a:tc>
                <a:tc gridSpan="2">
                  <a:txBody>
                    <a:bodyPr/>
                    <a:lstStyle/>
                    <a:p>
                      <a:pPr marL="171450" indent="-171450">
                        <a:buFont typeface="Arial" panose="020B0604020202020204" pitchFamily="34" charset="0"/>
                        <a:buChar char="•"/>
                      </a:pPr>
                      <a:r>
                        <a:rPr lang="de-DE" sz="900" b="0" err="1"/>
                        <a:t>Efficacy</a:t>
                      </a:r>
                      <a:r>
                        <a:rPr lang="de-DE" sz="900" b="0"/>
                        <a:t> </a:t>
                      </a:r>
                      <a:r>
                        <a:rPr lang="de-DE" sz="900" b="0" err="1"/>
                        <a:t>endpoint</a:t>
                      </a:r>
                      <a:r>
                        <a:rPr lang="de-DE" sz="900" b="0"/>
                        <a:t> </a:t>
                      </a:r>
                      <a:r>
                        <a:rPr lang="de-DE" sz="900" b="0" err="1"/>
                        <a:t>is</a:t>
                      </a:r>
                      <a:r>
                        <a:rPr lang="de-DE" sz="900" b="0"/>
                        <a:t> </a:t>
                      </a:r>
                      <a:r>
                        <a:rPr lang="de-DE" sz="900" b="0" err="1"/>
                        <a:t>mean</a:t>
                      </a:r>
                      <a:r>
                        <a:rPr lang="de-DE" sz="900" b="0"/>
                        <a:t> </a:t>
                      </a:r>
                      <a:r>
                        <a:rPr lang="de-DE" sz="900" b="0" err="1"/>
                        <a:t>change</a:t>
                      </a:r>
                      <a:r>
                        <a:rPr lang="de-DE" sz="900" b="0"/>
                        <a:t> </a:t>
                      </a:r>
                      <a:r>
                        <a:rPr lang="de-DE" sz="900" b="0" err="1"/>
                        <a:t>from</a:t>
                      </a:r>
                      <a:r>
                        <a:rPr lang="de-DE" sz="900" b="0"/>
                        <a:t> </a:t>
                      </a:r>
                      <a:r>
                        <a:rPr lang="de-DE" sz="900" b="0" err="1"/>
                        <a:t>baseline</a:t>
                      </a:r>
                      <a:r>
                        <a:rPr lang="de-DE" sz="900" b="0"/>
                        <a:t> </a:t>
                      </a:r>
                      <a:r>
                        <a:rPr lang="de-DE" sz="900" b="0" err="1"/>
                        <a:t>to</a:t>
                      </a:r>
                      <a:r>
                        <a:rPr lang="de-DE" sz="900" b="0"/>
                        <a:t> </a:t>
                      </a:r>
                      <a:r>
                        <a:rPr lang="de-DE" sz="900" b="0" err="1"/>
                        <a:t>week</a:t>
                      </a:r>
                      <a:r>
                        <a:rPr lang="de-DE" sz="900" b="0"/>
                        <a:t> 48 </a:t>
                      </a:r>
                      <a:r>
                        <a:rPr lang="de-DE" sz="900" b="0" err="1"/>
                        <a:t>for</a:t>
                      </a:r>
                      <a:r>
                        <a:rPr lang="de-DE" sz="900" b="0"/>
                        <a:t> STS (</a:t>
                      </a:r>
                      <a:r>
                        <a:rPr lang="de-DE" sz="900" b="0" err="1"/>
                        <a:t>velocity</a:t>
                      </a:r>
                      <a:r>
                        <a:rPr lang="de-DE" sz="900" b="0"/>
                        <a:t>) vs. Placebo</a:t>
                      </a:r>
                    </a:p>
                  </a:txBody>
                  <a:tcPr/>
                </a:tc>
                <a:tc hMerge="1">
                  <a:txBody>
                    <a:bodyPr/>
                    <a:lstStyle/>
                    <a:p>
                      <a:endParaRPr lang="de-DE" sz="1000" b="1"/>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0" kern="1200">
                          <a:solidFill>
                            <a:schemeClr val="tx1"/>
                          </a:solidFill>
                          <a:latin typeface="+mn-lt"/>
                          <a:ea typeface="+mn-ea"/>
                          <a:cs typeface="+mn-cs"/>
                        </a:rPr>
                        <a:t>Further </a:t>
                      </a:r>
                      <a:r>
                        <a:rPr lang="de-DE" sz="900" b="0" kern="1200" err="1">
                          <a:solidFill>
                            <a:schemeClr val="tx1"/>
                          </a:solidFill>
                          <a:latin typeface="+mn-lt"/>
                          <a:ea typeface="+mn-ea"/>
                          <a:cs typeface="+mn-cs"/>
                        </a:rPr>
                        <a:t>change</a:t>
                      </a:r>
                      <a:r>
                        <a:rPr lang="de-DE" sz="900" b="0" kern="1200">
                          <a:solidFill>
                            <a:schemeClr val="tx1"/>
                          </a:solidFill>
                          <a:latin typeface="+mn-lt"/>
                          <a:ea typeface="+mn-ea"/>
                          <a:cs typeface="+mn-cs"/>
                        </a:rPr>
                        <a:t> </a:t>
                      </a:r>
                      <a:r>
                        <a:rPr lang="de-DE" sz="900" b="0" kern="1200" err="1">
                          <a:solidFill>
                            <a:schemeClr val="tx1"/>
                          </a:solidFill>
                          <a:latin typeface="+mn-lt"/>
                          <a:ea typeface="+mn-ea"/>
                          <a:cs typeface="+mn-cs"/>
                        </a:rPr>
                        <a:t>from</a:t>
                      </a:r>
                      <a:r>
                        <a:rPr lang="de-DE" sz="900" b="0" kern="1200">
                          <a:solidFill>
                            <a:schemeClr val="tx1"/>
                          </a:solidFill>
                          <a:latin typeface="+mn-lt"/>
                          <a:ea typeface="+mn-ea"/>
                          <a:cs typeface="+mn-cs"/>
                        </a:rPr>
                        <a:t> </a:t>
                      </a:r>
                      <a:r>
                        <a:rPr lang="de-DE" sz="900" b="0" kern="1200" err="1">
                          <a:solidFill>
                            <a:schemeClr val="tx1"/>
                          </a:solidFill>
                          <a:latin typeface="+mn-lt"/>
                          <a:ea typeface="+mn-ea"/>
                          <a:cs typeface="+mn-cs"/>
                        </a:rPr>
                        <a:t>baseline</a:t>
                      </a:r>
                      <a:r>
                        <a:rPr lang="de-DE" sz="900" b="0" kern="1200">
                          <a:solidFill>
                            <a:schemeClr val="tx1"/>
                          </a:solidFill>
                          <a:latin typeface="+mn-lt"/>
                          <a:ea typeface="+mn-ea"/>
                          <a:cs typeface="+mn-cs"/>
                        </a:rPr>
                        <a:t> </a:t>
                      </a:r>
                      <a:r>
                        <a:rPr lang="de-DE" sz="900" b="0" kern="1200" err="1">
                          <a:solidFill>
                            <a:schemeClr val="tx1"/>
                          </a:solidFill>
                          <a:latin typeface="+mn-lt"/>
                          <a:ea typeface="+mn-ea"/>
                          <a:cs typeface="+mn-cs"/>
                        </a:rPr>
                        <a:t>to</a:t>
                      </a:r>
                      <a:r>
                        <a:rPr lang="de-DE" sz="900" b="0" kern="1200">
                          <a:solidFill>
                            <a:schemeClr val="tx1"/>
                          </a:solidFill>
                          <a:latin typeface="+mn-lt"/>
                          <a:ea typeface="+mn-ea"/>
                          <a:cs typeface="+mn-cs"/>
                        </a:rPr>
                        <a:t> </a:t>
                      </a:r>
                      <a:r>
                        <a:rPr lang="de-DE" sz="900" b="0" kern="1200" err="1">
                          <a:solidFill>
                            <a:schemeClr val="tx1"/>
                          </a:solidFill>
                          <a:latin typeface="+mn-lt"/>
                          <a:ea typeface="+mn-ea"/>
                          <a:cs typeface="+mn-cs"/>
                        </a:rPr>
                        <a:t>week</a:t>
                      </a:r>
                      <a:r>
                        <a:rPr lang="de-DE" sz="900" b="0" kern="1200">
                          <a:solidFill>
                            <a:schemeClr val="tx1"/>
                          </a:solidFill>
                          <a:latin typeface="+mn-lt"/>
                          <a:ea typeface="+mn-ea"/>
                          <a:cs typeface="+mn-cs"/>
                        </a:rPr>
                        <a:t> 24 LTE </a:t>
                      </a:r>
                      <a:r>
                        <a:rPr lang="de-DE" sz="900" b="0" kern="1200" err="1">
                          <a:solidFill>
                            <a:schemeClr val="tx1"/>
                          </a:solidFill>
                          <a:latin typeface="+mn-lt"/>
                          <a:ea typeface="+mn-ea"/>
                          <a:cs typeface="+mn-cs"/>
                        </a:rPr>
                        <a:t>for</a:t>
                      </a:r>
                      <a:r>
                        <a:rPr lang="de-DE" sz="900" b="0" kern="1200">
                          <a:solidFill>
                            <a:schemeClr val="tx1"/>
                          </a:solidFill>
                          <a:latin typeface="+mn-lt"/>
                          <a:ea typeface="+mn-ea"/>
                          <a:cs typeface="+mn-cs"/>
                        </a:rPr>
                        <a:t> STS (</a:t>
                      </a:r>
                      <a:r>
                        <a:rPr lang="de-DE" sz="900" b="0" kern="1200" err="1">
                          <a:solidFill>
                            <a:schemeClr val="tx1"/>
                          </a:solidFill>
                          <a:latin typeface="+mn-lt"/>
                          <a:ea typeface="+mn-ea"/>
                          <a:cs typeface="+mn-cs"/>
                        </a:rPr>
                        <a:t>confirmatory</a:t>
                      </a:r>
                      <a:r>
                        <a:rPr lang="de-DE" sz="900" b="0" kern="1200">
                          <a:solidFill>
                            <a:schemeClr val="tx1"/>
                          </a:solidFill>
                          <a:latin typeface="+mn-lt"/>
                          <a:ea typeface="+mn-ea"/>
                          <a:cs typeface="+mn-cs"/>
                        </a:rPr>
                        <a:t>)</a:t>
                      </a:r>
                    </a:p>
                  </a:txBody>
                  <a:tcPr>
                    <a:solidFill>
                      <a:srgbClr val="86251B">
                        <a:alpha val="20000"/>
                      </a:srgbClr>
                    </a:solidFill>
                  </a:tcPr>
                </a:tc>
                <a:tc hMerge="1">
                  <a:txBody>
                    <a:bodyPr/>
                    <a:lstStyle/>
                    <a:p>
                      <a:endParaRPr lang="de-DE"/>
                    </a:p>
                  </a:txBody>
                  <a:tcPr/>
                </a:tc>
                <a:tc hMerge="1">
                  <a:txBody>
                    <a:bodyPr/>
                    <a:lstStyle/>
                    <a:p>
                      <a:endParaRPr lang="de-DE" sz="900" b="0"/>
                    </a:p>
                  </a:txBody>
                  <a:tcPr/>
                </a:tc>
                <a:extLst>
                  <a:ext uri="{0D108BD9-81ED-4DB2-BD59-A6C34878D82A}">
                    <a16:rowId xmlns:a16="http://schemas.microsoft.com/office/drawing/2014/main" val="1933203836"/>
                  </a:ext>
                </a:extLst>
              </a:tr>
              <a:tr h="608889">
                <a:tc>
                  <a:txBody>
                    <a:bodyPr/>
                    <a:lstStyle/>
                    <a:p>
                      <a:r>
                        <a:rPr lang="de-DE" sz="900" b="1" err="1"/>
                        <a:t>Secondary</a:t>
                      </a:r>
                      <a:r>
                        <a:rPr lang="de-DE" sz="900" b="1"/>
                        <a:t> </a:t>
                      </a:r>
                      <a:r>
                        <a:rPr lang="de-DE" sz="900" b="1" err="1"/>
                        <a:t>outcome</a:t>
                      </a:r>
                      <a:endParaRPr lang="de-DE"/>
                    </a:p>
                  </a:txBody>
                  <a:tcPr>
                    <a:solidFill>
                      <a:schemeClr val="bg1">
                        <a:lumMod val="95000"/>
                        <a:alpha val="20000"/>
                      </a:schemeClr>
                    </a:solidFill>
                  </a:tcPr>
                </a:tc>
                <a:tc gridSpan="5">
                  <a:txBody>
                    <a:bodyPr/>
                    <a:lstStyle/>
                    <a:p>
                      <a:pPr marL="171450" indent="-171450">
                        <a:buFont typeface="Arial" panose="020B0604020202020204" pitchFamily="34" charset="0"/>
                        <a:buChar char="•"/>
                      </a:pPr>
                      <a:r>
                        <a:rPr lang="de-DE" sz="900" b="0" err="1"/>
                        <a:t>Safety</a:t>
                      </a:r>
                      <a:r>
                        <a:rPr lang="de-DE" sz="900" b="0"/>
                        <a:t> (TEAE, SAE, AESI)</a:t>
                      </a:r>
                    </a:p>
                    <a:p>
                      <a:pPr marL="171450" indent="-171450">
                        <a:buFont typeface="Arial" panose="020B0604020202020204" pitchFamily="34" charset="0"/>
                        <a:buChar char="•"/>
                      </a:pPr>
                      <a:r>
                        <a:rPr lang="de-DE" sz="900" b="0"/>
                        <a:t>North Star </a:t>
                      </a:r>
                      <a:r>
                        <a:rPr lang="de-DE" sz="900" b="0" err="1"/>
                        <a:t>Ambulatroy</a:t>
                      </a:r>
                      <a:r>
                        <a:rPr lang="de-DE" sz="900" b="0"/>
                        <a:t> Assessment (NSAA), 6-minute </a:t>
                      </a:r>
                      <a:r>
                        <a:rPr lang="de-DE" sz="900" b="0" err="1"/>
                        <a:t>walk</a:t>
                      </a:r>
                      <a:r>
                        <a:rPr lang="de-DE" sz="900" b="0"/>
                        <a:t> </a:t>
                      </a:r>
                      <a:r>
                        <a:rPr lang="de-DE" sz="900" b="0" err="1"/>
                        <a:t>test</a:t>
                      </a:r>
                      <a:r>
                        <a:rPr lang="de-DE" sz="900" b="0"/>
                        <a:t> (6MWT), 4-stair </a:t>
                      </a:r>
                      <a:r>
                        <a:rPr lang="de-DE" sz="900" b="0" err="1"/>
                        <a:t>climb</a:t>
                      </a:r>
                      <a:r>
                        <a:rPr lang="de-DE" sz="900" b="0"/>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900" b="0"/>
                        <a:t>Stride </a:t>
                      </a:r>
                      <a:r>
                        <a:rPr lang="de-DE" sz="900" b="0" err="1"/>
                        <a:t>velocity</a:t>
                      </a:r>
                      <a:r>
                        <a:rPr lang="de-DE" sz="900" b="0"/>
                        <a:t> (SV95C)</a:t>
                      </a:r>
                    </a:p>
                    <a:p>
                      <a:pPr marL="171450" indent="-171450">
                        <a:buFont typeface="Arial" panose="020B0604020202020204" pitchFamily="34" charset="0"/>
                        <a:buChar char="•"/>
                      </a:pPr>
                      <a:r>
                        <a:rPr lang="de-DE" sz="900" b="0" err="1"/>
                        <a:t>QoL</a:t>
                      </a:r>
                      <a:r>
                        <a:rPr lang="de-DE" sz="900" b="0"/>
                        <a:t>, </a:t>
                      </a:r>
                      <a:r>
                        <a:rPr lang="de-DE" sz="900" b="0" err="1"/>
                        <a:t>patient</a:t>
                      </a:r>
                      <a:r>
                        <a:rPr lang="de-DE" sz="900" b="0"/>
                        <a:t> </a:t>
                      </a:r>
                      <a:r>
                        <a:rPr lang="de-DE" sz="900" b="0" err="1"/>
                        <a:t>reported</a:t>
                      </a:r>
                      <a:r>
                        <a:rPr lang="de-DE" sz="900" b="0"/>
                        <a:t> </a:t>
                      </a:r>
                      <a:r>
                        <a:rPr lang="de-DE" sz="900" b="0" err="1"/>
                        <a:t>outcomes</a:t>
                      </a:r>
                      <a:endParaRPr lang="de-DE" sz="900" b="0"/>
                    </a:p>
                    <a:p>
                      <a:pPr marL="171450" indent="-171450">
                        <a:buFont typeface="Arial" panose="020B0604020202020204" pitchFamily="34" charset="0"/>
                        <a:buChar char="•"/>
                      </a:pPr>
                      <a:r>
                        <a:rPr lang="de-DE" sz="900" b="0"/>
                        <a:t>Lung </a:t>
                      </a:r>
                      <a:r>
                        <a:rPr lang="de-DE" sz="900" b="0" err="1"/>
                        <a:t>function</a:t>
                      </a:r>
                      <a:r>
                        <a:rPr lang="de-DE" sz="900" b="0"/>
                        <a:t> </a:t>
                      </a:r>
                      <a:r>
                        <a:rPr lang="de-DE" sz="900" b="0" err="1"/>
                        <a:t>parameters</a:t>
                      </a:r>
                      <a:r>
                        <a:rPr lang="de-DE" sz="900" b="0"/>
                        <a:t> </a:t>
                      </a:r>
                    </a:p>
                  </a:txBody>
                  <a:tcPr>
                    <a:solidFill>
                      <a:schemeClr val="bg1">
                        <a:lumMod val="95000"/>
                        <a:alpha val="20000"/>
                      </a:schemeClr>
                    </a:solidFill>
                  </a:tcPr>
                </a:tc>
                <a:tc hMerge="1">
                  <a:txBody>
                    <a:bodyPr/>
                    <a:lstStyle/>
                    <a:p>
                      <a:endParaRPr lang="de-DE"/>
                    </a:p>
                  </a:txBody>
                  <a:tcPr/>
                </a:tc>
                <a:tc hMerge="1">
                  <a:txBody>
                    <a:bodyPr/>
                    <a:lstStyle/>
                    <a:p>
                      <a:endParaRPr lang="de-DE" sz="900"/>
                    </a:p>
                  </a:txBody>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587576351"/>
                  </a:ext>
                </a:extLst>
              </a:tr>
              <a:tr h="478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900" b="1"/>
                        <a:t>Biomarker </a:t>
                      </a:r>
                      <a:r>
                        <a:rPr lang="de-DE" sz="900" b="1" err="1"/>
                        <a:t>readouts</a:t>
                      </a:r>
                      <a:endParaRPr lang="de-DE" sz="900" b="1"/>
                    </a:p>
                    <a:p>
                      <a:endParaRPr lang="de-DE" sz="900" b="1"/>
                    </a:p>
                  </a:txBody>
                  <a:tcPr/>
                </a:tc>
                <a:tc gridSpan="2">
                  <a:txBody>
                    <a:bodyPr/>
                    <a:lstStyle/>
                    <a:p>
                      <a:pPr marL="171450" indent="-171450">
                        <a:buFont typeface="Arial" panose="020B0604020202020204" pitchFamily="34" charset="0"/>
                        <a:buChar char="•"/>
                      </a:pPr>
                      <a:r>
                        <a:rPr lang="de-DE" sz="900" b="0" err="1"/>
                        <a:t>Echocardiography</a:t>
                      </a:r>
                      <a:r>
                        <a:rPr lang="de-DE" sz="900" b="0"/>
                        <a:t> (LVEF)</a:t>
                      </a:r>
                    </a:p>
                    <a:p>
                      <a:pPr marL="171450" indent="-171450">
                        <a:buFont typeface="Arial" panose="020B0604020202020204" pitchFamily="34" charset="0"/>
                        <a:buChar char="•"/>
                      </a:pPr>
                      <a:r>
                        <a:rPr lang="de-DE" sz="900" b="0"/>
                        <a:t>MRI </a:t>
                      </a:r>
                      <a:r>
                        <a:rPr lang="de-DE" sz="900" b="0" err="1"/>
                        <a:t>for</a:t>
                      </a:r>
                      <a:r>
                        <a:rPr lang="de-DE" sz="900" b="0"/>
                        <a:t> </a:t>
                      </a:r>
                      <a:r>
                        <a:rPr lang="de-DE" sz="900" b="0" err="1"/>
                        <a:t>fat</a:t>
                      </a:r>
                      <a:r>
                        <a:rPr lang="de-DE" sz="900" b="0"/>
                        <a:t> </a:t>
                      </a:r>
                      <a:r>
                        <a:rPr lang="de-DE" sz="900" b="0" err="1"/>
                        <a:t>content</a:t>
                      </a:r>
                      <a:r>
                        <a:rPr lang="de-DE" sz="900" b="0"/>
                        <a:t> (TBD)</a:t>
                      </a:r>
                    </a:p>
                  </a:txBody>
                  <a:tcPr/>
                </a:tc>
                <a:tc hMerge="1">
                  <a:txBody>
                    <a:bodyPr/>
                    <a:lstStyle/>
                    <a:p>
                      <a:endParaRPr lang="de-DE"/>
                    </a:p>
                  </a:txBody>
                  <a:tcPr/>
                </a:tc>
                <a:tc gridSpan="3">
                  <a:txBody>
                    <a:bodyPr/>
                    <a:lstStyle/>
                    <a:p>
                      <a:pPr marL="0" indent="0">
                        <a:buFont typeface="Arial" panose="020B0604020202020204" pitchFamily="34" charset="0"/>
                        <a:buNone/>
                      </a:pPr>
                      <a:endParaRPr lang="de-DE" sz="900" b="0"/>
                    </a:p>
                  </a:txBody>
                  <a:tcPr>
                    <a:solidFill>
                      <a:srgbClr val="86251B">
                        <a:alpha val="20000"/>
                      </a:srgbClr>
                    </a:solidFill>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1870851119"/>
                  </a:ext>
                </a:extLst>
              </a:tr>
              <a:tr h="352769">
                <a:tc>
                  <a:txBody>
                    <a:bodyPr/>
                    <a:lstStyle/>
                    <a:p>
                      <a:r>
                        <a:rPr lang="de-DE" sz="900" b="1"/>
                        <a:t>Waiver</a:t>
                      </a:r>
                    </a:p>
                  </a:txBody>
                  <a:tcPr/>
                </a:tc>
                <a:tc gridSpan="5">
                  <a:txBody>
                    <a:bodyPr/>
                    <a:lstStyle/>
                    <a:p>
                      <a:pPr marL="0" indent="0">
                        <a:buFont typeface="Arial" panose="020B0604020202020204" pitchFamily="34" charset="0"/>
                        <a:buNone/>
                      </a:pPr>
                      <a:r>
                        <a:rPr lang="de-DE" sz="900" b="0"/>
                        <a:t>TBD</a:t>
                      </a:r>
                    </a:p>
                  </a:txBody>
                  <a:tcPr/>
                </a:tc>
                <a:tc hMerge="1">
                  <a:txBody>
                    <a:bodyPr/>
                    <a:lstStyle/>
                    <a:p>
                      <a:endParaRPr lang="de-DE"/>
                    </a:p>
                  </a:txBody>
                  <a:tcPr/>
                </a:tc>
                <a:tc hMerge="1">
                  <a:txBody>
                    <a:bodyPr/>
                    <a:lstStyle/>
                    <a:p>
                      <a:pPr marL="171450" indent="-171450">
                        <a:buFont typeface="Arial" panose="020B0604020202020204" pitchFamily="34" charset="0"/>
                        <a:buChar char="•"/>
                      </a:pPr>
                      <a:endParaRPr lang="de-DE" sz="900" b="0"/>
                    </a:p>
                  </a:txBody>
                  <a:tcPr>
                    <a:solidFill>
                      <a:srgbClr val="86251B">
                        <a:alpha val="20000"/>
                      </a:srgbClr>
                    </a:solidFill>
                  </a:tcPr>
                </a:tc>
                <a:tc hMerge="1">
                  <a:txBody>
                    <a:bodyPr/>
                    <a:lstStyle/>
                    <a:p>
                      <a:endParaRPr lang="de-DE"/>
                    </a:p>
                  </a:txBody>
                  <a:tcPr/>
                </a:tc>
                <a:tc hMerge="1">
                  <a:txBody>
                    <a:bodyPr/>
                    <a:lstStyle/>
                    <a:p>
                      <a:endParaRPr lang="de-DE"/>
                    </a:p>
                  </a:txBody>
                  <a:tcPr/>
                </a:tc>
                <a:extLst>
                  <a:ext uri="{0D108BD9-81ED-4DB2-BD59-A6C34878D82A}">
                    <a16:rowId xmlns:a16="http://schemas.microsoft.com/office/drawing/2014/main" val="2876416317"/>
                  </a:ext>
                </a:extLst>
              </a:tr>
            </a:tbl>
          </a:graphicData>
        </a:graphic>
      </p:graphicFrame>
      <p:grpSp>
        <p:nvGrpSpPr>
          <p:cNvPr id="17" name="Gruppieren 16">
            <a:extLst>
              <a:ext uri="{FF2B5EF4-FFF2-40B4-BE49-F238E27FC236}">
                <a16:creationId xmlns:a16="http://schemas.microsoft.com/office/drawing/2014/main" id="{4B3BFF39-200D-8445-7349-8F9D5C536ED1}"/>
              </a:ext>
            </a:extLst>
          </p:cNvPr>
          <p:cNvGrpSpPr/>
          <p:nvPr/>
        </p:nvGrpSpPr>
        <p:grpSpPr>
          <a:xfrm>
            <a:off x="244506" y="157170"/>
            <a:ext cx="11476832" cy="2186413"/>
            <a:chOff x="248663" y="627728"/>
            <a:chExt cx="11476832" cy="2186413"/>
          </a:xfrm>
        </p:grpSpPr>
        <p:sp>
          <p:nvSpPr>
            <p:cNvPr id="18" name="Line 21">
              <a:extLst>
                <a:ext uri="{FF2B5EF4-FFF2-40B4-BE49-F238E27FC236}">
                  <a16:creationId xmlns:a16="http://schemas.microsoft.com/office/drawing/2014/main" id="{87F896BC-5098-F8E5-1AE8-A1E3B7473392}"/>
                </a:ext>
              </a:extLst>
            </p:cNvPr>
            <p:cNvSpPr>
              <a:spLocks noChangeShapeType="1"/>
            </p:cNvSpPr>
            <p:nvPr/>
          </p:nvSpPr>
          <p:spPr bwMode="auto">
            <a:xfrm flipV="1">
              <a:off x="588138" y="2043843"/>
              <a:ext cx="797261" cy="2"/>
            </a:xfrm>
            <a:prstGeom prst="line">
              <a:avLst/>
            </a:prstGeom>
            <a:noFill/>
            <a:ln w="28575">
              <a:solidFill>
                <a:schemeClr val="tx1"/>
              </a:solidFill>
              <a:round/>
              <a:headEnd/>
              <a:tailEnd/>
            </a:ln>
            <a:effectLst/>
          </p:spPr>
          <p:txBody>
            <a:bodyPr wrap="none"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3366"/>
                </a:solidFill>
                <a:effectLst/>
                <a:uLnTx/>
                <a:uFillTx/>
                <a:latin typeface="Boehringer Forward Text"/>
                <a:ea typeface="+mn-ea"/>
                <a:cs typeface="Arial" pitchFamily="34" charset="0"/>
              </a:endParaRPr>
            </a:p>
          </p:txBody>
        </p:sp>
        <p:sp>
          <p:nvSpPr>
            <p:cNvPr id="19" name="AutoShape 29">
              <a:extLst>
                <a:ext uri="{FF2B5EF4-FFF2-40B4-BE49-F238E27FC236}">
                  <a16:creationId xmlns:a16="http://schemas.microsoft.com/office/drawing/2014/main" id="{CDDAB9DD-C360-929F-7F4E-50127E4AFDE2}"/>
                </a:ext>
              </a:extLst>
            </p:cNvPr>
            <p:cNvSpPr>
              <a:spLocks noChangeArrowheads="1"/>
            </p:cNvSpPr>
            <p:nvPr/>
          </p:nvSpPr>
          <p:spPr bwMode="gray">
            <a:xfrm>
              <a:off x="2445231" y="2164597"/>
              <a:ext cx="4982917" cy="649544"/>
            </a:xfrm>
            <a:prstGeom prst="roundRect">
              <a:avLst>
                <a:gd name="adj" fmla="val 15597"/>
              </a:avLst>
            </a:prstGeom>
            <a:solidFill>
              <a:schemeClr val="bg2"/>
            </a:solidFill>
            <a:ln>
              <a:headEnd/>
              <a:tailEnd/>
            </a:ln>
            <a:effectLst/>
          </p:spPr>
          <p:style>
            <a:lnRef idx="1">
              <a:schemeClr val="dk1"/>
            </a:lnRef>
            <a:fillRef idx="2">
              <a:schemeClr val="dk1"/>
            </a:fillRef>
            <a:effectRef idx="1">
              <a:schemeClr val="dk1"/>
            </a:effectRef>
            <a:fontRef idx="minor">
              <a:schemeClr val="dk1"/>
            </a:fontRef>
          </p:style>
          <p:txBody>
            <a:bodyPr anchor="ctr"/>
            <a:lstStyle/>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en-GB" sz="1970" b="1" i="0" u="none" strike="noStrike" kern="1200" cap="none" spc="0" normalizeH="0" baseline="0" noProof="0">
                  <a:ln>
                    <a:noFill/>
                  </a:ln>
                  <a:solidFill>
                    <a:prstClr val="white"/>
                  </a:solidFill>
                  <a:effectLst/>
                  <a:uLnTx/>
                  <a:uFillTx/>
                  <a:latin typeface="Boehringer Forward Text"/>
                  <a:ea typeface="+mn-ea"/>
                  <a:cs typeface="+mn-cs"/>
                </a:rPr>
                <a:t>Placebo (n=20) </a:t>
              </a:r>
              <a:br>
                <a:rPr kumimoji="0" lang="en-GB" sz="1970" b="1" i="0" u="none" strike="noStrike" kern="1200" cap="none" spc="0" normalizeH="0" baseline="0" noProof="0">
                  <a:ln>
                    <a:noFill/>
                  </a:ln>
                  <a:solidFill>
                    <a:prstClr val="white"/>
                  </a:solidFill>
                  <a:effectLst/>
                  <a:uLnTx/>
                  <a:uFillTx/>
                  <a:latin typeface="Boehringer Forward Text"/>
                  <a:ea typeface="+mn-ea"/>
                  <a:cs typeface="+mn-cs"/>
                </a:rPr>
              </a:br>
              <a:r>
                <a:rPr kumimoji="0" lang="en-GB" sz="1200" b="1" i="0" u="none" strike="noStrike" kern="1200" cap="none" spc="0" normalizeH="0" baseline="0" noProof="0">
                  <a:ln>
                    <a:noFill/>
                  </a:ln>
                  <a:solidFill>
                    <a:prstClr val="white"/>
                  </a:solidFill>
                  <a:effectLst/>
                  <a:uLnTx/>
                  <a:uFillTx/>
                  <a:latin typeface="Boehringer Forward Text"/>
                  <a:ea typeface="+mn-ea"/>
                  <a:cs typeface="+mn-cs"/>
                </a:rPr>
                <a:t>on top of background therapy</a:t>
              </a:r>
            </a:p>
          </p:txBody>
        </p:sp>
        <p:sp>
          <p:nvSpPr>
            <p:cNvPr id="25" name="AutoShape 29">
              <a:extLst>
                <a:ext uri="{FF2B5EF4-FFF2-40B4-BE49-F238E27FC236}">
                  <a16:creationId xmlns:a16="http://schemas.microsoft.com/office/drawing/2014/main" id="{A5576E15-2E56-35B2-0AEF-91B07C5D79D3}"/>
                </a:ext>
              </a:extLst>
            </p:cNvPr>
            <p:cNvSpPr>
              <a:spLocks noChangeArrowheads="1"/>
            </p:cNvSpPr>
            <p:nvPr/>
          </p:nvSpPr>
          <p:spPr bwMode="gray">
            <a:xfrm>
              <a:off x="2456945" y="1252457"/>
              <a:ext cx="4971203" cy="735434"/>
            </a:xfrm>
            <a:prstGeom prst="roundRect">
              <a:avLst>
                <a:gd name="adj" fmla="val 15597"/>
              </a:avLst>
            </a:prstGeom>
            <a:solidFill>
              <a:srgbClr val="928BDE"/>
            </a:solidFill>
            <a:ln>
              <a:headEnd/>
              <a:tailEnd/>
            </a:ln>
            <a:effectLst/>
          </p:spPr>
          <p:style>
            <a:lnRef idx="1">
              <a:schemeClr val="dk1"/>
            </a:lnRef>
            <a:fillRef idx="2">
              <a:schemeClr val="dk1"/>
            </a:fillRef>
            <a:effectRef idx="1">
              <a:schemeClr val="dk1"/>
            </a:effectRef>
            <a:fontRef idx="minor">
              <a:schemeClr val="dk1"/>
            </a:fontRef>
          </p:style>
          <p:txBody>
            <a:bodyPr anchor="ctr"/>
            <a:lstStyle/>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en-GB" sz="1970" b="1" i="0" u="none" strike="noStrike" kern="1200" cap="none" spc="0" normalizeH="0" baseline="0" noProof="0">
                  <a:ln>
                    <a:noFill/>
                  </a:ln>
                  <a:solidFill>
                    <a:prstClr val="white"/>
                  </a:solidFill>
                  <a:effectLst/>
                  <a:uLnTx/>
                  <a:uFillTx/>
                  <a:latin typeface="Boehringer Forward Text"/>
                  <a:ea typeface="+mn-ea"/>
                  <a:cs typeface="+mn-cs"/>
                </a:rPr>
                <a:t>BI 764198 (n=20) </a:t>
              </a:r>
              <a:br>
                <a:rPr kumimoji="0" lang="en-GB" sz="1970" b="1" i="0" u="none" strike="noStrike" kern="1200" cap="none" spc="0" normalizeH="0" baseline="0" noProof="0">
                  <a:ln>
                    <a:noFill/>
                  </a:ln>
                  <a:solidFill>
                    <a:prstClr val="white"/>
                  </a:solidFill>
                  <a:effectLst/>
                  <a:uLnTx/>
                  <a:uFillTx/>
                  <a:latin typeface="Boehringer Forward Text"/>
                  <a:ea typeface="+mn-ea"/>
                  <a:cs typeface="+mn-cs"/>
                </a:rPr>
              </a:br>
              <a:r>
                <a:rPr kumimoji="0" lang="en-GB" sz="1200" b="1" i="0" u="none" strike="noStrike" kern="1200" cap="none" spc="0" normalizeH="0" baseline="0" noProof="0">
                  <a:ln>
                    <a:noFill/>
                  </a:ln>
                  <a:solidFill>
                    <a:prstClr val="white"/>
                  </a:solidFill>
                  <a:effectLst/>
                  <a:uLnTx/>
                  <a:uFillTx/>
                  <a:latin typeface="Boehringer Forward Text"/>
                  <a:ea typeface="+mn-ea"/>
                  <a:cs typeface="+mn-cs"/>
                </a:rPr>
                <a:t>Dose corresponds to 40mg in adults </a:t>
              </a:r>
              <a:endParaRPr kumimoji="0" lang="en-GB" sz="12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6" name="Flowchart: Connector 2">
              <a:extLst>
                <a:ext uri="{FF2B5EF4-FFF2-40B4-BE49-F238E27FC236}">
                  <a16:creationId xmlns:a16="http://schemas.microsoft.com/office/drawing/2014/main" id="{2AAA5D95-BD1E-3EC3-D606-0107448BCEFC}"/>
                </a:ext>
              </a:extLst>
            </p:cNvPr>
            <p:cNvSpPr/>
            <p:nvPr/>
          </p:nvSpPr>
          <p:spPr>
            <a:xfrm>
              <a:off x="1346947" y="1688584"/>
              <a:ext cx="693997" cy="710521"/>
            </a:xfrm>
            <a:prstGeom prst="flowChartConnector">
              <a:avLst/>
            </a:prstGeom>
            <a:solidFill>
              <a:schemeClr val="accent5"/>
            </a:solidFill>
            <a:ln>
              <a:headEnd/>
              <a:tailEnd/>
            </a:ln>
            <a:effectLst/>
          </p:spPr>
          <p:style>
            <a:lnRef idx="1">
              <a:schemeClr val="dk1"/>
            </a:lnRef>
            <a:fillRef idx="2">
              <a:schemeClr val="dk1"/>
            </a:fillRef>
            <a:effectRef idx="1">
              <a:schemeClr val="dk1"/>
            </a:effectRef>
            <a:fontRef idx="minor">
              <a:schemeClr val="dk1"/>
            </a:fontRef>
          </p:style>
          <p:txBody>
            <a:bodyPr anchor="ctr"/>
            <a:lstStyle/>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de-DE" sz="2955" b="1" i="0" u="none" strike="noStrike" kern="1200" cap="none" spc="0" normalizeH="0" baseline="0" noProof="0">
                  <a:ln>
                    <a:noFill/>
                  </a:ln>
                  <a:solidFill>
                    <a:prstClr val="white"/>
                  </a:solidFill>
                  <a:effectLst/>
                  <a:uLnTx/>
                  <a:uFillTx/>
                  <a:latin typeface="Boehringer Forward Text"/>
                  <a:ea typeface="+mn-ea"/>
                  <a:cs typeface="+mn-cs"/>
                </a:rPr>
                <a:t>R</a:t>
              </a:r>
              <a:endParaRPr kumimoji="0" lang="en-US" sz="2400" b="1"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7" name="Flowchart: Connector 42">
              <a:extLst>
                <a:ext uri="{FF2B5EF4-FFF2-40B4-BE49-F238E27FC236}">
                  <a16:creationId xmlns:a16="http://schemas.microsoft.com/office/drawing/2014/main" id="{95D4EB2F-3902-BB31-BA74-5DA374B0D53D}"/>
                </a:ext>
              </a:extLst>
            </p:cNvPr>
            <p:cNvSpPr/>
            <p:nvPr/>
          </p:nvSpPr>
          <p:spPr>
            <a:xfrm>
              <a:off x="248663" y="1692784"/>
              <a:ext cx="693997" cy="710521"/>
            </a:xfrm>
            <a:prstGeom prst="flowChartConnector">
              <a:avLst/>
            </a:prstGeom>
            <a:solidFill>
              <a:schemeClr val="accent6"/>
            </a:solidFill>
            <a:ln>
              <a:headEnd/>
              <a:tailEnd/>
            </a:ln>
            <a:effectLst/>
          </p:spPr>
          <p:style>
            <a:lnRef idx="1">
              <a:schemeClr val="dk1"/>
            </a:lnRef>
            <a:fillRef idx="2">
              <a:schemeClr val="dk1"/>
            </a:fillRef>
            <a:effectRef idx="1">
              <a:schemeClr val="dk1"/>
            </a:effectRef>
            <a:fontRef idx="minor">
              <a:schemeClr val="dk1"/>
            </a:fontRef>
          </p:style>
          <p:txBody>
            <a:bodyPr anchor="ctr"/>
            <a:lstStyle/>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de-DE" sz="2955" b="1" i="0" u="none" strike="noStrike" kern="1200" cap="none" spc="0" normalizeH="0" baseline="0" noProof="0">
                  <a:ln>
                    <a:noFill/>
                  </a:ln>
                  <a:solidFill>
                    <a:prstClr val="black"/>
                  </a:solidFill>
                  <a:effectLst/>
                  <a:uLnTx/>
                  <a:uFillTx/>
                  <a:latin typeface="Boehringer Forward Text"/>
                  <a:ea typeface="+mn-ea"/>
                  <a:cs typeface="+mn-cs"/>
                </a:rPr>
                <a:t>S</a:t>
              </a:r>
              <a:endParaRPr kumimoji="0" lang="en-US" sz="24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AutoShape 29">
              <a:extLst>
                <a:ext uri="{FF2B5EF4-FFF2-40B4-BE49-F238E27FC236}">
                  <a16:creationId xmlns:a16="http://schemas.microsoft.com/office/drawing/2014/main" id="{27CADFB4-9CA4-9CF6-5FDB-012A557A42DA}"/>
                </a:ext>
              </a:extLst>
            </p:cNvPr>
            <p:cNvSpPr>
              <a:spLocks noChangeArrowheads="1"/>
            </p:cNvSpPr>
            <p:nvPr/>
          </p:nvSpPr>
          <p:spPr bwMode="gray">
            <a:xfrm>
              <a:off x="7685650" y="1252457"/>
              <a:ext cx="4037181" cy="1561684"/>
            </a:xfrm>
            <a:prstGeom prst="roundRect">
              <a:avLst>
                <a:gd name="adj" fmla="val 15597"/>
              </a:avLst>
            </a:prstGeom>
            <a:solidFill>
              <a:srgbClr val="928BDE"/>
            </a:solidFill>
            <a:ln>
              <a:headEnd/>
              <a:tailEnd/>
            </a:ln>
            <a:effectLst/>
          </p:spPr>
          <p:style>
            <a:lnRef idx="1">
              <a:schemeClr val="dk1"/>
            </a:lnRef>
            <a:fillRef idx="2">
              <a:schemeClr val="dk1"/>
            </a:fillRef>
            <a:effectRef idx="1">
              <a:schemeClr val="dk1"/>
            </a:effectRef>
            <a:fontRef idx="minor">
              <a:schemeClr val="dk1"/>
            </a:fontRef>
          </p:style>
          <p:txBody>
            <a:bodyPr anchor="ctr"/>
            <a:lstStyle/>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en-GB" sz="1970" b="1" i="0" u="none" strike="noStrike" kern="1200" cap="none" spc="0" normalizeH="0" baseline="0" noProof="0">
                  <a:ln>
                    <a:noFill/>
                  </a:ln>
                  <a:solidFill>
                    <a:prstClr val="white"/>
                  </a:solidFill>
                  <a:effectLst/>
                  <a:uLnTx/>
                  <a:uFillTx/>
                  <a:latin typeface="Boehringer Forward Text"/>
                  <a:ea typeface="+mn-ea"/>
                  <a:cs typeface="+mn-cs"/>
                </a:rPr>
                <a:t>LTE open-label</a:t>
              </a:r>
            </a:p>
            <a:p>
              <a:pPr marL="0" marR="0" lvl="0" indent="0" algn="ctr" defTabSz="1501005" rtl="0" eaLnBrk="1" fontAlgn="auto" latinLnBrk="0" hangingPunct="1">
                <a:lnSpc>
                  <a:spcPct val="100000"/>
                </a:lnSpc>
                <a:spcBef>
                  <a:spcPts val="0"/>
                </a:spcBef>
                <a:spcAft>
                  <a:spcPts val="684"/>
                </a:spcAft>
                <a:buClrTx/>
                <a:buSzTx/>
                <a:buFontTx/>
                <a:buNone/>
                <a:tabLst/>
                <a:defRPr/>
              </a:pPr>
              <a:r>
                <a:rPr kumimoji="0" lang="en-GB" sz="1970" b="1" i="0" u="none" strike="noStrike" kern="1200" cap="none" spc="0" normalizeH="0" baseline="0" noProof="0">
                  <a:ln>
                    <a:noFill/>
                  </a:ln>
                  <a:solidFill>
                    <a:prstClr val="white"/>
                  </a:solidFill>
                  <a:effectLst/>
                  <a:uLnTx/>
                  <a:uFillTx/>
                  <a:latin typeface="Boehringer Forward Text"/>
                  <a:ea typeface="+mn-ea"/>
                  <a:cs typeface="+mn-cs"/>
                </a:rPr>
                <a:t>BI 764198</a:t>
              </a:r>
              <a:endParaRPr kumimoji="0" lang="en-GB"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5" name="Line 21">
              <a:extLst>
                <a:ext uri="{FF2B5EF4-FFF2-40B4-BE49-F238E27FC236}">
                  <a16:creationId xmlns:a16="http://schemas.microsoft.com/office/drawing/2014/main" id="{DC42FB4C-896E-4EB2-DAFA-D7867D23B9F3}"/>
                </a:ext>
              </a:extLst>
            </p:cNvPr>
            <p:cNvSpPr>
              <a:spLocks noChangeShapeType="1"/>
            </p:cNvSpPr>
            <p:nvPr/>
          </p:nvSpPr>
          <p:spPr bwMode="auto">
            <a:xfrm flipV="1">
              <a:off x="1745365" y="2399105"/>
              <a:ext cx="693998" cy="7882"/>
            </a:xfrm>
            <a:prstGeom prst="line">
              <a:avLst/>
            </a:prstGeom>
            <a:noFill/>
            <a:ln w="28575">
              <a:solidFill>
                <a:schemeClr val="tx1"/>
              </a:solidFill>
              <a:round/>
              <a:headEnd/>
              <a:tailEnd/>
            </a:ln>
            <a:effectLst/>
          </p:spPr>
          <p:txBody>
            <a:bodyPr wrap="none"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3366"/>
                </a:solidFill>
                <a:effectLst/>
                <a:uLnTx/>
                <a:uFillTx/>
                <a:latin typeface="Boehringer Forward Text"/>
                <a:ea typeface="+mn-ea"/>
                <a:cs typeface="Arial" pitchFamily="34" charset="0"/>
              </a:endParaRPr>
            </a:p>
          </p:txBody>
        </p:sp>
        <p:sp>
          <p:nvSpPr>
            <p:cNvPr id="49" name="Line 21">
              <a:extLst>
                <a:ext uri="{FF2B5EF4-FFF2-40B4-BE49-F238E27FC236}">
                  <a16:creationId xmlns:a16="http://schemas.microsoft.com/office/drawing/2014/main" id="{402C5CFB-B9CC-2C3E-A7CE-05A5AF032611}"/>
                </a:ext>
              </a:extLst>
            </p:cNvPr>
            <p:cNvSpPr>
              <a:spLocks noChangeShapeType="1"/>
            </p:cNvSpPr>
            <p:nvPr/>
          </p:nvSpPr>
          <p:spPr bwMode="auto">
            <a:xfrm flipV="1">
              <a:off x="1762947" y="1672611"/>
              <a:ext cx="693998" cy="0"/>
            </a:xfrm>
            <a:prstGeom prst="line">
              <a:avLst/>
            </a:prstGeom>
            <a:noFill/>
            <a:ln w="28575">
              <a:solidFill>
                <a:schemeClr val="tx1"/>
              </a:solidFill>
              <a:round/>
              <a:headEnd/>
              <a:tailEnd/>
            </a:ln>
            <a:effectLst/>
          </p:spPr>
          <p:txBody>
            <a:bodyPr wrap="none"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3366"/>
                </a:solidFill>
                <a:effectLst/>
                <a:uLnTx/>
                <a:uFillTx/>
                <a:latin typeface="Boehringer Forward Text"/>
                <a:ea typeface="+mn-ea"/>
                <a:cs typeface="Arial" pitchFamily="34" charset="0"/>
              </a:endParaRPr>
            </a:p>
          </p:txBody>
        </p:sp>
        <p:sp>
          <p:nvSpPr>
            <p:cNvPr id="69" name="Geschweifte Klammer rechts 68">
              <a:extLst>
                <a:ext uri="{FF2B5EF4-FFF2-40B4-BE49-F238E27FC236}">
                  <a16:creationId xmlns:a16="http://schemas.microsoft.com/office/drawing/2014/main" id="{84B1621C-4ACB-86CD-9BCE-0238272BB778}"/>
                </a:ext>
              </a:extLst>
            </p:cNvPr>
            <p:cNvSpPr/>
            <p:nvPr/>
          </p:nvSpPr>
          <p:spPr bwMode="gray">
            <a:xfrm rot="16200000">
              <a:off x="4904171" y="-1309557"/>
              <a:ext cx="216024" cy="4759927"/>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Textfeld 70">
              <a:extLst>
                <a:ext uri="{FF2B5EF4-FFF2-40B4-BE49-F238E27FC236}">
                  <a16:creationId xmlns:a16="http://schemas.microsoft.com/office/drawing/2014/main" id="{B7B17870-4F95-7F06-C3E2-90D68B0FA3A1}"/>
                </a:ext>
              </a:extLst>
            </p:cNvPr>
            <p:cNvSpPr txBox="1"/>
            <p:nvPr/>
          </p:nvSpPr>
          <p:spPr bwMode="gray">
            <a:xfrm>
              <a:off x="4546953" y="627728"/>
              <a:ext cx="901850" cy="315920"/>
            </a:xfrm>
            <a:prstGeom prst="rect">
              <a:avLst/>
            </a:prstGeom>
            <a:noFill/>
          </p:spPr>
          <p:txBody>
            <a:bodyPr wrap="non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600" b="0" i="0" u="none" strike="noStrike" kern="1200" cap="none" spc="0" normalizeH="0" baseline="0" noProof="0">
                  <a:ln>
                    <a:noFill/>
                  </a:ln>
                  <a:solidFill>
                    <a:prstClr val="black"/>
                  </a:solidFill>
                  <a:effectLst/>
                  <a:uLnTx/>
                  <a:uFillTx/>
                  <a:latin typeface="Boehringer Forward Text"/>
                  <a:ea typeface="+mn-ea"/>
                  <a:cs typeface="+mn-cs"/>
                </a:rPr>
                <a:t>48 </a:t>
              </a:r>
              <a:r>
                <a:rPr kumimoji="0" lang="de-DE" sz="1600" b="0" i="0" u="none" strike="noStrike" kern="1200" cap="none" spc="0" normalizeH="0" baseline="0" noProof="0" err="1">
                  <a:ln>
                    <a:noFill/>
                  </a:ln>
                  <a:solidFill>
                    <a:prstClr val="black"/>
                  </a:solidFill>
                  <a:effectLst/>
                  <a:uLnTx/>
                  <a:uFillTx/>
                  <a:latin typeface="Boehringer Forward Text"/>
                  <a:ea typeface="+mn-ea"/>
                  <a:cs typeface="+mn-cs"/>
                </a:rPr>
                <a:t>weeks</a:t>
              </a: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92" name="Gerade Verbindung mit Pfeil 91">
              <a:extLst>
                <a:ext uri="{FF2B5EF4-FFF2-40B4-BE49-F238E27FC236}">
                  <a16:creationId xmlns:a16="http://schemas.microsoft.com/office/drawing/2014/main" id="{333B22AD-1CA8-5B7A-62A1-CFE1942F621F}"/>
                </a:ext>
              </a:extLst>
            </p:cNvPr>
            <p:cNvCxnSpPr>
              <a:cxnSpLocks/>
            </p:cNvCxnSpPr>
            <p:nvPr/>
          </p:nvCxnSpPr>
          <p:spPr bwMode="gray">
            <a:xfrm>
              <a:off x="7428148" y="1620174"/>
              <a:ext cx="2160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Geschweifte Klammer rechts 95">
              <a:extLst>
                <a:ext uri="{FF2B5EF4-FFF2-40B4-BE49-F238E27FC236}">
                  <a16:creationId xmlns:a16="http://schemas.microsoft.com/office/drawing/2014/main" id="{715F5EAF-72CC-BAB8-FDB7-B5B2D2C8307B}"/>
                </a:ext>
              </a:extLst>
            </p:cNvPr>
            <p:cNvSpPr/>
            <p:nvPr/>
          </p:nvSpPr>
          <p:spPr bwMode="gray">
            <a:xfrm rot="16200000">
              <a:off x="9597561" y="-949517"/>
              <a:ext cx="216024" cy="4039845"/>
            </a:xfrm>
            <a:prstGeom prst="rightBrace">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0" name="Textfeld 99">
              <a:extLst>
                <a:ext uri="{FF2B5EF4-FFF2-40B4-BE49-F238E27FC236}">
                  <a16:creationId xmlns:a16="http://schemas.microsoft.com/office/drawing/2014/main" id="{0EAE055B-EA75-A431-FFEA-781C978A9AD5}"/>
                </a:ext>
              </a:extLst>
            </p:cNvPr>
            <p:cNvSpPr txBox="1"/>
            <p:nvPr/>
          </p:nvSpPr>
          <p:spPr bwMode="gray">
            <a:xfrm>
              <a:off x="9253315" y="651483"/>
              <a:ext cx="901850" cy="315920"/>
            </a:xfrm>
            <a:prstGeom prst="rect">
              <a:avLst/>
            </a:prstGeom>
            <a:noFill/>
          </p:spPr>
          <p:txBody>
            <a:bodyPr wrap="none" lIns="0" tIns="0" rIns="0" bIns="0" rtlCol="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600" b="0" i="0" u="none" strike="noStrike" kern="1200" cap="none" spc="0" normalizeH="0" baseline="0" noProof="0">
                  <a:ln>
                    <a:noFill/>
                  </a:ln>
                  <a:solidFill>
                    <a:prstClr val="black"/>
                  </a:solidFill>
                  <a:effectLst/>
                  <a:uLnTx/>
                  <a:uFillTx/>
                  <a:latin typeface="Boehringer Forward Text"/>
                  <a:ea typeface="+mn-ea"/>
                  <a:cs typeface="+mn-cs"/>
                </a:rPr>
                <a:t>24 </a:t>
              </a:r>
              <a:r>
                <a:rPr kumimoji="0" lang="de-DE" sz="1600" b="0" i="0" u="none" strike="noStrike" kern="1200" cap="none" spc="0" normalizeH="0" baseline="0" noProof="0" err="1">
                  <a:ln>
                    <a:noFill/>
                  </a:ln>
                  <a:solidFill>
                    <a:prstClr val="black"/>
                  </a:solidFill>
                  <a:effectLst/>
                  <a:uLnTx/>
                  <a:uFillTx/>
                  <a:latin typeface="Boehringer Forward Text"/>
                  <a:ea typeface="+mn-ea"/>
                  <a:cs typeface="+mn-cs"/>
                </a:rPr>
                <a:t>weeks</a:t>
              </a: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2" name="Textfeld 1">
            <a:extLst>
              <a:ext uri="{FF2B5EF4-FFF2-40B4-BE49-F238E27FC236}">
                <a16:creationId xmlns:a16="http://schemas.microsoft.com/office/drawing/2014/main" id="{5B1516B2-DE92-DE74-702E-F2E8EBA26F02}"/>
              </a:ext>
            </a:extLst>
          </p:cNvPr>
          <p:cNvSpPr txBox="1"/>
          <p:nvPr/>
        </p:nvSpPr>
        <p:spPr bwMode="gray">
          <a:xfrm>
            <a:off x="415636" y="206930"/>
            <a:ext cx="3470502" cy="315920"/>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600" b="1" i="0" u="none" strike="noStrike" kern="1200" cap="none" spc="0" normalizeH="0" baseline="0" noProof="0">
                <a:ln>
                  <a:noFill/>
                </a:ln>
                <a:solidFill>
                  <a:prstClr val="black"/>
                </a:solidFill>
                <a:effectLst/>
                <a:uLnTx/>
                <a:uFillTx/>
                <a:latin typeface="Boehringer Forward Text"/>
                <a:ea typeface="+mn-ea"/>
                <a:cs typeface="+mn-cs"/>
              </a:rPr>
              <a:t>Study </a:t>
            </a:r>
            <a:r>
              <a:rPr kumimoji="0" lang="de-DE" sz="1600" b="1" i="0" u="none" strike="noStrike" kern="1200" cap="none" spc="0" normalizeH="0" baseline="0" noProof="0" err="1">
                <a:ln>
                  <a:noFill/>
                </a:ln>
                <a:solidFill>
                  <a:prstClr val="black"/>
                </a:solidFill>
                <a:effectLst/>
                <a:uLnTx/>
                <a:uFillTx/>
                <a:latin typeface="Boehringer Forward Text"/>
                <a:ea typeface="+mn-ea"/>
                <a:cs typeface="+mn-cs"/>
              </a:rPr>
              <a:t>outline</a:t>
            </a:r>
            <a:r>
              <a:rPr kumimoji="0" lang="de-DE" sz="1600" b="1" i="0" u="none" strike="noStrike" kern="1200" cap="none" spc="0" normalizeH="0" baseline="0" noProof="0">
                <a:ln>
                  <a:noFill/>
                </a:ln>
                <a:solidFill>
                  <a:prstClr val="black"/>
                </a:solidFill>
                <a:effectLst/>
                <a:uLnTx/>
                <a:uFillTx/>
                <a:latin typeface="Boehringer Forward Text"/>
                <a:ea typeface="+mn-ea"/>
                <a:cs typeface="+mn-cs"/>
              </a:rPr>
              <a:t> Phase II – 1434-0019</a:t>
            </a:r>
          </a:p>
        </p:txBody>
      </p:sp>
      <p:cxnSp>
        <p:nvCxnSpPr>
          <p:cNvPr id="4" name="Gerade Verbindung mit Pfeil 3">
            <a:extLst>
              <a:ext uri="{FF2B5EF4-FFF2-40B4-BE49-F238E27FC236}">
                <a16:creationId xmlns:a16="http://schemas.microsoft.com/office/drawing/2014/main" id="{D856FD3A-2CD8-8BF9-2BBE-3847AB29702D}"/>
              </a:ext>
            </a:extLst>
          </p:cNvPr>
          <p:cNvCxnSpPr>
            <a:cxnSpLocks/>
          </p:cNvCxnSpPr>
          <p:nvPr/>
        </p:nvCxnSpPr>
        <p:spPr bwMode="gray">
          <a:xfrm>
            <a:off x="7423991" y="2043545"/>
            <a:ext cx="216024"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6595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D9453656-4801-F685-4154-0A696B973AC2}"/>
              </a:ext>
            </a:extLst>
          </p:cNvPr>
          <p:cNvSpPr>
            <a:spLocks noGrp="1"/>
          </p:cNvSpPr>
          <p:nvPr>
            <p:ph type="ctrTitle"/>
          </p:nvPr>
        </p:nvSpPr>
        <p:spPr/>
        <p:txBody>
          <a:bodyPr/>
          <a:lstStyle/>
          <a:p>
            <a:r>
              <a:rPr lang="en-US" altLang="zh-CN"/>
              <a:t>Thank you!</a:t>
            </a:r>
            <a:endParaRPr lang="zh-CN" altLang="en-US"/>
          </a:p>
        </p:txBody>
      </p:sp>
      <p:sp>
        <p:nvSpPr>
          <p:cNvPr id="5" name="Footer Placeholder 4">
            <a:extLst>
              <a:ext uri="{FF2B5EF4-FFF2-40B4-BE49-F238E27FC236}">
                <a16:creationId xmlns:a16="http://schemas.microsoft.com/office/drawing/2014/main" id="{4180B3E9-D697-53DD-D03D-0738999DE1CD}"/>
              </a:ext>
            </a:extLst>
          </p:cNvPr>
          <p:cNvSpPr>
            <a:spLocks noGrp="1"/>
          </p:cNvSpPr>
          <p:nvPr>
            <p:ph type="ftr" sz="quarter" idx="19"/>
          </p:nvPr>
        </p:nvSpPr>
        <p:spPr/>
        <p:txBody>
          <a:bodyPr/>
          <a:lstStyle/>
          <a:p>
            <a:r>
              <a:rPr lang="en-US" altLang="zh-CN"/>
              <a:t>MAP</a:t>
            </a:r>
            <a:r>
              <a:rPr lang="en-US"/>
              <a:t>|    ONLY FOR INTERNAL USE</a:t>
            </a:r>
          </a:p>
        </p:txBody>
      </p:sp>
      <p:sp>
        <p:nvSpPr>
          <p:cNvPr id="6" name="Slide Number Placeholder 5">
            <a:extLst>
              <a:ext uri="{FF2B5EF4-FFF2-40B4-BE49-F238E27FC236}">
                <a16:creationId xmlns:a16="http://schemas.microsoft.com/office/drawing/2014/main" id="{B0C5B733-87AF-D4FA-37C1-CCDBD5DE7B09}"/>
              </a:ext>
            </a:extLst>
          </p:cNvPr>
          <p:cNvSpPr>
            <a:spLocks noGrp="1"/>
          </p:cNvSpPr>
          <p:nvPr>
            <p:ph type="sldNum" sz="quarter" idx="4294967295"/>
          </p:nvPr>
        </p:nvSpPr>
        <p:spPr>
          <a:xfrm>
            <a:off x="11904663" y="6246813"/>
            <a:ext cx="287337" cy="287337"/>
          </a:xfrm>
        </p:spPr>
        <p:txBody>
          <a:bodyPr/>
          <a:lstStyle/>
          <a:p>
            <a:fld id="{DF4E8F9F-5B1F-4F5B-BE49-3245D8C18D9F}" type="slidenum">
              <a:rPr lang="en-US" smtClean="0"/>
              <a:pPr/>
              <a:t>37</a:t>
            </a:fld>
            <a:endParaRPr lang="en-US"/>
          </a:p>
        </p:txBody>
      </p:sp>
      <p:sp>
        <p:nvSpPr>
          <p:cNvPr id="9" name="副标题 8">
            <a:extLst>
              <a:ext uri="{FF2B5EF4-FFF2-40B4-BE49-F238E27FC236}">
                <a16:creationId xmlns:a16="http://schemas.microsoft.com/office/drawing/2014/main" id="{895AC8DD-EC9C-351D-2A97-8229F4D320FB}"/>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4089612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1918F-D4B9-CB22-8347-C74577AED3F9}"/>
              </a:ext>
            </a:extLst>
          </p:cNvPr>
          <p:cNvSpPr>
            <a:spLocks noGrp="1"/>
          </p:cNvSpPr>
          <p:nvPr>
            <p:ph type="title"/>
          </p:nvPr>
        </p:nvSpPr>
        <p:spPr/>
        <p:txBody>
          <a:bodyPr/>
          <a:lstStyle/>
          <a:p>
            <a:r>
              <a:rPr lang="en-US" altLang="zh-CN"/>
              <a:t>TA Portfolio Key Update- BI 3034701 (GGY2Ra.)</a:t>
            </a:r>
            <a:endParaRPr lang="zh-CN" altLang="en-US"/>
          </a:p>
        </p:txBody>
      </p:sp>
      <p:sp>
        <p:nvSpPr>
          <p:cNvPr id="4" name="Footer Placeholder 3">
            <a:extLst>
              <a:ext uri="{FF2B5EF4-FFF2-40B4-BE49-F238E27FC236}">
                <a16:creationId xmlns:a16="http://schemas.microsoft.com/office/drawing/2014/main" id="{DCC1BB9F-CAEF-31DF-2BBC-093AAE66D508}"/>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ONLY FOR INTERNAL USE</a:t>
            </a:r>
          </a:p>
        </p:txBody>
      </p:sp>
      <p:sp>
        <p:nvSpPr>
          <p:cNvPr id="5" name="Slide Number Placeholder 4">
            <a:extLst>
              <a:ext uri="{FF2B5EF4-FFF2-40B4-BE49-F238E27FC236}">
                <a16:creationId xmlns:a16="http://schemas.microsoft.com/office/drawing/2014/main" id="{972F87C9-9F4C-7797-F365-BE8A4ED44AB6}"/>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1" name="Star: 5 Points 10">
            <a:extLst>
              <a:ext uri="{FF2B5EF4-FFF2-40B4-BE49-F238E27FC236}">
                <a16:creationId xmlns:a16="http://schemas.microsoft.com/office/drawing/2014/main" id="{16A7E44C-FAED-3FA6-1226-6251D6942196}"/>
              </a:ext>
            </a:extLst>
          </p:cNvPr>
          <p:cNvSpPr/>
          <p:nvPr/>
        </p:nvSpPr>
        <p:spPr bwMode="gray">
          <a:xfrm>
            <a:off x="1685051" y="6570146"/>
            <a:ext cx="146304" cy="144000"/>
          </a:xfrm>
          <a:prstGeom prst="star5">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TextBox 11">
            <a:extLst>
              <a:ext uri="{FF2B5EF4-FFF2-40B4-BE49-F238E27FC236}">
                <a16:creationId xmlns:a16="http://schemas.microsoft.com/office/drawing/2014/main" id="{B758AD1B-31DD-5C0B-088D-D132426302CD}"/>
              </a:ext>
            </a:extLst>
          </p:cNvPr>
          <p:cNvSpPr txBox="1"/>
          <p:nvPr/>
        </p:nvSpPr>
        <p:spPr bwMode="gray">
          <a:xfrm>
            <a:off x="1857183" y="6534836"/>
            <a:ext cx="857607"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One HP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35840D5A-C2A9-A527-D937-4ACAFE7D9609}"/>
              </a:ext>
            </a:extLst>
          </p:cNvPr>
          <p:cNvSpPr txBox="1"/>
          <p:nvPr/>
        </p:nvSpPr>
        <p:spPr bwMode="gray">
          <a:xfrm>
            <a:off x="2975726" y="6544072"/>
            <a:ext cx="597921" cy="177677"/>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black"/>
                </a:solidFill>
                <a:effectLst/>
                <a:uLnTx/>
                <a:uFillTx/>
                <a:latin typeface="Boehringer Forward Text"/>
                <a:ea typeface="+mn-ea"/>
                <a:cs typeface="+mn-cs"/>
              </a:rPr>
              <a:t>TA Priority</a:t>
            </a:r>
            <a:endParaRPr kumimoji="0" lang="zh-CN" altLang="en-US" sz="9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Star: 4 Points 13">
            <a:extLst>
              <a:ext uri="{FF2B5EF4-FFF2-40B4-BE49-F238E27FC236}">
                <a16:creationId xmlns:a16="http://schemas.microsoft.com/office/drawing/2014/main" id="{EA8E2C38-D438-9D58-DA0F-123F2912D951}"/>
              </a:ext>
            </a:extLst>
          </p:cNvPr>
          <p:cNvSpPr/>
          <p:nvPr/>
        </p:nvSpPr>
        <p:spPr bwMode="gray">
          <a:xfrm>
            <a:off x="2777254" y="6552146"/>
            <a:ext cx="180000" cy="180000"/>
          </a:xfrm>
          <a:prstGeom prst="star4">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5" name="Table 6">
            <a:extLst>
              <a:ext uri="{FF2B5EF4-FFF2-40B4-BE49-F238E27FC236}">
                <a16:creationId xmlns:a16="http://schemas.microsoft.com/office/drawing/2014/main" id="{B16C4F7B-FFC9-8C91-F3C2-0272A3D6E47F}"/>
              </a:ext>
            </a:extLst>
          </p:cNvPr>
          <p:cNvGraphicFramePr>
            <a:graphicFrameLocks noGrp="1"/>
          </p:cNvGraphicFramePr>
          <p:nvPr/>
        </p:nvGraphicFramePr>
        <p:xfrm>
          <a:off x="600799" y="1325880"/>
          <a:ext cx="10990399" cy="2560320"/>
        </p:xfrm>
        <a:graphic>
          <a:graphicData uri="http://schemas.openxmlformats.org/drawingml/2006/table">
            <a:tbl>
              <a:tblPr firstRow="1" bandRow="1">
                <a:tableStyleId>{7E9639D4-E3E2-4D34-9284-5A2195B3D0D7}</a:tableStyleId>
              </a:tblPr>
              <a:tblGrid>
                <a:gridCol w="1522857">
                  <a:extLst>
                    <a:ext uri="{9D8B030D-6E8A-4147-A177-3AD203B41FA5}">
                      <a16:colId xmlns:a16="http://schemas.microsoft.com/office/drawing/2014/main" val="3183558779"/>
                    </a:ext>
                  </a:extLst>
                </a:gridCol>
                <a:gridCol w="1411986">
                  <a:extLst>
                    <a:ext uri="{9D8B030D-6E8A-4147-A177-3AD203B41FA5}">
                      <a16:colId xmlns:a16="http://schemas.microsoft.com/office/drawing/2014/main" val="4060529730"/>
                    </a:ext>
                  </a:extLst>
                </a:gridCol>
                <a:gridCol w="1313011">
                  <a:extLst>
                    <a:ext uri="{9D8B030D-6E8A-4147-A177-3AD203B41FA5}">
                      <a16:colId xmlns:a16="http://schemas.microsoft.com/office/drawing/2014/main" val="1540706906"/>
                    </a:ext>
                  </a:extLst>
                </a:gridCol>
                <a:gridCol w="4802909">
                  <a:extLst>
                    <a:ext uri="{9D8B030D-6E8A-4147-A177-3AD203B41FA5}">
                      <a16:colId xmlns:a16="http://schemas.microsoft.com/office/drawing/2014/main" val="1815427223"/>
                    </a:ext>
                  </a:extLst>
                </a:gridCol>
                <a:gridCol w="1939636">
                  <a:extLst>
                    <a:ext uri="{9D8B030D-6E8A-4147-A177-3AD203B41FA5}">
                      <a16:colId xmlns:a16="http://schemas.microsoft.com/office/drawing/2014/main" val="3539556881"/>
                    </a:ext>
                  </a:extLst>
                </a:gridCol>
              </a:tblGrid>
              <a:tr h="37084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Asset Name-</a:t>
                      </a:r>
                      <a:r>
                        <a:rPr lang="en-US" altLang="zh-CN" sz="1200" err="1"/>
                        <a:t>MoA</a:t>
                      </a:r>
                      <a:endParaRPr lang="zh-CN" altLang="en-US" sz="1200"/>
                    </a:p>
                  </a:txBody>
                  <a:tcPr>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Indication</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200"/>
                        <a:t>China Approval (base case) </a:t>
                      </a:r>
                      <a:endParaRPr lang="zh-CN" altLang="en-US" sz="1200"/>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Update</a:t>
                      </a:r>
                      <a:endParaRPr lang="zh-CN" altLang="en-US" sz="1200" i="1">
                        <a:solidFill>
                          <a:schemeClr val="bg1">
                            <a:lumMod val="75000"/>
                          </a:schemeClr>
                        </a:solidFill>
                      </a:endParaRPr>
                    </a:p>
                  </a:txBody>
                  <a:tcPr>
                    <a:lnL w="6350" cap="flat" cmpd="sng" algn="ctr">
                      <a:solidFill>
                        <a:srgbClr val="076D7E"/>
                      </a:solidFill>
                      <a:prstDash val="solid"/>
                      <a:round/>
                      <a:headEnd type="none" w="med" len="med"/>
                      <a:tailEnd type="none" w="med" len="med"/>
                    </a:lnL>
                    <a:lnR w="6350" cap="flat" cmpd="sng" algn="ctr">
                      <a:solidFill>
                        <a:srgbClr val="076D7E"/>
                      </a:solidFill>
                      <a:prstDash val="solid"/>
                      <a:round/>
                      <a:headEnd type="none" w="med" len="med"/>
                      <a:tailEnd type="none" w="med" len="med"/>
                    </a:lnR>
                    <a:solidFill>
                      <a:srgbClr val="076D7E"/>
                    </a:solidFill>
                  </a:tcPr>
                </a:tc>
                <a:tc>
                  <a:txBody>
                    <a:bodyPr/>
                    <a:lstStyle/>
                    <a:p>
                      <a:pPr algn="ctr"/>
                      <a:r>
                        <a:rPr lang="en-US" altLang="zh-CN" sz="1200"/>
                        <a:t>Next Step</a:t>
                      </a:r>
                      <a:endParaRPr lang="zh-CN" altLang="en-US" sz="1200"/>
                    </a:p>
                  </a:txBody>
                  <a:tcPr>
                    <a:lnL w="6350" cap="flat" cmpd="sng" algn="ctr">
                      <a:solidFill>
                        <a:srgbClr val="076D7E"/>
                      </a:solidFill>
                      <a:prstDash val="solid"/>
                      <a:round/>
                      <a:headEnd type="none" w="med" len="med"/>
                      <a:tailEnd type="none" w="med" len="med"/>
                    </a:lnL>
                    <a:solidFill>
                      <a:srgbClr val="076D7E"/>
                    </a:solidFill>
                  </a:tcPr>
                </a:tc>
                <a:extLst>
                  <a:ext uri="{0D108BD9-81ED-4DB2-BD59-A6C34878D82A}">
                    <a16:rowId xmlns:a16="http://schemas.microsoft.com/office/drawing/2014/main" val="4731445"/>
                  </a:ext>
                </a:extLst>
              </a:tr>
              <a:tr h="0">
                <a:tc>
                  <a:txBody>
                    <a:bodyPr/>
                    <a:lstStyle/>
                    <a:p>
                      <a:pPr marL="0" marR="0" lvl="0" indent="0" algn="l" rtl="0" eaLnBrk="1" fontAlgn="auto" latinLnBrk="0" hangingPunct="1">
                        <a:lnSpc>
                          <a:spcPct val="100000"/>
                        </a:lnSpc>
                        <a:spcBef>
                          <a:spcPts val="0"/>
                        </a:spcBef>
                        <a:spcAft>
                          <a:spcPts val="0"/>
                        </a:spcAft>
                        <a:buClrTx/>
                        <a:buSzTx/>
                        <a:buFontTx/>
                        <a:buNone/>
                      </a:pPr>
                      <a:r>
                        <a:rPr kumimoji="1" lang="en-US" altLang="zh-CN" sz="1200" i="0" kern="1200">
                          <a:solidFill>
                            <a:schemeClr val="tx1"/>
                          </a:solidFill>
                          <a:latin typeface="+mn-lt"/>
                          <a:ea typeface="+mn-ea"/>
                          <a:cs typeface="+mn-cs"/>
                        </a:rPr>
                        <a:t>BI 3034701 (GGY2Ra.)</a:t>
                      </a:r>
                      <a:endParaRPr kumimoji="1" lang="zh-CN" altLang="en-US" sz="1200" i="0" kern="1200">
                        <a:solidFill>
                          <a:schemeClr val="tx1"/>
                        </a:solidFill>
                        <a:latin typeface="+mn-lt"/>
                        <a:ea typeface="+mn-ea"/>
                        <a:cs typeface="+mn-cs"/>
                      </a:endParaRPr>
                    </a:p>
                  </a:txBody>
                  <a:tcPr anchor="ctr">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obesity</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zh-CN" sz="1200" i="0" kern="1200">
                          <a:solidFill>
                            <a:schemeClr val="tx1"/>
                          </a:solidFill>
                          <a:latin typeface="+mn-lt"/>
                          <a:ea typeface="+mn-ea"/>
                          <a:cs typeface="+mn-cs"/>
                        </a:rPr>
                        <a:t>Jul 2033</a:t>
                      </a:r>
                      <a:endParaRPr kumimoji="1" lang="zh-CN" altLang="en-US" sz="1200" i="0" kern="1200">
                        <a:solidFill>
                          <a:schemeClr val="tx1"/>
                        </a:solidFill>
                        <a:latin typeface="+mn-lt"/>
                        <a:ea typeface="+mn-ea"/>
                        <a:cs typeface="+mn-cs"/>
                      </a:endParaRPr>
                    </a:p>
                  </a:txBody>
                  <a:tcPr anchor="ct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gPh I SRD/MRD readout available in Q3/Q4 2025, slightly postponed to add additional dose cohorts as exposure is lower than predicted</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PoCP based on MRD timeline remains unchanged in Dec 2025</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whether to skip gPh II pre-IND with FDA/EMA under discussion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value maximizaiton in other indications under discussion</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China sub-team made preliminary evaluation of benefits and risks of skipping pre-IND, and planned re-evaluation in end May after JP team’s meeting with PMDA to discuss about PK strategy</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zh-CN"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lnR w="12700" cap="flat" cmpd="sng" algn="ctr">
                      <a:solidFill>
                        <a:schemeClr val="bg1">
                          <a:lumMod val="85000"/>
                        </a:schemeClr>
                      </a:solidFill>
                      <a:prstDash val="dash"/>
                      <a:round/>
                      <a:headEnd type="none" w="med" len="med"/>
                      <a:tailEnd type="none" w="med" len="med"/>
                    </a:lnR>
                  </a:tcPr>
                </a:tc>
                <a:tc>
                  <a:txBody>
                    <a:bodyPr/>
                    <a:lstStyle/>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monitor global development progress and decision on pre-IND</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monitor JP PK strategy based on PMDA’s feedback</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1200" i="0" kern="1200">
                          <a:solidFill>
                            <a:schemeClr val="tx1"/>
                          </a:solidFill>
                          <a:latin typeface="+mn-lt"/>
                          <a:ea typeface="+mn-ea"/>
                          <a:cs typeface="+mn-cs"/>
                        </a:rPr>
                        <a:t>To re-evaluate pre-IND skipping based on the above information</a:t>
                      </a:r>
                      <a:endParaRPr kumimoji="1" lang="zh-CN" altLang="en-US" sz="1200" i="0" kern="1200">
                        <a:solidFill>
                          <a:schemeClr val="tx1"/>
                        </a:solidFill>
                        <a:latin typeface="+mn-lt"/>
                        <a:ea typeface="+mn-ea"/>
                        <a:cs typeface="+mn-cs"/>
                      </a:endParaRPr>
                    </a:p>
                  </a:txBody>
                  <a:tcPr>
                    <a:lnL w="12700" cap="flat" cmpd="sng" algn="ctr">
                      <a:solidFill>
                        <a:schemeClr val="bg1">
                          <a:lumMod val="85000"/>
                        </a:schemeClr>
                      </a:solidFill>
                      <a:prstDash val="dash"/>
                      <a:round/>
                      <a:headEnd type="none" w="med" len="med"/>
                      <a:tailEnd type="none" w="med" len="med"/>
                    </a:lnL>
                  </a:tcPr>
                </a:tc>
                <a:extLst>
                  <a:ext uri="{0D108BD9-81ED-4DB2-BD59-A6C34878D82A}">
                    <a16:rowId xmlns:a16="http://schemas.microsoft.com/office/drawing/2014/main" val="282381439"/>
                  </a:ext>
                </a:extLst>
              </a:tr>
            </a:tbl>
          </a:graphicData>
        </a:graphic>
      </p:graphicFrame>
    </p:spTree>
    <p:extLst>
      <p:ext uri="{BB962C8B-B14F-4D97-AF65-F5344CB8AC3E}">
        <p14:creationId xmlns:p14="http://schemas.microsoft.com/office/powerpoint/2010/main" val="37243237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TLSHAPE_SL2A_c2c078fca8f64ff58b058c32f92b08fc_BackgroundRectangle" hidden="1">
            <a:extLst>
              <a:ext uri="{FF2B5EF4-FFF2-40B4-BE49-F238E27FC236}">
                <a16:creationId xmlns:a16="http://schemas.microsoft.com/office/drawing/2014/main" id="{48B381E8-D751-4AE1-32A4-8AF4E733AAEB}"/>
              </a:ext>
            </a:extLst>
          </p:cNvPr>
          <p:cNvSpPr/>
          <p:nvPr>
            <p:custDataLst>
              <p:tags r:id="rId2"/>
            </p:custDataLst>
          </p:nvPr>
        </p:nvSpPr>
        <p:spPr bwMode="gray">
          <a:xfrm>
            <a:off x="965200" y="2150291"/>
            <a:ext cx="10388600" cy="1802892"/>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4EE7F365-4032-184C-7316-DECED62A3C3E}"/>
              </a:ext>
            </a:extLst>
          </p:cNvPr>
          <p:cNvSpPr txBox="1"/>
          <p:nvPr>
            <p:custDataLst>
              <p:tags r:id="rId3"/>
            </p:custDataLst>
          </p:nvPr>
        </p:nvSpPr>
        <p:spPr bwMode="gray">
          <a:xfrm>
            <a:off x="-221339" y="-5221"/>
            <a:ext cx="469900" cy="27940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21" name="OTLSHAPE_SL2A_c2c078fca8f64ff58b058c32f92b08fc_HeaderRectangle" hidden="1">
            <a:extLst>
              <a:ext uri="{FF2B5EF4-FFF2-40B4-BE49-F238E27FC236}">
                <a16:creationId xmlns:a16="http://schemas.microsoft.com/office/drawing/2014/main" id="{EF866F5E-852F-7C83-3EAE-ABFF4639971D}"/>
              </a:ext>
            </a:extLst>
          </p:cNvPr>
          <p:cNvSpPr/>
          <p:nvPr>
            <p:custDataLst>
              <p:tags r:id="rId4"/>
            </p:custDataLst>
          </p:nvPr>
        </p:nvSpPr>
        <p:spPr bwMode="gray">
          <a:xfrm>
            <a:off x="965200" y="2150291"/>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OTLSHAPE_SL2A_c2c078fca8f64ff58b058c32f92b08fc_Header" hidden="1">
            <a:extLst>
              <a:ext uri="{FF2B5EF4-FFF2-40B4-BE49-F238E27FC236}">
                <a16:creationId xmlns:a16="http://schemas.microsoft.com/office/drawing/2014/main" id="{53B3E979-EE07-B07F-BAE5-0A78DCC92F99}"/>
              </a:ext>
            </a:extLst>
          </p:cNvPr>
          <p:cNvSpPr txBox="1"/>
          <p:nvPr>
            <p:custDataLst>
              <p:tags r:id="rId5"/>
            </p:custDataLst>
          </p:nvPr>
        </p:nvSpPr>
        <p:spPr bwMode="gray">
          <a:xfrm>
            <a:off x="12700" y="-111930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39" name="OTLSHAPE_SLT_1e5bcfb5f49944c49eebcea66b620a37_ShapePercentage" hidden="1">
            <a:extLst>
              <a:ext uri="{FF2B5EF4-FFF2-40B4-BE49-F238E27FC236}">
                <a16:creationId xmlns:a16="http://schemas.microsoft.com/office/drawing/2014/main" id="{EB5F008F-C2BB-0D5F-C28C-C40DD4B412DA}"/>
              </a:ext>
            </a:extLst>
          </p:cNvPr>
          <p:cNvSpPr/>
          <p:nvPr>
            <p:custDataLst>
              <p:tags r:id="rId6"/>
            </p:custDataLst>
          </p:nvPr>
        </p:nvSpPr>
        <p:spPr bwMode="gray">
          <a:xfrm>
            <a:off x="3913982" y="4076542"/>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0" name="OTLSHAPE_SLT_1e5bcfb5f49944c49eebcea66b620a37_Duration" hidden="1">
            <a:extLst>
              <a:ext uri="{FF2B5EF4-FFF2-40B4-BE49-F238E27FC236}">
                <a16:creationId xmlns:a16="http://schemas.microsoft.com/office/drawing/2014/main" id="{1D2A05E9-9C49-01DC-7E64-A729A702D550}"/>
              </a:ext>
            </a:extLst>
          </p:cNvPr>
          <p:cNvSpPr txBox="1"/>
          <p:nvPr>
            <p:custDataLst>
              <p:tags r:id="rId7"/>
            </p:custDataLst>
          </p:nvPr>
        </p:nvSpPr>
        <p:spPr bwMode="gray">
          <a:xfrm>
            <a:off x="12700" y="-511175"/>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60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1" name="OTLSHAPE_SLT_1e5bcfb5f49944c49eebcea66b620a37_TextPercentage" hidden="1">
            <a:extLst>
              <a:ext uri="{FF2B5EF4-FFF2-40B4-BE49-F238E27FC236}">
                <a16:creationId xmlns:a16="http://schemas.microsoft.com/office/drawing/2014/main" id="{83EFC218-BA7B-F734-6EEF-DBDBAEF97A09}"/>
              </a:ext>
            </a:extLst>
          </p:cNvPr>
          <p:cNvSpPr txBox="1"/>
          <p:nvPr>
            <p:custDataLst>
              <p:tags r:id="rId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42" name="OTLSHAPE_SLT_1e5bcfb5f49944c49eebcea66b620a37_StartDate" hidden="1">
            <a:extLst>
              <a:ext uri="{FF2B5EF4-FFF2-40B4-BE49-F238E27FC236}">
                <a16:creationId xmlns:a16="http://schemas.microsoft.com/office/drawing/2014/main" id="{BA0C25A9-E515-6A4E-30D4-68E107ACA28C}"/>
              </a:ext>
            </a:extLst>
          </p:cNvPr>
          <p:cNvSpPr txBox="1"/>
          <p:nvPr>
            <p:custDataLst>
              <p:tags r:id="rId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3" name="OTLSHAPE_SLT_1e5bcfb5f49944c49eebcea66b620a37_EndDate" hidden="1">
            <a:extLst>
              <a:ext uri="{FF2B5EF4-FFF2-40B4-BE49-F238E27FC236}">
                <a16:creationId xmlns:a16="http://schemas.microsoft.com/office/drawing/2014/main" id="{705704CD-1D0C-3EA9-D34C-B0A56E0B006C}"/>
              </a:ext>
            </a:extLst>
          </p:cNvPr>
          <p:cNvSpPr txBox="1"/>
          <p:nvPr>
            <p:custDataLst>
              <p:tags r:id="rId1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5" name="OTLSHAPE_SLT_af3e80754ee84374888d0f25fd542f08_ShapePercentage" hidden="1">
            <a:extLst>
              <a:ext uri="{FF2B5EF4-FFF2-40B4-BE49-F238E27FC236}">
                <a16:creationId xmlns:a16="http://schemas.microsoft.com/office/drawing/2014/main" id="{B24875B9-AA5B-BAC6-9187-4F57F922AB8D}"/>
              </a:ext>
            </a:extLst>
          </p:cNvPr>
          <p:cNvSpPr/>
          <p:nvPr>
            <p:custDataLst>
              <p:tags r:id="rId11"/>
            </p:custDataLst>
          </p:nvPr>
        </p:nvSpPr>
        <p:spPr bwMode="gray">
          <a:xfrm>
            <a:off x="5556520" y="4544580"/>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6" name="OTLSHAPE_SLT_af3e80754ee84374888d0f25fd542f08_Duration" hidden="1">
            <a:extLst>
              <a:ext uri="{FF2B5EF4-FFF2-40B4-BE49-F238E27FC236}">
                <a16:creationId xmlns:a16="http://schemas.microsoft.com/office/drawing/2014/main" id="{F3C5223D-0680-BC17-A1EC-4FF483405431}"/>
              </a:ext>
            </a:extLst>
          </p:cNvPr>
          <p:cNvSpPr txBox="1"/>
          <p:nvPr>
            <p:custDataLst>
              <p:tags r:id="rId12"/>
            </p:custDataLst>
          </p:nvPr>
        </p:nvSpPr>
        <p:spPr bwMode="gray">
          <a:xfrm>
            <a:off x="12700" y="-480837"/>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7" name="OTLSHAPE_SLT_af3e80754ee84374888d0f25fd542f08_TextPercentage" hidden="1">
            <a:extLst>
              <a:ext uri="{FF2B5EF4-FFF2-40B4-BE49-F238E27FC236}">
                <a16:creationId xmlns:a16="http://schemas.microsoft.com/office/drawing/2014/main" id="{035909ED-5A94-15A1-17A9-D21A80B80589}"/>
              </a:ext>
            </a:extLst>
          </p:cNvPr>
          <p:cNvSpPr txBox="1"/>
          <p:nvPr>
            <p:custDataLst>
              <p:tags r:id="rId1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8" name="OTLSHAPE_SLT_af3e80754ee84374888d0f25fd542f08_StartDate" hidden="1">
            <a:extLst>
              <a:ext uri="{FF2B5EF4-FFF2-40B4-BE49-F238E27FC236}">
                <a16:creationId xmlns:a16="http://schemas.microsoft.com/office/drawing/2014/main" id="{CBAA6309-D453-65FA-24A3-E4F0E0794B2A}"/>
              </a:ext>
            </a:extLst>
          </p:cNvPr>
          <p:cNvSpPr txBox="1"/>
          <p:nvPr>
            <p:custDataLst>
              <p:tags r:id="rId1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9" name="OTLSHAPE_SLT_af3e80754ee84374888d0f25fd542f08_EndDate" hidden="1">
            <a:extLst>
              <a:ext uri="{FF2B5EF4-FFF2-40B4-BE49-F238E27FC236}">
                <a16:creationId xmlns:a16="http://schemas.microsoft.com/office/drawing/2014/main" id="{D6EEDEA5-363A-F314-E629-9B43269049D6}"/>
              </a:ext>
            </a:extLst>
          </p:cNvPr>
          <p:cNvSpPr txBox="1"/>
          <p:nvPr>
            <p:custDataLst>
              <p:tags r:id="rId1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2" name="OTLSHAPE_SLT_f8a8e67cf2d44d7f98671616391cd05c_ShapePercentage" hidden="1">
            <a:extLst>
              <a:ext uri="{FF2B5EF4-FFF2-40B4-BE49-F238E27FC236}">
                <a16:creationId xmlns:a16="http://schemas.microsoft.com/office/drawing/2014/main" id="{97B7FC26-B7B1-24D2-46B0-60227AF2B813}"/>
              </a:ext>
            </a:extLst>
          </p:cNvPr>
          <p:cNvSpPr/>
          <p:nvPr>
            <p:custDataLst>
              <p:tags r:id="rId16"/>
            </p:custDataLst>
          </p:nvPr>
        </p:nvSpPr>
        <p:spPr bwMode="gray">
          <a:xfrm>
            <a:off x="7957153" y="3766324"/>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3" name="OTLSHAPE_SLT_f8a8e67cf2d44d7f98671616391cd05c_Duration" hidden="1">
            <a:extLst>
              <a:ext uri="{FF2B5EF4-FFF2-40B4-BE49-F238E27FC236}">
                <a16:creationId xmlns:a16="http://schemas.microsoft.com/office/drawing/2014/main" id="{4D6E88A4-888D-0090-7E0B-AC7D9264131E}"/>
              </a:ext>
            </a:extLst>
          </p:cNvPr>
          <p:cNvSpPr txBox="1"/>
          <p:nvPr>
            <p:custDataLst>
              <p:tags r:id="rId17"/>
            </p:custDataLst>
          </p:nvPr>
        </p:nvSpPr>
        <p:spPr bwMode="gray">
          <a:xfrm>
            <a:off x="12700" y="-71145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108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4" name="OTLSHAPE_SLT_f8a8e67cf2d44d7f98671616391cd05c_TextPercentage" hidden="1">
            <a:extLst>
              <a:ext uri="{FF2B5EF4-FFF2-40B4-BE49-F238E27FC236}">
                <a16:creationId xmlns:a16="http://schemas.microsoft.com/office/drawing/2014/main" id="{BC8B0D3E-0FC3-3D70-ADC7-446BABAF3C11}"/>
              </a:ext>
            </a:extLst>
          </p:cNvPr>
          <p:cNvSpPr txBox="1"/>
          <p:nvPr>
            <p:custDataLst>
              <p:tags r:id="rId1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5" name="OTLSHAPE_SLT_f8a8e67cf2d44d7f98671616391cd05c_StartDate" hidden="1">
            <a:extLst>
              <a:ext uri="{FF2B5EF4-FFF2-40B4-BE49-F238E27FC236}">
                <a16:creationId xmlns:a16="http://schemas.microsoft.com/office/drawing/2014/main" id="{B9F37F43-D6B6-13CA-7E34-77343DE9C626}"/>
              </a:ext>
            </a:extLst>
          </p:cNvPr>
          <p:cNvSpPr txBox="1"/>
          <p:nvPr>
            <p:custDataLst>
              <p:tags r:id="rId1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6" name="OTLSHAPE_SLT_f8a8e67cf2d44d7f98671616391cd05c_EndDate" hidden="1">
            <a:extLst>
              <a:ext uri="{FF2B5EF4-FFF2-40B4-BE49-F238E27FC236}">
                <a16:creationId xmlns:a16="http://schemas.microsoft.com/office/drawing/2014/main" id="{28C8C733-F53E-92F4-B697-96F0A34AC565}"/>
              </a:ext>
            </a:extLst>
          </p:cNvPr>
          <p:cNvSpPr txBox="1"/>
          <p:nvPr>
            <p:custDataLst>
              <p:tags r:id="rId2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8" name="OTLSHAPE_SL2A_6ef1f7ee7eb8483496531fc1560d0454_BackgroundRectangle" hidden="1">
            <a:extLst>
              <a:ext uri="{FF2B5EF4-FFF2-40B4-BE49-F238E27FC236}">
                <a16:creationId xmlns:a16="http://schemas.microsoft.com/office/drawing/2014/main" id="{3C8F41D8-AD9F-1110-045A-73239FEE84F9}"/>
              </a:ext>
            </a:extLst>
          </p:cNvPr>
          <p:cNvSpPr/>
          <p:nvPr>
            <p:custDataLst>
              <p:tags r:id="rId21"/>
            </p:custDataLst>
          </p:nvPr>
        </p:nvSpPr>
        <p:spPr bwMode="gray">
          <a:xfrm>
            <a:off x="965200" y="4016683"/>
            <a:ext cx="10388600" cy="9487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OTLSHAPE_SL2A_6ef1f7ee7eb8483496531fc1560d0454_HeaderRectangle" hidden="1">
            <a:extLst>
              <a:ext uri="{FF2B5EF4-FFF2-40B4-BE49-F238E27FC236}">
                <a16:creationId xmlns:a16="http://schemas.microsoft.com/office/drawing/2014/main" id="{71B6D736-0B3F-3322-8C46-82A45F2E2E78}"/>
              </a:ext>
            </a:extLst>
          </p:cNvPr>
          <p:cNvSpPr/>
          <p:nvPr>
            <p:custDataLst>
              <p:tags r:id="rId22"/>
            </p:custDataLst>
          </p:nvPr>
        </p:nvSpPr>
        <p:spPr bwMode="gray">
          <a:xfrm>
            <a:off x="965200" y="4016683"/>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OTLSHAPE_SL2A_6ef1f7ee7eb8483496531fc1560d0454_Header" hidden="1">
            <a:extLst>
              <a:ext uri="{FF2B5EF4-FFF2-40B4-BE49-F238E27FC236}">
                <a16:creationId xmlns:a16="http://schemas.microsoft.com/office/drawing/2014/main" id="{AF7810E2-DCD5-51B5-9615-E8A48F9449B0}"/>
              </a:ext>
            </a:extLst>
          </p:cNvPr>
          <p:cNvSpPr txBox="1"/>
          <p:nvPr>
            <p:custDataLst>
              <p:tags r:id="rId23"/>
            </p:custDataLst>
          </p:nvPr>
        </p:nvSpPr>
        <p:spPr bwMode="gray">
          <a:xfrm>
            <a:off x="12700" y="-689317"/>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16" name="OTLSHAPE_SLT_3d8b1dcab4f642c8adaf495fc2f4a9fd_ShapePercentage" hidden="1">
            <a:extLst>
              <a:ext uri="{FF2B5EF4-FFF2-40B4-BE49-F238E27FC236}">
                <a16:creationId xmlns:a16="http://schemas.microsoft.com/office/drawing/2014/main" id="{146B7541-74FE-A15F-8EDB-8CF0FD45655D}"/>
              </a:ext>
            </a:extLst>
          </p:cNvPr>
          <p:cNvSpPr/>
          <p:nvPr>
            <p:custDataLst>
              <p:tags r:id="rId24"/>
            </p:custDataLst>
          </p:nvPr>
        </p:nvSpPr>
        <p:spPr bwMode="gray">
          <a:xfrm>
            <a:off x="9368051" y="4778598"/>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7" name="OTLSHAPE_SLT_3d8b1dcab4f642c8adaf495fc2f4a9fd_Duration" hidden="1">
            <a:extLst>
              <a:ext uri="{FF2B5EF4-FFF2-40B4-BE49-F238E27FC236}">
                <a16:creationId xmlns:a16="http://schemas.microsoft.com/office/drawing/2014/main" id="{62C30D66-9442-9B3F-4B43-6C382840B4C7}"/>
              </a:ext>
            </a:extLst>
          </p:cNvPr>
          <p:cNvSpPr txBox="1"/>
          <p:nvPr>
            <p:custDataLst>
              <p:tags r:id="rId25"/>
            </p:custDataLst>
          </p:nvPr>
        </p:nvSpPr>
        <p:spPr bwMode="gray">
          <a:xfrm>
            <a:off x="12700" y="-465668"/>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59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8" name="OTLSHAPE_SLT_3d8b1dcab4f642c8adaf495fc2f4a9fd_TextPercentage" hidden="1">
            <a:extLst>
              <a:ext uri="{FF2B5EF4-FFF2-40B4-BE49-F238E27FC236}">
                <a16:creationId xmlns:a16="http://schemas.microsoft.com/office/drawing/2014/main" id="{02A72590-8072-084F-31FA-B44692D0B697}"/>
              </a:ext>
            </a:extLst>
          </p:cNvPr>
          <p:cNvSpPr txBox="1"/>
          <p:nvPr>
            <p:custDataLst>
              <p:tags r:id="rId2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19" name="OTLSHAPE_SLT_3d8b1dcab4f642c8adaf495fc2f4a9fd_StartDate" hidden="1">
            <a:extLst>
              <a:ext uri="{FF2B5EF4-FFF2-40B4-BE49-F238E27FC236}">
                <a16:creationId xmlns:a16="http://schemas.microsoft.com/office/drawing/2014/main" id="{A6FC9B77-2D2F-4777-57B9-AAA86AC49DD0}"/>
              </a:ext>
            </a:extLst>
          </p:cNvPr>
          <p:cNvSpPr txBox="1"/>
          <p:nvPr>
            <p:custDataLst>
              <p:tags r:id="rId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0" name="OTLSHAPE_SLT_3d8b1dcab4f642c8adaf495fc2f4a9fd_EndDate" hidden="1">
            <a:extLst>
              <a:ext uri="{FF2B5EF4-FFF2-40B4-BE49-F238E27FC236}">
                <a16:creationId xmlns:a16="http://schemas.microsoft.com/office/drawing/2014/main" id="{62B69364-0943-01F0-24A8-763EB1848A37}"/>
              </a:ext>
            </a:extLst>
          </p:cNvPr>
          <p:cNvSpPr txBox="1"/>
          <p:nvPr>
            <p:custDataLst>
              <p:tags r:id="rId2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 name="OTLSHAPE_TB_00000000000000000000000000000000_ElapsedTime" hidden="1">
            <a:extLst>
              <a:ext uri="{FF2B5EF4-FFF2-40B4-BE49-F238E27FC236}">
                <a16:creationId xmlns:a16="http://schemas.microsoft.com/office/drawing/2014/main" id="{4877BE76-2761-594E-199D-626BF6BABE11}"/>
              </a:ext>
            </a:extLst>
          </p:cNvPr>
          <p:cNvSpPr/>
          <p:nvPr>
            <p:custDataLst>
              <p:tags r:id="rId29"/>
            </p:custDataLst>
          </p:nvPr>
        </p:nvSpPr>
        <p:spPr bwMode="gray">
          <a:xfrm>
            <a:off x="1092200" y="1693091"/>
            <a:ext cx="0" cy="0"/>
          </a:xfrm>
          <a:prstGeom prst="roundRect">
            <a:avLst/>
          </a:prstGeom>
          <a:solidFill>
            <a:srgbClr val="FF0000">
              <a:alpha val="74902"/>
            </a:srgbClr>
          </a:solidFill>
          <a:ln w="635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8" name="OTLSHAPE_SLT_ad2ddd307706414c88192542466abf27_ShapePercentage" hidden="1">
            <a:extLst>
              <a:ext uri="{FF2B5EF4-FFF2-40B4-BE49-F238E27FC236}">
                <a16:creationId xmlns:a16="http://schemas.microsoft.com/office/drawing/2014/main" id="{DA726845-0BDD-4453-FFE5-21AD40E8FD14}"/>
              </a:ext>
            </a:extLst>
          </p:cNvPr>
          <p:cNvSpPr/>
          <p:nvPr>
            <p:custDataLst>
              <p:tags r:id="rId30"/>
            </p:custDataLst>
          </p:nvPr>
        </p:nvSpPr>
        <p:spPr bwMode="gray">
          <a:xfrm>
            <a:off x="2271458" y="4310561"/>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TLSHAPE_TB_00000000000000000000000000000000_TodayMarkerShape" hidden="1">
            <a:extLst>
              <a:ext uri="{FF2B5EF4-FFF2-40B4-BE49-F238E27FC236}">
                <a16:creationId xmlns:a16="http://schemas.microsoft.com/office/drawing/2014/main" id="{C342909C-FDB8-0469-BEDD-E79A4EA3C98F}"/>
              </a:ext>
            </a:extLst>
          </p:cNvPr>
          <p:cNvSpPr/>
          <p:nvPr>
            <p:custDataLst>
              <p:tags r:id="rId31"/>
            </p:custDataLst>
          </p:nvPr>
        </p:nvSpPr>
        <p:spPr bwMode="gray">
          <a:xfrm>
            <a:off x="1055914" y="1947091"/>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hidden="1">
            <a:extLst>
              <a:ext uri="{FF2B5EF4-FFF2-40B4-BE49-F238E27FC236}">
                <a16:creationId xmlns:a16="http://schemas.microsoft.com/office/drawing/2014/main" id="{B3C30F9F-DF88-6E4F-4976-73637AAC730B}"/>
              </a:ext>
            </a:extLst>
          </p:cNvPr>
          <p:cNvSpPr txBox="1"/>
          <p:nvPr>
            <p:custDataLst>
              <p:tags r:id="rId32"/>
            </p:custDataLst>
          </p:nvPr>
        </p:nvSpPr>
        <p:spPr bwMode="gray">
          <a:xfrm>
            <a:off x="889394" y="1772960"/>
            <a:ext cx="355675" cy="23455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prstClr val="black"/>
                </a:solidFill>
                <a:effectLst/>
                <a:uLnTx/>
                <a:uFillTx/>
                <a:latin typeface="Calibri" panose="020F0502020204030204" pitchFamily="34" charset="0"/>
                <a:ea typeface="+mn-ea"/>
                <a:cs typeface="+mn-cs"/>
              </a:rPr>
              <a:t>Today</a:t>
            </a:r>
            <a:endParaRPr kumimoji="0" lang="zh-CN" altLang="en-US" sz="1200" b="0" i="0" u="none" strike="noStrike" kern="1200" cap="none" spc="-12" normalizeH="0" baseline="0" noProof="0">
              <a:ln>
                <a:noFill/>
              </a:ln>
              <a:solidFill>
                <a:prstClr val="black"/>
              </a:solidFill>
              <a:effectLst/>
              <a:uLnTx/>
              <a:uFillTx/>
              <a:latin typeface="Calibri" panose="020F0502020204030204" pitchFamily="34" charset="0"/>
              <a:ea typeface="+mn-ea"/>
              <a:cs typeface="+mn-cs"/>
            </a:endParaRPr>
          </a:p>
        </p:txBody>
      </p:sp>
      <p:sp>
        <p:nvSpPr>
          <p:cNvPr id="89" name="OTLSHAPE_SLT_ad2ddd307706414c88192542466abf27_Duration" hidden="1">
            <a:extLst>
              <a:ext uri="{FF2B5EF4-FFF2-40B4-BE49-F238E27FC236}">
                <a16:creationId xmlns:a16="http://schemas.microsoft.com/office/drawing/2014/main" id="{3177F3B0-D7CF-F23A-3277-8967F3F10FC2}"/>
              </a:ext>
            </a:extLst>
          </p:cNvPr>
          <p:cNvSpPr txBox="1"/>
          <p:nvPr>
            <p:custDataLst>
              <p:tags r:id="rId33"/>
            </p:custDataLst>
          </p:nvPr>
        </p:nvSpPr>
        <p:spPr bwMode="gray">
          <a:xfrm>
            <a:off x="12700" y="-465668"/>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66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0" name="OTLSHAPE_SLT_ad2ddd307706414c88192542466abf27_TextPercentage" hidden="1">
            <a:extLst>
              <a:ext uri="{FF2B5EF4-FFF2-40B4-BE49-F238E27FC236}">
                <a16:creationId xmlns:a16="http://schemas.microsoft.com/office/drawing/2014/main" id="{AD5C415A-838B-B829-81D6-42E9E85F588D}"/>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99" name="OTLSHAPE_SLT_ad2ddd307706414c88192542466abf27_StartDate" hidden="1">
            <a:extLst>
              <a:ext uri="{FF2B5EF4-FFF2-40B4-BE49-F238E27FC236}">
                <a16:creationId xmlns:a16="http://schemas.microsoft.com/office/drawing/2014/main" id="{41F129B0-9E00-9E2E-C44A-CDD25A3409DE}"/>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0" name="OTLSHAPE_SLT_ad2ddd307706414c88192542466abf27_EndDate" hidden="1">
            <a:extLst>
              <a:ext uri="{FF2B5EF4-FFF2-40B4-BE49-F238E27FC236}">
                <a16:creationId xmlns:a16="http://schemas.microsoft.com/office/drawing/2014/main" id="{DCD3DF97-C35A-F71F-3BBA-9CFA177377DE}"/>
              </a:ext>
            </a:extLst>
          </p:cNvPr>
          <p:cNvSpPr txBox="1"/>
          <p:nvPr>
            <p:custDataLst>
              <p:tags r:id="rId3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6" name="OTLSHAPE_SL_b6a0b4ae734941dcb18a25b7b8b35ac4_BackgroundRectangle">
            <a:extLst>
              <a:ext uri="{FF2B5EF4-FFF2-40B4-BE49-F238E27FC236}">
                <a16:creationId xmlns:a16="http://schemas.microsoft.com/office/drawing/2014/main" id="{ABC29FF2-262D-4689-785F-01FA2CA3AFC0}"/>
              </a:ext>
            </a:extLst>
          </p:cNvPr>
          <p:cNvSpPr/>
          <p:nvPr>
            <p:custDataLst>
              <p:tags r:id="rId37"/>
            </p:custDataLst>
          </p:nvPr>
        </p:nvSpPr>
        <p:spPr bwMode="gray">
          <a:xfrm>
            <a:off x="63500" y="2150291"/>
            <a:ext cx="11290300" cy="1802892"/>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SL_b5b0dbbf03b44e75a3e8517aba9931f2_BackgroundRectangle">
            <a:extLst>
              <a:ext uri="{FF2B5EF4-FFF2-40B4-BE49-F238E27FC236}">
                <a16:creationId xmlns:a16="http://schemas.microsoft.com/office/drawing/2014/main" id="{ED411099-A55B-D6B2-FE57-DCDE2DEE3004}"/>
              </a:ext>
            </a:extLst>
          </p:cNvPr>
          <p:cNvSpPr/>
          <p:nvPr>
            <p:custDataLst>
              <p:tags r:id="rId38"/>
            </p:custDataLst>
          </p:nvPr>
        </p:nvSpPr>
        <p:spPr bwMode="gray">
          <a:xfrm>
            <a:off x="63500" y="4016683"/>
            <a:ext cx="11290300" cy="948775"/>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OTLSHAPE_TB_00000000000000000000000000000000_RightEndCaps">
            <a:extLst>
              <a:ext uri="{FF2B5EF4-FFF2-40B4-BE49-F238E27FC236}">
                <a16:creationId xmlns:a16="http://schemas.microsoft.com/office/drawing/2014/main" id="{893D6CF4-79FF-3654-2722-A1E1EB46A46D}"/>
              </a:ext>
            </a:extLst>
          </p:cNvPr>
          <p:cNvSpPr txBox="1"/>
          <p:nvPr>
            <p:custDataLst>
              <p:tags r:id="rId39"/>
            </p:custDataLst>
          </p:nvPr>
        </p:nvSpPr>
        <p:spPr bwMode="gray">
          <a:xfrm>
            <a:off x="11474534" y="1680560"/>
            <a:ext cx="449610" cy="279061"/>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rPr>
              <a:t>2026</a:t>
            </a:r>
            <a:endParaRPr kumimoji="0" lang="zh-CN" altLang="en-US"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endParaRPr>
          </a:p>
        </p:txBody>
      </p:sp>
      <p:sp>
        <p:nvSpPr>
          <p:cNvPr id="6" name="OTLSHAPE_TB_00000000000000000000000000000000_ScaleContainer">
            <a:extLst>
              <a:ext uri="{FF2B5EF4-FFF2-40B4-BE49-F238E27FC236}">
                <a16:creationId xmlns:a16="http://schemas.microsoft.com/office/drawing/2014/main" id="{89192A89-54B7-8F16-4743-00FC50FBECD2}"/>
              </a:ext>
            </a:extLst>
          </p:cNvPr>
          <p:cNvSpPr/>
          <p:nvPr>
            <p:custDataLst>
              <p:tags r:id="rId40"/>
            </p:custDataLst>
          </p:nvPr>
        </p:nvSpPr>
        <p:spPr bwMode="gray">
          <a:xfrm>
            <a:off x="1092200" y="1693091"/>
            <a:ext cx="10261600" cy="254000"/>
          </a:xfrm>
          <a:prstGeom prst="roundRect">
            <a:avLst/>
          </a:prstGeom>
          <a:gradFill flip="none" rotWithShape="1">
            <a:gsLst>
              <a:gs pos="0">
                <a:srgbClr val="44546A"/>
              </a:gs>
              <a:gs pos="100000">
                <a:srgbClr val="52667F"/>
              </a:gs>
            </a:gsLst>
            <a:lin ang="5400000" scaled="1"/>
            <a:tileRect/>
          </a:gradFill>
          <a:ln w="6350" cap="flat" cmpd="sng" algn="ctr">
            <a:noFill/>
            <a:prstDash val="solid"/>
            <a:miter lim="800000"/>
          </a:ln>
          <a:effectLst>
            <a:reflection blurRad="6350" stA="50000" endA="300" endPos="55500" dist="50800" dir="5400000" sy="-100000" algn="bl" rotWithShape="0"/>
          </a:effectLst>
          <a:scene3d>
            <a:camera prst="orthographicFront"/>
            <a:lightRig rig="threePt" dir="t">
              <a:rot lat="0" lon="0" rev="8700000"/>
            </a:lightRig>
          </a:scene3d>
          <a:sp3d>
            <a:bevelT w="165100" h="1905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OTLSHAPE_SL_b6a0b4ae734941dcb18a25b7b8b35ac4_HeaderRectangle">
            <a:extLst>
              <a:ext uri="{FF2B5EF4-FFF2-40B4-BE49-F238E27FC236}">
                <a16:creationId xmlns:a16="http://schemas.microsoft.com/office/drawing/2014/main" id="{59EB0454-DD03-01FA-11B4-55353330B873}"/>
              </a:ext>
            </a:extLst>
          </p:cNvPr>
          <p:cNvSpPr/>
          <p:nvPr>
            <p:custDataLst>
              <p:tags r:id="rId41"/>
            </p:custDataLst>
          </p:nvPr>
        </p:nvSpPr>
        <p:spPr bwMode="gray">
          <a:xfrm>
            <a:off x="63500" y="2150291"/>
            <a:ext cx="901700" cy="1802892"/>
          </a:xfrm>
          <a:prstGeom prst="rect">
            <a:avLst/>
          </a:prstGeom>
          <a:solidFill>
            <a:schemeClr val="accent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4" name="OTLSHAPE_SL_b5b0dbbf03b44e75a3e8517aba9931f2_HeaderRectangle">
            <a:extLst>
              <a:ext uri="{FF2B5EF4-FFF2-40B4-BE49-F238E27FC236}">
                <a16:creationId xmlns:a16="http://schemas.microsoft.com/office/drawing/2014/main" id="{27D90053-6FDF-6362-2348-41DE3FA9F721}"/>
              </a:ext>
            </a:extLst>
          </p:cNvPr>
          <p:cNvSpPr/>
          <p:nvPr>
            <p:custDataLst>
              <p:tags r:id="rId42"/>
            </p:custDataLst>
          </p:nvPr>
        </p:nvSpPr>
        <p:spPr bwMode="gray">
          <a:xfrm>
            <a:off x="63500" y="4016683"/>
            <a:ext cx="901700" cy="948775"/>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19" name="OTLSHAPE_G_00000000000000000000000000000000_ShapeBelow0">
            <a:extLst>
              <a:ext uri="{FF2B5EF4-FFF2-40B4-BE49-F238E27FC236}">
                <a16:creationId xmlns:a16="http://schemas.microsoft.com/office/drawing/2014/main" id="{757ACFCE-2B99-0A5F-EC6E-1174CF7ABACE}"/>
              </a:ext>
            </a:extLst>
          </p:cNvPr>
          <p:cNvCxnSpPr/>
          <p:nvPr>
            <p:custDataLst>
              <p:tags r:id="rId43"/>
            </p:custDataLst>
          </p:nvPr>
        </p:nvCxnSpPr>
        <p:spPr bwMode="gray">
          <a:xfrm>
            <a:off x="2376749"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OTLSHAPE_G_00000000000000000000000000000000_ShapeBelow1">
            <a:extLst>
              <a:ext uri="{FF2B5EF4-FFF2-40B4-BE49-F238E27FC236}">
                <a16:creationId xmlns:a16="http://schemas.microsoft.com/office/drawing/2014/main" id="{1F384794-A087-36F7-7637-585348772745}"/>
              </a:ext>
            </a:extLst>
          </p:cNvPr>
          <p:cNvCxnSpPr/>
          <p:nvPr>
            <p:custDataLst>
              <p:tags r:id="rId44"/>
            </p:custDataLst>
          </p:nvPr>
        </p:nvCxnSpPr>
        <p:spPr bwMode="gray">
          <a:xfrm>
            <a:off x="3661298"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OTLSHAPE_G_00000000000000000000000000000000_ShapeBelow2">
            <a:extLst>
              <a:ext uri="{FF2B5EF4-FFF2-40B4-BE49-F238E27FC236}">
                <a16:creationId xmlns:a16="http://schemas.microsoft.com/office/drawing/2014/main" id="{60BBEFD5-9B6C-69D6-6725-C4C4E0DAA80A}"/>
              </a:ext>
            </a:extLst>
          </p:cNvPr>
          <p:cNvCxnSpPr/>
          <p:nvPr>
            <p:custDataLst>
              <p:tags r:id="rId45"/>
            </p:custDataLst>
          </p:nvPr>
        </p:nvCxnSpPr>
        <p:spPr bwMode="gray">
          <a:xfrm>
            <a:off x="4966905"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OTLSHAPE_G_00000000000000000000000000000000_ShapeBelow3">
            <a:extLst>
              <a:ext uri="{FF2B5EF4-FFF2-40B4-BE49-F238E27FC236}">
                <a16:creationId xmlns:a16="http://schemas.microsoft.com/office/drawing/2014/main" id="{F758FE58-8A07-6312-4CE8-7247CC605E63}"/>
              </a:ext>
            </a:extLst>
          </p:cNvPr>
          <p:cNvCxnSpPr/>
          <p:nvPr>
            <p:custDataLst>
              <p:tags r:id="rId46"/>
            </p:custDataLst>
          </p:nvPr>
        </p:nvCxnSpPr>
        <p:spPr bwMode="gray">
          <a:xfrm>
            <a:off x="6209338"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OTLSHAPE_G_00000000000000000000000000000000_ShapeBelow4">
            <a:extLst>
              <a:ext uri="{FF2B5EF4-FFF2-40B4-BE49-F238E27FC236}">
                <a16:creationId xmlns:a16="http://schemas.microsoft.com/office/drawing/2014/main" id="{5C2D72C0-F608-BB32-D9C2-16E94B109AC8}"/>
              </a:ext>
            </a:extLst>
          </p:cNvPr>
          <p:cNvCxnSpPr/>
          <p:nvPr>
            <p:custDataLst>
              <p:tags r:id="rId47"/>
            </p:custDataLst>
          </p:nvPr>
        </p:nvCxnSpPr>
        <p:spPr bwMode="gray">
          <a:xfrm>
            <a:off x="7493888"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OTLSHAPE_G_00000000000000000000000000000000_ShapeBelow5">
            <a:extLst>
              <a:ext uri="{FF2B5EF4-FFF2-40B4-BE49-F238E27FC236}">
                <a16:creationId xmlns:a16="http://schemas.microsoft.com/office/drawing/2014/main" id="{59D2270A-ED82-4C90-4626-2E6CEEC97C2F}"/>
              </a:ext>
            </a:extLst>
          </p:cNvPr>
          <p:cNvCxnSpPr/>
          <p:nvPr>
            <p:custDataLst>
              <p:tags r:id="rId48"/>
            </p:custDataLst>
          </p:nvPr>
        </p:nvCxnSpPr>
        <p:spPr bwMode="gray">
          <a:xfrm>
            <a:off x="8778436"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OTLSHAPE_G_00000000000000000000000000000000_ShapeBelow6">
            <a:extLst>
              <a:ext uri="{FF2B5EF4-FFF2-40B4-BE49-F238E27FC236}">
                <a16:creationId xmlns:a16="http://schemas.microsoft.com/office/drawing/2014/main" id="{54FC6757-3303-9DC5-37B3-AB399EFBD0BB}"/>
              </a:ext>
            </a:extLst>
          </p:cNvPr>
          <p:cNvCxnSpPr/>
          <p:nvPr>
            <p:custDataLst>
              <p:tags r:id="rId49"/>
            </p:custDataLst>
          </p:nvPr>
        </p:nvCxnSpPr>
        <p:spPr bwMode="gray">
          <a:xfrm>
            <a:off x="10062986" y="1947091"/>
            <a:ext cx="0" cy="3018367"/>
          </a:xfrm>
          <a:prstGeom prst="line">
            <a:avLst/>
          </a:prstGeom>
          <a:ln w="9525" cap="flat" cmpd="sng" algn="ctr">
            <a:solidFill>
              <a:srgbClr val="5B9BD5">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8" name="OTLSHAPE_SLT_1e5bcfb5f49944c49eebcea66b620a37_Shape">
            <a:extLst>
              <a:ext uri="{FF2B5EF4-FFF2-40B4-BE49-F238E27FC236}">
                <a16:creationId xmlns:a16="http://schemas.microsoft.com/office/drawing/2014/main" id="{C76CDDFC-BAC4-D4EE-3739-F4EC5C4C1B7B}"/>
              </a:ext>
            </a:extLst>
          </p:cNvPr>
          <p:cNvSpPr/>
          <p:nvPr>
            <p:custDataLst>
              <p:tags r:id="rId50"/>
            </p:custDataLst>
          </p:nvPr>
        </p:nvSpPr>
        <p:spPr bwMode="gray">
          <a:xfrm>
            <a:off x="3913982" y="4076542"/>
            <a:ext cx="1778000" cy="127000"/>
          </a:xfrm>
          <a:prstGeom prst="roundRect">
            <a:avLst/>
          </a:prstGeom>
          <a:solidFill>
            <a:srgbClr val="FFD03D"/>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4" name="OTLSHAPE_SLT_af3e80754ee84374888d0f25fd542f08_Shape">
            <a:extLst>
              <a:ext uri="{FF2B5EF4-FFF2-40B4-BE49-F238E27FC236}">
                <a16:creationId xmlns:a16="http://schemas.microsoft.com/office/drawing/2014/main" id="{AE996DE2-9B8C-256A-FDF8-1358A6F9DBC1}"/>
              </a:ext>
            </a:extLst>
          </p:cNvPr>
          <p:cNvSpPr/>
          <p:nvPr>
            <p:custDataLst>
              <p:tags r:id="rId51"/>
            </p:custDataLst>
          </p:nvPr>
        </p:nvSpPr>
        <p:spPr bwMode="gray">
          <a:xfrm>
            <a:off x="5556520" y="4544580"/>
            <a:ext cx="18796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1" name="OTLSHAPE_SLT_f8a8e67cf2d44d7f98671616391cd05c_Shape">
            <a:extLst>
              <a:ext uri="{FF2B5EF4-FFF2-40B4-BE49-F238E27FC236}">
                <a16:creationId xmlns:a16="http://schemas.microsoft.com/office/drawing/2014/main" id="{F517D56F-BEE5-BF57-13A0-9572D220417C}"/>
              </a:ext>
            </a:extLst>
          </p:cNvPr>
          <p:cNvSpPr/>
          <p:nvPr>
            <p:custDataLst>
              <p:tags r:id="rId52"/>
            </p:custDataLst>
          </p:nvPr>
        </p:nvSpPr>
        <p:spPr bwMode="gray">
          <a:xfrm>
            <a:off x="7957153" y="3766324"/>
            <a:ext cx="31623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5" name="OTLSHAPE_SLT_3d8b1dcab4f642c8adaf495fc2f4a9fd_Shape">
            <a:extLst>
              <a:ext uri="{FF2B5EF4-FFF2-40B4-BE49-F238E27FC236}">
                <a16:creationId xmlns:a16="http://schemas.microsoft.com/office/drawing/2014/main" id="{D8FD6023-35CE-F683-B6EC-4EC7B21AB7E1}"/>
              </a:ext>
            </a:extLst>
          </p:cNvPr>
          <p:cNvSpPr/>
          <p:nvPr>
            <p:custDataLst>
              <p:tags r:id="rId53"/>
            </p:custDataLst>
          </p:nvPr>
        </p:nvSpPr>
        <p:spPr bwMode="gray">
          <a:xfrm>
            <a:off x="9368051" y="4778598"/>
            <a:ext cx="1752600" cy="12700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7" name="OTLSHAPE_SLT_ad2ddd307706414c88192542466abf27_Shape">
            <a:extLst>
              <a:ext uri="{FF2B5EF4-FFF2-40B4-BE49-F238E27FC236}">
                <a16:creationId xmlns:a16="http://schemas.microsoft.com/office/drawing/2014/main" id="{0E18F6CA-4FC1-58AD-04BE-FF17C5DFB5F2}"/>
              </a:ext>
            </a:extLst>
          </p:cNvPr>
          <p:cNvSpPr/>
          <p:nvPr>
            <p:custDataLst>
              <p:tags r:id="rId54"/>
            </p:custDataLst>
          </p:nvPr>
        </p:nvSpPr>
        <p:spPr bwMode="gray">
          <a:xfrm>
            <a:off x="2271458" y="4310561"/>
            <a:ext cx="1943100" cy="127000"/>
          </a:xfrm>
          <a:prstGeom prst="roundRect">
            <a:avLst/>
          </a:prstGeom>
          <a:solidFill>
            <a:srgbClr val="00B0F0"/>
          </a:solidFill>
          <a:ln w="635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OTLSHAPE_SLM_cc24fae7bcd54844ae83a8972f89774b_Shape">
            <a:extLst>
              <a:ext uri="{FF2B5EF4-FFF2-40B4-BE49-F238E27FC236}">
                <a16:creationId xmlns:a16="http://schemas.microsoft.com/office/drawing/2014/main" id="{F48FA8D1-6C61-2B7A-C966-13B0C9772628}"/>
              </a:ext>
            </a:extLst>
          </p:cNvPr>
          <p:cNvSpPr/>
          <p:nvPr>
            <p:custDataLst>
              <p:tags r:id="rId55"/>
            </p:custDataLst>
          </p:nvPr>
        </p:nvSpPr>
        <p:spPr bwMode="gray">
          <a:xfrm rot="16200000">
            <a:off x="1620323" y="2268613"/>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OTLSHAPE_SLM_6c2bc955e3924ae2a06ea4bdd7b769d5_Shape">
            <a:extLst>
              <a:ext uri="{FF2B5EF4-FFF2-40B4-BE49-F238E27FC236}">
                <a16:creationId xmlns:a16="http://schemas.microsoft.com/office/drawing/2014/main" id="{A16842DA-8F4F-ECEA-D431-624C60922215}"/>
              </a:ext>
            </a:extLst>
          </p:cNvPr>
          <p:cNvSpPr/>
          <p:nvPr>
            <p:custDataLst>
              <p:tags r:id="rId56"/>
            </p:custDataLst>
          </p:nvPr>
        </p:nvSpPr>
        <p:spPr bwMode="gray">
          <a:xfrm rot="16200000">
            <a:off x="5158097" y="3435743"/>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 name="OTLSHAPE_SLM_8b60647a48d94ad2a6fb199135384474_Shape">
            <a:extLst>
              <a:ext uri="{FF2B5EF4-FFF2-40B4-BE49-F238E27FC236}">
                <a16:creationId xmlns:a16="http://schemas.microsoft.com/office/drawing/2014/main" id="{328838EB-A03D-3A8B-82E0-2170DC6A9268}"/>
              </a:ext>
            </a:extLst>
          </p:cNvPr>
          <p:cNvSpPr/>
          <p:nvPr>
            <p:custDataLst>
              <p:tags r:id="rId57"/>
            </p:custDataLst>
          </p:nvPr>
        </p:nvSpPr>
        <p:spPr bwMode="gray">
          <a:xfrm rot="16200000">
            <a:off x="2420534" y="3046699"/>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3" name="OTLSHAPE_SLM_08c8a404566945449540a25b6ea7a682_Shape">
            <a:extLst>
              <a:ext uri="{FF2B5EF4-FFF2-40B4-BE49-F238E27FC236}">
                <a16:creationId xmlns:a16="http://schemas.microsoft.com/office/drawing/2014/main" id="{C7277AE3-61F9-FD73-F165-9C473802E033}"/>
              </a:ext>
            </a:extLst>
          </p:cNvPr>
          <p:cNvSpPr/>
          <p:nvPr>
            <p:custDataLst>
              <p:tags r:id="rId58"/>
            </p:custDataLst>
          </p:nvPr>
        </p:nvSpPr>
        <p:spPr bwMode="gray">
          <a:xfrm rot="16200000">
            <a:off x="3241803" y="2657656"/>
            <a:ext cx="165100" cy="165100"/>
          </a:xfrm>
          <a:prstGeom prst="flowChartMerge">
            <a:avLst/>
          </a:prstGeom>
          <a:solidFill>
            <a:schemeClr val="lt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OTLSHAPE_SL_b6a0b4ae734941dcb18a25b7b8b35ac4_Header">
            <a:extLst>
              <a:ext uri="{FF2B5EF4-FFF2-40B4-BE49-F238E27FC236}">
                <a16:creationId xmlns:a16="http://schemas.microsoft.com/office/drawing/2014/main" id="{B733B465-0A41-655B-087F-128D4A2A975A}"/>
              </a:ext>
            </a:extLst>
          </p:cNvPr>
          <p:cNvSpPr txBox="1"/>
          <p:nvPr>
            <p:custDataLst>
              <p:tags r:id="rId59"/>
            </p:custDataLst>
          </p:nvPr>
        </p:nvSpPr>
        <p:spPr bwMode="gray">
          <a:xfrm>
            <a:off x="63500" y="2958710"/>
            <a:ext cx="9017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Global</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55" name="OTLSHAPE_SL_b5b0dbbf03b44e75a3e8517aba9931f2_Header">
            <a:extLst>
              <a:ext uri="{FF2B5EF4-FFF2-40B4-BE49-F238E27FC236}">
                <a16:creationId xmlns:a16="http://schemas.microsoft.com/office/drawing/2014/main" id="{CD48A1B8-CC4D-B4EB-FECA-5476F965087B}"/>
              </a:ext>
            </a:extLst>
          </p:cNvPr>
          <p:cNvSpPr txBox="1"/>
          <p:nvPr>
            <p:custDataLst>
              <p:tags r:id="rId60"/>
            </p:custDataLst>
          </p:nvPr>
        </p:nvSpPr>
        <p:spPr bwMode="gray">
          <a:xfrm>
            <a:off x="63500" y="4398043"/>
            <a:ext cx="9017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China</a:t>
            </a:r>
            <a:endParaRPr kumimoji="0" lang="zh-CN" altLang="en-US" sz="1200" b="0"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10" name="OTLSHAPE_TB_00000000000000000000000000000000_TimescaleInterval1">
            <a:extLst>
              <a:ext uri="{FF2B5EF4-FFF2-40B4-BE49-F238E27FC236}">
                <a16:creationId xmlns:a16="http://schemas.microsoft.com/office/drawing/2014/main" id="{AFF01FF8-327D-A9EE-BAC5-6B6A67E39F61}"/>
              </a:ext>
            </a:extLst>
          </p:cNvPr>
          <p:cNvSpPr txBox="1"/>
          <p:nvPr>
            <p:custDataLst>
              <p:tags r:id="rId61"/>
            </p:custDataLst>
          </p:nvPr>
        </p:nvSpPr>
        <p:spPr bwMode="gray">
          <a:xfrm>
            <a:off x="1155700" y="1727064"/>
            <a:ext cx="24205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Aug</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2" name="OTLSHAPE_TB_00000000000000000000000000000000_TimescaleInterval2">
            <a:extLst>
              <a:ext uri="{FF2B5EF4-FFF2-40B4-BE49-F238E27FC236}">
                <a16:creationId xmlns:a16="http://schemas.microsoft.com/office/drawing/2014/main" id="{79434563-4555-238A-B45C-F9B52CD29758}"/>
              </a:ext>
            </a:extLst>
          </p:cNvPr>
          <p:cNvSpPr txBox="1"/>
          <p:nvPr>
            <p:custDataLst>
              <p:tags r:id="rId62"/>
            </p:custDataLst>
          </p:nvPr>
        </p:nvSpPr>
        <p:spPr bwMode="gray">
          <a:xfrm>
            <a:off x="2440249" y="1727064"/>
            <a:ext cx="211148"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rPr>
              <a:t>Oct</a:t>
            </a:r>
            <a:endParaRPr kumimoji="0" lang="zh-CN" altLang="en-US"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endParaRPr>
          </a:p>
        </p:txBody>
      </p:sp>
      <p:sp>
        <p:nvSpPr>
          <p:cNvPr id="14" name="OTLSHAPE_TB_00000000000000000000000000000000_TimescaleInterval3">
            <a:extLst>
              <a:ext uri="{FF2B5EF4-FFF2-40B4-BE49-F238E27FC236}">
                <a16:creationId xmlns:a16="http://schemas.microsoft.com/office/drawing/2014/main" id="{09D2AFD4-3A81-0065-98DC-9445C593E0BC}"/>
              </a:ext>
            </a:extLst>
          </p:cNvPr>
          <p:cNvSpPr txBox="1"/>
          <p:nvPr>
            <p:custDataLst>
              <p:tags r:id="rId63"/>
            </p:custDataLst>
          </p:nvPr>
        </p:nvSpPr>
        <p:spPr bwMode="gray">
          <a:xfrm>
            <a:off x="3724798" y="1727064"/>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rPr>
              <a:t>Dec</a:t>
            </a:r>
            <a:endParaRPr kumimoji="0" lang="zh-CN" altLang="en-US"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endParaRPr>
          </a:p>
        </p:txBody>
      </p:sp>
      <p:sp>
        <p:nvSpPr>
          <p:cNvPr id="33" name="OTLSHAPE_SLM_cc24fae7bcd54844ae83a8972f89774b_Title">
            <a:extLst>
              <a:ext uri="{FF2B5EF4-FFF2-40B4-BE49-F238E27FC236}">
                <a16:creationId xmlns:a16="http://schemas.microsoft.com/office/drawing/2014/main" id="{A47B5118-55A0-5C96-F1E7-E52CB6DA1092}"/>
              </a:ext>
            </a:extLst>
          </p:cNvPr>
          <p:cNvSpPr txBox="1"/>
          <p:nvPr>
            <p:custDataLst>
              <p:tags r:id="rId64"/>
            </p:custDataLst>
          </p:nvPr>
        </p:nvSpPr>
        <p:spPr bwMode="gray">
          <a:xfrm>
            <a:off x="254565" y="2188391"/>
            <a:ext cx="13208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Ph I SRD readout (TBC)</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34" name="OTLSHAPE_SLM_cc24fae7bcd54844ae83a8972f89774b_Date">
            <a:extLst>
              <a:ext uri="{FF2B5EF4-FFF2-40B4-BE49-F238E27FC236}">
                <a16:creationId xmlns:a16="http://schemas.microsoft.com/office/drawing/2014/main" id="{AECA3FAC-A3BF-174A-8382-1CCBDDFD39DE}"/>
              </a:ext>
            </a:extLst>
          </p:cNvPr>
          <p:cNvSpPr txBox="1"/>
          <p:nvPr>
            <p:custDataLst>
              <p:tags r:id="rId65"/>
            </p:custDataLst>
          </p:nvPr>
        </p:nvSpPr>
        <p:spPr bwMode="gray">
          <a:xfrm>
            <a:off x="1212060" y="2358910"/>
            <a:ext cx="368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Aug 29</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36" name="OTLSHAPE_TB_00000000000000000000000000000000_TimescaleInterval4">
            <a:extLst>
              <a:ext uri="{FF2B5EF4-FFF2-40B4-BE49-F238E27FC236}">
                <a16:creationId xmlns:a16="http://schemas.microsoft.com/office/drawing/2014/main" id="{1E07EEB7-F06B-3A5D-1178-1D07E1B6F155}"/>
              </a:ext>
            </a:extLst>
          </p:cNvPr>
          <p:cNvSpPr txBox="1"/>
          <p:nvPr>
            <p:custDataLst>
              <p:tags r:id="rId66"/>
            </p:custDataLst>
          </p:nvPr>
        </p:nvSpPr>
        <p:spPr bwMode="gray">
          <a:xfrm>
            <a:off x="5030406" y="1727064"/>
            <a:ext cx="225383"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rPr>
              <a:t>Feb</a:t>
            </a:r>
            <a:endParaRPr kumimoji="0" lang="zh-CN" altLang="en-US"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endParaRPr>
          </a:p>
        </p:txBody>
      </p:sp>
      <p:sp>
        <p:nvSpPr>
          <p:cNvPr id="44" name="OTLSHAPE_SLT_1e5bcfb5f49944c49eebcea66b620a37_JoinedDate">
            <a:extLst>
              <a:ext uri="{FF2B5EF4-FFF2-40B4-BE49-F238E27FC236}">
                <a16:creationId xmlns:a16="http://schemas.microsoft.com/office/drawing/2014/main" id="{6EC8E3DF-84F7-2476-646A-EC8DD168DE15}"/>
              </a:ext>
            </a:extLst>
          </p:cNvPr>
          <p:cNvSpPr txBox="1"/>
          <p:nvPr>
            <p:custDataLst>
              <p:tags r:id="rId67"/>
            </p:custDataLst>
          </p:nvPr>
        </p:nvSpPr>
        <p:spPr bwMode="gray">
          <a:xfrm>
            <a:off x="3107574" y="4062530"/>
            <a:ext cx="7620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rPr>
              <a:t>Dec 12 - Mar 6</a:t>
            </a:r>
            <a:endParaRPr kumimoji="0" lang="zh-CN" altLang="en-US"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endParaRPr>
          </a:p>
        </p:txBody>
      </p:sp>
      <p:sp>
        <p:nvSpPr>
          <p:cNvPr id="45" name="OTLSHAPE_SLT_1e5bcfb5f49944c49eebcea66b620a37_Title">
            <a:extLst>
              <a:ext uri="{FF2B5EF4-FFF2-40B4-BE49-F238E27FC236}">
                <a16:creationId xmlns:a16="http://schemas.microsoft.com/office/drawing/2014/main" id="{44EED307-84B5-ABE3-4F5D-B48A5F7CE9A8}"/>
              </a:ext>
            </a:extLst>
          </p:cNvPr>
          <p:cNvSpPr txBox="1"/>
          <p:nvPr>
            <p:custDataLst>
              <p:tags r:id="rId68"/>
            </p:custDataLst>
          </p:nvPr>
        </p:nvSpPr>
        <p:spPr bwMode="gray">
          <a:xfrm>
            <a:off x="5733669" y="4054783"/>
            <a:ext cx="18288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Plan A: HAI based on MRD data</a:t>
            </a:r>
            <a:endParaRPr kumimoji="0" lang="zh-CN" altLang="en-US" sz="11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47" name="OTLSHAPE_TB_00000000000000000000000000000000_TimescaleInterval5">
            <a:extLst>
              <a:ext uri="{FF2B5EF4-FFF2-40B4-BE49-F238E27FC236}">
                <a16:creationId xmlns:a16="http://schemas.microsoft.com/office/drawing/2014/main" id="{F3D664D4-B328-4EBD-34D0-5A17F23C09A9}"/>
              </a:ext>
            </a:extLst>
          </p:cNvPr>
          <p:cNvSpPr txBox="1"/>
          <p:nvPr>
            <p:custDataLst>
              <p:tags r:id="rId69"/>
            </p:custDataLst>
          </p:nvPr>
        </p:nvSpPr>
        <p:spPr bwMode="gray">
          <a:xfrm>
            <a:off x="6272838" y="1727064"/>
            <a:ext cx="222818"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rPr>
              <a:t>Apr</a:t>
            </a:r>
            <a:endParaRPr kumimoji="0" lang="zh-CN" altLang="en-US"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endParaRPr>
          </a:p>
        </p:txBody>
      </p:sp>
      <p:sp>
        <p:nvSpPr>
          <p:cNvPr id="49" name="OTLSHAPE_TB_00000000000000000000000000000000_TimescaleInterval6">
            <a:extLst>
              <a:ext uri="{FF2B5EF4-FFF2-40B4-BE49-F238E27FC236}">
                <a16:creationId xmlns:a16="http://schemas.microsoft.com/office/drawing/2014/main" id="{2288A8FD-78DB-FACA-75CA-2DE58F96B297}"/>
              </a:ext>
            </a:extLst>
          </p:cNvPr>
          <p:cNvSpPr txBox="1"/>
          <p:nvPr>
            <p:custDataLst>
              <p:tags r:id="rId70"/>
            </p:custDataLst>
          </p:nvPr>
        </p:nvSpPr>
        <p:spPr bwMode="gray">
          <a:xfrm>
            <a:off x="7557388" y="1727064"/>
            <a:ext cx="20999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rPr>
              <a:t>Jun</a:t>
            </a:r>
            <a:endParaRPr kumimoji="0" lang="zh-CN" altLang="en-US" sz="1200" b="0" i="0" u="none" strike="noStrike" kern="1200" cap="none" spc="-18" normalizeH="0" baseline="0" noProof="0">
              <a:ln>
                <a:noFill/>
              </a:ln>
              <a:solidFill>
                <a:prstClr val="white"/>
              </a:solidFill>
              <a:effectLst/>
              <a:uLnTx/>
              <a:uFillTx/>
              <a:latin typeface="Calibri" panose="020F0502020204030204" pitchFamily="34" charset="0"/>
              <a:ea typeface="+mn-ea"/>
              <a:cs typeface="+mn-cs"/>
            </a:endParaRPr>
          </a:p>
        </p:txBody>
      </p:sp>
      <p:sp>
        <p:nvSpPr>
          <p:cNvPr id="51" name="OTLSHAPE_TB_00000000000000000000000000000000_TimescaleInterval7">
            <a:extLst>
              <a:ext uri="{FF2B5EF4-FFF2-40B4-BE49-F238E27FC236}">
                <a16:creationId xmlns:a16="http://schemas.microsoft.com/office/drawing/2014/main" id="{AF75D610-B71F-4553-3ED8-4D0DD7379B63}"/>
              </a:ext>
            </a:extLst>
          </p:cNvPr>
          <p:cNvSpPr txBox="1"/>
          <p:nvPr>
            <p:custDataLst>
              <p:tags r:id="rId71"/>
            </p:custDataLst>
          </p:nvPr>
        </p:nvSpPr>
        <p:spPr bwMode="gray">
          <a:xfrm>
            <a:off x="8841936" y="1727064"/>
            <a:ext cx="24205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Aug</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53" name="OTLSHAPE_TB_00000000000000000000000000000000_TimescaleInterval8">
            <a:extLst>
              <a:ext uri="{FF2B5EF4-FFF2-40B4-BE49-F238E27FC236}">
                <a16:creationId xmlns:a16="http://schemas.microsoft.com/office/drawing/2014/main" id="{0BB1F099-E020-2BB7-7760-86AEE6D12B8E}"/>
              </a:ext>
            </a:extLst>
          </p:cNvPr>
          <p:cNvSpPr txBox="1"/>
          <p:nvPr>
            <p:custDataLst>
              <p:tags r:id="rId72"/>
            </p:custDataLst>
          </p:nvPr>
        </p:nvSpPr>
        <p:spPr bwMode="gray">
          <a:xfrm>
            <a:off x="10126486" y="1727064"/>
            <a:ext cx="211148"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rPr>
              <a:t>Oct</a:t>
            </a:r>
            <a:endParaRPr kumimoji="0" lang="zh-CN" altLang="en-US" sz="1200" b="0" i="0" u="none" strike="noStrike" kern="1200" cap="none" spc="-22" normalizeH="0" baseline="0" noProof="0">
              <a:ln>
                <a:noFill/>
              </a:ln>
              <a:solidFill>
                <a:prstClr val="white"/>
              </a:solidFill>
              <a:effectLst/>
              <a:uLnTx/>
              <a:uFillTx/>
              <a:latin typeface="Calibri" panose="020F0502020204030204" pitchFamily="34" charset="0"/>
              <a:ea typeface="+mn-ea"/>
              <a:cs typeface="+mn-cs"/>
            </a:endParaRPr>
          </a:p>
        </p:txBody>
      </p:sp>
      <p:sp>
        <p:nvSpPr>
          <p:cNvPr id="72" name="OTLSHAPE_SLM_6c2bc955e3924ae2a06ea4bdd7b769d5_Title">
            <a:extLst>
              <a:ext uri="{FF2B5EF4-FFF2-40B4-BE49-F238E27FC236}">
                <a16:creationId xmlns:a16="http://schemas.microsoft.com/office/drawing/2014/main" id="{FF1763D1-63E9-2903-54E0-12DE162C1A26}"/>
              </a:ext>
            </a:extLst>
          </p:cNvPr>
          <p:cNvSpPr txBox="1"/>
          <p:nvPr>
            <p:custDataLst>
              <p:tags r:id="rId73"/>
            </p:custDataLst>
          </p:nvPr>
        </p:nvSpPr>
        <p:spPr bwMode="gray">
          <a:xfrm>
            <a:off x="3649930" y="3355521"/>
            <a:ext cx="14605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Ph II CTA package release</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73" name="OTLSHAPE_SLM_6c2bc955e3924ae2a06ea4bdd7b769d5_Date">
            <a:extLst>
              <a:ext uri="{FF2B5EF4-FFF2-40B4-BE49-F238E27FC236}">
                <a16:creationId xmlns:a16="http://schemas.microsoft.com/office/drawing/2014/main" id="{E562B722-99DB-0E00-0BD7-3A6E8099D432}"/>
              </a:ext>
            </a:extLst>
          </p:cNvPr>
          <p:cNvSpPr txBox="1"/>
          <p:nvPr>
            <p:custDataLst>
              <p:tags r:id="rId74"/>
            </p:custDataLst>
          </p:nvPr>
        </p:nvSpPr>
        <p:spPr bwMode="gray">
          <a:xfrm>
            <a:off x="4763424" y="3526040"/>
            <a:ext cx="3556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rPr>
              <a:t>Feb 13</a:t>
            </a:r>
            <a:endParaRPr kumimoji="0" lang="zh-CN" altLang="en-US" sz="1000" b="0" i="0" u="none" strike="noStrike" kern="1200" cap="none" spc="-8" normalizeH="0" baseline="0" noProof="0">
              <a:ln>
                <a:noFill/>
              </a:ln>
              <a:solidFill>
                <a:srgbClr val="44546A"/>
              </a:solidFill>
              <a:effectLst/>
              <a:uLnTx/>
              <a:uFillTx/>
              <a:latin typeface="Calibri" panose="020F0502020204030204" pitchFamily="34" charset="0"/>
              <a:ea typeface="+mn-ea"/>
              <a:cs typeface="+mn-cs"/>
            </a:endParaRPr>
          </a:p>
        </p:txBody>
      </p:sp>
      <p:sp>
        <p:nvSpPr>
          <p:cNvPr id="80" name="OTLSHAPE_SLT_af3e80754ee84374888d0f25fd542f08_JoinedDate">
            <a:extLst>
              <a:ext uri="{FF2B5EF4-FFF2-40B4-BE49-F238E27FC236}">
                <a16:creationId xmlns:a16="http://schemas.microsoft.com/office/drawing/2014/main" id="{17F17A85-05E0-8BFB-90E1-646906507952}"/>
              </a:ext>
            </a:extLst>
          </p:cNvPr>
          <p:cNvSpPr txBox="1"/>
          <p:nvPr>
            <p:custDataLst>
              <p:tags r:id="rId75"/>
            </p:custDataLst>
          </p:nvPr>
        </p:nvSpPr>
        <p:spPr bwMode="gray">
          <a:xfrm>
            <a:off x="4683565" y="4530567"/>
            <a:ext cx="8255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Feb 28 - May 28</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81" name="OTLSHAPE_SLT_af3e80754ee84374888d0f25fd542f08_Title">
            <a:extLst>
              <a:ext uri="{FF2B5EF4-FFF2-40B4-BE49-F238E27FC236}">
                <a16:creationId xmlns:a16="http://schemas.microsoft.com/office/drawing/2014/main" id="{CED38CC9-9554-242E-82EF-161A3650C361}"/>
              </a:ext>
            </a:extLst>
          </p:cNvPr>
          <p:cNvSpPr txBox="1"/>
          <p:nvPr>
            <p:custDataLst>
              <p:tags r:id="rId76"/>
            </p:custDataLst>
          </p:nvPr>
        </p:nvSpPr>
        <p:spPr bwMode="gray">
          <a:xfrm>
            <a:off x="7481498" y="4522820"/>
            <a:ext cx="10668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Ph II CTA sub - app</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97" name="OTLSHAPE_SLT_f8a8e67cf2d44d7f98671616391cd05c_JoinedDate">
            <a:extLst>
              <a:ext uri="{FF2B5EF4-FFF2-40B4-BE49-F238E27FC236}">
                <a16:creationId xmlns:a16="http://schemas.microsoft.com/office/drawing/2014/main" id="{7370F510-A7CB-940C-C499-5113148F82CA}"/>
              </a:ext>
            </a:extLst>
          </p:cNvPr>
          <p:cNvSpPr txBox="1"/>
          <p:nvPr>
            <p:custDataLst>
              <p:tags r:id="rId77"/>
            </p:custDataLst>
          </p:nvPr>
        </p:nvSpPr>
        <p:spPr bwMode="gray">
          <a:xfrm>
            <a:off x="7115397" y="3752311"/>
            <a:ext cx="8001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Jun 22 - Nov 19</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98" name="OTLSHAPE_SLT_f8a8e67cf2d44d7f98671616391cd05c_Title">
            <a:extLst>
              <a:ext uri="{FF2B5EF4-FFF2-40B4-BE49-F238E27FC236}">
                <a16:creationId xmlns:a16="http://schemas.microsoft.com/office/drawing/2014/main" id="{12BF3D71-C0A0-0247-4702-0BBCB3CB4E2E}"/>
              </a:ext>
            </a:extLst>
          </p:cNvPr>
          <p:cNvSpPr txBox="1"/>
          <p:nvPr>
            <p:custDataLst>
              <p:tags r:id="rId78"/>
            </p:custDataLst>
          </p:nvPr>
        </p:nvSpPr>
        <p:spPr bwMode="gray">
          <a:xfrm>
            <a:off x="11166680" y="3744564"/>
            <a:ext cx="8001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Ph II FSS - LSR</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121" name="OTLSHAPE_SLT_3d8b1dcab4f642c8adaf495fc2f4a9fd_JoinedDate">
            <a:extLst>
              <a:ext uri="{FF2B5EF4-FFF2-40B4-BE49-F238E27FC236}">
                <a16:creationId xmlns:a16="http://schemas.microsoft.com/office/drawing/2014/main" id="{54C59F5B-9D1A-78DE-7648-A46ADAB3BA61}"/>
              </a:ext>
            </a:extLst>
          </p:cNvPr>
          <p:cNvSpPr txBox="1"/>
          <p:nvPr>
            <p:custDataLst>
              <p:tags r:id="rId79"/>
            </p:custDataLst>
          </p:nvPr>
        </p:nvSpPr>
        <p:spPr bwMode="gray">
          <a:xfrm>
            <a:off x="8500260" y="4764586"/>
            <a:ext cx="8255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Aug 28 - Nov 19</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123" name="OTLSHAPE_SLT_3d8b1dcab4f642c8adaf495fc2f4a9fd_Title">
            <a:extLst>
              <a:ext uri="{FF2B5EF4-FFF2-40B4-BE49-F238E27FC236}">
                <a16:creationId xmlns:a16="http://schemas.microsoft.com/office/drawing/2014/main" id="{9DA66EF5-16C1-5708-0B0A-E517D3796E94}"/>
              </a:ext>
            </a:extLst>
          </p:cNvPr>
          <p:cNvSpPr txBox="1"/>
          <p:nvPr>
            <p:custDataLst>
              <p:tags r:id="rId80"/>
            </p:custDataLst>
          </p:nvPr>
        </p:nvSpPr>
        <p:spPr bwMode="gray">
          <a:xfrm>
            <a:off x="11166680" y="4756839"/>
            <a:ext cx="9017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China fSIV - LSR</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15" name="OTLSHAPE_SLM_8b60647a48d94ad2a6fb199135384474_Title">
            <a:extLst>
              <a:ext uri="{FF2B5EF4-FFF2-40B4-BE49-F238E27FC236}">
                <a16:creationId xmlns:a16="http://schemas.microsoft.com/office/drawing/2014/main" id="{DC59E284-8CA1-F801-7C9E-36B01BDE6C09}"/>
              </a:ext>
            </a:extLst>
          </p:cNvPr>
          <p:cNvSpPr txBox="1"/>
          <p:nvPr>
            <p:custDataLst>
              <p:tags r:id="rId81"/>
            </p:custDataLst>
          </p:nvPr>
        </p:nvSpPr>
        <p:spPr bwMode="gray">
          <a:xfrm>
            <a:off x="1520866" y="2966478"/>
            <a:ext cx="8509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Ph II draft TDO</a:t>
            </a:r>
            <a:endParaRPr kumimoji="0" lang="zh-CN" alt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endParaRPr>
          </a:p>
        </p:txBody>
      </p:sp>
      <p:sp>
        <p:nvSpPr>
          <p:cNvPr id="24" name="OTLSHAPE_SLM_8b60647a48d94ad2a6fb199135384474_Date">
            <a:extLst>
              <a:ext uri="{FF2B5EF4-FFF2-40B4-BE49-F238E27FC236}">
                <a16:creationId xmlns:a16="http://schemas.microsoft.com/office/drawing/2014/main" id="{E99683EB-7076-0357-57AB-B5D45E54BBBD}"/>
              </a:ext>
            </a:extLst>
          </p:cNvPr>
          <p:cNvSpPr txBox="1"/>
          <p:nvPr>
            <p:custDataLst>
              <p:tags r:id="rId82"/>
            </p:custDataLst>
          </p:nvPr>
        </p:nvSpPr>
        <p:spPr bwMode="gray">
          <a:xfrm>
            <a:off x="2096303" y="3136996"/>
            <a:ext cx="2794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Oct 6</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sp>
        <p:nvSpPr>
          <p:cNvPr id="25" name="OTLSHAPE_TB_00000000000000000000000000000000_ScaleMarking1">
            <a:extLst>
              <a:ext uri="{FF2B5EF4-FFF2-40B4-BE49-F238E27FC236}">
                <a16:creationId xmlns:a16="http://schemas.microsoft.com/office/drawing/2014/main" id="{51ADC0EB-3B89-C51B-C4BF-6AB79F72D51D}"/>
              </a:ext>
            </a:extLst>
          </p:cNvPr>
          <p:cNvSpPr txBox="1"/>
          <p:nvPr>
            <p:custDataLst>
              <p:tags r:id="rId83"/>
            </p:custDataLst>
          </p:nvPr>
        </p:nvSpPr>
        <p:spPr bwMode="gray">
          <a:xfrm>
            <a:off x="1155700" y="150703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rPr>
              <a:t>2025</a:t>
            </a:r>
            <a:endParaRPr kumimoji="0" lang="zh-CN" altLang="en-US"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endParaRPr>
          </a:p>
        </p:txBody>
      </p:sp>
      <p:sp>
        <p:nvSpPr>
          <p:cNvPr id="26" name="OTLSHAPE_TB_00000000000000000000000000000000_ScaleMarking2">
            <a:extLst>
              <a:ext uri="{FF2B5EF4-FFF2-40B4-BE49-F238E27FC236}">
                <a16:creationId xmlns:a16="http://schemas.microsoft.com/office/drawing/2014/main" id="{7D25C62D-B2C9-745B-6177-93A3E0E76B5B}"/>
              </a:ext>
            </a:extLst>
          </p:cNvPr>
          <p:cNvSpPr txBox="1"/>
          <p:nvPr>
            <p:custDataLst>
              <p:tags r:id="rId84"/>
            </p:custDataLst>
          </p:nvPr>
        </p:nvSpPr>
        <p:spPr bwMode="gray">
          <a:xfrm>
            <a:off x="5030406" y="1507036"/>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rPr>
              <a:t>2026</a:t>
            </a:r>
            <a:endParaRPr kumimoji="0" lang="zh-CN" altLang="en-US" sz="1200" b="0" i="0" u="none" strike="noStrike" kern="1200" cap="none" spc="-20" normalizeH="0" baseline="0" noProof="0">
              <a:ln>
                <a:noFill/>
              </a:ln>
              <a:solidFill>
                <a:srgbClr val="44546A"/>
              </a:solidFill>
              <a:effectLst/>
              <a:uLnTx/>
              <a:uFillTx/>
              <a:latin typeface="Calibri" panose="020F0502020204030204" pitchFamily="34" charset="0"/>
              <a:ea typeface="+mn-ea"/>
              <a:cs typeface="+mn-cs"/>
            </a:endParaRPr>
          </a:p>
        </p:txBody>
      </p:sp>
      <p:sp>
        <p:nvSpPr>
          <p:cNvPr id="101" name="OTLSHAPE_SLT_ad2ddd307706414c88192542466abf27_JoinedDate">
            <a:extLst>
              <a:ext uri="{FF2B5EF4-FFF2-40B4-BE49-F238E27FC236}">
                <a16:creationId xmlns:a16="http://schemas.microsoft.com/office/drawing/2014/main" id="{330E7EFF-A033-A45D-83AC-25F0B2164EC1}"/>
              </a:ext>
            </a:extLst>
          </p:cNvPr>
          <p:cNvSpPr txBox="1"/>
          <p:nvPr>
            <p:custDataLst>
              <p:tags r:id="rId85"/>
            </p:custDataLst>
          </p:nvPr>
        </p:nvSpPr>
        <p:spPr bwMode="gray">
          <a:xfrm>
            <a:off x="1426104" y="4296549"/>
            <a:ext cx="8001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Sep 26 - Dec 26</a:t>
            </a:r>
            <a:endParaRPr kumimoji="0" lang="zh-CN" altLang="en-US"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endParaRPr>
          </a:p>
        </p:txBody>
      </p:sp>
      <p:sp>
        <p:nvSpPr>
          <p:cNvPr id="102" name="OTLSHAPE_SLT_ad2ddd307706414c88192542466abf27_Title">
            <a:extLst>
              <a:ext uri="{FF2B5EF4-FFF2-40B4-BE49-F238E27FC236}">
                <a16:creationId xmlns:a16="http://schemas.microsoft.com/office/drawing/2014/main" id="{D12D484E-5DBB-031E-A3EE-0F896D19E9E8}"/>
              </a:ext>
            </a:extLst>
          </p:cNvPr>
          <p:cNvSpPr txBox="1"/>
          <p:nvPr>
            <p:custDataLst>
              <p:tags r:id="rId86"/>
            </p:custDataLst>
          </p:nvPr>
        </p:nvSpPr>
        <p:spPr bwMode="gray">
          <a:xfrm>
            <a:off x="4259597" y="4288802"/>
            <a:ext cx="1765300" cy="170519"/>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Plan B: HAI based on SRD data</a:t>
            </a:r>
            <a:endParaRPr kumimoji="0" lang="zh-CN" altLang="en-US" sz="11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104" name="OTLSHAPE_SLM_08c8a404566945449540a25b6ea7a682_Title">
            <a:extLst>
              <a:ext uri="{FF2B5EF4-FFF2-40B4-BE49-F238E27FC236}">
                <a16:creationId xmlns:a16="http://schemas.microsoft.com/office/drawing/2014/main" id="{5487034C-E0DB-5394-2DAA-2BF4E36C69CF}"/>
              </a:ext>
            </a:extLst>
          </p:cNvPr>
          <p:cNvSpPr txBox="1"/>
          <p:nvPr>
            <p:custDataLst>
              <p:tags r:id="rId87"/>
            </p:custDataLst>
          </p:nvPr>
        </p:nvSpPr>
        <p:spPr bwMode="gray">
          <a:xfrm>
            <a:off x="1819995" y="2577434"/>
            <a:ext cx="1371600" cy="170519"/>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nn-NO" altLang="zh-CN" sz="11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Ph I MRD readout (TBC)</a:t>
            </a:r>
            <a:endParaRPr kumimoji="0" lang="zh-CN" altLang="en-US" sz="11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105" name="OTLSHAPE_SLM_08c8a404566945449540a25b6ea7a682_Date">
            <a:extLst>
              <a:ext uri="{FF2B5EF4-FFF2-40B4-BE49-F238E27FC236}">
                <a16:creationId xmlns:a16="http://schemas.microsoft.com/office/drawing/2014/main" id="{4C09EB27-DA35-9F81-1B11-514A822749C9}"/>
              </a:ext>
            </a:extLst>
          </p:cNvPr>
          <p:cNvSpPr txBox="1"/>
          <p:nvPr>
            <p:custDataLst>
              <p:tags r:id="rId88"/>
            </p:custDataLst>
          </p:nvPr>
        </p:nvSpPr>
        <p:spPr bwMode="gray">
          <a:xfrm>
            <a:off x="2827740" y="2747953"/>
            <a:ext cx="368300" cy="15502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rPr>
              <a:t>Nov 14</a:t>
            </a:r>
            <a:endParaRPr kumimoji="0" lang="zh-CN" altLang="en-US" sz="1000" b="0" i="0" u="none" strike="noStrike" kern="1200" cap="none" spc="-6" normalizeH="0" baseline="0" noProof="0">
              <a:ln>
                <a:noFill/>
              </a:ln>
              <a:solidFill>
                <a:srgbClr val="44546A"/>
              </a:solidFill>
              <a:effectLst/>
              <a:uLnTx/>
              <a:uFillTx/>
              <a:latin typeface="Calibri" panose="020F0502020204030204" pitchFamily="34" charset="0"/>
              <a:ea typeface="+mn-ea"/>
              <a:cs typeface="+mn-cs"/>
            </a:endParaRPr>
          </a:p>
        </p:txBody>
      </p:sp>
      <p:cxnSp>
        <p:nvCxnSpPr>
          <p:cNvPr id="11" name="OTLSHAPE_TB_00000000000000000000000000000000_Separator1">
            <a:extLst>
              <a:ext uri="{FF2B5EF4-FFF2-40B4-BE49-F238E27FC236}">
                <a16:creationId xmlns:a16="http://schemas.microsoft.com/office/drawing/2014/main" id="{1AA60621-019D-4643-B0E9-7B8F87C13B3C}"/>
              </a:ext>
            </a:extLst>
          </p:cNvPr>
          <p:cNvCxnSpPr/>
          <p:nvPr>
            <p:custDataLst>
              <p:tags r:id="rId89"/>
            </p:custDataLst>
          </p:nvPr>
        </p:nvCxnSpPr>
        <p:spPr bwMode="gray">
          <a:xfrm>
            <a:off x="2376749"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2">
            <a:extLst>
              <a:ext uri="{FF2B5EF4-FFF2-40B4-BE49-F238E27FC236}">
                <a16:creationId xmlns:a16="http://schemas.microsoft.com/office/drawing/2014/main" id="{814A2386-711C-1715-B28E-573B66286624}"/>
              </a:ext>
            </a:extLst>
          </p:cNvPr>
          <p:cNvCxnSpPr/>
          <p:nvPr>
            <p:custDataLst>
              <p:tags r:id="rId90"/>
            </p:custDataLst>
          </p:nvPr>
        </p:nvCxnSpPr>
        <p:spPr bwMode="gray">
          <a:xfrm>
            <a:off x="3661298"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OTLSHAPE_TB_00000000000000000000000000000000_Separator3">
            <a:extLst>
              <a:ext uri="{FF2B5EF4-FFF2-40B4-BE49-F238E27FC236}">
                <a16:creationId xmlns:a16="http://schemas.microsoft.com/office/drawing/2014/main" id="{2D1394C1-072E-76B4-24BB-7705CDD1F221}"/>
              </a:ext>
            </a:extLst>
          </p:cNvPr>
          <p:cNvCxnSpPr/>
          <p:nvPr>
            <p:custDataLst>
              <p:tags r:id="rId91"/>
            </p:custDataLst>
          </p:nvPr>
        </p:nvCxnSpPr>
        <p:spPr bwMode="gray">
          <a:xfrm>
            <a:off x="4966905"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OTLSHAPE_TB_00000000000000000000000000000000_Separator4">
            <a:extLst>
              <a:ext uri="{FF2B5EF4-FFF2-40B4-BE49-F238E27FC236}">
                <a16:creationId xmlns:a16="http://schemas.microsoft.com/office/drawing/2014/main" id="{33B068D4-B9E2-F497-26CE-D69192B21693}"/>
              </a:ext>
            </a:extLst>
          </p:cNvPr>
          <p:cNvCxnSpPr/>
          <p:nvPr>
            <p:custDataLst>
              <p:tags r:id="rId92"/>
            </p:custDataLst>
          </p:nvPr>
        </p:nvCxnSpPr>
        <p:spPr bwMode="gray">
          <a:xfrm>
            <a:off x="6209338"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TB_00000000000000000000000000000000_Separator5">
            <a:extLst>
              <a:ext uri="{FF2B5EF4-FFF2-40B4-BE49-F238E27FC236}">
                <a16:creationId xmlns:a16="http://schemas.microsoft.com/office/drawing/2014/main" id="{555D8F6F-1945-AE36-D230-EF8E830C68D5}"/>
              </a:ext>
            </a:extLst>
          </p:cNvPr>
          <p:cNvCxnSpPr/>
          <p:nvPr>
            <p:custDataLst>
              <p:tags r:id="rId93"/>
            </p:custDataLst>
          </p:nvPr>
        </p:nvCxnSpPr>
        <p:spPr bwMode="gray">
          <a:xfrm>
            <a:off x="7493888"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OTLSHAPE_TB_00000000000000000000000000000000_Separator6">
            <a:extLst>
              <a:ext uri="{FF2B5EF4-FFF2-40B4-BE49-F238E27FC236}">
                <a16:creationId xmlns:a16="http://schemas.microsoft.com/office/drawing/2014/main" id="{4C6A5F36-C0CC-0CBA-5DE3-D19CCC29E85D}"/>
              </a:ext>
            </a:extLst>
          </p:cNvPr>
          <p:cNvCxnSpPr/>
          <p:nvPr>
            <p:custDataLst>
              <p:tags r:id="rId94"/>
            </p:custDataLst>
          </p:nvPr>
        </p:nvCxnSpPr>
        <p:spPr bwMode="gray">
          <a:xfrm>
            <a:off x="8778436"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OTLSHAPE_TB_00000000000000000000000000000000_Separator7">
            <a:extLst>
              <a:ext uri="{FF2B5EF4-FFF2-40B4-BE49-F238E27FC236}">
                <a16:creationId xmlns:a16="http://schemas.microsoft.com/office/drawing/2014/main" id="{73380393-065D-A74C-CFC5-1034BD880777}"/>
              </a:ext>
            </a:extLst>
          </p:cNvPr>
          <p:cNvCxnSpPr/>
          <p:nvPr>
            <p:custDataLst>
              <p:tags r:id="rId95"/>
            </p:custDataLst>
          </p:nvPr>
        </p:nvCxnSpPr>
        <p:spPr bwMode="gray">
          <a:xfrm>
            <a:off x="10062986" y="1731191"/>
            <a:ext cx="0" cy="177800"/>
          </a:xfrm>
          <a:prstGeom prst="line">
            <a:avLst/>
          </a:prstGeom>
          <a:ln w="9525"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标题 106">
            <a:extLst>
              <a:ext uri="{FF2B5EF4-FFF2-40B4-BE49-F238E27FC236}">
                <a16:creationId xmlns:a16="http://schemas.microsoft.com/office/drawing/2014/main" id="{C1850ACA-7223-70C5-E3C0-9357CF527A18}"/>
              </a:ext>
            </a:extLst>
          </p:cNvPr>
          <p:cNvSpPr>
            <a:spLocks noGrp="1"/>
          </p:cNvSpPr>
          <p:nvPr>
            <p:ph type="title"/>
          </p:nvPr>
        </p:nvSpPr>
        <p:spPr/>
        <p:txBody>
          <a:bodyPr/>
          <a:lstStyle/>
          <a:p>
            <a:r>
              <a:rPr lang="en-US" altLang="zh-CN"/>
              <a:t>BI 3034701 (GGY2Ra.) in obesity timeline </a:t>
            </a:r>
            <a:r>
              <a:rPr lang="en-US" altLang="zh-CN" sz="2400" b="0">
                <a:solidFill>
                  <a:srgbClr val="C00000"/>
                </a:solidFill>
              </a:rPr>
              <a:t>draft</a:t>
            </a:r>
            <a:endParaRPr lang="zh-CN" altLang="en-US" b="0">
              <a:solidFill>
                <a:srgbClr val="C00000"/>
              </a:solidFill>
            </a:endParaRPr>
          </a:p>
        </p:txBody>
      </p:sp>
      <p:sp>
        <p:nvSpPr>
          <p:cNvPr id="27" name="文本框 26">
            <a:extLst>
              <a:ext uri="{FF2B5EF4-FFF2-40B4-BE49-F238E27FC236}">
                <a16:creationId xmlns:a16="http://schemas.microsoft.com/office/drawing/2014/main" id="{02743209-4B27-A0BD-4ADE-66558EDA83C6}"/>
              </a:ext>
            </a:extLst>
          </p:cNvPr>
          <p:cNvSpPr txBox="1"/>
          <p:nvPr/>
        </p:nvSpPr>
        <p:spPr bwMode="gray">
          <a:xfrm>
            <a:off x="4150898" y="3907978"/>
            <a:ext cx="1467702" cy="276422"/>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C00000"/>
                </a:solidFill>
                <a:effectLst/>
                <a:uLnTx/>
                <a:uFillTx/>
                <a:latin typeface="Boehringer Forward Text"/>
                <a:ea typeface="+mn-ea"/>
                <a:cs typeface="+mn-cs"/>
              </a:rPr>
              <a:t>on critical path!</a:t>
            </a:r>
            <a:endParaRPr kumimoji="0" lang="zh-CN" altLang="en-US" sz="1400" b="0" i="0" u="none" strike="noStrike" kern="1200" cap="none" spc="0" normalizeH="0" baseline="0" noProof="0">
              <a:ln>
                <a:noFill/>
              </a:ln>
              <a:solidFill>
                <a:srgbClr val="C00000"/>
              </a:solidFill>
              <a:effectLst/>
              <a:uLnTx/>
              <a:uFillTx/>
              <a:latin typeface="Boehringer Forward Text"/>
              <a:ea typeface="+mn-ea"/>
              <a:cs typeface="+mn-cs"/>
            </a:endParaRPr>
          </a:p>
        </p:txBody>
      </p:sp>
    </p:spTree>
    <p:custDataLst>
      <p:tags r:id="rId1"/>
    </p:custDataLst>
    <p:extLst>
      <p:ext uri="{BB962C8B-B14F-4D97-AF65-F5344CB8AC3E}">
        <p14:creationId xmlns:p14="http://schemas.microsoft.com/office/powerpoint/2010/main" val="3275552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7BB67E17-F40B-90B4-18ED-A6D70A62B50D}"/>
              </a:ext>
            </a:extLst>
          </p:cNvPr>
          <p:cNvSpPr>
            <a:spLocks noGrp="1"/>
          </p:cNvSpPr>
          <p:nvPr>
            <p:ph type="body" sz="quarter" idx="13"/>
          </p:nvPr>
        </p:nvSpPr>
        <p:spPr/>
        <p:txBody>
          <a:bodyPr/>
          <a:lstStyle/>
          <a:p>
            <a:endParaRPr lang="zh-CN" altLang="en-US"/>
          </a:p>
        </p:txBody>
      </p:sp>
      <p:sp>
        <p:nvSpPr>
          <p:cNvPr id="5" name="页脚占位符 4">
            <a:extLst>
              <a:ext uri="{FF2B5EF4-FFF2-40B4-BE49-F238E27FC236}">
                <a16:creationId xmlns:a16="http://schemas.microsoft.com/office/drawing/2014/main" id="{440E0330-D4F9-3903-1EDE-08651B0D15DD}"/>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1069A01A-439D-622E-6D23-2D02A10FBF95}"/>
              </a:ext>
            </a:extLst>
          </p:cNvPr>
          <p:cNvSpPr>
            <a:spLocks noGrp="1"/>
          </p:cNvSpPr>
          <p:nvPr>
            <p:ph type="sldNum" sz="quarter" idx="20"/>
          </p:nvPr>
        </p:nvSpPr>
        <p:spPr/>
        <p:txBody>
          <a:bodyPr/>
          <a:lstStyle/>
          <a:p>
            <a:fld id="{DF4E8F9F-5B1F-4F5B-BE49-3245D8C18D9F}" type="slidenum">
              <a:rPr lang="en-US" smtClean="0"/>
              <a:pPr/>
              <a:t>40</a:t>
            </a:fld>
            <a:endParaRPr lang="en-US"/>
          </a:p>
        </p:txBody>
      </p:sp>
      <p:pic>
        <p:nvPicPr>
          <p:cNvPr id="8" name="图片 7">
            <a:extLst>
              <a:ext uri="{FF2B5EF4-FFF2-40B4-BE49-F238E27FC236}">
                <a16:creationId xmlns:a16="http://schemas.microsoft.com/office/drawing/2014/main" id="{9F87B56F-FE53-92B1-6F91-6126F9EB45A7}"/>
              </a:ext>
            </a:extLst>
          </p:cNvPr>
          <p:cNvPicPr>
            <a:picLocks noChangeAspect="1"/>
          </p:cNvPicPr>
          <p:nvPr/>
        </p:nvPicPr>
        <p:blipFill>
          <a:blip r:embed="rId2"/>
          <a:stretch>
            <a:fillRect/>
          </a:stretch>
        </p:blipFill>
        <p:spPr>
          <a:xfrm>
            <a:off x="0" y="525984"/>
            <a:ext cx="12192000" cy="5806032"/>
          </a:xfrm>
          <a:prstGeom prst="rect">
            <a:avLst/>
          </a:prstGeom>
        </p:spPr>
      </p:pic>
    </p:spTree>
    <p:extLst>
      <p:ext uri="{BB962C8B-B14F-4D97-AF65-F5344CB8AC3E}">
        <p14:creationId xmlns:p14="http://schemas.microsoft.com/office/powerpoint/2010/main" val="24235000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261313-1931-83F7-4A57-53A4EC572F96}"/>
              </a:ext>
            </a:extLst>
          </p:cNvPr>
          <p:cNvSpPr>
            <a:spLocks noGrp="1"/>
          </p:cNvSpPr>
          <p:nvPr>
            <p:ph type="title"/>
          </p:nvPr>
        </p:nvSpPr>
        <p:spPr>
          <a:xfrm>
            <a:off x="479425" y="116632"/>
            <a:ext cx="9937055" cy="431968"/>
          </a:xfrm>
        </p:spPr>
        <p:txBody>
          <a:bodyPr/>
          <a:lstStyle/>
          <a:p>
            <a:r>
              <a:rPr lang="de-DE"/>
              <a:t>BI 770371 (MASH) – Clinical Timeline high </a:t>
            </a:r>
            <a:r>
              <a:rPr lang="de-DE" err="1"/>
              <a:t>level</a:t>
            </a:r>
            <a:endParaRPr lang="de-DE"/>
          </a:p>
        </p:txBody>
      </p:sp>
      <p:sp>
        <p:nvSpPr>
          <p:cNvPr id="4" name="Fußzeilenplatzhalter 3">
            <a:extLst>
              <a:ext uri="{FF2B5EF4-FFF2-40B4-BE49-F238E27FC236}">
                <a16:creationId xmlns:a16="http://schemas.microsoft.com/office/drawing/2014/main" id="{C3E9BE06-C368-F31C-8D3C-6EB7D35EF26C}"/>
              </a:ext>
            </a:extLst>
          </p:cNvPr>
          <p:cNvSpPr>
            <a:spLocks noGrp="1"/>
          </p:cNvSpPr>
          <p:nvPr>
            <p:ph type="ftr" sz="quarter" idx="10"/>
          </p:nvPr>
        </p:nvSpPr>
        <p:spPr/>
        <p:txBody>
          <a:bodyPr/>
          <a:lstStyle/>
          <a:p>
            <a:r>
              <a:rPr lang="en-US"/>
              <a:t>2025_02_17_BI770371 (MASH)_timeline.pptx, T. Albers    |    ONLY FOR INTERNAL USE</a:t>
            </a:r>
          </a:p>
        </p:txBody>
      </p:sp>
      <p:sp>
        <p:nvSpPr>
          <p:cNvPr id="5" name="Foliennummernplatzhalter 4">
            <a:extLst>
              <a:ext uri="{FF2B5EF4-FFF2-40B4-BE49-F238E27FC236}">
                <a16:creationId xmlns:a16="http://schemas.microsoft.com/office/drawing/2014/main" id="{F1D6910F-52E0-9D18-6860-47E069C7851F}"/>
              </a:ext>
            </a:extLst>
          </p:cNvPr>
          <p:cNvSpPr>
            <a:spLocks noGrp="1"/>
          </p:cNvSpPr>
          <p:nvPr>
            <p:ph type="sldNum" sz="quarter" idx="11"/>
          </p:nvPr>
        </p:nvSpPr>
        <p:spPr/>
        <p:txBody>
          <a:bodyPr/>
          <a:lstStyle/>
          <a:p>
            <a:fld id="{8FF9B0DE-3FEB-4AA0-B465-B80EF7C1333D}" type="slidenum">
              <a:rPr lang="en-US" smtClean="0"/>
              <a:pPr/>
              <a:t>41</a:t>
            </a:fld>
            <a:endParaRPr lang="en-US"/>
          </a:p>
        </p:txBody>
      </p:sp>
      <p:sp>
        <p:nvSpPr>
          <p:cNvPr id="3" name="Titel 1">
            <a:extLst>
              <a:ext uri="{FF2B5EF4-FFF2-40B4-BE49-F238E27FC236}">
                <a16:creationId xmlns:a16="http://schemas.microsoft.com/office/drawing/2014/main" id="{419F6851-C7AD-2C73-3C63-C5384F6A716D}"/>
              </a:ext>
            </a:extLst>
          </p:cNvPr>
          <p:cNvSpPr txBox="1">
            <a:spLocks/>
          </p:cNvSpPr>
          <p:nvPr/>
        </p:nvSpPr>
        <p:spPr bwMode="gray">
          <a:xfrm>
            <a:off x="11721791" y="260648"/>
            <a:ext cx="351607" cy="287952"/>
          </a:xfrm>
          <a:prstGeom prst="rect">
            <a:avLst/>
          </a:prstGeom>
        </p:spPr>
        <p:txBody>
          <a:bodyPr vert="horz" lIns="0" tIns="0" rIns="0" bIns="0" rtlCol="0" anchor="t">
            <a:noAutofit/>
          </a:bodyPr>
          <a:lst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a:lstStyle>
          <a:p>
            <a:r>
              <a:rPr lang="de-DE" sz="1400" b="0">
                <a:latin typeface="Boehringer Forward Text" panose="02000500000000020000" pitchFamily="2" charset="0"/>
              </a:rPr>
              <a:t>V3</a:t>
            </a:r>
          </a:p>
        </p:txBody>
      </p:sp>
      <p:pic>
        <p:nvPicPr>
          <p:cNvPr id="6" name="Grafik 5">
            <a:extLst>
              <a:ext uri="{FF2B5EF4-FFF2-40B4-BE49-F238E27FC236}">
                <a16:creationId xmlns:a16="http://schemas.microsoft.com/office/drawing/2014/main" id="{A04FF1BD-DC96-6D36-5F22-03616FFC30D2}"/>
              </a:ext>
            </a:extLst>
          </p:cNvPr>
          <p:cNvPicPr>
            <a:picLocks noChangeAspect="1"/>
          </p:cNvPicPr>
          <p:nvPr/>
        </p:nvPicPr>
        <p:blipFill rotWithShape="1">
          <a:blip r:embed="rId2"/>
          <a:srcRect l="2703" t="5402" r="28975" b="56239"/>
          <a:stretch/>
        </p:blipFill>
        <p:spPr>
          <a:xfrm>
            <a:off x="88900" y="1079500"/>
            <a:ext cx="12014200" cy="4115476"/>
          </a:xfrm>
          <a:prstGeom prst="rect">
            <a:avLst/>
          </a:prstGeom>
          <a:solidFill>
            <a:srgbClr val="FFFFFF"/>
          </a:solidFill>
          <a:ln w="12700" cmpd="sng">
            <a:solidFill>
              <a:schemeClr val="tx1"/>
            </a:solidFill>
          </a:ln>
        </p:spPr>
      </p:pic>
      <p:sp>
        <p:nvSpPr>
          <p:cNvPr id="8" name="箭头: 右 7">
            <a:extLst>
              <a:ext uri="{FF2B5EF4-FFF2-40B4-BE49-F238E27FC236}">
                <a16:creationId xmlns:a16="http://schemas.microsoft.com/office/drawing/2014/main" id="{43F43462-17C0-94AE-786D-EA68F0EAD995}"/>
              </a:ext>
            </a:extLst>
          </p:cNvPr>
          <p:cNvSpPr/>
          <p:nvPr/>
        </p:nvSpPr>
        <p:spPr bwMode="gray">
          <a:xfrm>
            <a:off x="3701147" y="2810687"/>
            <a:ext cx="444137" cy="139337"/>
          </a:xfrm>
          <a:prstGeom prst="rightArrow">
            <a:avLst/>
          </a:prstGeom>
          <a:solidFill>
            <a:srgbClr val="7030A0"/>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lnSpc>
                <a:spcPct val="140000"/>
              </a:lnSpc>
            </a:pPr>
            <a:endParaRPr lang="zh-CN" altLang="en-US" sz="1600" b="1">
              <a:ln/>
              <a:solidFill>
                <a:schemeClr val="accent4"/>
              </a:solidFill>
            </a:endParaRPr>
          </a:p>
        </p:txBody>
      </p:sp>
      <p:sp>
        <p:nvSpPr>
          <p:cNvPr id="9" name="文本框 8">
            <a:extLst>
              <a:ext uri="{FF2B5EF4-FFF2-40B4-BE49-F238E27FC236}">
                <a16:creationId xmlns:a16="http://schemas.microsoft.com/office/drawing/2014/main" id="{8289D9F1-89FC-8922-70B9-9FC727ABAB73}"/>
              </a:ext>
            </a:extLst>
          </p:cNvPr>
          <p:cNvSpPr txBox="1"/>
          <p:nvPr/>
        </p:nvSpPr>
        <p:spPr bwMode="gray">
          <a:xfrm>
            <a:off x="4493623" y="6223040"/>
            <a:ext cx="2928744" cy="315920"/>
          </a:xfrm>
          <a:prstGeom prst="rect">
            <a:avLst/>
          </a:prstGeom>
          <a:noFill/>
        </p:spPr>
        <p:txBody>
          <a:bodyPr wrap="square" lIns="0" tIns="0" rIns="0" bIns="0" rtlCol="0">
            <a:spAutoFit/>
          </a:bodyPr>
          <a:lstStyle/>
          <a:p>
            <a:pPr algn="l">
              <a:lnSpc>
                <a:spcPct val="140000"/>
              </a:lnSpc>
            </a:pPr>
            <a:r>
              <a:rPr lang="en-US" altLang="zh-CN" sz="1600">
                <a:solidFill>
                  <a:srgbClr val="C00000"/>
                </a:solidFill>
              </a:rPr>
              <a:t>confidential, do not distribute</a:t>
            </a:r>
            <a:endParaRPr lang="zh-CN" altLang="en-US" sz="1600">
              <a:solidFill>
                <a:srgbClr val="C00000"/>
              </a:solidFill>
            </a:endParaRPr>
          </a:p>
        </p:txBody>
      </p:sp>
    </p:spTree>
    <p:extLst>
      <p:ext uri="{BB962C8B-B14F-4D97-AF65-F5344CB8AC3E}">
        <p14:creationId xmlns:p14="http://schemas.microsoft.com/office/powerpoint/2010/main" val="2070903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a:extLst>
              <a:ext uri="{FF2B5EF4-FFF2-40B4-BE49-F238E27FC236}">
                <a16:creationId xmlns:a16="http://schemas.microsoft.com/office/drawing/2014/main" id="{50FCC121-8AD4-5012-983A-22383398473D}"/>
              </a:ext>
            </a:extLst>
          </p:cNvPr>
          <p:cNvSpPr>
            <a:spLocks noGrp="1"/>
          </p:cNvSpPr>
          <p:nvPr>
            <p:ph type="ftr" sz="quarter" idx="19"/>
          </p:nvPr>
        </p:nvSpPr>
        <p:spPr/>
        <p:txBody>
          <a:bodyPr/>
          <a:lstStyle/>
          <a:p>
            <a:r>
              <a:rPr lang="en-US"/>
              <a:t>Presentation title    |    ONLY FOR INTERNAL USE</a:t>
            </a:r>
          </a:p>
        </p:txBody>
      </p:sp>
      <p:sp>
        <p:nvSpPr>
          <p:cNvPr id="6" name="灯片编号占位符 5">
            <a:extLst>
              <a:ext uri="{FF2B5EF4-FFF2-40B4-BE49-F238E27FC236}">
                <a16:creationId xmlns:a16="http://schemas.microsoft.com/office/drawing/2014/main" id="{D7C5CEB6-854E-0CA6-A3F4-357BA3F641B4}"/>
              </a:ext>
            </a:extLst>
          </p:cNvPr>
          <p:cNvSpPr>
            <a:spLocks noGrp="1"/>
          </p:cNvSpPr>
          <p:nvPr>
            <p:ph type="sldNum" sz="quarter" idx="20"/>
          </p:nvPr>
        </p:nvSpPr>
        <p:spPr/>
        <p:txBody>
          <a:bodyPr/>
          <a:lstStyle/>
          <a:p>
            <a:fld id="{DF4E8F9F-5B1F-4F5B-BE49-3245D8C18D9F}" type="slidenum">
              <a:rPr lang="en-US" smtClean="0"/>
              <a:pPr/>
              <a:t>42</a:t>
            </a:fld>
            <a:endParaRPr lang="en-US"/>
          </a:p>
        </p:txBody>
      </p:sp>
      <p:pic>
        <p:nvPicPr>
          <p:cNvPr id="4" name="图片 3">
            <a:extLst>
              <a:ext uri="{FF2B5EF4-FFF2-40B4-BE49-F238E27FC236}">
                <a16:creationId xmlns:a16="http://schemas.microsoft.com/office/drawing/2014/main" id="{A4DF1A42-6F2D-3100-EB7E-02FFAF10073A}"/>
              </a:ext>
            </a:extLst>
          </p:cNvPr>
          <p:cNvPicPr>
            <a:picLocks noChangeAspect="1"/>
          </p:cNvPicPr>
          <p:nvPr/>
        </p:nvPicPr>
        <p:blipFill>
          <a:blip r:embed="rId2"/>
          <a:stretch>
            <a:fillRect/>
          </a:stretch>
        </p:blipFill>
        <p:spPr>
          <a:xfrm>
            <a:off x="0" y="62247"/>
            <a:ext cx="12192000" cy="6036816"/>
          </a:xfrm>
          <a:prstGeom prst="rect">
            <a:avLst/>
          </a:prstGeom>
        </p:spPr>
      </p:pic>
    </p:spTree>
    <p:extLst>
      <p:ext uri="{BB962C8B-B14F-4D97-AF65-F5344CB8AC3E}">
        <p14:creationId xmlns:p14="http://schemas.microsoft.com/office/powerpoint/2010/main" val="3232457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026BC6-5DB3-9A2E-D068-F11B4F563F9A}"/>
              </a:ext>
            </a:extLst>
          </p:cNvPr>
          <p:cNvSpPr>
            <a:spLocks noGrp="1"/>
          </p:cNvSpPr>
          <p:nvPr>
            <p:ph type="title"/>
          </p:nvPr>
        </p:nvSpPr>
        <p:spPr/>
        <p:txBody>
          <a:bodyPr/>
          <a:lstStyle/>
          <a:p>
            <a:r>
              <a:rPr lang="de-DE"/>
              <a:t>BI 765845 – high </a:t>
            </a:r>
            <a:r>
              <a:rPr lang="de-DE" err="1"/>
              <a:t>level</a:t>
            </a:r>
            <a:r>
              <a:rPr lang="de-DE"/>
              <a:t> </a:t>
            </a:r>
            <a:r>
              <a:rPr lang="de-DE" err="1"/>
              <a:t>clinical</a:t>
            </a:r>
            <a:r>
              <a:rPr lang="de-DE"/>
              <a:t> &amp; </a:t>
            </a:r>
            <a:r>
              <a:rPr lang="de-DE" err="1"/>
              <a:t>regulatory</a:t>
            </a:r>
            <a:r>
              <a:rPr lang="de-DE"/>
              <a:t> </a:t>
            </a:r>
            <a:r>
              <a:rPr lang="de-DE" err="1"/>
              <a:t>timelines</a:t>
            </a:r>
            <a:endParaRPr lang="de-DE"/>
          </a:p>
        </p:txBody>
      </p:sp>
      <p:sp>
        <p:nvSpPr>
          <p:cNvPr id="5" name="Fußzeilenplatzhalter 4">
            <a:extLst>
              <a:ext uri="{FF2B5EF4-FFF2-40B4-BE49-F238E27FC236}">
                <a16:creationId xmlns:a16="http://schemas.microsoft.com/office/drawing/2014/main" id="{ED42622F-D829-41EA-767C-BD62213162CE}"/>
              </a:ext>
            </a:extLst>
          </p:cNvPr>
          <p:cNvSpPr>
            <a:spLocks noGrp="1"/>
          </p:cNvSpPr>
          <p:nvPr>
            <p:ph type="ftr" sz="quarter" idx="19"/>
          </p:nvPr>
        </p:nvSpPr>
        <p:spPr/>
        <p:txBody>
          <a:bodyPr/>
          <a:lstStyle/>
          <a:p>
            <a:r>
              <a:rPr lang="en-US"/>
              <a:t>BI765845_2025_Feb_03_timelines.pptx, S. Schätzlein    |    ONLY FOR INTERNAL USE</a:t>
            </a:r>
          </a:p>
        </p:txBody>
      </p:sp>
      <p:sp>
        <p:nvSpPr>
          <p:cNvPr id="6" name="Foliennummernplatzhalter 5">
            <a:extLst>
              <a:ext uri="{FF2B5EF4-FFF2-40B4-BE49-F238E27FC236}">
                <a16:creationId xmlns:a16="http://schemas.microsoft.com/office/drawing/2014/main" id="{DE2C5947-AB6B-A570-D339-D98E357F3364}"/>
              </a:ext>
            </a:extLst>
          </p:cNvPr>
          <p:cNvSpPr>
            <a:spLocks noGrp="1"/>
          </p:cNvSpPr>
          <p:nvPr>
            <p:ph type="sldNum" sz="quarter" idx="20"/>
          </p:nvPr>
        </p:nvSpPr>
        <p:spPr/>
        <p:txBody>
          <a:bodyPr/>
          <a:lstStyle/>
          <a:p>
            <a:fld id="{DF4E8F9F-5B1F-4F5B-BE49-3245D8C18D9F}" type="slidenum">
              <a:rPr lang="en-US" smtClean="0"/>
              <a:pPr/>
              <a:t>43</a:t>
            </a:fld>
            <a:endParaRPr lang="en-US"/>
          </a:p>
        </p:txBody>
      </p:sp>
      <p:sp>
        <p:nvSpPr>
          <p:cNvPr id="3" name="Textfeld 2">
            <a:extLst>
              <a:ext uri="{FF2B5EF4-FFF2-40B4-BE49-F238E27FC236}">
                <a16:creationId xmlns:a16="http://schemas.microsoft.com/office/drawing/2014/main" id="{09BF3752-6F09-0F67-DBE7-C26C7B086173}"/>
              </a:ext>
            </a:extLst>
          </p:cNvPr>
          <p:cNvSpPr txBox="1"/>
          <p:nvPr/>
        </p:nvSpPr>
        <p:spPr>
          <a:xfrm>
            <a:off x="11035553" y="605313"/>
            <a:ext cx="932329" cy="215444"/>
          </a:xfrm>
          <a:prstGeom prst="rect">
            <a:avLst/>
          </a:prstGeom>
          <a:noFill/>
        </p:spPr>
        <p:txBody>
          <a:bodyPr wrap="square" lIns="0" tIns="0" rIns="0" bIns="0" rtlCol="0">
            <a:spAutoFit/>
          </a:bodyPr>
          <a:lstStyle/>
          <a:p>
            <a:pPr algn="r"/>
            <a:r>
              <a:rPr lang="de-DE" sz="1400"/>
              <a:t>V7</a:t>
            </a:r>
          </a:p>
        </p:txBody>
      </p:sp>
      <p:pic>
        <p:nvPicPr>
          <p:cNvPr id="7" name="Grafik 6">
            <a:extLst>
              <a:ext uri="{FF2B5EF4-FFF2-40B4-BE49-F238E27FC236}">
                <a16:creationId xmlns:a16="http://schemas.microsoft.com/office/drawing/2014/main" id="{8D9C3517-D64D-BE46-15DA-9B87AE305964}"/>
              </a:ext>
            </a:extLst>
          </p:cNvPr>
          <p:cNvPicPr>
            <a:picLocks noChangeAspect="1"/>
          </p:cNvPicPr>
          <p:nvPr/>
        </p:nvPicPr>
        <p:blipFill rotWithShape="1">
          <a:blip r:embed="rId2"/>
          <a:srcRect l="3767" t="5396" r="198" b="36155"/>
          <a:stretch/>
        </p:blipFill>
        <p:spPr>
          <a:xfrm>
            <a:off x="69683" y="949070"/>
            <a:ext cx="12052634" cy="4480180"/>
          </a:xfrm>
          <a:prstGeom prst="rect">
            <a:avLst/>
          </a:prstGeom>
          <a:solidFill>
            <a:srgbClr val="FFFFFF"/>
          </a:solidFill>
          <a:ln w="12700" cmpd="sng">
            <a:solidFill>
              <a:schemeClr val="tx1"/>
            </a:solidFill>
          </a:ln>
        </p:spPr>
      </p:pic>
      <p:sp>
        <p:nvSpPr>
          <p:cNvPr id="4" name="箭头: 右 3">
            <a:extLst>
              <a:ext uri="{FF2B5EF4-FFF2-40B4-BE49-F238E27FC236}">
                <a16:creationId xmlns:a16="http://schemas.microsoft.com/office/drawing/2014/main" id="{AC17B369-AC27-67EC-9255-B147E7A44AF7}"/>
              </a:ext>
            </a:extLst>
          </p:cNvPr>
          <p:cNvSpPr/>
          <p:nvPr/>
        </p:nvSpPr>
        <p:spPr bwMode="gray">
          <a:xfrm>
            <a:off x="5873930" y="3615094"/>
            <a:ext cx="444137" cy="139337"/>
          </a:xfrm>
          <a:prstGeom prst="rightArrow">
            <a:avLst/>
          </a:prstGeom>
          <a:solidFill>
            <a:srgbClr val="7030A0"/>
          </a:solidFill>
          <a:ln w="63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soft" dir="t">
                <a:rot lat="0" lon="0" rev="15600000"/>
              </a:lightRig>
            </a:scene3d>
            <a:sp3d extrusionH="57150" prstMaterial="softEdge">
              <a:bevelT w="25400" h="38100"/>
            </a:sp3d>
          </a:bodyPr>
          <a:lstStyle/>
          <a:p>
            <a:pPr algn="ctr">
              <a:lnSpc>
                <a:spcPct val="140000"/>
              </a:lnSpc>
            </a:pPr>
            <a:endParaRPr lang="zh-CN" altLang="en-US" sz="1600" b="1">
              <a:ln/>
              <a:solidFill>
                <a:schemeClr val="accent4"/>
              </a:solidFill>
            </a:endParaRPr>
          </a:p>
        </p:txBody>
      </p:sp>
      <p:sp>
        <p:nvSpPr>
          <p:cNvPr id="8" name="文本框 7">
            <a:extLst>
              <a:ext uri="{FF2B5EF4-FFF2-40B4-BE49-F238E27FC236}">
                <a16:creationId xmlns:a16="http://schemas.microsoft.com/office/drawing/2014/main" id="{AEF3290E-7EEA-5225-861C-BDE81C95E7F0}"/>
              </a:ext>
            </a:extLst>
          </p:cNvPr>
          <p:cNvSpPr txBox="1"/>
          <p:nvPr/>
        </p:nvSpPr>
        <p:spPr bwMode="gray">
          <a:xfrm>
            <a:off x="4493623" y="6223040"/>
            <a:ext cx="2928744" cy="315920"/>
          </a:xfrm>
          <a:prstGeom prst="rect">
            <a:avLst/>
          </a:prstGeom>
          <a:noFill/>
        </p:spPr>
        <p:txBody>
          <a:bodyPr wrap="square" lIns="0" tIns="0" rIns="0" bIns="0" rtlCol="0">
            <a:spAutoFit/>
          </a:bodyPr>
          <a:lstStyle/>
          <a:p>
            <a:pPr algn="l">
              <a:lnSpc>
                <a:spcPct val="140000"/>
              </a:lnSpc>
            </a:pPr>
            <a:r>
              <a:rPr lang="en-US" altLang="zh-CN" sz="1600">
                <a:solidFill>
                  <a:srgbClr val="C00000"/>
                </a:solidFill>
              </a:rPr>
              <a:t>confidential, do not distribute</a:t>
            </a:r>
            <a:endParaRPr lang="zh-CN" altLang="en-US" sz="1600">
              <a:solidFill>
                <a:srgbClr val="C00000"/>
              </a:solidFill>
            </a:endParaRPr>
          </a:p>
        </p:txBody>
      </p:sp>
    </p:spTree>
    <p:extLst>
      <p:ext uri="{BB962C8B-B14F-4D97-AF65-F5344CB8AC3E}">
        <p14:creationId xmlns:p14="http://schemas.microsoft.com/office/powerpoint/2010/main" val="31382729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B23D5-5751-EEED-5659-9E2A4F368BEE}"/>
              </a:ext>
            </a:extLst>
          </p:cNvPr>
          <p:cNvSpPr>
            <a:spLocks noGrp="1"/>
          </p:cNvSpPr>
          <p:nvPr>
            <p:ph type="title"/>
          </p:nvPr>
        </p:nvSpPr>
        <p:spPr>
          <a:xfrm>
            <a:off x="479423" y="213862"/>
            <a:ext cx="11233151" cy="720000"/>
          </a:xfrm>
        </p:spPr>
        <p:txBody>
          <a:bodyPr/>
          <a:lstStyle/>
          <a:p>
            <a:r>
              <a:rPr lang="en-US" altLang="zh-CN"/>
              <a:t>TA Key Update (</a:t>
            </a:r>
            <a:r>
              <a:rPr lang="en-US" altLang="zh-CN" b="0" i="1"/>
              <a:t>for non-portfolio</a:t>
            </a:r>
            <a:r>
              <a:rPr lang="en-US" altLang="zh-CN"/>
              <a:t>)</a:t>
            </a:r>
            <a:endParaRPr lang="zh-CN" altLang="en-US" b="0"/>
          </a:p>
        </p:txBody>
      </p:sp>
      <p:sp>
        <p:nvSpPr>
          <p:cNvPr id="6" name="Footer Placeholder 5">
            <a:extLst>
              <a:ext uri="{FF2B5EF4-FFF2-40B4-BE49-F238E27FC236}">
                <a16:creationId xmlns:a16="http://schemas.microsoft.com/office/drawing/2014/main" id="{921226A2-5A6E-0DBD-ED5D-845241E4FECF}"/>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MAP |    ONLY FOR INTERNAL USE</a:t>
            </a:r>
          </a:p>
        </p:txBody>
      </p:sp>
      <p:sp>
        <p:nvSpPr>
          <p:cNvPr id="7" name="Slide Number Placeholder 6">
            <a:extLst>
              <a:ext uri="{FF2B5EF4-FFF2-40B4-BE49-F238E27FC236}">
                <a16:creationId xmlns:a16="http://schemas.microsoft.com/office/drawing/2014/main" id="{8B8A934B-7073-A980-BC8F-C7DF9F3B874E}"/>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 name="文本占位符 3">
            <a:extLst>
              <a:ext uri="{FF2B5EF4-FFF2-40B4-BE49-F238E27FC236}">
                <a16:creationId xmlns:a16="http://schemas.microsoft.com/office/drawing/2014/main" id="{6E48F94C-7DB4-B80E-B6A1-3B768C0CF67C}"/>
              </a:ext>
            </a:extLst>
          </p:cNvPr>
          <p:cNvSpPr>
            <a:spLocks noGrp="1"/>
          </p:cNvSpPr>
          <p:nvPr>
            <p:ph type="body" sz="quarter" idx="15"/>
          </p:nvPr>
        </p:nvSpPr>
        <p:spPr/>
        <p:txBody>
          <a:bodyPr/>
          <a:lstStyle/>
          <a:p>
            <a:endParaRPr lang="zh-CN" altLang="en-US"/>
          </a:p>
        </p:txBody>
      </p:sp>
    </p:spTree>
    <p:extLst>
      <p:ext uri="{BB962C8B-B14F-4D97-AF65-F5344CB8AC3E}">
        <p14:creationId xmlns:p14="http://schemas.microsoft.com/office/powerpoint/2010/main" val="20342946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 name="OTLSWIMLANESPACING" val="0"/>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8-09-12T00:00:00.0000000Z"/>
  <p:tag name="OTLENDDATE" val="2030-03-25T23:59:00.0000000Z"/>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 name="OTLSWIMLANESPACING" val="0"/>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8-09-12T00:00:00.0000000Z"/>
  <p:tag name="OTLENDDATE" val="2030-03-25T23:59:00.0000000Z"/>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 name="OTLSWIMLANESPACING" val="0"/>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12-15T00:00:00.0000000Z"/>
  <p:tag name="OTLENDDATE" val="2028-03-06T23:59:00.0000000Z"/>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8-09-12T00:00:00.0000000Z"/>
  <p:tag name="OTLENDDATE" val="2030-03-25T23:59:00.0000000Z"/>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Approval Best"/>
  <p:tag name="OTLDATE" val="2028-03-09T23:59:00.0000000"/>
  <p:tag name="OTLMILESTONESPACING" val="1"/>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yyyy"/>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26-11-13T23:59:00.0000000"/>
  <p:tag name="OTLMTITLE" val="US submits Nov "/>
  <p:tag name="OTLMILESTONESPACING" val="1"/>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IwZjllMmZhNC1hYzA3LTRkMDItOGE4Mi0zNDBkMWUxYzM2ZDEiLCJJbmRleCI6MSwiR3JvdXBJZCI6bnVsbCwiVGl0bGUiOiJmaW5hbCBDVFAiLCJEYXRlVGltZSI6IjIwMjUtMDctMDJUMjM6NTk6MDAiLCJQZXJjZW50YWdlQ29tcGxldGUiOm51bGwsIk5vdGUiOm51bGwsIlN0eWxlIjp7IiRpZCI6IjYiLCJUaXRsZVBvc2l0aW9uIjoiUmlnaHQiLCJEYXRlUG9zaXRpb24iOiJMZWZ0IiwiU2hhcGVUeXBlIjoyLCJTaGFwZVNpemUiOjE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OCwiRyI6NDksIkIiOjQyfX0sIklzVmlzaWJsZSI6dHJ1ZSwiV2lkdGgiOjEzLjAsIkhlaWdodCI6MTMuMCwiQm9yZGVyU3R5bGUiOnsiJGlkIjoiMTIiLCJMaW5lQ29sb3IiOnsiJGlkIjoiMTMiLCIkdHlwZSI6Ik5MUkUuQ29tbW9uLkRvbS5Tb2xpZENvbG9yQnJ1c2gsIE5MUkUuQ29tbW9uIiwiQ29sb3IiOnsiJGlkIjoiMTQiLCJBIjoyNTUsIlIiOjI1NSwiRyI6MCwiQiI6MH19LCJMaW5lV2VpZ2h0IjowLjAsIkxpbmVUeXBlIjowLCJQYXJlbnRTdHlsZSI6bnVsbH0sIlBhcmVudFN0eWxlIjpudWxsfSwiVGl0bGVTdHlsZSI6eyIkaWQiOiIxNSIsIkZvbnRTZXR0aW5ncyI6eyIkaWQiOiIxNiIsIkZvbnRTaXplIjoxMSwiRm9udE5hbWUiOiJDYWxpYnJpIiwiSXNCb2xkIjp0cnVlLCJJc0l0YWxpYyI6ZmFsc2UsIklzVW5kZXJsaW5lZCI6ZmFsc2UsIlBhcmVudFN0eWxlIjpudWxsfSwiQXV0b1NpemUiOjAsIkZvcmVncm91bmQiOnsiJGlkIjoiMTciLCJDb2xvciI6eyIkaWQiOiIx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xOSIsIlRvcCI6MC4wLCJMZWZ0IjowLjAsIlJpZ2h0IjowLjAsIkJvdHRvbSI6MC4wfSwiUGFkZGluZyI6eyIkaWQiOiIyMCIsIlRvcCI6MC4wLCJMZWZ0IjowLjAsIlJpZ2h0IjowLjAsIkJvdHRvbSI6MC4wfSwiQmFja2dyb3VuZCI6eyIkaWQiOiIyMSIsIkNvbG9yIjp7IiRpZCI6IjIyIiwiQSI6MCwiUiI6MCwiRyI6MCwiQiI6MH19LCJJc1Zpc2libGUiOnRydWUsIldpZHRoIjowLjAsIkhlaWdodCI6MC4wLCJCb3JkZXJTdHlsZSI6bnVsbCwiUGFyZW50U3R5bGUiOm51bGx9LCJEYXRlU3R5bGUiOnsiJGlkIjoiMjMiLCJGb250U2V0dGluZ3MiOnsiJGlkIjoiMjQiLCJGb250U2l6ZSI6MTAsIkZvbnROYW1lIjoiQ2FsaWJyaSIsIklzQm9sZCI6ZmFsc2UsIklzSXRhbGljIjpmYWxzZSwiSXNVbmRlcmxpbmVkIjpmYWxzZSwiUGFyZW50U3R5bGUiOm51bGx9LCJBdXRvU2l6ZSI6MCwiRm9yZWdyb3VuZCI6eyIkaWQiOiIyNSIsIkNvbG9yIjp7IiRpZCI6IjI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yIsIlRvcCI6MC4wLCJMZWZ0IjowLjAsIlJpZ2h0IjowLjAsIkJvdHRvbSI6MC4wfSwiUGFkZGluZyI6eyIkaWQiOiIyOCIsIlRvcCI6MC4wLCJMZWZ0IjowLjAsIlJpZ2h0IjowLjAsIkJvdHRvbSI6MC4wfSwiQmFja2dyb3VuZCI6eyIkaWQiOiIyOSIsIkNvbG9yIjp7IiRpZCI6IjMwIiwiQSI6MCwiUiI6MCwiRyI6MCwiQiI6MH19LCJJc1Zpc2libGUiOnRydWUsIldpZHRoIjowLjAsIkhlaWdodCI6MC4wLCJCb3JkZXJTdHlsZSI6bnVsbCwiUGFyZW50U3R5bGUiOm51bGx9LCJEYXRlRm9ybWF0Ijp7IiRpZCI6Ij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MzIiwiX3Rhc2tzIjpbeyIkaWQiOiIzNCIsIl9hdHRhY2hlZE1pbGVzdG9uZXMiOltdLCJUYXNrRGVmaW5pdGlvbiI6eyIkaWQiOiIzNSIsIkdyb3VwTmFtZSI6bnVsbCwiU3RhcnREYXRlIjoiMjAyNS0xMC0yMFQyMzo1OTowMCIsIkVuZERhdGUiOiIyMDI3LTEwLTIwVDIzOjU5OjAwIiwiUGVyY2VudGFnZUNvbXBsZXRlIjpudWxsLCJTdHlsZSI6eyIkaWQiOiIzNiIsIlNoYXBlIjoxLCJTaGFwZVRoaWNrbmVzcyI6MCwiRHVyYXRpb25Gb3JtYXQiOjAsIkluY2x1ZGVOb25Xb3JraW5nRGF5c0luRHVyYXRpb24iOmZhbHNlLCJQZXJjZW50YWdlQ29tcGxldGVTdHlsZSI6eyIkaWQiOiIzNyIsIkZvbnRTZXR0aW5ncyI6eyIkaWQiOiIzOCIsIkZvbnRTaXplIjoxMCwiRm9udE5hbWUiOiJDYWxpYnJpIiwiSXNCb2xkIjpmYWxzZSwiSXNJdGFsaWMiOmZhbHNlLCJJc1VuZGVybGluZWQiOmZhbHNlLCJQYXJlbnRTdHlsZSI6bnVsbH0sIkF1dG9TaXplIjowLCJGb3JlZ3JvdW5kIjp7IiRpZCI6IjM5IiwiQ29sb3IiOnsiJGlkIjoiN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SIsIlRvcCI6MC4wLCJMZWZ0IjowLjAsIlJpZ2h0IjowLjAsIkJvdHRvbSI6MC4wfSwiUGFkZGluZyI6eyIkaWQiOiI0MiIsIlRvcCI6MC4wLCJMZWZ0IjowLjAsIlJpZ2h0IjowLjAsIkJvdHRvbSI6MC4wfSwiQmFja2dyb3VuZCI6eyIkaWQiOiI0MyIsIkNvbG9yIjp7IiRpZCI6IjQ0IiwiQSI6ODksIlIiOjAsIkciOjAsIkIiOjB9fSwiSXNWaXNpYmxlIjp0cnVlLCJXaWR0aCI6MC4wLCJIZWlnaHQiOjAuMCwiQm9yZGVyU3R5bGUiOnsiJGlkIjoiNDUiLCJMaW5lQ29sb3IiOm51bGwsIkxpbmVXZWlnaHQiOjAuMCwiTGluZVR5cGUiOjAsIlBhcmVudFN0eWxlIjpudWxsfSwiUGFyZW50U3R5bGUiOm51bGx9LCJEdXJhdGlvblN0eWxlIjp7IiRpZCI6IjQ2IiwiRm9udFNldHRpbmdzIjp7IiRpZCI6IjQ3IiwiRm9udFNpemUiOjEwLCJGb250TmFtZSI6IkNhbGlicmkiLCJJc0JvbGQiOmZhbHNlLCJJc0l0YWxpYyI6ZmFsc2UsIklzVW5kZXJsaW5lZCI6ZmFsc2UsIlBhcmVudFN0eWxlIjpudWxsfSwiQXV0b1NpemUiOjAsIkZvcmVncm91bmQiOnsiJGlkIjoiNDgiLCJDb2xvciI6eyIkaWQiOiI0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wIiwiVG9wIjowLjAsIkxlZnQiOjAuMCwiUmlnaHQiOjAuMCwiQm90dG9tIjowLjB9LCJQYWRkaW5nIjp7IiRpZCI6IjUxIiwiVG9wIjowLjAsIkxlZnQiOjAuMCwiUmlnaHQiOjAuMCwiQm90dG9tIjowLjB9LCJCYWNrZ3JvdW5kIjp7IiRpZCI6IjUyIiwiQ29sb3IiOnsiJGlkIjoiNTMiLCJBIjowLCJSIjowLCJHIjowLCJCIjowfX0sIklzVmlzaWJsZSI6dHJ1ZSwiV2lkdGgiOjAuMCwiSGVpZ2h0IjowLjAsIkJvcmRlclN0eWxlIjp7IiRpZCI6IjU0IiwiTGluZUNvbG9yIjpudWxsLCJMaW5lV2VpZ2h0IjowLjAsIkxpbmVUeXBlIjowLCJQYXJlbnRTdHlsZSI6bnVsbH0sIlBhcmVudFN0eWxlIjpudWxsfSwiSG9yaXpvbnRhbENvbm5lY3RvclN0eWxlIjp7IiRpZCI6IjU1IiwiTGluZUNvbG9yIjp7IiRpZCI6IjU2IiwiJHR5cGUiOiJOTFJFLkNvbW1vbi5Eb20uU29saWRDb2xvckJydXNoLCBOTFJFLkNvbW1vbiIsIkNvbG9yIjp7IiRpZCI6IjU3IiwiQSI6MjU1LCJSIjoyMDQsIkciOjIwNCwiQiI6MjA0fX0sIkxpbmVXZWlnaHQiOjEuMCwiTGluZVR5cGUiOjAsIlBhcmVudFN0eWxlIjpudWxsfSwiVmVydGljYWxDb25uZWN0b3JTdHlsZSI6eyIkaWQiOiI1OCIsIkxpbmVDb2xvciI6eyIkaWQiOiI1OSIsIiR0eXBlIjoiTkxSRS5Db21tb24uRG9tLlNvbGlkQ29sb3JCcnVzaCwgTkxSRS5Db21tb24iLCJDb2xvciI6eyIkaWQiOiI2MC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NjEiLCJNYXJnaW4iOnsiJGlkIjoiNjIiLCJUb3AiOjAuMCwiTGVmdCI6NC4wLCJSaWdodCI6NC4wLCJCb3R0b20iOjAuMH0sIlBhZGRpbmciOnsiJGlkIjoiNjMiLCJUb3AiOjAuMCwiTGVmdCI6MC4wLCJSaWdodCI6MC4wLCJCb3R0b20iOjAuMH0sIkJhY2tncm91bmQiOnsiJGlkIjoiNjQiLCJDb2xvciI6eyIkaWQiOiI2NSIsIkEiOjI1NSwiUiI6OCwiRyI6NDksIkIiOjQyfX0sIklzVmlzaWJsZSI6dHJ1ZSwiV2lkdGgiOjAuMCwiSGVpZ2h0IjoxMC4wLCJCb3JkZXJTdHlsZSI6eyIkaWQiOiI2NiIsIkxpbmVDb2xvciI6eyIkaWQiOiI2NyIsIiR0eXBlIjoiTkxSRS5Db21tb24uRG9tLlNvbGlkQ29sb3JCcnVzaCwgTkxSRS5Db21tb24iLCJDb2xvciI6eyIkaWQiOiI2OCIsIkEiOjI1NSwiUiI6MjU1LCJHIjowLCJCIjowfX0sIkxpbmVXZWlnaHQiOjAuMCwiTGluZVR5cGUiOjAsIlBhcmVudFN0eWxlIjpudWxsfSwiUGFyZW50U3R5bGUiOm51bGx9LCJUaXRsZVN0eWxlIjp7IiRpZCI6IjY5IiwiRm9udFNldHRpbmdzIjp7IiRpZCI6IjcwIiwiRm9udFNpemUiOjExLCJGb250TmFtZSI6IkNhbGlicmkiLCJJc0JvbGQiOnRydWUsIklzSXRhbGljIjpmYWxzZSwiSXNVbmRlcmxpbmVkIjpmYWxzZSwiUGFyZW50U3R5bGUiOm51bGx9LCJBdXRvU2l6ZSI6MCwiRm9yZWdyb3VuZCI6eyIkaWQiOiI3MSIsIkNvbG9yIjp7IiRpZCI6IjcyIiwiQSI6MjU1LCJSIjowLCJHIjowLCJCIjowfX0sIk1heFdpZHRoIjo5NjAuMCwiTWF4SGVpZ2h0IjoiSW5maW5pdHkiLCJTbWFydEZvcmVncm91bmRJc0FjdGl2ZSI6ZmFsc2UsIkhvcml6b250YWxBbGlnbm1lbnQiOjAsIlZlcnRpY2FsQWxpZ25tZW50IjowLCJTbWFydEZvcmVncm91bmQiOm51bGwsIkJhY2tncm91bmRGaWxsVHlwZSI6MCwiTWFyZ2luIjp7IiRpZCI6IjczIiwiVG9wIjowLjAsIkxlZnQiOjAuMCwiUmlnaHQiOjAuMCwiQm90dG9tIjowLjB9LCJQYWRkaW5nIjp7IiRpZCI6Ijc0IiwiVG9wIjowLjAsIkxlZnQiOjAuMCwiUmlnaHQiOjAuMCwiQm90dG9tIjowLjB9LCJCYWNrZ3JvdW5kIjp7IiRpZCI6Ijc1IiwiQ29sb3IiOnsiJGlkIjoiNzYiLCJBIjowLCJSIjowLCJHIjowLCJCIjowfX0sIklzVmlzaWJsZSI6dHJ1ZSwiV2lkdGgiOjAuMCwiSGVpZ2h0IjowLjAsIkJvcmRlclN0eWxlIjp7IiRpZCI6Ijc3IiwiTGluZUNvbG9yIjpudWxsLCJMaW5lV2VpZ2h0IjowLjAsIkxpbmVUeXBlIjowLCJQYXJlbnRTdHlsZSI6bnVsbH0sIlBhcmVudFN0eWxlIjpudWxsfSwiRGF0ZVN0eWxlIjp7IiRpZCI6Ijc4IiwiRm9udFNldHRpbmdzIjp7IiRpZCI6Ijc5IiwiRm9udFNpemUiOjEwLCJGb250TmFtZSI6IkNhbGlicmkiLCJJc0JvbGQiOmZhbHNlLCJJc0l0YWxpYyI6ZmFsc2UsIklzVW5kZXJsaW5lZCI6ZmFsc2UsIlBhcmVudFN0eWxlIjpudWxsfSwiQXV0b1NpemUiOjAsIkZvcmVncm91bmQiOnsiJGlkIjoiODAiLCJDb2xvciI6eyIkaWQiOiI4M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ODIiLCJUb3AiOjAuMCwiTGVmdCI6MC4wLCJSaWdodCI6MC4wLCJCb3R0b20iOjAuMH0sIlBhZGRpbmciOnsiJGlkIjoiODMiLCJUb3AiOjAuMCwiTGVmdCI6MC4wLCJSaWdodCI6MC4wLCJCb3R0b20iOjAuMH0sIkJhY2tncm91bmQiOnsiJGlkIjoiODQiLCJDb2xvciI6eyIkaWQiOiI4NSIsIkEiOjAsIlIiOjAsIkciOjAsIkIiOjB9fSwiSXNWaXNpYmxlIjp0cnVlLCJXaWR0aCI6MC4wLCJIZWlnaHQiOjAuMCwiQm9yZGVyU3R5bGUiOnsiJGlkIjoiODYiLCJMaW5lQ29sb3IiOm51bGwsIkxpbmVXZWlnaHQiOjAuMCwiTGluZVR5cGUiOjAsIlBhcmVudFN0eWxlIjpudWxsfSwiUGFyZW50U3R5bGUiOm51bGx9LCJEYXRlRm9ybWF0Ijp7IiRpZCI6Ijg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4IiwiRm9ybWF0IjowLCJJc1Zpc2libGUiOmZhbHNlLCJMYXN0S25vd25WaXNpYmlsaXR5U3RhdGUiOmZhbHNlfSwiSXNWaXNpYmxlIjp0cnVlLCJQYXJlbnRTdHlsZSI6bnVsbH0sIkluZGV4IjoyLCJTbWFydER1cmF0aW9uQWN0aXZhdGVkIjpmYWxzZSwiRGF0ZUZvcm1hdCI6eyIkcmVmIjoiODcifSwiV2Vla051bWJlcmluZyI6eyIkaWQiOiI4OSIsIkZvcm1hdCI6MCwiSXNWaXNpYmxlIjpmYWxzZSwiTGFzdEtub3duVmlzaWJpbGl0eVN0YXRlIjpmYWxzZX0sIklkIjoiMjE0NTkyMDMtMzkzOS00NWFkLThmMjgtNGIzZmExZjEyYTg1IiwiSW1wb3J0SWQiOm51bGwsIlRpdGxlIjoiZ2xvYmFsIEZTUyB0byBMU1MiLCJOb3RlIjpudWxsLCJIeXBlcmxpbmsiOnsiJGlkIjoiOTAiLCJBZGRyZXNzIjpudWxsLCJTdWJBZGRyZXNzIjpudWxsfSwiSXNDaGFuZ2VkIjpmYWxzZSwiSXNOZXciOmZhbHNlfX1dLCJfbWlsZXN0b25lcyI6W10sIklkIjoiMDAwMDAwMDAtMDAwMC0wMDAwLTAwMDAtMDAwMDAwMDAwMDAwIiwiSXNTaW5nbGVJdGVtUm93Ijp0cnVlfSx7IiRpZCI6IjkxIiwiX3Rhc2tzIjpbXSwiX21pbGVzdG9uZXMiOlt7IiRpZCI6IjkyIiwiSWQiOiI0YTdmMGNkNy0xMDVhLTRlMGUtYjQxNi02YjlmYjMzYjZmNmIiLCJJbmRleCI6MywiR3JvdXBJZCI6bnVsbCwiVGl0bGUiOiJpbnRlcmltIGFuYWx5c2lzIiwiRGF0ZVRpbWUiOiIyMDI3LTExLTAzVDIzOjU5OjAwIiwiUGVyY2VudGFnZUNvbXBsZXRlIjpudWxsLCJOb3RlIjpudWxsLCJTdHlsZSI6eyIkaWQiOiI5MyIsIlRpdGxlUG9zaXRpb24iOiJSaWdodCIsIkRhdGVQb3NpdGlvbiI6IkxlZnQiLCJTaGFwZVR5cGUiOjIsIlNoYXBlU2l6ZSI6MSwiU2hhcGVTdHlsZSI6eyIkaWQiOiI5NCIsIk1hcmdpbiI6eyIkcmVmIjoiOCJ9LCJQYWRkaW5nIjp7IiRyZWYiOiI5In0sIkJhY2tncm91bmQiOnsiJGlkIjoiOTUiLCJDb2xvciI6eyIkaWQiOiI5NiIsIkEiOjI1NSwiUiI6OCwiRyI6NDksIkIiOjQyfX0sIklzVmlzaWJsZSI6dHJ1ZSwiV2lkdGgiOjEzLjAsIkhlaWdodCI6MTMuMCwiQm9yZGVyU3R5bGUiOnsiJGlkIjoiOTciLCJMaW5lQ29sb3IiOnsiJGlkIjoiOTgiLCIkdHlwZSI6Ik5MUkUuQ29tbW9uLkRvbS5Tb2xpZENvbG9yQnJ1c2gsIE5MUkUuQ29tbW9uIiwiQ29sb3IiOnsiJGlkIjoiOTkiLCJBIjoyNTUsIlIiOjI1NSwiRyI6MCwiQiI6MH19LCJMaW5lV2VpZ2h0IjowLjAsIkxpbmVUeXBlIjowLCJQYXJlbnRTdHlsZSI6bnVsbH0sIlBhcmVudFN0eWxlIjpudWxsfSwiVGl0bGVTdHlsZSI6eyIkaWQiOiIxMDAiLCJGb250U2V0dGluZ3MiOnsiJGlkIjoiMTAxIiwiRm9udFNpemUiOjExLCJGb250TmFtZSI6IkNhbGlicmkiLCJJc0JvbGQiOnRydWUsIklzSXRhbGljIjpmYWxzZSwiSXNVbmRlcmxpbmVkIjpmYWxzZSwiUGFyZW50U3R5bGUiOm51bGx9LCJBdXRvU2l6ZSI6MCwiRm9yZWdyb3VuZCI6eyIkaWQiOiIxMDIiLCJDb2xvciI6eyIkaWQiOiIxMDM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5In0sIlBhZGRpbmciOnsiJHJlZiI6IjIwIn0sIkJhY2tncm91bmQiOnsiJGlkIjoiMTA0IiwiQ29sb3IiOnsiJGlkIjoiMTA1IiwiQSI6MCwiUiI6MCwiRyI6MCwiQiI6MH19LCJJc1Zpc2libGUiOnRydWUsIldpZHRoIjowLjAsIkhlaWdodCI6MC4wLCJCb3JkZXJTdHlsZSI6bnVsbCwiUGFyZW50U3R5bGUiOm51bGx9LCJEYXRlU3R5bGUiOnsiJGlkIjoiMTA2IiwiRm9udFNldHRpbmdzIjp7IiRpZCI6IjEwNyIsIkZvbnRTaXplIjoxMCwiRm9udE5hbWUiOiJDYWxpYnJpIiwiSXNCb2xkIjpmYWxzZSwiSXNJdGFsaWMiOmZhbHNlLCJJc1VuZGVybGluZWQiOmZhbHNlLCJQYXJlbnRTdHlsZSI6bnVsbH0sIkF1dG9TaXplIjowLCJGb3JlZ3JvdW5kIjp7IiRpZCI6IjEwOCIsIkNvbG9yIjp7IiRpZCI6IjEw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GlkIjoiMTEwIiwiQ29sb3IiOnsiJGlkIjoiMTExIiwiQSI6MCwiUiI6MCwiRyI6MCwiQiI6MH19LCJJc1Zpc2libGUiOnRydWUsIldpZHRoIjowLjAsIkhlaWdodCI6MC4wLCJCb3JkZXJTdHlsZSI6bnVsbCwiUGFyZW50U3R5bGUiOm51bGx9LCJEYXRlRm9ybWF0Ijp7IiRpZCI6IjE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M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MTE0IiwiX3Rhc2tzIjpbeyIkaWQiOiIxMTUiLCJfYXR0YWNoZWRNaWxlc3RvbmVzIjpbXSwiVGFza0RlZmluaXRpb24iOnsiJGlkIjoiMTE2IiwiR3JvdXBOYW1lIjpudWxsLCJTdGFydERhdGUiOiIyMDI4LTAyLTIyVDIzOjU5OjAwIiwiRW5kRGF0ZSI6IjIwMjgtMTAtMjNUMjM6NTk6MDAiLCJQZXJjZW50YWdlQ29tcGxldGUiOm51bGwsIlN0eWxlIjp7IiRpZCI6IjExNyIsIlNoYXBlIjoxLCJTaGFwZVRoaWNrbmVzcyI6MCwiRHVyYXRpb25Gb3JtYXQiOjAsIkluY2x1ZGVOb25Xb3JraW5nRGF5c0luRHVyYXRpb24iOmZhbHNlLCJQZXJjZW50YWdlQ29tcGxldGVTdHlsZSI6eyIkaWQiOiIxMTgiLCJGb250U2V0dGluZ3MiOnsiJGlkIjoiMTE5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pZCI6IjEyMCIsIlRvcCI6MC4wLCJMZWZ0IjowLjAsIlJpZ2h0IjowLjAsIkJvdHRvbSI6MC4wfSwiUGFkZGluZyI6eyIkaWQiOiIxMjEiLCJUb3AiOjAuMCwiTGVmdCI6MC4wLCJSaWdodCI6MC4wLCJCb3R0b20iOjAuMH0sIkJhY2tncm91bmQiOnsiJGlkIjoiMTIyIiwiQ29sb3IiOnsiJGlkIjoiMTIzIiwiQSI6ODksIlIiOjAsIkciOjAsIkIiOjB9fSwiSXNWaXNpYmxlIjp0cnVlLCJXaWR0aCI6MC4wLCJIZWlnaHQiOjAuMCwiQm9yZGVyU3R5bGUiOnsiJGlkIjoiMTI0IiwiTGluZUNvbG9yIjpudWxsLCJMaW5lV2VpZ2h0IjowLjAsIkxpbmVUeXBlIjowLCJQYXJlbnRTdHlsZSI6bnVsbH0sIlBhcmVudFN0eWxlIjpudWxsfSwiRHVyYXRpb25TdHlsZSI6eyIkaWQiOiIxMjUiLCJGb250U2V0dGluZ3MiOnsiJGlkIjoiMTI2IiwiRm9udFNpemUiOjEwLCJGb250TmFtZSI6IkNhbGlicmkiLCJJc0JvbGQiOmZhbHNlLCJJc0l0YWxpYyI6ZmFsc2UsIklzVW5kZXJsaW5lZCI6ZmFsc2UsIlBhcmVudFN0eWxlIjpudWxsfSwiQXV0b1NpemUiOjAsIkZvcmVncm91bmQiOnsiJGlkIjoiMTI3IiwiQ29sb3IiOnsiJGlkIjoiMTI4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5IiwiVG9wIjowLjAsIkxlZnQiOjAuMCwiUmlnaHQiOjAuMCwiQm90dG9tIjowLjB9LCJQYWRkaW5nIjp7IiRpZCI6IjEzMCIsIlRvcCI6MC4wLCJMZWZ0IjowLjAsIlJpZ2h0IjowLjAsIkJvdHRvbSI6MC4wfSwiQmFja2dyb3VuZCI6eyIkaWQiOiIxMzEiLCJDb2xvciI6eyIkaWQiOiIxMzIiLCJBIjowLCJSIjowLCJHIjowLCJCIjowfX0sIklzVmlzaWJsZSI6dHJ1ZSwiV2lkdGgiOjAuMCwiSGVpZ2h0IjowLjAsIkJvcmRlclN0eWxlIjp7IiRpZCI6IjEzMyIsIkxpbmVDb2xvciI6bnVsbCwiTGluZVdlaWdodCI6MC4wLCJMaW5lVHlwZSI6MCwiUGFyZW50U3R5bGUiOm51bGx9LCJQYXJlbnRTdHlsZSI6bnVsbH0sIkhvcml6b250YWxDb25uZWN0b3JTdHlsZSI6eyIkaWQiOiIxMzQiLCJMaW5lQ29sb3IiOnsiJGlkIjoiMTM1IiwiJHR5cGUiOiJOTFJFLkNvbW1vbi5Eb20uU29saWRDb2xvckJydXNoLCBOTFJFLkNvbW1vbiIsIkNvbG9yIjp7IiRpZCI6IjEzNiIsIkEiOjI1NSwiUiI6MjA0LCJHIjoyMDQsIkIiOjIwNH19LCJMaW5lV2VpZ2h0IjoxLjAsIkxpbmVUeXBlIjowLCJQYXJlbnRTdHlsZSI6bnVsbH0sIlZlcnRpY2FsQ29ubmVjdG9yU3R5bGUiOnsiJGlkIjoiMTM3IiwiTGluZUNvbG9yIjp7IiRpZCI6IjEzOCIsIiR0eXBlIjoiTkxSRS5Db21tb24uRG9tLlNvbGlkQ29sb3JCcnVzaCwgTkxSRS5Db21tb24iLCJDb2xvciI6eyIkaWQiOiIxMzk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0cnVlLCJQZXJjZW50YWdlQ29tcGxldGVTaGFwZU9wYWNpdHkiOjM1LCJTaGFwZVN0eWxlIjp7IiRpZCI6IjE0MCIsIk1hcmdpbiI6eyIkaWQiOiIxNDEiLCJUb3AiOjAuMCwiTGVmdCI6NC4wLCJSaWdodCI6NC4wLCJCb3R0b20iOjAuMH0sIlBhZGRpbmciOnsiJGlkIjoiMTQyIiwiVG9wIjowLjAsIkxlZnQiOjAuMCwiUmlnaHQiOjAuMCwiQm90dG9tIjowLjB9LCJCYWNrZ3JvdW5kIjp7IiRpZCI6IjE0MyIsIkNvbG9yIjp7IiRpZCI6IjE0NCIsIkEiOjI1NSwiUiI6OCwiRyI6NDksIkIiOjQyfX0sIklzVmlzaWJsZSI6dHJ1ZSwiV2lkdGgiOjAuMCwiSGVpZ2h0IjoxMC4wLCJCb3JkZXJTdHlsZSI6eyIkaWQiOiIxNDUiLCJMaW5lQ29sb3IiOnsiJGlkIjoiMTQ2IiwiJHR5cGUiOiJOTFJFLkNvbW1vbi5Eb20uU29saWRDb2xvckJydXNoLCBOTFJFLkNvbW1vbiIsIkNvbG9yIjp7IiRpZCI6IjE0NyIsIkEiOjI1NSwiUiI6MjU1LCJHIjowLCJCIjowfX0sIkxpbmVXZWlnaHQiOjAuMCwiTGluZVR5cGUiOjAsIlBhcmVudFN0eWxlIjpudWxsfSwiUGFyZW50U3R5bGUiOm51bGx9LCJUaXRsZVN0eWxlIjp7IiRpZCI6IjE0OCIsIkZvbnRTZXR0aW5ncyI6eyIkaWQiOiIxNDkiLCJGb250U2l6ZSI6MTEsIkZvbnROYW1lIjoiQ2FsaWJyaSIsIklzQm9sZCI6dHJ1ZSwiSXNJdGFsaWMiOmZhbHNlLCJJc1VuZGVybGluZWQiOmZhbHNlLCJQYXJlbnRTdHlsZSI6bnVsbH0sIkF1dG9TaXplIjowLCJGb3JlZ3JvdW5kIjp7IiRpZCI6IjE1MCIsIkNvbG9yIjp7IiRpZCI6IjE1MSIsIkEiOjI1NSwiUiI6MCwiRyI6MCwiQiI6MH19LCJNYXhXaWR0aCI6OTYwLjAsIk1heEhlaWdodCI6IkluZmluaXR5IiwiU21hcnRGb3JlZ3JvdW5kSXNBY3RpdmUiOmZhbHNlLCJIb3Jpem9udGFsQWxpZ25tZW50IjowLCJWZXJ0aWNhbEFsaWdubWVudCI6MCwiU21hcnRGb3JlZ3JvdW5kIjpudWxsLCJCYWNrZ3JvdW5kRmlsbFR5cGUiOjAsIk1hcmdpbiI6eyIkaWQiOiIxNTIiLCJUb3AiOjAuMCwiTGVmdCI6MC4wLCJSaWdodCI6MC4wLCJCb3R0b20iOjAuMH0sIlBhZGRpbmciOnsiJGlkIjoiMTUzIiwiVG9wIjowLjAsIkxlZnQiOjAuMCwiUmlnaHQiOjAuMCwiQm90dG9tIjowLjB9LCJCYWNrZ3JvdW5kIjp7IiRpZCI6IjE1NCIsIkNvbG9yIjp7IiRpZCI6IjE1NSIsIkEiOjAsIlIiOjAsIkciOjAsIkIiOjB9fSwiSXNWaXNpYmxlIjp0cnVlLCJXaWR0aCI6MC4wLCJIZWlnaHQiOjAuMCwiQm9yZGVyU3R5bGUiOnsiJGlkIjoiMTU2IiwiTGluZUNvbG9yIjpudWxsLCJMaW5lV2VpZ2h0IjowLjAsIkxpbmVUeXBlIjowLCJQYXJlbnRTdHlsZSI6bnVsbH0sIlBhcmVudFN0eWxlIjpudWxsfSwiRGF0ZVN0eWxlIjp7IiRpZCI6IjE1NyIsIkZvbnRTZXR0aW5ncyI6eyIkaWQiOiIxNTgiLCJGb250U2l6ZSI6MTAsIkZvbnROYW1lIjoiQ2FsaWJyaSIsIklzQm9sZCI6ZmFsc2UsIklzSXRhbGljIjpmYWxzZSwiSXNVbmRlcmxpbmVkIjpmYWxzZSwiUGFyZW50U3R5bGUiOm51bGx9LCJBdXRvU2l6ZSI6MCwiRm9yZWdyb3VuZCI6eyIkaWQiOiIxNTkiLCJDb2xvciI6eyIkaWQiOiIxNjA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MSIsIlRvcCI6MC4wLCJMZWZ0IjowLjAsIlJpZ2h0IjowLjAsIkJvdHRvbSI6MC4wfSwiUGFkZGluZyI6eyIkaWQiOiIxNjIiLCJUb3AiOjAuMCwiTGVmdCI6MC4wLCJSaWdodCI6MC4wLCJCb3R0b20iOjAuMH0sIkJhY2tncm91bmQiOnsiJGlkIjoiMTYzIiwiQ29sb3IiOnsiJGlkIjoiMTY0IiwiQSI6MCwiUiI6MCwiRyI6MCwiQiI6MH19LCJJc1Zpc2libGUiOnRydWUsIldpZHRoIjowLjAsIkhlaWdodCI6MC4wLCJCb3JkZXJTdHlsZSI6eyIkaWQiOiIxNjUiLCJMaW5lQ29sb3IiOm51bGwsIkxpbmVXZWlnaHQiOjAuMCwiTGluZVR5cGUiOjAsIlBhcmVudFN0eWxlIjpudWxsfSwiUGFyZW50U3R5bGUiOm51bGx9LCJEYXRlRm9ybWF0Ijp7IiRpZCI6IjE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jciLCJGb3JtYXQiOjAsIklzVmlzaWJsZSI6ZmFsc2UsIkxhc3RLbm93blZpc2liaWxpdHlTdGF0ZSI6ZmFsc2V9LCJJc1Zpc2libGUiOnRydWUsIlBhcmVudFN0eWxlIjpudWxsfSwiSW5kZXgiOjQsIlNtYXJ0RHVyYXRpb25BY3RpdmF0ZWQiOmZhbHNlLCJEYXRlRm9ybWF0Ijp7IiRyZWYiOiIxNjYifSwiV2Vla051bWJlcmluZyI6eyIkaWQiOiIxNjgiLCJGb3JtYXQiOjAsIklzVmlzaWJsZSI6ZmFsc2UsIkxhc3RLbm93blZpc2liaWxpdHlTdGF0ZSI6ZmFsc2V9LCJJZCI6IjlkZDM5N2I0LWZjYjEtNGYxNC1iMzgwLWMyNTZjZjAzZTA4YyIsIkltcG9ydElkIjpudWxsLCJUaXRsZSI6IlVTIEFBIHN1YiAtIGFwcCIsIk5vdGUiOm51bGwsIkh5cGVybGluayI6eyIkaWQiOiIxNjkiLCJBZGRyZXNzIjpudWxsLCJTdWJBZGRyZXNzIjpudWxsfSwiSXNDaGFuZ2VkIjpmYWxzZSwiSXNOZXciOmZhbHNlfX1dLCJfbWlsZXN0b25lcyI6W10sIklkIjoiMDAwMDAwMDAtMDAwMC0wMDAwLTAwMDAtMDAwMDAwMDAwMDAwIiwiSXNTaW5nbGVJdGVtUm93Ijp0cnVlfSx7IiRpZCI6IjE3MCIsIl90YXNrcyI6W3siJGlkIjoiMTcxIiwiX2F0dGFjaGVkTWlsZXN0b25lcyI6W10sIlRhc2tEZWZpbml0aW9uIjp7IiRpZCI6IjE3MiIsIkdyb3VwTmFtZSI6bnVsbCwiU3RhcnREYXRlIjoiMjAzMC0wNS0wMVQwMDowMDowMCIsIkVuZERhdGUiOiIyMDMxLTAzLTAxVDIzOjU5OjAwIiwiUGVyY2VudGFnZUNvbXBsZXRlIjpudWxsLCJTdHlsZSI6eyIkaWQiOiIxNzMiLCJTaGFwZSI6MSwiU2hhcGVUaGlja25lc3MiOjAsIkR1cmF0aW9uRm9ybWF0IjowLCJJbmNsdWRlTm9uV29ya2luZ0RheXNJbkR1cmF0aW9uIjpmYWxzZSwiUGVyY2VudGFnZUNvbXBsZXRlU3R5bGUiOnsiJGlkIjoiMTc0IiwiRm9udFNldHRpbmdzIjp7IiRpZCI6IjE3NS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aWQiOiIxNzYiLCJUb3AiOjAuMCwiTGVmdCI6MC4wLCJSaWdodCI6MC4wLCJCb3R0b20iOjAuMH0sIlBhZGRpbmciOnsiJGlkIjoiMTc3IiwiVG9wIjowLjAsIkxlZnQiOjAuMCwiUmlnaHQiOjAuMCwiQm90dG9tIjowLjB9LCJCYWNrZ3JvdW5kIjp7IiRpZCI6IjE3OCIsIkNvbG9yIjp7IiRpZCI6IjE3OSIsIkEiOjg5LCJSIjowLCJHIjowLCJCIjowfX0sIklzVmlzaWJsZSI6dHJ1ZSwiV2lkdGgiOjAuMCwiSGVpZ2h0IjowLjAsIkJvcmRlclN0eWxlIjp7IiRpZCI6IjE4MCIsIkxpbmVDb2xvciI6bnVsbCwiTGluZVdlaWdodCI6MC4wLCJMaW5lVHlwZSI6MCwiUGFyZW50U3R5bGUiOm51bGx9LCJQYXJlbnRTdHlsZSI6bnVsbH0sIkR1cmF0aW9uU3R5bGUiOnsiJGlkIjoiMTgxIiwiRm9udFNldHRpbmdzIjp7IiRpZCI6IjE4MiIsIkZvbnRTaXplIjoxMCwiRm9udE5hbWUiOiJDYWxpYnJpIiwiSXNCb2xkIjpmYWxzZSwiSXNJdGFsaWMiOmZhbHNlLCJJc1VuZGVybGluZWQiOmZhbHNlLCJQYXJlbnRTdHlsZSI6bnVsbH0sIkF1dG9TaXplIjowLCJGb3JlZ3JvdW5kIjp7IiRpZCI6IjE4MyIsIkNvbG9yIjp7IiRpZCI6IjE4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4NSIsIlRvcCI6MC4wLCJMZWZ0IjowLjAsIlJpZ2h0IjowLjAsIkJvdHRvbSI6MC4wfSwiUGFkZGluZyI6eyIkaWQiOiIxODYiLCJUb3AiOjAuMCwiTGVmdCI6MC4wLCJSaWdodCI6MC4wLCJCb3R0b20iOjAuMH0sIkJhY2tncm91bmQiOnsiJGlkIjoiMTg3IiwiQ29sb3IiOnsiJGlkIjoiMTg4IiwiQSI6MCwiUiI6MCwiRyI6MCwiQiI6MH19LCJJc1Zpc2libGUiOnRydWUsIldpZHRoIjowLjAsIkhlaWdodCI6MC4wLCJCb3JkZXJTdHlsZSI6eyIkaWQiOiIxODkiLCJMaW5lQ29sb3IiOm51bGwsIkxpbmVXZWlnaHQiOjAuMCwiTGluZVR5cGUiOjAsIlBhcmVudFN0eWxlIjpudWxsfSwiUGFyZW50U3R5bGUiOm51bGx9LCJIb3Jpem9udGFsQ29ubmVjdG9yU3R5bGUiOnsiJGlkIjoiMTkwIiwiTGluZUNvbG9yIjp7IiRpZCI6IjE5MSIsIiR0eXBlIjoiTkxSRS5Db21tb24uRG9tLlNvbGlkQ29sb3JCcnVzaCwgTkxSRS5Db21tb24iLCJDb2xvciI6eyIkaWQiOiIxOTIiLCJBIjoyNTUsIlIiOjIwNCwiRyI6MjA0LCJCIjoyMDR9fSwiTGluZVdlaWdodCI6MS4wLCJMaW5lVHlwZSI6MCwiUGFyZW50U3R5bGUiOm51bGx9LCJWZXJ0aWNhbENvbm5lY3RvclN0eWxlIjp7IiRpZCI6IjE5MyIsIkxpbmVDb2xvciI6eyIkaWQiOiIxOTQiLCIkdHlwZSI6Ik5MUkUuQ29tbW9uLkRvbS5Tb2xpZENvbG9yQnJ1c2gsIE5MUkUuQ29tbW9uIiwiQ29sb3IiOnsiJGlkIjoiMTk1IiwiQSI6MjU1LCJSIjoyMDQsIkciOjIwNCwiQiI6MjA0fX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dHJ1ZSwiUGVyY2VudGFnZUNvbXBsZXRlU2hhcGVPcGFjaXR5IjozNSwiU2hhcGVTdHlsZSI6eyIkaWQiOiIxOTYiLCJNYXJnaW4iOnsiJGlkIjoiMTk3IiwiVG9wIjowLjAsIkxlZnQiOjQuMCwiUmlnaHQiOjQuMCwiQm90dG9tIjowLjB9LCJQYWRkaW5nIjp7IiRpZCI6IjE5OCIsIlRvcCI6MC4wLCJMZWZ0IjowLjAsIlJpZ2h0IjowLjAsIkJvdHRvbSI6MC4wfSwiQmFja2dyb3VuZCI6eyIkaWQiOiIxOTkiLCJDb2xvciI6eyIkaWQiOiIyMDAiLCJBIjoyNTUsIlIiOjgsIkciOjQ5LCJCIjo0Mn19LCJJc1Zpc2libGUiOnRydWUsIldpZHRoIjowLjAsIkhlaWdodCI6MTAuMCwiQm9yZGVyU3R5bGUiOnsiJGlkIjoiMjAxIiwiTGluZUNvbG9yIjp7IiRpZCI6IjIwMiIsIiR0eXBlIjoiTkxSRS5Db21tb24uRG9tLlNvbGlkQ29sb3JCcnVzaCwgTkxSRS5Db21tb24iLCJDb2xvciI6eyIkaWQiOiIyMDMiLCJBIjoyNTUsIlIiOjI1NSwiRyI6MCwiQiI6MH19LCJMaW5lV2VpZ2h0IjowLjAsIkxpbmVUeXBlIjowLCJQYXJlbnRTdHlsZSI6bnVsbH0sIlBhcmVudFN0eWxlIjpudWxsfSwiVGl0bGVTdHlsZSI6eyIkaWQiOiIyMDQiLCJGb250U2V0dGluZ3MiOnsiJGlkIjoiMjA1IiwiRm9udFNpemUiOjExLCJGb250TmFtZSI6IkNhbGlicmkiLCJJc0JvbGQiOnRydWUsIklzSXRhbGljIjpmYWxzZSwiSXNVbmRlcmxpbmVkIjpmYWxzZSwiUGFyZW50U3R5bGUiOm51bGx9LCJBdXRvU2l6ZSI6MCwiRm9yZWdyb3VuZCI6eyIkaWQiOiIyMDYiLCJDb2xvciI6eyIkaWQiOiIyMDc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jA4IiwiVG9wIjowLjAsIkxlZnQiOjAuMCwiUmlnaHQiOjAuMCwiQm90dG9tIjowLjB9LCJQYWRkaW5nIjp7IiRpZCI6IjIwOSIsIlRvcCI6MC4wLCJMZWZ0IjowLjAsIlJpZ2h0IjowLjAsIkJvdHRvbSI6MC4wfSwiQmFja2dyb3VuZCI6eyIkaWQiOiIyMTAiLCJDb2xvciI6eyIkaWQiOiIyMTEiLCJBIjowLCJSIjowLCJHIjowLCJCIjowfX0sIklzVmlzaWJsZSI6dHJ1ZSwiV2lkdGgiOjAuMCwiSGVpZ2h0IjowLjAsIkJvcmRlclN0eWxlIjp7IiRpZCI6IjIxMiIsIkxpbmVDb2xvciI6bnVsbCwiTGluZVdlaWdodCI6MC4wLCJMaW5lVHlwZSI6MCwiUGFyZW50U3R5bGUiOm51bGx9LCJQYXJlbnRTdHlsZSI6bnVsbH0sIkRhdGVTdHlsZSI6eyIkaWQiOiIyMTMiLCJGb250U2V0dGluZ3MiOnsiJGlkIjoiMjE0IiwiRm9udFNpemUiOjEwLCJGb250TmFtZSI6IkNhbGlicmkiLCJJc0JvbGQiOmZhbHNlLCJJc0l0YWxpYyI6ZmFsc2UsIklzVW5kZXJsaW5lZCI6ZmFsc2UsIlBhcmVudFN0eWxlIjpudWxsfSwiQXV0b1NpemUiOjAsIkZvcmVncm91bmQiOnsiJGlkIjoiMjE1IiwiQ29sb3IiOnsiJGlkIjoiMjE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MTciLCJUb3AiOjAuMCwiTGVmdCI6MC4wLCJSaWdodCI6MC4wLCJCb3R0b20iOjAuMH0sIlBhZGRpbmciOnsiJGlkIjoiMjE4IiwiVG9wIjowLjAsIkxlZnQiOjAuMCwiUmlnaHQiOjAuMCwiQm90dG9tIjowLjB9LCJCYWNrZ3JvdW5kIjp7IiRpZCI6IjIxOSIsIkNvbG9yIjp7IiRpZCI6IjIyMCIsIkEiOjAsIlIiOjAsIkciOjAsIkIiOjB9fSwiSXNWaXNpYmxlIjp0cnVlLCJXaWR0aCI6MC4wLCJIZWlnaHQiOjAuMCwiQm9yZGVyU3R5bGUiOnsiJGlkIjoiMjIxIiwiTGluZUNvbG9yIjpudWxsLCJMaW5lV2VpZ2h0IjowLjAsIkxpbmVUeXBlIjowLCJQYXJlbnRTdHlsZSI6bnVsbH0sIlBhcmVudFN0eWxlIjpudWxsfSwiRGF0ZUZvcm1hdCI6eyIkaWQiOiIyMj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IzIiwiRm9ybWF0IjowLCJJc1Zpc2libGUiOmZhbHNlLCJMYXN0S25vd25WaXNpYmlsaXR5U3RhdGUiOmZhbHNlfSwiSXNWaXNpYmxlIjp0cnVlLCJQYXJlbnRTdHlsZSI6bnVsbH0sIkluZGV4Ijo1LCJTbWFydER1cmF0aW9uQWN0aXZhdGVkIjpmYWxzZSwiRGF0ZUZvcm1hdCI6eyIkcmVmIjoiMjIyIn0sIldlZWtOdW1iZXJpbmciOnsiJGlkIjoiMjI0IiwiRm9ybWF0IjowLCJJc1Zpc2libGUiOmZhbHNlLCJMYXN0S25vd25WaXNpYmlsaXR5U3RhdGUiOmZhbHNlfSwiSWQiOiIyYWNhMzNiYS1iM2JjLTQ3N2QtOTUzYy1kMGQ5MmZmZDVkMzIiLCJJbXBvcnRJZCI6bnVsbCwiVGl0bGUiOiJVUyBGQSBzdWIgLSBhcHAiLCJOb3RlIjpudWxsLCJIeXBlcmxpbmsiOnsiJGlkIjoiMjI1IiwiQWRkcmVzcyI6bnVsbCwiU3ViQWRkcmVzcyI6bnVsbH0sIklzQ2hhbmdlZCI6ZmFsc2UsIklzTmV3IjpmYWxzZX19XSwiX21pbGVzdG9uZXMiOltdLCJJZCI6IjAwMDAwMDAwLTAwMDAtMDAwMC0wMDAwLTAwMDAwMDAwMDAwMCIsIklzU2luZ2xlSXRlbVJvdyI6dHJ1ZX1dLCJJbmRleCI6MCwiSWQiOiI5MzczODI1Zi0zNjc2LTRmN2EtODYyOC0zMWQ5OWQyYWQ3MTMiLCJIZWFkZXJUZXh0IjpudWxsLCJJc0RlZmF1bHQiOnRydWUsIlN0eWxlIjp7IiRpZCI6IjIyNiIsIkhlYWRlclN0eWxlIjp7IiRpZCI6IjIyNyIsIlRleHRTdHlsZSI6eyIkaWQiOiIyMjgiLCJGb250U2V0dGluZ3MiOnsiJGlkIjoiMjI5IiwiRm9udFNpemUiOjExLCJGb250TmFtZSI6IkNhbGlicmkiLCJJc0JvbGQiOmZhbHNlLCJJc0l0YWxpYyI6ZmFsc2UsIklzVW5kZXJsaW5lZCI6ZmFsc2UsIlBhcmVudFN0eWxlIjpudWxsfSwiQXV0b1NpemUiOjIsIkZvcmVncm91bmQiOnsiJGlkIjoiMjMwIiwiQ29sb3IiOnsiJGlkIjoiMjMxIiwiQSI6MjU1LCJSIjowLCJHIjowLCJCIjowfX0sIk1heFdpZHRoIjoiSW5maW5pdHkiLCJNYXhIZWlnaHQiOjAuMCwiU21hcnRGb3JlZ3JvdW5kSXNBY3RpdmUiOmZhbHNlLCJIb3Jpem9udGFsQWxpZ25tZW50IjowLCJWZXJ0aWNhbEFsaWdubWVudCI6MCwiU21hcnRGb3JlZ3JvdW5kIjpudWxsLCJCYWNrZ3JvdW5kRmlsbFR5cGUiOjAsIk1hcmdpbiI6eyIkaWQiOiIyMzIiLCJUb3AiOjAuMCwiTGVmdCI6MC4wLCJSaWdodCI6MC4wLCJCb3R0b20iOjAuMH0sIlBhZGRpbmciOnsiJGlkIjoiMjMzIiwiVG9wIjowLjAsIkxlZnQiOjAuMCwiUmlnaHQiOjAuMCwiQm90dG9tIjowLjB9LCJCYWNrZ3JvdW5kIjpudWxsLCJJc1Zpc2libGUiOnRydWUsIldpZHRoIjowLjAsIkhlaWdodCI6MC4wLCJCb3JkZXJTdHlsZSI6bnVsbCwiUGFyZW50U3R5bGUiOm51bGx9LCJSZWN0YW5nbGVTdHlsZSI6eyIkaWQiOiIyMzQiLCJNYXJnaW4iOnsiJGlkIjoiMjM1IiwiVG9wIjowLjAsIkxlZnQiOjAuMCwiUmlnaHQiOjAuMCwiQm90dG9tIjowLjB9LCJQYWRkaW5nIjp7IiRpZCI6IjIzNiIsIlRvcCI6MC4wLCJMZWZ0IjowLjAsIlJpZ2h0IjowLjAsIkJvdHRvbSI6MC4wfSwiQmFja2dyb3VuZCI6eyIkaWQiOiIyMzciLCJDb2xvciI6eyIkaWQiOiIyMzgiLCJBIjo2MywiUiI6MTk3LCJHIjoxOTUsIkIiOjIzOH19LCJJc1Zpc2libGUiOnRydWUsIldpZHRoIjowLjAsIkhlaWdodCI6MC4wLCJCb3JkZXJTdHlsZSI6eyIkaWQiOiIyMzkiLCJMaW5lQ29sb3IiOnsiJGlkIjoiMjQwIiwiJHR5cGUiOiJOTFJFLkNvbW1vbi5Eb20uU29saWRDb2xvckJydXNoLCBOTFJFLkNvbW1vbiIsIkNvbG9yIjp7IiRpZCI6IjI0MSIsIkEiOjI1NSwiUiI6MjU1LCJHIjowLCJCIjowfX0sIkxpbmVXZWlnaHQiOjAuMCwiTGluZVR5cGUiOjAsIlBhcmVudFN0eWxlIjpudWxsfSwiUGFyZW50U3R5bGUiOm51bGx9LCJNYXJnaW4iOnsiJGlkIjoiMjQyIiwiVG9wIjowLjAsIkxlZnQiOjAuMCwiUmlnaHQiOjAuMCwiQm90dG9tIjowLjB9LCJQYWRkaW5nIjp7IiRpZCI6IjI0MyIsIlRvcCI6MC4wLCJMZWZ0IjowLjAsIlJpZ2h0IjowLjAsIkJvdHRvbSI6MC4wfSwiQmFja2dyb3VuZCI6bnVsbCwiSXNWaXNpYmxlIjp0cnVlLCJXaWR0aCI6MC4wLCJIZWlnaHQiOjAuMCwiQm9yZGVyU3R5bGUiOm51bGwsIlBhcmVudFN0eWxlIjpudWxsfSwiQmFja2dyb3VuZFN0eWxlIjp7IiRpZCI6IjI0NCIsIk1hcmdpbiI6eyIkaWQiOiIyNDUiLCJUb3AiOjAuMCwiTGVmdCI6MC4wLCJSaWdodCI6MC4wLCJCb3R0b20iOjAuMH0sIlBhZGRpbmciOnsiJGlkIjoiMjQ2IiwiVG9wIjowLjAsIkxlZnQiOjAuMCwiUmlnaHQiOjAuMCwiQm90dG9tIjowLjB9LCJCYWNrZ3JvdW5kIjp7IiRpZCI6IjI0NyIsIkNvbG9yIjp7IiRpZCI6IjI0OCIsIkEiOjUxLCJSIjoxOTcsIkciOjE5NSwiQiI6MjM4fX0sIklzVmlzaWJsZSI6dHJ1ZSwiV2lkdGgiOjAuMCwiSGVpZ2h0IjowLjAsIkJvcmRlclN0eWxlIjp7IiRpZCI6IjI0OSIsIkxpbmVDb2xvciI6eyIkaWQiOiIyNTAiLCIkdHlwZSI6Ik5MUkUuQ29tbW9uLkRvbS5Tb2xpZENvbG9yQnJ1c2gsIE5MUkUuQ29tbW9uIiwiQ29sb3IiOnsiJGlkIjoiMjUxIiwiQSI6MjU1LCJSIjoyNTUsIkciOjAsIkIiOjB9fSwiTGluZVdlaWdodCI6MC4wLCJMaW5lVHlwZSI6MCwiUGFyZW50U3R5bGUiOm51bGx9LCJQYXJlbnRTdHlsZSI6bnVsbH0sIk1hcmdpbiI6eyIkaWQiOiIyNTIiLCJUb3AiOjAuMCwiTGVmdCI6MC4wLCJSaWdodCI6MC4wLCJCb3R0b20iOjAuMH0sIlBhZGRpbmciOnsiJGlkIjoiMjUzIiwiVG9wIjowLjAsIkxlZnQiOjAuMCwiUmlnaHQiOjAuMCwiQm90dG9tIjowLjB9LCJJc1Zpc2libGUiOmZhbHNlLCJXaWR0aCI6MC4wLCJIZWlnaHQiOjAuMCwiQm9yZGVyU3R5bGUiOm51bGwsIlBhcmVudFN0eWxlIjpudWxsfX1dLCJJZCI6IjU0MTdjOWFhLTA0MzItNDQzYi1iZjZkLTk2NDgzZjdjNzY0OCIsIkluZGV4IjowLCJIZWFkZXJUZXh0IjoiR2xvYmFsIiwiU3R5bGUiOnsiJGlkIjoiMjU0IiwiSGVhZGVyU3R5bGUiOnsiJGlkIjoiMjU1IiwiVGV4dElzVmVydGljYWwiOmZhbHNlLCJUZXh0U3R5bGUiOnsiJGlkIjoiMjU2IiwiRm9udFNldHRpbmdzIjp7IiRpZCI6IjI1NyIsIkZvbnRTaXplIjoxMiwiRm9udE5hbWUiOiJDYWxpYnJpIiwiSXNCb2xkIjpmYWxzZSwiSXNJdGFsaWMiOmZhbHNlLCJJc1VuZGVybGluZWQiOmZhbHNlLCJQYXJlbnRTdHlsZSI6bnVsbH0sIkF1dG9TaXplIjoyLCJGb3JlZ3JvdW5kIjp7IiRpZCI6IjI1OCIsIkNvbG9yIjp7IiRpZCI6IjI1OSIsIkEiOjI1NSwiUiI6MjU1LCJHIjoyNTUsIkIiOjI1NX19LCJNYXhXaWR0aCI6IkluZmluaXR5IiwiTWF4SGVpZ2h0IjowLjAsIlNtYXJ0Rm9yZWdyb3VuZElzQWN0aXZlIjpmYWxzZSwiSG9yaXpvbnRhbEFsaWdubWVudCI6MCwiVmVydGljYWxBbGlnbm1lbnQiOjAsIlNtYXJ0Rm9yZWdyb3VuZCI6bnVsbCwiQmFja2dyb3VuZEZpbGxUeXBlIjowLCJNYXJnaW4iOnsiJGlkIjoiMjYwIiwiVG9wIjowLjAsIkxlZnQiOjAuMCwiUmlnaHQiOjAuMCwiQm90dG9tIjowLjB9LCJQYWRkaW5nIjp7IiRpZCI6IjI2MSIsIlRvcCI6MC4wLCJMZWZ0IjowLjAsIlJpZ2h0IjowLjAsIkJvdHRvbSI6MC4wfSwiQmFja2dyb3VuZCI6bnVsbCwiSXNWaXNpYmxlIjp0cnVlLCJXaWR0aCI6MC4wLCJIZWlnaHQiOjAuMCwiQm9yZGVyU3R5bGUiOm51bGwsIlBhcmVudFN0eWxlIjpudWxsfSwiUmVjdGFuZ2xlU3R5bGUiOnsiJGlkIjoiMjYyIiwiTWFyZ2luIjp7IiRpZCI6IjI2MyIsIlRvcCI6MC4wLCJMZWZ0IjowLjAsIlJpZ2h0IjowLjAsIkJvdHRvbSI6MC4wfSwiUGFkZGluZyI6eyIkaWQiOiIyNjQiLCJUb3AiOjAuMCwiTGVmdCI6MC4wLCJSaWdodCI6MC4wLCJCb3R0b20iOjAuMH0sIkJhY2tncm91bmQiOnsiJGlkIjoiMjY1IiwiQ29sb3IiOnsiJGlkIjoiMjY2IiwiQSI6MjU1LCJSIjo4LCJHIjo0OSwiQiI6NDJ9fSwiSXNWaXNpYmxlIjp0cnVlLCJXaWR0aCI6MC4wLCJIZWlnaHQiOjAuMCwiQm9yZGVyU3R5bGUiOnsiJGlkIjoiMjY3IiwiTGluZUNvbG9yIjp7IiRpZCI6IjI2OCIsIiR0eXBlIjoiTkxSRS5Db21tb24uRG9tLlNvbGlkQ29sb3JCcnVzaCwgTkxSRS5Db21tb24iLCJDb2xvciI6eyIkaWQiOiIyNjkiLCJBIjoyNTUsIlIiOjI1NSwiRyI6MCwiQiI6MH19LCJMaW5lV2VpZ2h0IjowLjAsIkxpbmVUeXBlIjowLCJQYXJlbnRTdHlsZSI6bnVsbH0sIlBhcmVudFN0eWxlIjpudWxsfSwiTWFyZ2luIjp7IiRpZCI6IjI3MCIsIlRvcCI6MC4wLCJMZWZ0IjowLjAsIlJpZ2h0IjowLjAsIkJvdHRvbSI6MC4wfSwiUGFkZGluZyI6eyIkaWQiOiIyNzEiLCJUb3AiOjAuMCwiTGVmdCI6MC4wLCJSaWdodCI6MC4wLCJCb3R0b20iOjAuMH0sIkJhY2tncm91bmQiOm51bGwsIklzVmlzaWJsZSI6dHJ1ZSwiV2lkdGgiOjAuMCwiSGVpZ2h0IjowLjAsIkJvcmRlclN0eWxlIjpudWxsLCJQYXJlbnRTdHlsZSI6bnVsbH0sIkJhY2tncm91bmRTdHlsZSI6eyIkaWQiOiIyNzIiLCJNYXJnaW4iOnsiJGlkIjoiMjczIiwiVG9wIjowLjAsIkxlZnQiOjAuMCwiUmlnaHQiOjAuMCwiQm90dG9tIjowLjB9LCJQYWRkaW5nIjp7IiRpZCI6IjI3NCIsIlRvcCI6MC4wLCJMZWZ0IjowLjAsIlJpZ2h0IjowLjAsIkJvdHRvbSI6MC4wfSwiQmFja2dyb3VuZCI6eyIkaWQiOiIyNzUiLCJDb2xvciI6eyIkaWQiOiIyNzYiLCJBIjo1MSwiUiI6MTk3LCJHIjoxOTUsIkIiOjIzOH19LCJJc1Zpc2libGUiOnRydWUsIldpZHRoIjowLjAsIkhlaWdodCI6MC4wLCJCb3JkZXJTdHlsZSI6eyIkaWQiOiIyNzciLCJMaW5lQ29sb3IiOnsiJGlkIjoiMjc4IiwiJHR5cGUiOiJOTFJFLkNvbW1vbi5Eb20uU29saWRDb2xvckJydXNoLCBOTFJFLkNvbW1vbiIsIkNvbG9yIjp7IiRpZCI6IjI3OSIsIkEiOjI1NSwiUiI6MjU1LCJHIjowLCJCIjowfX0sIkxpbmVXZWlnaHQiOjAuMCwiTGluZVR5cGUiOjAsIlBhcmVudFN0eWxlIjpudWxsfSwiUGFyZW50U3R5bGUiOm51bGx9LCJJc0Fib3ZlVGltZWJhbmQiOmZhbHNlLCJNYXJnaW4iOnsiJGlkIjoiMjgwIiwiVG9wIjowLjAsIkxlZnQiOjAuMCwiUmlnaHQiOjAuMCwiQm90dG9tIjowLjB9LCJQYWRkaW5nIjp7IiRpZCI6IjI4MSIsIlRvcCI6MC4wLCJMZWZ0IjowLjAsIlJpZ2h0IjowLjAsIkJvdHRvbSI6MC4wfSwiSXNWaXNpYmxlIjp0cnVlLCJXaWR0aCI6MC4wLCJIZWlnaHQiOjAuMCwiQm9yZGVyU3R5bGUiOnsiJGlkIjoiMjgyIiwiTGluZUNvbG9yIjpudWxsLCJMaW5lV2VpZ2h0IjowLjAsIkxpbmVUeXBlIjowLCJQYXJlbnRTdHlsZSI6bnVsbH0sIlBhcmVudFN0eWxlIjpudWxsfX0seyIkaWQiOiIyODMiLCJfYWN0aXZpdGllcyI6W3siJGlkIjoiMjg0IiwiX3Jvd3MiOlt7IiRpZCI6IjI4NSIsIl90YXNrcyI6W3siJGlkIjoiMjg2IiwiX2F0dGFjaGVkTWlsZXN0b25lcyI6W10sIlRhc2tEZWZpbml0aW9uIjp7IiRpZCI6IjI4NyIsIkdyb3VwTmFtZSI6bnVsbCwiU3RhcnREYXRlIjoiMjAyNS0wMS0yNlQwMDowMDowMFoiLCJFbmREYXRlIjoiMjAyNS0wNC0zMFQyMzo1OTowMFoiLCJQZXJjZW50YWdlQ29tcGxldGUiOm51bGwsIlN0eWxlIjp7IiRpZCI6IjI4OCIsIlNoYXBlIjoxLCJTaGFwZVRoaWNrbmVzcyI6MCwiRHVyYXRpb25Gb3JtYXQiOjAsIkluY2x1ZGVOb25Xb3JraW5nRGF5c0luRHVyYXRpb24iOmZhbHNlLCJQZXJjZW50YWdlQ29tcGxldGVTdHlsZSI6eyIkaWQiOiIyODkiLCJGb250U2V0dGluZ3MiOnsiJGlkIjoiMjkw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pZCI6IjI5MSIsIlRvcCI6MC4wLCJMZWZ0IjowLjAsIlJpZ2h0IjowLjAsIkJvdHRvbSI6MC4wfSwiUGFkZGluZyI6eyIkaWQiOiIyOTIiLCJUb3AiOjAuMCwiTGVmdCI6MC4wLCJSaWdodCI6MC4wLCJCb3R0b20iOjAuMH0sIkJhY2tncm91bmQiOnsiJGlkIjoiMjkzIiwiQ29sb3IiOnsiJGlkIjoiMjk0IiwiQSI6ODksIlIiOjAsIkciOjAsIkIiOjB9fSwiSXNWaXNpYmxlIjp0cnVlLCJXaWR0aCI6MC4wLCJIZWlnaHQiOjAuMCwiQm9yZGVyU3R5bGUiOnsiJGlkIjoiMjk1IiwiTGluZUNvbG9yIjpudWxsLCJMaW5lV2VpZ2h0IjowLjAsIkxpbmVUeXBlIjowLCJQYXJlbnRTdHlsZSI6bnVsbH0sIlBhcmVudFN0eWxlIjpudWxsfSwiRHVyYXRpb25TdHlsZSI6eyIkaWQiOiIyOTYiLCJGb250U2V0dGluZ3MiOnsiJGlkIjoiMjk3IiwiRm9udFNpemUiOjEwLCJGb250TmFtZSI6IkNhbGlicmkiLCJJc0JvbGQiOmZhbHNlLCJJc0l0YWxpYyI6ZmFsc2UsIklzVW5kZXJsaW5lZCI6ZmFsc2UsIlBhcmVudFN0eWxlIjpudWxsfSwiQXV0b1NpemUiOjAsIkZvcmVncm91bmQiOnsiJGlkIjoiMjk4IiwiQ29sb3IiOnsiJGlkIjoiMjk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AwIiwiVG9wIjowLjAsIkxlZnQiOjAuMCwiUmlnaHQiOjAuMCwiQm90dG9tIjowLjB9LCJQYWRkaW5nIjp7IiRpZCI6IjMwMSIsIlRvcCI6MC4wLCJMZWZ0IjowLjAsIlJpZ2h0IjowLjAsIkJvdHRvbSI6MC4wfSwiQmFja2dyb3VuZCI6eyIkaWQiOiIzMDIiLCJDb2xvciI6eyIkaWQiOiIzMDMiLCJBIjowLCJSIjowLCJHIjowLCJCIjowfX0sIklzVmlzaWJsZSI6dHJ1ZSwiV2lkdGgiOjAuMCwiSGVpZ2h0IjowLjAsIkJvcmRlclN0eWxlIjp7IiRpZCI6IjMwNCIsIkxpbmVDb2xvciI6bnVsbCwiTGluZVdlaWdodCI6MC4wLCJMaW5lVHlwZSI6MCwiUGFyZW50U3R5bGUiOm51bGx9LCJQYXJlbnRTdHlsZSI6bnVsbH0sIkhvcml6b250YWxDb25uZWN0b3JTdHlsZSI6eyIkaWQiOiIzMDUiLCJMaW5lQ29sb3IiOnsiJGlkIjoiMzA2IiwiJHR5cGUiOiJOTFJFLkNvbW1vbi5Eb20uU29saWRDb2xvckJydXNoLCBOTFJFLkNvbW1vbiIsIkNvbG9yIjp7IiRpZCI6IjMwNyIsIkEiOjI1NSwiUiI6MjA0LCJHIjoyMDQsIkIiOjIwNH19LCJMaW5lV2VpZ2h0IjoxLjAsIkxpbmVUeXBlIjowLCJQYXJlbnRTdHlsZSI6bnVsbH0sIlZlcnRpY2FsQ29ubmVjdG9yU3R5bGUiOnsiJGlkIjoiMzA4IiwiTGluZUNvbG9yIjp7IiRpZCI6IjMwOSIsIiR0eXBlIjoiTkxSRS5Db21tb24uRG9tLlNvbGlkQ29sb3JCcnVzaCwgTkxSRS5Db21tb24iLCJDb2xvciI6eyIkaWQiOiIzMTA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zMTEiLCJNYXJnaW4iOnsiJGlkIjoiMzEyIiwiVG9wIjowLjAsIkxlZnQiOjQuMCwiUmlnaHQiOjQuMCwiQm90dG9tIjowLjB9LCJQYWRkaW5nIjp7IiRpZCI6IjMxMyIsIlRvcCI6MC4wLCJMZWZ0IjowLjAsIlJpZ2h0IjowLjAsIkJvdHRvbSI6MC4wfSwiQmFja2dyb3VuZCI6eyIkaWQiOiIzMTQiLCJDb2xvciI6eyIkaWQiOiIzMTUiLCJBIjoyNTUsIlIiOjAsIkciOjIyOCwiQiI6MTI0fX0sIklzVmlzaWJsZSI6dHJ1ZSwiV2lkdGgiOjAuMCwiSGVpZ2h0IjoxMC4wLCJCb3JkZXJTdHlsZSI6eyIkaWQiOiIzMTYiLCJMaW5lQ29sb3IiOnsiJGlkIjoiMzE3IiwiJHR5cGUiOiJOTFJFLkNvbW1vbi5Eb20uU29saWRDb2xvckJydXNoLCBOTFJFLkNvbW1vbiIsIkNvbG9yIjp7IiRpZCI6IjMxOCIsIkEiOjI1NSwiUiI6MjU1LCJHIjoyNTUsIkIiOjI1NX19LCJMaW5lV2VpZ2h0IjowLjAsIkxpbmVUeXBlIjowLCJQYXJlbnRTdHlsZSI6bnVsbH0sIlBhcmVudFN0eWxlIjpudWxsfSwiVGl0bGVTdHlsZSI6eyIkaWQiOiIzMTkiLCJGb250U2V0dGluZ3MiOnsiJGlkIjoiMzIwIiwiRm9udFNpemUiOjExLCJGb250TmFtZSI6IkNhbGlicmkiLCJJc0JvbGQiOnRydWUsIklzSXRhbGljIjpmYWxzZSwiSXNVbmRlcmxpbmVkIjpmYWxzZSwiUGFyZW50U3R5bGUiOm51bGx9LCJBdXRvU2l6ZSI6MCwiRm9yZWdyb3VuZCI6eyIkaWQiOiIzMjEiLCJDb2xvciI6eyIkaWQiOiIzMjI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zIzIiwiVG9wIjowLjAsIkxlZnQiOjAuMCwiUmlnaHQiOjAuMCwiQm90dG9tIjowLjB9LCJQYWRkaW5nIjp7IiRpZCI6IjMyNCIsIlRvcCI6MC4wLCJMZWZ0IjowLjAsIlJpZ2h0IjowLjAsIkJvdHRvbSI6MC4wfSwiQmFja2dyb3VuZCI6eyIkaWQiOiIzMjUiLCJDb2xvciI6eyIkaWQiOiIzMjYiLCJBIjowLCJSIjowLCJHIjowLCJCIjowfX0sIklzVmlzaWJsZSI6dHJ1ZSwiV2lkdGgiOjAuMCwiSGVpZ2h0IjowLjAsIkJvcmRlclN0eWxlIjp7IiRpZCI6IjMyNyIsIkxpbmVDb2xvciI6bnVsbCwiTGluZVdlaWdodCI6MC4wLCJMaW5lVHlwZSI6MCwiUGFyZW50U3R5bGUiOm51bGx9LCJQYXJlbnRTdHlsZSI6bnVsbH0sIkRhdGVTdHlsZSI6eyIkaWQiOiIzMjgiLCJGb250U2V0dGluZ3MiOnsiJGlkIjoiMzI5IiwiRm9udFNpemUiOjEwLCJGb250TmFtZSI6IkNhbGlicmkiLCJJc0JvbGQiOmZhbHNlLCJJc0l0YWxpYyI6ZmFsc2UsIklzVW5kZXJsaW5lZCI6ZmFsc2UsIlBhcmVudFN0eWxlIjpudWxsfSwiQXV0b1NpemUiOjAsIkZvcmVncm91bmQiOnsiJGlkIjoiMzMwIiwiQ29sb3IiOnsiJGlkIjoiMzM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zMzIiLCJUb3AiOjAuMCwiTGVmdCI6MC4wLCJSaWdodCI6MC4wLCJCb3R0b20iOjAuMH0sIlBhZGRpbmciOnsiJGlkIjoiMzMzIiwiVG9wIjowLjAsIkxlZnQiOjAuMCwiUmlnaHQiOjAuMCwiQm90dG9tIjowLjB9LCJCYWNrZ3JvdW5kIjp7IiRpZCI6IjMzNCIsIkNvbG9yIjp7IiRpZCI6IjMzNSIsIkEiOjAsIlIiOjAsIkciOjAsIkIiOjB9fSwiSXNWaXNpYmxlIjp0cnVlLCJXaWR0aCI6MC4wLCJIZWlnaHQiOjAuMCwiQm9yZGVyU3R5bGUiOnsiJGlkIjoiMzM2IiwiTGluZUNvbG9yIjpudWxsLCJMaW5lV2VpZ2h0IjowLjAsIkxpbmVUeXBlIjowLCJQYXJlbnRTdHlsZSI6bnVsbH0sIlBhcmVudFN0eWxlIjpudWxsfSwiRGF0ZUZvcm1hdCI6eyIkaWQiOiIzMz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zM4IiwiRm9ybWF0IjowLCJJc1Zpc2libGUiOmZhbHNlLCJMYXN0S25vd25WaXNpYmlsaXR5U3RhdGUiOmZhbHNlfSwiSXNWaXNpYmxlIjp0cnVlLCJQYXJlbnRTdHlsZSI6bnVsbH0sIkluZGV4Ijo3LCJTbWFydER1cmF0aW9uQWN0aXZhdGVkIjpmYWxzZSwiRGF0ZUZvcm1hdCI6eyIkcmVmIjoiMzM3In0sIldlZWtOdW1iZXJpbmciOnsiJGlkIjoiMzM5IiwiRm9ybWF0IjowLCJJc1Zpc2libGUiOmZhbHNlLCJMYXN0S25vd25WaXNpYmlsaXR5U3RhdGUiOmZhbHNlfSwiSWQiOiI4NDFkMjg1Mi1lZjg3LTQ1Y2MtODMzNS1jN2QzM2ViMmQ5OWIiLCJJbXBvcnRJZCI6bnVsbCwiVGl0bGUiOiJFb1BoIElJIHN1YiAtIGZlZWRiYWNrIiwiTm90ZSI6bnVsbCwiSHlwZXJsaW5rIjp7IiRpZCI6IjM0MCIsIkFkZHJlc3MiOm51bGwsIlN1YkFkZHJlc3MiOm51bGx9LCJJc0NoYW5nZWQiOmZhbHNlLCJJc05ldyI6ZmFsc2V9fV0sIl9taWxlc3RvbmVzIjpbXSwiSWQiOiIwMDAwMDAwMC0wMDAwLTAwMDAtMDAwMC0wMDAwMDAwMDAwMDAiLCJJc1NpbmdsZUl0ZW1Sb3ciOnRydWV9LHsiJGlkIjoiMzQxIiwiX3Rhc2tzIjpbeyIkaWQiOiIzNDIiLCJfYXR0YWNoZWRNaWxlc3RvbmVzIjpbXSwiVGFza0RlZmluaXRpb24iOnsiJGlkIjoiMzQzIiwiR3JvdXBOYW1lIjpudWxsLCJTdGFydERhdGUiOiIyMDI1LTA4LTE1VDAwOjAwOjAwWiIsIkVuZERhdGUiOiIyMDI1LTExLTE0VDIzOjU5OjAwWiIsIlBlcmNlbnRhZ2VDb21wbGV0ZSI6bnVsbCwiU3R5bGUiOnsiJGlkIjoiMzQ0IiwiU2hhcGUiOjEsIlNoYXBlVGhpY2tuZXNzIjowLCJEdXJhdGlvbkZvcm1hdCI6MCwiSW5jbHVkZU5vbldvcmtpbmdEYXlzSW5EdXJhdGlvbiI6ZmFsc2UsIlBlcmNlbnRhZ2VDb21wbGV0ZVN0eWxlIjp7IiRpZCI6IjM0NSIsIkZvbnRTZXR0aW5ncyI6eyIkaWQiOiIzNDYiLCJGb250U2l6ZSI6MTAsIkZvbnROYW1lIjoiQ2FsaWJyaSIsIklzQm9sZCI6ZmFsc2UsIklzSXRhbGljIjpmYWxzZSwiSXNVbmRlcmxpbmVkIjpmYWxzZSwiUGFyZW50U3R5bGUiOm51bGx9LCJBdXRvU2l6ZSI6MCwiRm9yZWdyb3VuZCI6eyIkcmVmIjoiMzkifSwiTWF4V2lkdGgiOjIwMC4wLCJNYXhIZWlnaHQiOiJJbmZpbml0eSIsIlNtYXJ0Rm9yZWdyb3VuZElzQWN0aXZlIjpmYWxzZSwiSG9yaXpvbnRhbEFsaWdubWVudCI6MCwiVmVydGljYWxBbGlnbm1lbnQiOjAsIlNtYXJ0Rm9yZWdyb3VuZCI6bnVsbCwiQmFja2dyb3VuZEZpbGxUeXBlIjowLCJNYXJnaW4iOnsiJHJlZiI6IjI5MSJ9LCJQYWRkaW5nIjp7IiRyZWYiOiIyOTIifSwiQmFja2dyb3VuZCI6eyIkcmVmIjoiMjkzIn0sIklzVmlzaWJsZSI6dHJ1ZSwiV2lkdGgiOjAuMCwiSGVpZ2h0IjowLjAsIkJvcmRlclN0eWxlIjp7IiRpZCI6IjM0NyIsIkxpbmVDb2xvciI6bnVsbCwiTGluZVdlaWdodCI6MC4wLCJMaW5lVHlwZSI6MCwiUGFyZW50U3R5bGUiOm51bGx9LCJQYXJlbnRTdHlsZSI6bnVsbH0sIkR1cmF0aW9uU3R5bGUiOnsiJGlkIjoiMzQ4IiwiRm9udFNldHRpbmdzIjp7IiRpZCI6IjM0OSIsIkZvbnRTaXplIjoxMCwiRm9udE5hbWUiOiJDYWxpYnJpIiwiSXNCb2xkIjpmYWxzZSwiSXNJdGFsaWMiOmZhbHNlLCJJc1VuZGVybGluZWQiOmZhbHNlLCJQYXJlbnRTdHlsZSI6bnVsbH0sIkF1dG9TaXplIjowLCJGb3JlZ3JvdW5kIjp7IiRyZWYiOiIyOTgifSwiTWF4V2lkdGgiOjIwMC4wLCJNYXhIZWlnaHQiOiJJbmZpbml0eSIsIlNtYXJ0Rm9yZWdyb3VuZElzQWN0aXZlIjpmYWxzZSwiSG9yaXpvbnRhbEFsaWdubWVudCI6MCwiVmVydGljYWxBbGlnbm1lbnQiOjAsIlNtYXJ0Rm9yZWdyb3VuZCI6bnVsbCwiQmFja2dyb3VuZEZpbGxUeXBlIjowLCJNYXJnaW4iOnsiJHJlZiI6IjMwMCJ9LCJQYWRkaW5nIjp7IiRyZWYiOiIzMDEifSwiQmFja2dyb3VuZCI6eyIkcmVmIjoiMzAyIn0sIklzVmlzaWJsZSI6dHJ1ZSwiV2lkdGgiOjAuMCwiSGVpZ2h0IjowLjAsIkJvcmRlclN0eWxlIjp7IiRpZCI6IjM1MCIsIkxpbmVDb2xvciI6bnVsbCwiTGluZVdlaWdodCI6MC4wLCJMaW5lVHlwZSI6MCwiUGFyZW50U3R5bGUiOm51bGx9LCJQYXJlbnRTdHlsZSI6bnVsbH0sIkhvcml6b250YWxDb25uZWN0b3JTdHlsZSI6eyIkaWQiOiIzNTEiLCJMaW5lQ29sb3IiOnsiJHJlZiI6IjMwNiJ9LCJMaW5lV2VpZ2h0IjoxLjAsIkxpbmVUeXBlIjowLCJQYXJlbnRTdHlsZSI6bnVsbH0sIlZlcnRpY2FsQ29ubmVjdG9yU3R5bGUiOnsiJGlkIjoiMzUyIiwiTGluZUNvbG9yIjp7IiRyZWYiOiIzMDk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zNTMiLCJNYXJnaW4iOnsiJHJlZiI6IjMxMiJ9LCJQYWRkaW5nIjp7IiRyZWYiOiIzMTMifSwiQmFja2dyb3VuZCI6eyIkaWQiOiIzNTQiLCJDb2xvciI6eyIkaWQiOiIzNTUiLCJBIjoyNTUsIlIiOjAsIkciOjIyOCwiQiI6MTI0fX0sIklzVmlzaWJsZSI6dHJ1ZSwiV2lkdGgiOjAuMCwiSGVpZ2h0IjoxMC4wLCJCb3JkZXJTdHlsZSI6eyIkaWQiOiIzNTYiLCJMaW5lQ29sb3IiOnsiJGlkIjoiMzU3IiwiJHR5cGUiOiJOTFJFLkNvbW1vbi5Eb20uU29saWRDb2xvckJydXNoLCBOTFJFLkNvbW1vbiIsIkNvbG9yIjp7IiRpZCI6IjM1OCIsIkEiOjI1NSwiUiI6MjU1LCJHIjoyNTUsIkIiOjI1NX19LCJMaW5lV2VpZ2h0IjowLjAsIkxpbmVUeXBlIjowLCJQYXJlbnRTdHlsZSI6bnVsbH0sIlBhcmVudFN0eWxlIjpudWxsfSwiVGl0bGVTdHlsZSI6eyIkaWQiOiIzNTkiLCJGb250U2V0dGluZ3MiOnsiJGlkIjoiMzYwIiwiRm9udFNpemUiOjExLCJGb250TmFtZSI6IkNhbGlicmkiLCJJc0JvbGQiOnRydWUsIklzSXRhbGljIjpmYWxzZSwiSXNVbmRlcmxpbmVkIjpmYWxzZSwiUGFyZW50U3R5bGUiOm51bGx9LCJBdXRvU2l6ZSI6MCwiRm9yZWdyb3VuZCI6eyIkcmVmIjoiMzIxIn0sIk1heFdpZHRoIjo3MjAuMCwiTWF4SGVpZ2h0IjoiSW5maW5pdHkiLCJTbWFydEZvcmVncm91bmRJc0FjdGl2ZSI6ZmFsc2UsIkhvcml6b250YWxBbGlnbm1lbnQiOjAsIlZlcnRpY2FsQWxpZ25tZW50IjowLCJTbWFydEZvcmVncm91bmQiOm51bGwsIkJhY2tncm91bmRGaWxsVHlwZSI6MCwiTWFyZ2luIjp7IiRyZWYiOiIzMjMifSwiUGFkZGluZyI6eyIkcmVmIjoiMzI0In0sIkJhY2tncm91bmQiOnsiJHJlZiI6IjMyNSJ9LCJJc1Zpc2libGUiOnRydWUsIldpZHRoIjowLjAsIkhlaWdodCI6MC4wLCJCb3JkZXJTdHlsZSI6eyIkaWQiOiIzNjEiLCJMaW5lQ29sb3IiOm51bGwsIkxpbmVXZWlnaHQiOjAuMCwiTGluZVR5cGUiOjAsIlBhcmVudFN0eWxlIjpudWxsfSwiUGFyZW50U3R5bGUiOm51bGx9LCJEYXRlU3R5bGUiOnsiJGlkIjoiMzYyIiwiRm9udFNldHRpbmdzIjp7IiRpZCI6IjM2MyIsIkZvbnRTaXplIjoxMCwiRm9udE5hbWUiOiJDYWxpYnJpIiwiSXNCb2xkIjpmYWxzZSwiSXNJdGFsaWMiOmZhbHNlLCJJc1VuZGVybGluZWQiOmZhbHNlLCJQYXJlbnRTdHlsZSI6bnVsbH0sIkF1dG9TaXplIjowLCJGb3JlZ3JvdW5kIjp7IiRyZWYiOiIzMzAifSwiTWF4V2lkdGgiOjIwMC4wLCJNYXhIZWlnaHQiOiJJbmZpbml0eSIsIlNtYXJ0Rm9yZWdyb3VuZElzQWN0aXZlIjpmYWxzZSwiSG9yaXpvbnRhbEFsaWdubWVudCI6MiwiVmVydGljYWxBbGlnbm1lbnQiOjAsIlNtYXJ0Rm9yZWdyb3VuZCI6bnVsbCwiQmFja2dyb3VuZEZpbGxUeXBlIjowLCJNYXJnaW4iOnsiJHJlZiI6IjMzMiJ9LCJQYWRkaW5nIjp7IiRyZWYiOiIzMzMifSwiQmFja2dyb3VuZCI6eyIkcmVmIjoiMzM0In0sIklzVmlzaWJsZSI6dHJ1ZSwiV2lkdGgiOjAuMCwiSGVpZ2h0IjowLjAsIkJvcmRlclN0eWxlIjp7IiRpZCI6IjM2NCIsIkxpbmVDb2xvciI6bnVsbCwiTGluZVdlaWdodCI6MC4wLCJMaW5lVHlwZSI6MCwiUGFyZW50U3R5bGUiOm51bGx9LCJQYXJlbnRTdHlsZSI6bnVsbH0sIkRhdGVGb3JtYXQiOnsiJHJlZiI6IjMzNyJ9LCJXZWVrTnVtYmVyaW5nIjp7IiRpZCI6IjM2NSIsIkZvcm1hdCI6MCwiSXNWaXNpYmxlIjpmYWxzZSwiTGFzdEtub3duVmlzaWJpbGl0eVN0YXRlIjpmYWxzZX0sIklzVmlzaWJsZSI6dHJ1ZSwiUGFyZW50U3R5bGUiOm51bGx9LCJJbmRleCI6OCwiU21hcnREdXJhdGlvbkFjdGl2YXRlZCI6ZmFsc2UsIkRhdGVGb3JtYXQiOnsiJHJlZiI6IjMzNyJ9LCJXZWVrTnVtYmVyaW5nIjp7IiRpZCI6IjM2NiIsIkZvcm1hdCI6MCwiSXNWaXNpYmxlIjpmYWxzZSwiTGFzdEtub3duVmlzaWJpbGl0eVN0YXRlIjpmYWxzZX0sIklkIjoiNzlmYmIzOTgtMDJjNy00M2M1LWI2ZmEtZGIyMjUxNDZjMjNjIiwiSW1wb3J0SWQiOm51bGwsIlRpdGxlIjoiQ1RBIHN1YiAtIGFwcCIsIk5vdGUiOm51bGwsIkh5cGVybGluayI6eyIkaWQiOiIzNjciLCJBZGRyZXNzIjpudWxsLCJTdWJBZGRyZXNzIjpudWxsfSwiSXNDaGFuZ2VkIjpmYWxzZSwiSXNOZXciOmZhbHNlfX1dLCJfbWlsZXN0b25lcyI6W10sIklkIjoiMDAwMDAwMDAtMDAwMC0wMDAwLTAwMDAtMDAwMDAwMDAwMDAwIiwiSXNTaW5nbGVJdGVtUm93Ijp0cnVlfSx7IiRpZCI6IjM2OCIsIl90YXNrcyI6W3siJGlkIjoiMzY5IiwiX2F0dGFjaGVkTWlsZXN0b25lcyI6W10sIlRhc2tEZWZpbml0aW9uIjp7IiRpZCI6IjM3MCIsIkdyb3VwTmFtZSI6bnVsbCwiU3RhcnREYXRlIjoiMjAyNi0wMi0xM1QyMzo1OTowMFoiLCJFbmREYXRlIjoiMjAyNy0xMC0yMFQyMzo1OTowMFoiLCJQZXJjZW50YWdlQ29tcGxldGUiOm51bGwsIlN0eWxlIjp7IiRpZCI6IjM3MSIsIlNoYXBlIjoxLCJTaGFwZVRoaWNrbmVzcyI6MCwiRHVyYXRpb25Gb3JtYXQiOjAsIkluY2x1ZGVOb25Xb3JraW5nRGF5c0luRHVyYXRpb24iOmZhbHNlLCJQZXJjZW50YWdlQ29tcGxldGVTdHlsZSI6eyIkaWQiOiIzNzIiLCJGb250U2V0dGluZ3MiOnsiJGlkIjoiMzcz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yZWYiOiIyOTEifSwiUGFkZGluZyI6eyIkcmVmIjoiMjkyIn0sIkJhY2tncm91bmQiOnsiJHJlZiI6IjI5MyJ9LCJJc1Zpc2libGUiOnRydWUsIldpZHRoIjowLjAsIkhlaWdodCI6MC4wLCJCb3JkZXJTdHlsZSI6eyIkaWQiOiIzNzQiLCJMaW5lQ29sb3IiOm51bGwsIkxpbmVXZWlnaHQiOjAuMCwiTGluZVR5cGUiOjAsIlBhcmVudFN0eWxlIjpudWxsfSwiUGFyZW50U3R5bGUiOm51bGx9LCJEdXJhdGlvblN0eWxlIjp7IiRpZCI6IjM3NSIsIkZvbnRTZXR0aW5ncyI6eyIkaWQiOiIzNzYiLCJGb250U2l6ZSI6MTAsIkZvbnROYW1lIjoiQ2FsaWJyaSIsIklzQm9sZCI6ZmFsc2UsIklzSXRhbGljIjpmYWxzZSwiSXNVbmRlcmxpbmVkIjpmYWxzZSwiUGFyZW50U3R5bGUiOm51bGx9LCJBdXRvU2l6ZSI6MCwiRm9yZWdyb3VuZCI6eyIkcmVmIjoiMjk4In0sIk1heFdpZHRoIjoyMDAuMCwiTWF4SGVpZ2h0IjoiSW5maW5pdHkiLCJTbWFydEZvcmVncm91bmRJc0FjdGl2ZSI6ZmFsc2UsIkhvcml6b250YWxBbGlnbm1lbnQiOjAsIlZlcnRpY2FsQWxpZ25tZW50IjowLCJTbWFydEZvcmVncm91bmQiOm51bGwsIkJhY2tncm91bmRGaWxsVHlwZSI6MCwiTWFyZ2luIjp7IiRyZWYiOiIzMDAifSwiUGFkZGluZyI6eyIkcmVmIjoiMzAxIn0sIkJhY2tncm91bmQiOnsiJHJlZiI6IjMwMiJ9LCJJc1Zpc2libGUiOnRydWUsIldpZHRoIjowLjAsIkhlaWdodCI6MC4wLCJCb3JkZXJTdHlsZSI6eyIkaWQiOiIzNzciLCJMaW5lQ29sb3IiOm51bGwsIkxpbmVXZWlnaHQiOjAuMCwiTGluZVR5cGUiOjAsIlBhcmVudFN0eWxlIjpudWxsfSwiUGFyZW50U3R5bGUiOm51bGx9LCJIb3Jpem9udGFsQ29ubmVjdG9yU3R5bGUiOnsiJGlkIjoiMzc4IiwiTGluZUNvbG9yIjp7IiRyZWYiOiIzMDYifSwiTGluZVdlaWdodCI6MS4wLCJMaW5lVHlwZSI6MCwiUGFyZW50U3R5bGUiOm51bGx9LCJWZXJ0aWNhbENvbm5lY3RvclN0eWxlIjp7IiRpZCI6IjM3OSIsIkxpbmVDb2xvciI6eyIkcmVmIjoiMzA5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zgwIiwiTWFyZ2luIjp7IiRyZWYiOiIzMTIifSwiUGFkZGluZyI6eyIkcmVmIjoiMzEzIn0sIkJhY2tncm91bmQiOnsiJGlkIjoiMzgxIiwiQ29sb3IiOnsiJGlkIjoiMzgyIiwiQSI6MjU1LCJSIjowLCJHIjoyMjgsIkIiOjEyNH19LCJJc1Zpc2libGUiOnRydWUsIldpZHRoIjowLjAsIkhlaWdodCI6MTAuMCwiQm9yZGVyU3R5bGUiOnsiJGlkIjoiMzgzIiwiTGluZUNvbG9yIjp7IiRpZCI6IjM4NCIsIiR0eXBlIjoiTkxSRS5Db21tb24uRG9tLlNvbGlkQ29sb3JCcnVzaCwgTkxSRS5Db21tb24iLCJDb2xvciI6eyIkaWQiOiIzODUiLCJBIjoyNTUsIlIiOjI1NSwiRyI6MCwiQiI6MH19LCJMaW5lV2VpZ2h0IjowLjAsIkxpbmVUeXBlIjowLCJQYXJlbnRTdHlsZSI6bnVsbH0sIlBhcmVudFN0eWxlIjpudWxsfSwiVGl0bGVTdHlsZSI6eyIkaWQiOiIzODYiLCJGb250U2V0dGluZ3MiOnsiJGlkIjoiMzg3IiwiRm9udFNpemUiOjExLCJGb250TmFtZSI6IkNhbGlicmkiLCJJc0JvbGQiOnRydWUsIklzSXRhbGljIjpmYWxzZSwiSXNVbmRlcmxpbmVkIjpmYWxzZSwiUGFyZW50U3R5bGUiOm51bGx9LCJBdXRvU2l6ZSI6MCwiRm9yZWdyb3VuZCI6eyIkcmVmIjoiMzIxIn0sIk1heFdpZHRoIjo3MjAuMCwiTWF4SGVpZ2h0IjoiSW5maW5pdHkiLCJTbWFydEZvcmVncm91bmRJc0FjdGl2ZSI6ZmFsc2UsIkhvcml6b250YWxBbGlnbm1lbnQiOjAsIlZlcnRpY2FsQWxpZ25tZW50IjowLCJTbWFydEZvcmVncm91bmQiOm51bGwsIkJhY2tncm91bmRGaWxsVHlwZSI6MCwiTWFyZ2luIjp7IiRyZWYiOiIzMjMifSwiUGFkZGluZyI6eyIkcmVmIjoiMzI0In0sIkJhY2tncm91bmQiOnsiJHJlZiI6IjMyNSJ9LCJJc1Zpc2libGUiOnRydWUsIldpZHRoIjowLjAsIkhlaWdodCI6MC4wLCJCb3JkZXJTdHlsZSI6eyIkaWQiOiIzODgiLCJMaW5lQ29sb3IiOm51bGwsIkxpbmVXZWlnaHQiOjAuMCwiTGluZVR5cGUiOjAsIlBhcmVudFN0eWxlIjpudWxsfSwiUGFyZW50U3R5bGUiOm51bGx9LCJEYXRlU3R5bGUiOnsiJGlkIjoiMzg5IiwiRm9udFNldHRpbmdzIjp7IiRpZCI6IjM5MCIsIkZvbnRTaXplIjoxMCwiRm9udE5hbWUiOiJDYWxpYnJpIiwiSXNCb2xkIjpmYWxzZSwiSXNJdGFsaWMiOmZhbHNlLCJJc1VuZGVybGluZWQiOmZhbHNlLCJQYXJlbnRTdHlsZSI6bnVsbH0sIkF1dG9TaXplIjowLCJGb3JlZ3JvdW5kIjp7IiRyZWYiOiIzMzAifSwiTWF4V2lkdGgiOjIwMC4wLCJNYXhIZWlnaHQiOiJJbmZpbml0eSIsIlNtYXJ0Rm9yZWdyb3VuZElzQWN0aXZlIjpmYWxzZSwiSG9yaXpvbnRhbEFsaWdubWVudCI6MiwiVmVydGljYWxBbGlnbm1lbnQiOjAsIlNtYXJ0Rm9yZWdyb3VuZCI6bnVsbCwiQmFja2dyb3VuZEZpbGxUeXBlIjowLCJNYXJnaW4iOnsiJHJlZiI6IjMzMiJ9LCJQYWRkaW5nIjp7IiRyZWYiOiIzMzMifSwiQmFja2dyb3VuZCI6eyIkcmVmIjoiMzM0In0sIklzVmlzaWJsZSI6dHJ1ZSwiV2lkdGgiOjAuMCwiSGVpZ2h0IjowLjAsIkJvcmRlclN0eWxlIjp7IiRpZCI6IjM5MSIsIkxpbmVDb2xvciI6bnVsbCwiTGluZVdlaWdodCI6MC4wLCJMaW5lVHlwZSI6MCwiUGFyZW50U3R5bGUiOm51bGx9LCJQYXJlbnRTdHlsZSI6bnVsbH0sIkRhdGVGb3JtYXQiOnsiJHJlZiI6IjMzNyJ9LCJXZWVrTnVtYmVyaW5nIjp7IiRpZCI6IjM5MiIsIkZvcm1hdCI6MCwiSXNWaXNpYmxlIjpmYWxzZSwiTGFzdEtub3duVmlzaWJpbGl0eVN0YXRlIjpmYWxzZX0sIklzVmlzaWJsZSI6dHJ1ZSwiUGFyZW50U3R5bGUiOm51bGx9LCJJbmRleCI6OSwiU21hcnREdXJhdGlvbkFjdGl2YXRlZCI6ZmFsc2UsIkRhdGVGb3JtYXQiOnsiJHJlZiI6IjMzNyJ9LCJXZWVrTnVtYmVyaW5nIjp7IiRpZCI6IjM5MyIsIkZvcm1hdCI6MCwiSXNWaXNpYmxlIjpmYWxzZSwiTGFzdEtub3duVmlzaWJpbGl0eVN0YXRlIjpmYWxzZX0sIklkIjoiYjkxZjRlN2YtNjE2Yi00M2Q1LWJmNTMtYTMxYmMzNDNlMDNmIiwiSW1wb3J0SWQiOm51bGwsIlRpdGxlIjoiZlNJViAtIExTUyIsIk5vdGUiOm51bGwsIkh5cGVybGluayI6eyIkaWQiOiIzOTQiLCJBZGRyZXNzIjpudWxsLCJTdWJBZGRyZXNzIjpudWxsfSwiSXNDaGFuZ2VkIjpmYWxzZSwiSXNOZXciOmZhbHNlfX1dLCJfbWlsZXN0b25lcyI6W10sIklkIjoiMDAwMDAwMDAtMDAwMC0wMDAwLTAwMDAtMDAwMDAwMDAwMDAwIiwiSXNTaW5nbGVJdGVtUm93Ijp0cnVlfSx7IiRpZCI6IjM5NSIsIl90YXNrcyI6W3siJGlkIjoiMzk2IiwiX2F0dGFjaGVkTWlsZXN0b25lcyI6W10sIlRhc2tEZWZpbml0aW9uIjp7IiRpZCI6IjM5NyIsIkdyb3VwTmFtZSI6bnVsbCwiU3RhcnREYXRlIjoiMjAyOC0wMy0yMlQyMzo1OTowMFoiLCJFbmREYXRlIjoiMjAyOS0wMy0yMlQyMzo1OTowMFoiLCJQZXJjZW50YWdlQ29tcGxldGUiOm51bGwsIlN0eWxlIjp7IiRpZCI6IjM5OCIsIlNoYXBlIjoxLCJTaGFwZVRoaWNrbmVzcyI6MCwiRHVyYXRpb25Gb3JtYXQiOjAsIkluY2x1ZGVOb25Xb3JraW5nRGF5c0luRHVyYXRpb24iOmZhbHNlLCJQZXJjZW50YWdlQ29tcGxldGVTdHlsZSI6eyIkaWQiOiIzOTkiLCJGb250U2V0dGluZ3MiOnsiJGlkIjoiNDAw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yZWYiOiIyOTEifSwiUGFkZGluZyI6eyIkcmVmIjoiMjkyIn0sIkJhY2tncm91bmQiOnsiJHJlZiI6IjI5MyJ9LCJJc1Zpc2libGUiOnRydWUsIldpZHRoIjowLjAsIkhlaWdodCI6MC4wLCJCb3JkZXJTdHlsZSI6eyIkaWQiOiI0MDEiLCJMaW5lQ29sb3IiOm51bGwsIkxpbmVXZWlnaHQiOjAuMCwiTGluZVR5cGUiOjAsIlBhcmVudFN0eWxlIjpudWxsfSwiUGFyZW50U3R5bGUiOm51bGx9LCJEdXJhdGlvblN0eWxlIjp7IiRpZCI6IjQwMiIsIkZvbnRTZXR0aW5ncyI6eyIkaWQiOiI0MDMiLCJGb250U2l6ZSI6MTAsIkZvbnROYW1lIjoiQ2FsaWJyaSIsIklzQm9sZCI6ZmFsc2UsIklzSXRhbGljIjpmYWxzZSwiSXNVbmRlcmxpbmVkIjpmYWxzZSwiUGFyZW50U3R5bGUiOm51bGx9LCJBdXRvU2l6ZSI6MCwiRm9yZWdyb3VuZCI6eyIkcmVmIjoiMjk4In0sIk1heFdpZHRoIjoyMDAuMCwiTWF4SGVpZ2h0IjoiSW5maW5pdHkiLCJTbWFydEZvcmVncm91bmRJc0FjdGl2ZSI6ZmFsc2UsIkhvcml6b250YWxBbGlnbm1lbnQiOjAsIlZlcnRpY2FsQWxpZ25tZW50IjowLCJTbWFydEZvcmVncm91bmQiOm51bGwsIkJhY2tncm91bmRGaWxsVHlwZSI6MCwiTWFyZ2luIjp7IiRyZWYiOiIzMDAifSwiUGFkZGluZyI6eyIkcmVmIjoiMzAxIn0sIkJhY2tncm91bmQiOnsiJHJlZiI6IjMwMiJ9LCJJc1Zpc2libGUiOnRydWUsIldpZHRoIjowLjAsIkhlaWdodCI6MC4wLCJCb3JkZXJTdHlsZSI6eyIkaWQiOiI0MDQiLCJMaW5lQ29sb3IiOm51bGwsIkxpbmVXZWlnaHQiOjAuMCwiTGluZVR5cGUiOjAsIlBhcmVudFN0eWxlIjpudWxsfSwiUGFyZW50U3R5bGUiOm51bGx9LCJIb3Jpem9udGFsQ29ubmVjdG9yU3R5bGUiOnsiJGlkIjoiNDA1IiwiTGluZUNvbG9yIjp7IiRyZWYiOiIzMDYifSwiTGluZVdlaWdodCI6MS4wLCJMaW5lVHlwZSI6MCwiUGFyZW50U3R5bGUiOm51bGx9LCJWZXJ0aWNhbENvbm5lY3RvclN0eWxlIjp7IiRpZCI6IjQwNiIsIkxpbmVDb2xvciI6eyIkcmVmIjoiMzA5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DA3IiwiTWFyZ2luIjp7IiRyZWYiOiIzMTIifSwiUGFkZGluZyI6eyIkcmVmIjoiMzEzIn0sIkJhY2tncm91bmQiOnsiJGlkIjoiNDA4IiwiQ29sb3IiOnsiJGlkIjoiNDA5IiwiQSI6MjU1LCJSIjowLCJHIjoyMjgsIkIiOjEyNH19LCJJc1Zpc2libGUiOnRydWUsIldpZHRoIjowLjAsIkhlaWdodCI6MTAuMCwiQm9yZGVyU3R5bGUiOnsiJGlkIjoiNDEwIiwiTGluZUNvbG9yIjp7IiRpZCI6IjQxMSIsIiR0eXBlIjoiTkxSRS5Db21tb24uRG9tLlNvbGlkQ29sb3JCcnVzaCwgTkxSRS5Db21tb24iLCJDb2xvciI6eyIkaWQiOiI0MTIiLCJBIjoyNTUsIlIiOjI1NSwiRyI6MjU1LCJCIjoyNTV9fSwiTGluZVdlaWdodCI6MC4wLCJMaW5lVHlwZSI6MCwiUGFyZW50U3R5bGUiOm51bGx9LCJQYXJlbnRTdHlsZSI6bnVsbH0sIlRpdGxlU3R5bGUiOnsiJGlkIjoiNDEzIiwiRm9udFNldHRpbmdzIjp7IiRpZCI6IjQxNCIsIkZvbnRTaXplIjoxMSwiRm9udE5hbWUiOiJDYWxpYnJpIiwiSXNCb2xkIjp0cnVlLCJJc0l0YWxpYyI6ZmFsc2UsIklzVW5kZXJsaW5lZCI6ZmFsc2UsIlBhcmVudFN0eWxlIjpudWxsfSwiQXV0b1NpemUiOjAsIkZvcmVncm91bmQiOnsiJHJlZiI6IjMyMSJ9LCJNYXhXaWR0aCI6NzIwLjAsIk1heEhlaWdodCI6IkluZmluaXR5IiwiU21hcnRGb3JlZ3JvdW5kSXNBY3RpdmUiOmZhbHNlLCJIb3Jpem9udGFsQWxpZ25tZW50IjowLCJWZXJ0aWNhbEFsaWdubWVudCI6MCwiU21hcnRGb3JlZ3JvdW5kIjpudWxsLCJCYWNrZ3JvdW5kRmlsbFR5cGUiOjAsIk1hcmdpbiI6eyIkcmVmIjoiMzIzIn0sIlBhZGRpbmciOnsiJHJlZiI6IjMyNCJ9LCJCYWNrZ3JvdW5kIjp7IiRyZWYiOiIzMjUifSwiSXNWaXNpYmxlIjp0cnVlLCJXaWR0aCI6MC4wLCJIZWlnaHQiOjAuMCwiQm9yZGVyU3R5bGUiOnsiJGlkIjoiNDE1IiwiTGluZUNvbG9yIjpudWxsLCJMaW5lV2VpZ2h0IjowLjAsIkxpbmVUeXBlIjowLCJQYXJlbnRTdHlsZSI6bnVsbH0sIlBhcmVudFN0eWxlIjpudWxsfSwiRGF0ZVN0eWxlIjp7IiRpZCI6IjQxNiIsIkZvbnRTZXR0aW5ncyI6eyIkaWQiOiI0MTciLCJGb250U2l6ZSI6MTAsIkZvbnROYW1lIjoiQ2FsaWJyaSIsIklzQm9sZCI6ZmFsc2UsIklzSXRhbGljIjpmYWxzZSwiSXNVbmRlcmxpbmVkIjpmYWxzZSwiUGFyZW50U3R5bGUiOm51bGx9LCJBdXRvU2l6ZSI6MCwiRm9yZWdyb3VuZCI6eyIkcmVmIjoiMzMwIn0sIk1heFdpZHRoIjoyMDAuMCwiTWF4SGVpZ2h0IjoiSW5maW5pdHkiLCJTbWFydEZvcmVncm91bmRJc0FjdGl2ZSI6ZmFsc2UsIkhvcml6b250YWxBbGlnbm1lbnQiOjIsIlZlcnRpY2FsQWxpZ25tZW50IjowLCJTbWFydEZvcmVncm91bmQiOm51bGwsIkJhY2tncm91bmRGaWxsVHlwZSI6MCwiTWFyZ2luIjp7IiRyZWYiOiIzMzIifSwiUGFkZGluZyI6eyIkcmVmIjoiMzMzIn0sIkJhY2tncm91bmQiOnsiJHJlZiI6IjMzNCJ9LCJJc1Zpc2libGUiOnRydWUsIldpZHRoIjowLjAsIkhlaWdodCI6MC4wLCJCb3JkZXJTdHlsZSI6eyIkaWQiOiI0MTgiLCJMaW5lQ29sb3IiOm51bGwsIkxpbmVXZWlnaHQiOjAuMCwiTGluZVR5cGUiOjAsIlBhcmVudFN0eWxlIjpudWxsfSwiUGFyZW50U3R5bGUiOm51bGx9LCJEYXRlRm9ybWF0Ijp7IiRyZWYiOiIzMzcifSwiV2Vla051bWJlcmluZyI6eyIkaWQiOiI0MTkiLCJGb3JtYXQiOjAsIklzVmlzaWJsZSI6ZmFsc2UsIkxhc3RLbm93blZpc2liaWxpdHlTdGF0ZSI6ZmFsc2V9LCJJc1Zpc2libGUiOnRydWUsIlBhcmVudFN0eWxlIjpudWxsfSwiSW5kZXgiOjEwLCJTbWFydER1cmF0aW9uQWN0aXZhdGVkIjpmYWxzZSwiRGF0ZUZvcm1hdCI6eyIkcmVmIjoiMzM3In0sIldlZWtOdW1iZXJpbmciOnsiJGlkIjoiNDIwIiwiRm9ybWF0IjowLCJJc1Zpc2libGUiOmZhbHNlLCJMYXN0S25vd25WaXNpYmlsaXR5U3RhdGUiOmZhbHNlfSwiSWQiOiI3MWViZTY1Mi0yOWE3LTQ2YjUtYmYzMC1jOTY0MWU5MzI2MzYiLCJJbXBvcnRJZCI6bnVsbCwiVGl0bGUiOiJDaGluYSBBQSBzdWIgLSBhcHAiLCJOb3RlIjpudWxsLCJIeXBlcmxpbmsiOnsiJGlkIjoiNDIxIiwiQWRkcmVzcyI6bnVsbCwiU3ViQWRkcmVzcyI6bnVsbH0sIklzQ2hhbmdlZCI6ZmFsc2UsIklzTmV3IjpmYWxzZX19XSwiX21pbGVzdG9uZXMiOltdLCJJZCI6IjAwMDAwMDAwLTAwMDAtMDAwMC0wMDAwLTAwMDAwMDAwMDAwMCIsIklzU2luZ2xlSXRlbVJvdyI6dHJ1ZX0seyIkaWQiOiI0MjIiLCJfdGFza3MiOlt7IiRpZCI6IjQyMyIsIl9hdHRhY2hlZE1pbGVzdG9uZXMiOltdLCJUYXNrRGVmaW5pdGlvbiI6eyIkaWQiOiI0MjQiLCJHcm91cE5hbWUiOm51bGwsIlN0YXJ0RGF0ZSI6IjIwMzAtMDYtMDFUMDA6MDA6MDBaIiwiRW5kRGF0ZSI6IjIwMzEtMDQtMDFUMjM6NTk6MDBaIiwiUGVyY2VudGFnZUNvbXBsZXRlIjpudWxsLCJTdHlsZSI6eyIkaWQiOiI0MjUiLCJTaGFwZSI6MSwiU2hhcGVUaGlja25lc3MiOjAsIkR1cmF0aW9uRm9ybWF0IjowLCJJbmNsdWRlTm9uV29ya2luZ0RheXNJbkR1cmF0aW9uIjpmYWxzZSwiUGVyY2VudGFnZUNvbXBsZXRlU3R5bGUiOnsiJGlkIjoiNDI2IiwiRm9udFNldHRpbmdzIjp7IiRpZCI6IjQyNy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cmVmIjoiMjkxIn0sIlBhZGRpbmciOnsiJHJlZiI6IjI5MiJ9LCJCYWNrZ3JvdW5kIjp7IiRyZWYiOiIyOTMifSwiSXNWaXNpYmxlIjp0cnVlLCJXaWR0aCI6MC4wLCJIZWlnaHQiOjAuMCwiQm9yZGVyU3R5bGUiOnsiJGlkIjoiNDI4IiwiTGluZUNvbG9yIjpudWxsLCJMaW5lV2VpZ2h0IjowLjAsIkxpbmVUeXBlIjowLCJQYXJlbnRTdHlsZSI6bnVsbH0sIlBhcmVudFN0eWxlIjpudWxsfSwiRHVyYXRpb25TdHlsZSI6eyIkaWQiOiI0MjkiLCJGb250U2V0dGluZ3MiOnsiJGlkIjoiNDMwIiwiRm9udFNpemUiOjEwLCJGb250TmFtZSI6IkNhbGlicmkiLCJJc0JvbGQiOmZhbHNlLCJJc0l0YWxpYyI6ZmFsc2UsIklzVW5kZXJsaW5lZCI6ZmFsc2UsIlBhcmVudFN0eWxlIjpudWxsfSwiQXV0b1NpemUiOjAsIkZvcmVncm91bmQiOnsiJHJlZiI6IjI5OCJ9LCJNYXhXaWR0aCI6MjAwLjAsIk1heEhlaWdodCI6IkluZmluaXR5IiwiU21hcnRGb3JlZ3JvdW5kSXNBY3RpdmUiOmZhbHNlLCJIb3Jpem9udGFsQWxpZ25tZW50IjowLCJWZXJ0aWNhbEFsaWdubWVudCI6MCwiU21hcnRGb3JlZ3JvdW5kIjpudWxsLCJCYWNrZ3JvdW5kRmlsbFR5cGUiOjAsIk1hcmdpbiI6eyIkcmVmIjoiMzAwIn0sIlBhZGRpbmciOnsiJHJlZiI6IjMwMSJ9LCJCYWNrZ3JvdW5kIjp7IiRyZWYiOiIzMDIifSwiSXNWaXNpYmxlIjp0cnVlLCJXaWR0aCI6MC4wLCJIZWlnaHQiOjAuMCwiQm9yZGVyU3R5bGUiOnsiJGlkIjoiNDMxIiwiTGluZUNvbG9yIjpudWxsLCJMaW5lV2VpZ2h0IjowLjAsIkxpbmVUeXBlIjowLCJQYXJlbnRTdHlsZSI6bnVsbH0sIlBhcmVudFN0eWxlIjpudWxsfSwiSG9yaXpvbnRhbENvbm5lY3RvclN0eWxlIjp7IiRpZCI6IjQzMiIsIkxpbmVDb2xvciI6eyIkcmVmIjoiMzA2In0sIkxpbmVXZWlnaHQiOjEuMCwiTGluZVR5cGUiOjAsIlBhcmVudFN0eWxlIjpudWxsfSwiVmVydGljYWxDb25uZWN0b3JTdHlsZSI6eyIkaWQiOiI0MzMiLCJMaW5lQ29sb3IiOnsiJHJlZiI6IjMw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QzNCIsIk1hcmdpbiI6eyIkcmVmIjoiMzEyIn0sIlBhZGRpbmciOnsiJHJlZiI6IjMxMyJ9LCJCYWNrZ3JvdW5kIjp7IiRpZCI6IjQzNSIsIkNvbG9yIjp7IiRpZCI6IjQzNiIsIkEiOjI1NSwiUiI6MCwiRyI6MjI4LCJCIjoxMjR9fSwiSXNWaXNpYmxlIjp0cnVlLCJXaWR0aCI6MC4wLCJIZWlnaHQiOjEwLjAsIkJvcmRlclN0eWxlIjp7IiRpZCI6IjQzNyIsIkxpbmVDb2xvciI6eyIkaWQiOiI0MzgiLCIkdHlwZSI6Ik5MUkUuQ29tbW9uLkRvbS5Tb2xpZENvbG9yQnJ1c2gsIE5MUkUuQ29tbW9uIiwiQ29sb3IiOnsiJGlkIjoiNDM5IiwiQSI6MjU1LCJSIjoyNTUsIkciOjI1NSwiQiI6MjU1fX0sIkxpbmVXZWlnaHQiOjAuMCwiTGluZVR5cGUiOjAsIlBhcmVudFN0eWxlIjpudWxsfSwiUGFyZW50U3R5bGUiOm51bGx9LCJUaXRsZVN0eWxlIjp7IiRpZCI6IjQ0MCIsIkZvbnRTZXR0aW5ncyI6eyIkaWQiOiI0NDEiLCJGb250U2l6ZSI6MTEsIkZvbnROYW1lIjoiQ2FsaWJyaSIsIklzQm9sZCI6dHJ1ZSwiSXNJdGFsaWMiOmZhbHNlLCJJc1VuZGVybGluZWQiOmZhbHNlLCJQYXJlbnRTdHlsZSI6bnVsbH0sIkF1dG9TaXplIjowLCJGb3JlZ3JvdW5kIjp7IiRyZWYiOiIzMjEifSwiTWF4V2lkdGgiOjcyMC4wLCJNYXhIZWlnaHQiOiJJbmZpbml0eSIsIlNtYXJ0Rm9yZWdyb3VuZElzQWN0aXZlIjpmYWxzZSwiSG9yaXpvbnRhbEFsaWdubWVudCI6MCwiVmVydGljYWxBbGlnbm1lbnQiOjAsIlNtYXJ0Rm9yZWdyb3VuZCI6bnVsbCwiQmFja2dyb3VuZEZpbGxUeXBlIjowLCJNYXJnaW4iOnsiJHJlZiI6IjMyMyJ9LCJQYWRkaW5nIjp7IiRyZWYiOiIzMjQifSwiQmFja2dyb3VuZCI6eyIkcmVmIjoiMzI1In0sIklzVmlzaWJsZSI6dHJ1ZSwiV2lkdGgiOjAuMCwiSGVpZ2h0IjowLjAsIkJvcmRlclN0eWxlIjp7IiRpZCI6IjQ0MiIsIkxpbmVDb2xvciI6bnVsbCwiTGluZVdlaWdodCI6MC4wLCJMaW5lVHlwZSI6MCwiUGFyZW50U3R5bGUiOm51bGx9LCJQYXJlbnRTdHlsZSI6bnVsbH0sIkRhdGVTdHlsZSI6eyIkaWQiOiI0NDMiLCJGb250U2V0dGluZ3MiOnsiJGlkIjoiNDQ0IiwiRm9udFNpemUiOjEwLCJGb250TmFtZSI6IkNhbGlicmkiLCJJc0JvbGQiOmZhbHNlLCJJc0l0YWxpYyI6ZmFsc2UsIklzVW5kZXJsaW5lZCI6ZmFsc2UsIlBhcmVudFN0eWxlIjpudWxsfSwiQXV0b1NpemUiOjAsIkZvcmVncm91bmQiOnsiJHJlZiI6IjMzMCJ9LCJNYXhXaWR0aCI6MjAwLjAsIk1heEhlaWdodCI6IkluZmluaXR5IiwiU21hcnRGb3JlZ3JvdW5kSXNBY3RpdmUiOmZhbHNlLCJIb3Jpem9udGFsQWxpZ25tZW50IjoyLCJWZXJ0aWNhbEFsaWdubWVudCI6MCwiU21hcnRGb3JlZ3JvdW5kIjpudWxsLCJCYWNrZ3JvdW5kRmlsbFR5cGUiOjAsIk1hcmdpbiI6eyIkcmVmIjoiMzMyIn0sIlBhZGRpbmciOnsiJHJlZiI6IjMzMyJ9LCJCYWNrZ3JvdW5kIjp7IiRyZWYiOiIzMzQifSwiSXNWaXNpYmxlIjp0cnVlLCJXaWR0aCI6MC4wLCJIZWlnaHQiOjAuMCwiQm9yZGVyU3R5bGUiOnsiJGlkIjoiNDQ1IiwiTGluZUNvbG9yIjpudWxsLCJMaW5lV2VpZ2h0IjowLjAsIkxpbmVUeXBlIjowLCJQYXJlbnRTdHlsZSI6bnVsbH0sIlBhcmVudFN0eWxlIjpudWxsfSwiRGF0ZUZvcm1hdCI6eyIkcmVmIjoiMzM3In0sIldlZWtOdW1iZXJpbmciOnsiJGlkIjoiNDQ2IiwiRm9ybWF0IjowLCJJc1Zpc2libGUiOmZhbHNlLCJMYXN0S25vd25WaXNpYmlsaXR5U3RhdGUiOmZhbHNlfSwiSXNWaXNpYmxlIjp0cnVlLCJQYXJlbnRTdHlsZSI6bnVsbH0sIkluZGV4IjoxMSwiU21hcnREdXJhdGlvbkFjdGl2YXRlZCI6ZmFsc2UsIkRhdGVGb3JtYXQiOnsiJHJlZiI6IjMzNyJ9LCJXZWVrTnVtYmVyaW5nIjp7IiRpZCI6IjQ0NyIsIkZvcm1hdCI6MCwiSXNWaXNpYmxlIjpmYWxzZSwiTGFzdEtub3duVmlzaWJpbGl0eVN0YXRlIjpmYWxzZX0sIklkIjoiY2I4YTliMzYtOTI0OS00NTI5LTkwNTItMThkMzE4MTg3YzgxIiwiSW1wb3J0SWQiOm51bGwsIlRpdGxlIjoiQ2hpbmEgRkEgc3ViIC0gYXBwIiwiTm90ZSI6bnVsbCwiSHlwZXJsaW5rIjp7IiRpZCI6IjQ0OCIsIkFkZHJlc3MiOm51bGwsIlN1YkFkZHJlc3MiOm51bGx9LCJJc0NoYW5nZWQiOmZhbHNlLCJJc05ldyI6ZmFsc2V9fV0sIl9taWxlc3RvbmVzIjpbXSwiSWQiOiIwMDAwMDAwMC0wMDAwLTAwMDAtMDAwMC0wMDAwMDAwMDAwMDAiLCJJc1NpbmdsZUl0ZW1Sb3ciOnRydWV9XSwiSW5kZXgiOjYsIklkIjoiMzFkOGQ5NWEtZjYwMS00MTRkLWI4MWEtY2U4Y2ZmOTcyMGZiIiwiSGVhZGVyVGV4dCI6bnVsbCwiSXNEZWZhdWx0Ijp0cnVlLCJTdHlsZSI6eyIkaWQiOiI0NDkiLCJIZWFkZXJTdHlsZSI6eyIkaWQiOiI0NTAiLCJUZXh0U3R5bGUiOnsiJGlkIjoiNDUxIiwiRm9udFNldHRpbmdzIjp7IiRpZCI6IjQ1MiIsIkZvbnRTaXplIjoxMSwiRm9udE5hbWUiOiJDYWxpYnJpIiwiSXNCb2xkIjpmYWxzZSwiSXNJdGFsaWMiOmZhbHNlLCJJc1VuZGVybGluZWQiOmZhbHNlLCJQYXJlbnRTdHlsZSI6bnVsbH0sIkF1dG9TaXplIjoyLCJGb3JlZ3JvdW5kIjp7IiRpZCI6IjQ1MyIsIkNvbG9yIjp7IiRpZCI6IjQ1N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Q1NSIsIlRvcCI6MC4wLCJMZWZ0IjowLjAsIlJpZ2h0IjowLjAsIkJvdHRvbSI6MC4wfSwiUGFkZGluZyI6eyIkaWQiOiI0NTYiLCJUb3AiOjAuMCwiTGVmdCI6MC4wLCJSaWdodCI6MC4wLCJCb3R0b20iOjAuMH0sIkJhY2tncm91bmQiOm51bGwsIklzVmlzaWJsZSI6dHJ1ZSwiV2lkdGgiOjAuMCwiSGVpZ2h0IjowLjAsIkJvcmRlclN0eWxlIjpudWxsLCJQYXJlbnRTdHlsZSI6bnVsbH0sIlJlY3RhbmdsZVN0eWxlIjp7IiRpZCI6IjQ1NyIsIk1hcmdpbiI6eyIkaWQiOiI0NTgiLCJUb3AiOjAuMCwiTGVmdCI6MC4wLCJSaWdodCI6MC4wLCJCb3R0b20iOjAuMH0sIlBhZGRpbmciOnsiJGlkIjoiNDU5IiwiVG9wIjowLjAsIkxlZnQiOjAuMCwiUmlnaHQiOjAuMCwiQm90dG9tIjowLjB9LCJCYWNrZ3JvdW5kIjp7IiRpZCI6IjQ2MCIsIkNvbG9yIjp7IiRpZCI6IjQ2MSIsIkEiOjYzLCJSIjowLCJHIjoyMjgsIkIiOjEyNH19LCJJc1Zpc2libGUiOnRydWUsIldpZHRoIjowLjAsIkhlaWdodCI6MC4wLCJCb3JkZXJTdHlsZSI6eyIkaWQiOiI0NjIiLCJMaW5lQ29sb3IiOnsiJGlkIjoiNDYzIiwiJHR5cGUiOiJOTFJFLkNvbW1vbi5Eb20uU29saWRDb2xvckJydXNoLCBOTFJFLkNvbW1vbiIsIkNvbG9yIjp7IiRpZCI6IjQ2NCIsIkEiOjI1NSwiUiI6MjU1LCJHIjowLCJCIjowfX0sIkxpbmVXZWlnaHQiOjAuMCwiTGluZVR5cGUiOjAsIlBhcmVudFN0eWxlIjpudWxsfSwiUGFyZW50U3R5bGUiOm51bGx9LCJNYXJnaW4iOnsiJGlkIjoiNDY1IiwiVG9wIjowLjAsIkxlZnQiOjAuMCwiUmlnaHQiOjAuMCwiQm90dG9tIjowLjB9LCJQYWRkaW5nIjp7IiRpZCI6IjQ2NiIsIlRvcCI6MC4wLCJMZWZ0IjowLjAsIlJpZ2h0IjowLjAsIkJvdHRvbSI6MC4wfSwiQmFja2dyb3VuZCI6bnVsbCwiSXNWaXNpYmxlIjp0cnVlLCJXaWR0aCI6MC4wLCJIZWlnaHQiOjAuMCwiQm9yZGVyU3R5bGUiOm51bGwsIlBhcmVudFN0eWxlIjpudWxsfSwiQmFja2dyb3VuZFN0eWxlIjp7IiRpZCI6IjQ2NyIsIk1hcmdpbiI6eyIkaWQiOiI0NjgiLCJUb3AiOjAuMCwiTGVmdCI6MC4wLCJSaWdodCI6MC4wLCJCb3R0b20iOjAuMH0sIlBhZGRpbmciOnsiJGlkIjoiNDY5IiwiVG9wIjowLjAsIkxlZnQiOjAuMCwiUmlnaHQiOjAuMCwiQm90dG9tIjowLjB9LCJCYWNrZ3JvdW5kIjp7IiRpZCI6IjQ3MCIsIkNvbG9yIjp7IiRpZCI6IjQ3MSIsIkEiOjUxLCJSIjoxOTcsIkciOjE5NSwiQiI6MjM4fX0sIklzVmlzaWJsZSI6dHJ1ZSwiV2lkdGgiOjAuMCwiSGVpZ2h0IjowLjAsIkJvcmRlclN0eWxlIjp7IiRpZCI6IjQ3MiIsIkxpbmVDb2xvciI6eyIkaWQiOiI0NzMiLCIkdHlwZSI6Ik5MUkUuQ29tbW9uLkRvbS5Tb2xpZENvbG9yQnJ1c2gsIE5MUkUuQ29tbW9uIiwiQ29sb3IiOnsiJGlkIjoiNDc0IiwiQSI6MjU1LCJSIjoyNTUsIkciOjAsIkIiOjB9fSwiTGluZVdlaWdodCI6MC4wLCJMaW5lVHlwZSI6MCwiUGFyZW50U3R5bGUiOm51bGx9LCJQYXJlbnRTdHlsZSI6bnVsbH0sIk1hcmdpbiI6eyIkaWQiOiI0NzUiLCJUb3AiOjAuMCwiTGVmdCI6MC4wLCJSaWdodCI6MC4wLCJCb3R0b20iOjAuMH0sIlBhZGRpbmciOnsiJGlkIjoiNDc2IiwiVG9wIjowLjAsIkxlZnQiOjAuMCwiUmlnaHQiOjAuMCwiQm90dG9tIjowLjB9LCJJc1Zpc2libGUiOmZhbHNlLCJXaWR0aCI6MC4wLCJIZWlnaHQiOjAuMCwiQm9yZGVyU3R5bGUiOm51bGwsIlBhcmVudFN0eWxlIjpudWxsfX1dLCJJZCI6IjJkYWUzNDUyLWQxNmQtNGQ0Yy04MTYzLWRhMzhhZTU1N2ZmMyIsIkluZGV4Ijo2LCJIZWFkZXJUZXh0IjoiQ2hpbmEiLCJTdHlsZSI6eyIkaWQiOiI0NzciLCJIZWFkZXJTdHlsZSI6eyIkaWQiOiI0NzgiLCJUZXh0SXNWZXJ0aWNhbCI6ZmFsc2UsIlRleHRTdHlsZSI6eyIkaWQiOiI0NzkiLCJGb250U2V0dGluZ3MiOnsiJGlkIjoiNDgwIiwiRm9udFNpemUiOjEyLCJGb250TmFtZSI6IkNhbGlicmkiLCJJc0JvbGQiOmZhbHNlLCJJc0l0YWxpYyI6ZmFsc2UsIklzVW5kZXJsaW5lZCI6ZmFsc2UsIlBhcmVudFN0eWxlIjpudWxsfSwiQXV0b1NpemUiOjIsIkZvcmVncm91bmQiOnsiJHJlZiI6IjI1OCJ9LCJNYXhXaWR0aCI6IkluZmluaXR5IiwiTWF4SGVpZ2h0IjowLjAsIlNtYXJ0Rm9yZWdyb3VuZElzQWN0aXZlIjpmYWxzZSwiSG9yaXpvbnRhbEFsaWdubWVudCI6MCwiVmVydGljYWxBbGlnbm1lbnQiOjAsIlNtYXJ0Rm9yZWdyb3VuZCI6bnVsbCwiQmFja2dyb3VuZEZpbGxUeXBlIjowLCJNYXJnaW4iOnsiJHJlZiI6IjI2MCJ9LCJQYWRkaW5nIjp7IiRyZWYiOiIyNjEifSwiQmFja2dyb3VuZCI6bnVsbCwiSXNWaXNpYmxlIjp0cnVlLCJXaWR0aCI6MC4wLCJIZWlnaHQiOjAuMCwiQm9yZGVyU3R5bGUiOm51bGwsIlBhcmVudFN0eWxlIjpudWxsfSwiUmVjdGFuZ2xlU3R5bGUiOnsiJGlkIjoiNDgxIiwiTWFyZ2luIjp7IiRpZCI6IjQ4MiIsIlRvcCI6MC4wLCJMZWZ0IjowLjAsIlJpZ2h0IjowLjAsIkJvdHRvbSI6MC4wfSwiUGFkZGluZyI6eyIkaWQiOiI0ODMiLCJUb3AiOjAuMCwiTGVmdCI6MC4wLCJSaWdodCI6MC4wLCJCb3R0b20iOjAuMH0sIkJhY2tncm91bmQiOnsiJGlkIjoiNDg0IiwiQ29sb3IiOnsiJGlkIjoiNDg1IiwiQSI6MjU1LCJSIjowLCJHIjoyMjgsIkIiOjEyNH19LCJJc1Zpc2libGUiOnRydWUsIldpZHRoIjowLjAsIkhlaWdodCI6MC4wLCJCb3JkZXJTdHlsZSI6eyIkaWQiOiI0ODYiLCJMaW5lQ29sb3IiOnsiJGlkIjoiNDg3IiwiJHR5cGUiOiJOTFJFLkNvbW1vbi5Eb20uU29saWRDb2xvckJydXNoLCBOTFJFLkNvbW1vbiIsIkNvbG9yIjp7IiRpZCI6IjQ4OCIsIkEiOjI1NSwiUiI6MjU1LCJHIjowLCJCIjowfX0sIkxpbmVXZWlnaHQiOjAuMCwiTGluZVR5cGUiOjAsIlBhcmVudFN0eWxlIjpudWxsfSwiUGFyZW50U3R5bGUiOm51bGx9LCJNYXJnaW4iOnsiJGlkIjoiNDg5IiwiVG9wIjowLjAsIkxlZnQiOjAuMCwiUmlnaHQiOjAuMCwiQm90dG9tIjowLjB9LCJQYWRkaW5nIjp7IiRpZCI6IjQ5MCIsIlRvcCI6MC4wLCJMZWZ0IjowLjAsIlJpZ2h0IjowLjAsIkJvdHRvbSI6MC4wfSwiQmFja2dyb3VuZCI6bnVsbCwiSXNWaXNpYmxlIjp0cnVlLCJXaWR0aCI6MC4wLCJIZWlnaHQiOjAuMCwiQm9yZGVyU3R5bGUiOm51bGwsIlBhcmVudFN0eWxlIjpudWxsfSwiQmFja2dyb3VuZFN0eWxlIjp7IiRpZCI6IjQ5MSIsIk1hcmdpbiI6eyIkaWQiOiI0OTIiLCJUb3AiOjAuMCwiTGVmdCI6MC4wLCJSaWdodCI6MC4wLCJCb3R0b20iOjAuMH0sIlBhZGRpbmciOnsiJGlkIjoiNDkzIiwiVG9wIjowLjAsIkxlZnQiOjAuMCwiUmlnaHQiOjAuMCwiQm90dG9tIjowLjB9LCJCYWNrZ3JvdW5kIjp7IiRpZCI6IjQ5NCIsIkNvbG9yIjp7IiRpZCI6IjQ5NSIsIkEiOjUxLCJSIjoxOTcsIkciOjE5NSwiQiI6MjM4fX0sIklzVmlzaWJsZSI6dHJ1ZSwiV2lkdGgiOjAuMCwiSGVpZ2h0IjowLjAsIkJvcmRlclN0eWxlIjp7IiRpZCI6IjQ5NiIsIkxpbmVDb2xvciI6eyIkaWQiOiI0OTciLCIkdHlwZSI6Ik5MUkUuQ29tbW9uLkRvbS5Tb2xpZENvbG9yQnJ1c2gsIE5MUkUuQ29tbW9uIiwiQ29sb3IiOnsiJGlkIjoiNDk4IiwiQSI6MjU1LCJSIjoyNTUsIkciOjAsIkIiOjB9fSwiTGluZVdlaWdodCI6MC4wLCJMaW5lVHlwZSI6MCwiUGFyZW50U3R5bGUiOm51bGx9LCJQYXJlbnRTdHlsZSI6bnVsbH0sIklzQWJvdmVUaW1lYmFuZCI6ZmFsc2UsIk1hcmdpbiI6eyIkaWQiOiI0OTkiLCJUb3AiOjAuMCwiTGVmdCI6MC4wLCJSaWdodCI6MC4wLCJCb3R0b20iOjAuMH0sIlBhZGRpbmciOnsiJGlkIjoiNTAwIiwiVG9wIjowLjAsIkxlZnQiOjAuMCwiUmlnaHQiOjAuMCwiQm90dG9tIjowLjB9LCJJc1Zpc2libGUiOnRydWUsIldpZHRoIjowLjAsIkhlaWdodCI6MC4wLCJCb3JkZXJTdHlsZSI6eyIkaWQiOiI1MDEiLCJMaW5lQ29sb3IiOm51bGwsIkxpbmVXZWlnaHQiOjAuMCwiTGluZVR5cGUiOjAsIlBhcmVudFN0eWxlIjpudWxsfSwiUGFyZW50U3R5bGUiOm51bGx9fV0sIkN1bHR1cmVJbmZvTmFtZSI6ImVuLVVTIiwiU3R5bGVOYW1lIjpudWxsLCJWZXJzaW9uIjp7IiRpZCI6IjUwMiIsIlZlcnNpb24iOiIzLjcuMyIsIk9yaWdpbmFsQXNzZW1ibHlWZXJzaW9uIjoiNy4wMC4xNi4wMCIsIkVkaXRpb24iOm51bGwsIkxhc3RTYXZlZEVkaXRpb24iOjAsIklzUGx1c0VkaXRpb24iOmZhbHNlLCJJc1Byb0VkaXRpb24iOmZhbHNlfSwiRWZmZWN0IjoxLCJTdHlsZSI6eyIkaWQiOiI1MDMiLCJEZWZhdWx0RGVwZW5kZW5jeVN0eWxlIjp7IiRpZCI6IjUwNCIsIkxpbmVTdHlsZSI6eyIkaWQiOiI1MDUiLCJMaW5lQ29sb3IiOnsiJGlkIjoiNTA2IiwiJHR5cGUiOiJOTFJFLkNvbW1vbi5Eb20uU29saWRDb2xvckJydXNoLCBOTFJFLkNvbW1vbiIsIkNvbG9yIjp7IiRpZCI6IjUwNyIsIkEiOjI1NSwiUiI6MCwiRyI6MCwiQiI6MH19LCJMaW5lV2VpZ2h0IjoxLjAsIkxpbmVUeXBlIjowLCJQYXJlbnRTdHlsZSI6bnVsbH0sIkVuZEFycm93aGVhZExpbmVTdHlsZSI6eyIkaWQiOiI1MDgiLCJLaW5kIjoxLCJXaWR0aCI6MSwiTGVuZ3RoIjowLCJQYXJlbnRTdHlsZSI6bnVsbH0sIkJyaW5nVG9Gcm9udCI6dHJ1ZSwiRWxib3dSYWRpdXMiOjAuMCwiTWFyZ2luIjp7IiRpZCI6IjUwOSIsIlRvcCI6MC4wLCJMZWZ0IjowLjAsIlJpZ2h0IjowLjAsIkJvdHRvbSI6MC4wfSwiUGFkZGluZyI6eyIkaWQiOiI1MTAiLCJUb3AiOjAuMCwiTGVmdCI6MC4wLCJSaWdodCI6MC4wLCJCb3R0b20iOjAuMH0sIkJhY2tncm91bmQiOm51bGwsIklzVmlzaWJsZSI6dHJ1ZSwiV2lkdGgiOjAuMCwiSGVpZ2h0IjowLjAsIkJvcmRlclN0eWxlIjpudWxsLCJQYXJlbnRTdHlsZSI6bnVsbH0sIkNyaXRpY2FsUGF0aFN0eWxlIjp7IiRpZCI6IjUxMSIsIkNyaXRpY2FsUGF0aFN0eWxlT3B0aW9ucyI6MTUsIkxpbmVTdHlsZSI6eyIkaWQiOiI1MTIiLCJMaW5lQ29sb3IiOnsiJGlkIjoiNTEzIiwiJHR5cGUiOiJOTFJFLkNvbW1vbi5Eb20uU29saWRDb2xvckJydXNoLCBOTFJFLkNvbW1vbiIsIkNvbG9yIjp7IiRpZCI6IjUxNCIsIkEiOjI1NSwiUiI6MjIyLCJHIjo1MCwiQiI6NTB9fSwiTGluZVdlaWdodCI6MS4wLCJMaW5lVHlwZSI6MCwiUGFyZW50U3R5bGUiOm51bGx9LCJUaXRsZUZvcmVncm91bmQiOnsiJGlkIjoiNTE1IiwiQ29sb3IiOnsiJGlkIjoiNTE2IiwiQSI6MjU1LCJSIjoxNzYsIkciOjE5LCJCIjoyNX19LCJTaGFwZXNCYWNrZ3JvdW5kIjp7IiRpZCI6IjUxNyIsIkNvbG9yIjp7IiRpZCI6IjUxOCIsIkEiOjI1NSwiUiI6MjUzLCJHIjoyMDMsIkIiOjIwOH19LCJTaGFwZXNCb3JkZXJTdHlsZSI6eyIkaWQiOiI1MTkiLCJMaW5lQ29sb3IiOnsiJGlkIjoiNTIwIiwiJHR5cGUiOiJOTFJFLkNvbW1vbi5Eb20uU29saWRDb2xvckJydXNoLCBOTFJFLkNvbW1vbiIsIkNvbG9yIjp7IiRpZCI6IjUyMSIsIkEiOjI1NSwiUiI6MjIyLCJHIjo1MCwiQiI6NTB9fSwiTGluZVdlaWdodCI6MS41LCJMaW5lVHlwZSI6MCwiUGFyZW50U3R5bGUiOm51bGx9LCJNYXJnaW4iOnsiJGlkIjoiNTIyIiwiVG9wIjowLjAsIkxlZnQiOjAuMCwiUmlnaHQiOjAuMCwiQm90dG9tIjowLjB9LCJQYWRkaW5nIjp7IiRpZCI6IjUyMyIsIlRvcCI6MC4wLCJMZWZ0IjowLjAsIlJpZ2h0IjowLjAsIkJvdHRvbSI6MC4wfSwiQmFja2dyb3VuZCI6bnVsbCwiSXNWaXNpYmxlIjpmYWxzZSwiV2lkdGgiOjAuMCwiSGVpZ2h0IjowLjAsIkJvcmRlclN0eWxlIjpudWxsLCJQYXJlbnRTdHlsZSI6bnVsbH0sIlRpbWViYW5kU3R5bGUiOnsiJGlkIjoiNTI0IiwiU2NhbGVNYXJraW5nIjoxLCJTaGFwZSI6MCwiU2hhcGVTdHlsZSI6eyIkaWQiOiI1MjUiLCJNYXJnaW4iOnsiJGlkIjoiNTI2IiwiVG9wIjowLjAsIkxlZnQiOjEwLjAsIlJpZ2h0IjoxMC4wLCJCb3R0b20iOjAuMH0sIlBhZGRpbmciOnsiJGlkIjoiNTI3IiwiVG9wIjozLjAsIkxlZnQiOjAuMCwiUmlnaHQiOjAuMCwiQm90dG9tIjozLjB9LCJCYWNrZ3JvdW5kIjp7IiRpZCI6IjUyOCIsIkNvbG9yIjp7IiRpZCI6IjUyOSIsIkEiOjI1NSwiUiI6NjgsIkciOjg0LCJCIjoxMDZ9fSwiSXNWaXNpYmxlIjp0cnVlLCJXaWR0aCI6ODU4LjAsIkhlaWdodCI6MjAuMCwiQm9yZGVyU3R5bGUiOnsiJGlkIjoiNTMwIiwiTGluZUNvbG9yIjp7IiRpZCI6IjUzMSIsIiR0eXBlIjoiTkxSRS5Db21tb24uRG9tLlNvbGlkQ29sb3JCcnVzaCwgTkxSRS5Db21tb24iLCJDb2xvciI6eyIkaWQiOiI1MzIiLCJBIjoyNTUsIlIiOjI1NSwiRyI6MCwiQiI6MH19LCJMaW5lV2VpZ2h0IjowLjAsIkxpbmVUeXBlIjowLCJQYXJlbnRTdHlsZSI6bnVsbH0sIlBhcmVudFN0eWxlIjpudWxsfSwiTWlkZGxlVGllclNoYXBlU3R5bGUiOnsiJGlkIjoiNTMzIiwiTWFyZ2luIjp7IiRpZCI6IjUzNCIsIlRvcCI6MC4wLCJMZWZ0IjoxMC4wLCJSaWdodCI6MTAuMCwiQm90dG9tIjowLjB9LCJQYWRkaW5nIjp7IiRpZCI6IjUzNSIsIlRvcCI6My4wLCJMZWZ0IjowLjAsIlJpZ2h0IjowLjAsIkJvdHRvbSI6My4wfSwiQmFja2dyb3VuZCI6eyIkaWQiOiI1MzYiLCJDb2xvciI6eyIkaWQiOiI1MzciLCJBIjoyNTUsIlIiOjY4LCJHIjo4NCwiQiI6MTA2fX0sIklzVmlzaWJsZSI6dHJ1ZSwiV2lkdGgiOjg1OC4wLCJIZWlnaHQiOjIwLjAsIkJvcmRlclN0eWxlIjp7IiRpZCI6IjUzOCIsIkxpbmVDb2xvciI6eyIkaWQiOiI1MzkiLCIkdHlwZSI6Ik5MUkUuQ29tbW9uLkRvbS5Tb2xpZENvbG9yQnJ1c2gsIE5MUkUuQ29tbW9uIiwiQ29sb3IiOnsiJGlkIjoiNTQwIiwiQSI6MjU1LCJSIjoyNTUsIkciOjAsIkIiOjB9fSwiTGluZVdlaWdodCI6MC4wLCJMaW5lVHlwZSI6MCwiUGFyZW50U3R5bGUiOm51bGx9LCJQYXJlbnRTdHlsZSI6bnVsbH0sIkJvdHRvbVRpZXJTaGFwZVN0eWxlIjp7IiRpZCI6IjU0MSIsIk1hcmdpbiI6eyIkaWQiOiI1NDIiLCJUb3AiOjAuMCwiTGVmdCI6MTAuMCwiUmlnaHQiOjEwLjAsIkJvdHRvbSI6MC4wfSwiUGFkZGluZyI6eyIkaWQiOiI1NDMiLCJUb3AiOjMuMCwiTGVmdCI6MC4wLCJSaWdodCI6MC4wLCJCb3R0b20iOjMuMH0sIkJhY2tncm91bmQiOnsiJGlkIjoiNTQ0IiwiQ29sb3IiOnsiJGlkIjoiNTQ1IiwiQSI6MjU1LCJSIjo2OCwiRyI6ODQsIkIiOjEwNn19LCJJc1Zpc2libGUiOnRydWUsIldpZHRoIjo4NTguMCwiSGVpZ2h0IjoyMC4wLCJCb3JkZXJTdHlsZSI6eyIkaWQiOiI1NDYiLCJMaW5lQ29sb3IiOnsiJGlkIjoiNTQ3IiwiJHR5cGUiOiJOTFJFLkNvbW1vbi5Eb20uU29saWRDb2xvckJydXNoLCBOTFJFLkNvbW1vbiIsIkNvbG9yIjp7IiRpZCI6IjU0OCIsIkEiOjI1NSwiUiI6MjU1LCJHIjowLCJCIjowfX0sIkxpbmVXZWlnaHQiOjAuMCwiTGluZVR5cGUiOjAsIlBhcmVudFN0eWxlIjpudWxsfSwiUGFyZW50U3R5bGUiOm51bGx9LCJSaWdodEVuZENhcHNTdHlsZSI6eyIkaWQiOiI1NDkiLCJGb250U2V0dGluZ3MiOnsiJGlkIjoiNTUwIiwiRm9udFNpemUiOjE4LCJGb250TmFtZSI6IkNhbGlicmkiLCJJc0JvbGQiOnRydWUsIklzSXRhbGljIjpmYWxzZSwiSXNVbmRlcmxpbmVkIjpmYWxzZSwiUGFyZW50U3R5bGUiOm51bGx9LCJBdXRvU2l6ZSI6MCwiRm9yZWdyb3VuZCI6eyIkaWQiOiI1NTEiLCJDb2xvciI6eyIkaWQiOiI1NTI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U1MyIsIlRvcCI6MC4wLCJMZWZ0IjowLjAsIlJpZ2h0IjoyMC4wLCJCb3R0b20iOjAuMH0sIlBhZGRpbmciOnsiJGlkIjoiNTU0IiwiVG9wIjowLjAsIkxlZnQiOjAuMCwiUmlnaHQiOjAuMCwiQm90dG9tIjowLjB9LCJCYWNrZ3JvdW5kIjp7IiRpZCI6IjU1NSIsIkNvbG9yIjp7IiRpZCI6IjU1NiIsIkEiOjAsIlIiOjAsIkciOjAsIkIiOjB9fSwiSXNWaXNpYmxlIjp0cnVlLCJXaWR0aCI6MC4wLCJIZWlnaHQiOjAuMCwiQm9yZGVyU3R5bGUiOm51bGwsIlBhcmVudFN0eWxlIjpudWxsfSwiTGVmdEVuZENhcHNTdHlsZSI6eyIkaWQiOiI1NTciLCJGb250U2V0dGluZ3MiOnsiJGlkIjoiNTU4IiwiRm9udFNpemUiOjE4LCJGb250TmFtZSI6IkNhbGlicmkiLCJJc0JvbGQiOnRydWUsIklzSXRhbGljIjpmYWxzZSwiSXNVbmRlcmxpbmVkIjpmYWxzZSwiUGFyZW50U3R5bGUiOm51bGx9LCJBdXRvU2l6ZSI6MCwiRm9yZWdyb3VuZCI6eyIkaWQiOiI1NTkiLCJDb2xvciI6eyIkaWQiOiI1NjA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U2MSIsIlRvcCI6MC4wLCJMZWZ0IjozOS41MDY2NjY2NjY2NjY2NjEsIlJpZ2h0IjowLjAsIkJvdHRvbSI6MC4wfSwiUGFkZGluZyI6eyIkaWQiOiI1NjIiLCJUb3AiOjAuMCwiTGVmdCI6MC4wLCJSaWdodCI6MC4wLCJCb3R0b20iOjAuMH0sIkJhY2tncm91bmQiOnsiJGlkIjoiNTYzIiwiQ29sb3IiOnsiJGlkIjoiNTY0IiwiQSI6MCwiUiI6MCwiRyI6MCwiQiI6MH19LCJJc1Zpc2libGUiOmZhbHNlLCJXaWR0aCI6MC4wLCJIZWlnaHQiOjAuMCwiQm9yZGVyU3R5bGUiOm51bGwsIlBhcmVudFN0eWxlIjpudWxsfSwiVG9kYXlUZXh0U3R5bGUiOnsiJGlkIjoiNTY1IiwiRm9udFNldHRpbmdzIjp7IiRpZCI6IjU2NiIsIkZvbnRTaXplIjoxMiwiRm9udE5hbWUiOiJDYWxpYnJpIiwiSXNCb2xkIjpmYWxzZSwiSXNJdGFsaWMiOmZhbHNlLCJJc1VuZGVybGluZWQiOmZhbHNlLCJQYXJlbnRTdHlsZSI6bnVsbH0sIkF1dG9TaXplIjowLCJGb3JlZ3JvdW5kIjp7IiRpZCI6IjU2NyIsIkNvbG9yIjp7IiRpZCI6IjU2OC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1NjkiLCJUb3AiOjAuMCwiTGVmdCI6MC4wLCJSaWdodCI6MC4wLCJCb3R0b20iOjAuMH0sIlBhZGRpbmciOnsiJGlkIjoiNTcwIiwiVG9wIjowLjAsIkxlZnQiOjAuMCwiUmlnaHQiOjAuMCwiQm90dG9tIjowLjB9LCJCYWNrZ3JvdW5kIjp7IiRpZCI6IjU3MSIsIkNvbG9yIjp7IiRpZCI6IjU3MiIsIkEiOjAsIlIiOjAsIkciOjAsIkIiOjB9fSwiSXNWaXNpYmxlIjp0cnVlLCJXaWR0aCI6MC4wLCJIZWlnaHQiOjAuMCwiQm9yZGVyU3R5bGUiOm51bGwsIlBhcmVudFN0eWxlIjpudWxsfSwiVG9kYXlNYXJrZXJTdHlsZSI6eyIkaWQiOiI1NzMiLCJNYXJnaW4iOnsiJGlkIjoiNTc0IiwiVG9wIjowLjAsIkxlZnQiOjAuMCwiUmlnaHQiOjAuMCwiQm90dG9tIjowLjB9LCJQYWRkaW5nIjp7IiRpZCI6IjU3NSIsIlRvcCI6MC4wLCJMZWZ0IjowLjAsIlJpZ2h0IjowLjAsIkJvdHRvbSI6MC4wfSwiQmFja2dyb3VuZCI6eyIkaWQiOiI1NzYiLCJDb2xvciI6eyIkaWQiOiI1NzciLCJBIjoyNTUsIlIiOjI1NSwiRyI6MCwiQiI6MH19LCJJc1Zpc2libGUiOnRydWUsIldpZHRoIjowLjAsIkhlaWdodCI6MC4wLCJCb3JkZXJTdHlsZSI6bnVsbCwiUGFyZW50U3R5bGUiOm51bGx9LCJTY2FsZVN0eWxlIjp7IiRpZCI6IjU3OCIsIlNoYXBlIjozLCJTaG93U2VnbWVudFNlcGFyYXRvcnMiOnRydWUsIlNlZ21lbnRTZXBhcmF0b3JPcGFjaXR5IjozMCwiSGFzQmVlblZpc2libGVCZWZvcmUiOnRydWUsIkZvbnRTZXR0aW5ncyI6eyIkaWQiOiI1NzkiLCJGb250U2l6ZSI6MTIsIkZvbnROYW1lIjoiQ2FsaWJyaSIsIklzQm9sZCI6ZmFsc2UsIklzSXRhbGljIjpmYWxzZSwiSXNVbmRlcmxpbmVkIjpmYWxzZSwiUGFyZW50U3R5bGUiOm51bGx9LCJBdXRvU2l6ZSI6MCwiRm9yZWdyb3VuZCI6eyIkaWQiOiI1ODAiLCJDb2xvciI6eyIkaWQiOiI1ODE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TgyIiwiVG9wIjowLjAsIkxlZnQiOjUuMCwiUmlnaHQiOjAuMCwiQm90dG9tIjowLjB9LCJQYWRkaW5nIjp7IiRpZCI6IjU4MyIsIlRvcCI6MC4wLCJMZWZ0IjowLjAsIlJpZ2h0IjowLjAsIkJvdHRvbSI6MC4wfSwiQmFja2dyb3VuZCI6eyIkaWQiOiI1ODQiLCJDb2xvciI6eyIkaWQiOiI1ODUiLCJBIjowLCJSIjowLCJHIjowLCJCIjowfX0sIklzVmlzaWJsZSI6dHJ1ZSwiV2lkdGgiOjAuMCwiSGVpZ2h0IjowLjAsIkJvcmRlclN0eWxlIjpudWxsLCJQYXJlbnRTdHlsZSI6bnVsbH0sIlNpbmdsZVNjYWxlU2hhcGVTdHlsZSI6eyIkaWQiOiI1ODYiLCJTaGFwZSI6MCwiSGVpZ2h0IjowLjB9LCJNaWRkbGVUaWVyU2NhbGVTdHlsZSI6eyIkaWQiOiI1ODciLCJTaGFwZSI6MywiU2hvd1NlZ21lbnRTZXBhcmF0b3JzIjp0cnVlLCJTZWdtZW50U2VwYXJhdG9yT3BhY2l0eSI6MzAsIkhhc0JlZW5WaXNpYmxlQmVmb3JlIjpmYWxzZSwiRm9udFNldHRpbmdzIjp7IiRpZCI6IjU4OCIsIkZvbnRTaXplIjoxMiwiRm9udE5hbWUiOiJDYWxpYnJpIiwiSXNCb2xkIjpmYWxzZSwiSXNJdGFsaWMiOmZhbHNlLCJJc1VuZGVybGluZWQiOmZhbHNlLCJQYXJlbnRTdHlsZSI6bnVsbH0sIkF1dG9TaXplIjowLCJGb3JlZ3JvdW5kIjp7IiRpZCI6IjU4OSIsIkNvbG9yIjp7IiRpZCI6IjU5M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1OTEiLCJUb3AiOjAuMCwiTGVmdCI6NS4wLCJSaWdodCI6MC4wLCJCb3R0b20iOjAuMH0sIlBhZGRpbmciOnsiJGlkIjoiNTkyIiwiVG9wIjowLjAsIkxlZnQiOjAuMCwiUmlnaHQiOjAuMCwiQm90dG9tIjowLjB9LCJCYWNrZ3JvdW5kIjp7IiRpZCI6IjU5MyIsIkNvbG9yIjp7IiRpZCI6IjU5NCIsIkEiOjAsIlIiOjAsIkciOjAsIkIiOjB9fSwiSXNWaXNpYmxlIjpmYWxzZSwiV2lkdGgiOjAuMCwiSGVpZ2h0IjowLjAsIkJvcmRlclN0eWxlIjpudWxsLCJQYXJlbnRTdHlsZSI6bnVsbH0sIkJvdHRvbVRpZXJTY2FsZVN0eWxlIjp7IiRpZCI6IjU5NSIsIlNoYXBlIjozLCJTaG93U2VnbWVudFNlcGFyYXRvcnMiOnRydWUsIlNlZ21lbnRTZXBhcmF0b3JPcGFjaXR5IjozMCwiSGFzQmVlblZpc2libGVCZWZvcmUiOmZhbHNlLCJGb250U2V0dGluZ3MiOnsiJGlkIjoiNTk2IiwiRm9udFNpemUiOjEyLCJGb250TmFtZSI6IkNhbGlicmkiLCJJc0JvbGQiOmZhbHNlLCJJc0l0YWxpYyI6ZmFsc2UsIklzVW5kZXJsaW5lZCI6ZmFsc2UsIlBhcmVudFN0eWxlIjpudWxsfSwiQXV0b1NpemUiOjAsIkZvcmVncm91bmQiOnsiJGlkIjoiNTk3IiwiQ29sb3IiOnsiJGlkIjoiNTk4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U5OSIsIlRvcCI6MC4wLCJMZWZ0Ijo1LjAsIlJpZ2h0IjowLjAsIkJvdHRvbSI6MC4wfSwiUGFkZGluZyI6eyIkaWQiOiI2MDAiLCJUb3AiOjAuMCwiTGVmdCI6MC4wLCJSaWdodCI6MC4wLCJCb3R0b20iOjAuMH0sIkJhY2tncm91bmQiOnsiJGlkIjoiNjAxIiwiQ29sb3IiOnsiJGlkIjoiNjAyIiwiQSI6MCwiUiI6MCwiRyI6MCwiQiI6MH19LCJJc1Zpc2libGUiOmZhbHNlLCJXaWR0aCI6MC4wLCJIZWlnaHQiOjAuMCwiQm9yZGVyU3R5bGUiOm51bGwsIlBhcmVudFN0eWxlIjpudWxsfSwiRWxhcHNlZFRpbWVCYWNrZ3JvdW5kIjp7IiRpZCI6IjYwMyIsIkNvbG9yIjp7IiRpZCI6IjYwNCIsIkEiOjE5MSwiUiI6MjU1LCJHIjowLCJCIjowfX0sIkFwcGVuZFllYXJPblllYXJDaGFuZ2UiOmZhbHNlLCJFbGFwc2VkVGltZUZvcm1hdCI6MiwiVG9kYXlNYXJrZXJQb3NpdGlvbiI6MiwiUXVpY2tQb3NpdGlvbiI6MywiQWJzb2x1dGVQb3NpdGlvbiI6MTM2LjE5OTA1MSwiTWFyZ2luIjp7IiRpZCI6IjYwNSIsIlRvcCI6MC4wLCJMZWZ0IjoxMC4wLCJSaWdodCI6MTAuMCwiQm90dG9tIjowLjB9LCJQYWRkaW5nIjp7IiRpZCI6IjYwNiIsIlRvcCI6MC4wLCJMZWZ0IjowLjAsIlJpZ2h0IjowLjAsIkJvdHRvbSI6MC4wfSwiQmFja2dyb3VuZCI6eyIkaWQiOiI2MDciLCJDb2xvciI6eyIkaWQiOiI2MDgiLCJBIjoyNTUsIlIiOjQ3LCJHIjo1NCwiQiI6MTUzfX0sIklzVmlzaWJsZSI6dHJ1ZSwiV2lkdGgiOjAuMCwiSGVpZ2h0IjowLjAsIkJvcmRlclN0eWxlIjpudWxsLCJQYXJlbnRTdHlsZSI6bnVsbH0sIkRlZmF1bHRNaWxlc3RvbmVTdHlsZSI6eyIkaWQiOiI2MDkiLCJTaGFwZSI6MiwiQ29ubmVjdG9yTWFyZ2luIjp7IiRpZCI6IjYxMCIsIlRvcCI6MC4wLCJMZWZ0IjoyLjAsIlJpZ2h0IjoyLjAsIkJvdHRvbSI6MC4wfSwiQ29ubmVjdG9yU3R5bGUiOnsiJGlkIjoiNjExIiwiTGluZUNvbG9yIjp7IiRpZCI6IjYxMiIsIiR0eXBlIjoiTkxSRS5Db21tb24uRG9tLlNvbGlkQ29sb3JCcnVzaCwgTkxSRS5Db21tb24iLCJDb2xvciI6eyIkaWQiOiI2MTMiLCJBIjoxMjcsIlIiOjc5LCJHIjoxMjksIkIiOjE4OX19LCJMaW5lV2VpZ2h0IjoxLjAsIkxpbmVUeXBlIjowLCJQYXJlbnRTdHlsZSI6bnVsbH0sIklzQmVsb3dUaW1lYmFuZCI6ZmFsc2UsIlBvc2l0aW9uT25UYXNrIjowLCJIaWRlRGF0ZSI6ZmFsc2UsIlNoYXBlU2l6ZSI6MSwiU3BhY2luZyI6Mi4wLCJQYWRkaW5nIjp7IiRpZCI6IjYxNCIsIlRvcCI6Ny4wLCJMZWZ0IjozLjAsIlJpZ2h0IjowLjAsIkJvdHRvbSI6Mi4wfSwiU2hhcGVTdHlsZSI6eyIkaWQiOiI2MTUiLCJNYXJnaW4iOnsiJHJlZiI6IjgifSwiUGFkZGluZyI6eyIkcmVmIjoiOSJ9LCJCYWNrZ3JvdW5kIjp7IiRpZCI6IjYxNiIsIkNvbG9yIjp7IiRpZCI6IjYxNyIsIkEiOjI1NSwiUiI6MCwiRyI6MTE0LCJCIjoxODh9fSwiSXNWaXNpYmxlIjp0cnVlLCJXaWR0aCI6MTMuMCwiSGVpZ2h0IjoxMy4wLCJCb3JkZXJTdHlsZSI6eyIkaWQiOiI2MTgiLCJMaW5lQ29sb3IiOnsiJGlkIjoiNjE5IiwiJHR5cGUiOiJOTFJFLkNvbW1vbi5Eb20uU29saWRDb2xvckJydXNoLCBOTFJFLkNvbW1vbiIsIkNvbG9yIjp7IiRpZCI6IjYyMCIsIkEiOjI1NSwiUiI6MjU1LCJHIjowLCJCIjowfX0sIkxpbmVXZWlnaHQiOjAuMCwiTGluZVR5cGUiOjAsIlBhcmVudFN0eWxlIjpudWxsfSwiUGFyZW50U3R5bGUiOm51bGx9LCJUaXRsZVN0eWxlIjp7IiRpZCI6IjYyMSIsIkZvbnRTZXR0aW5ncyI6eyIkaWQiOiI2MjIiLCJGb250U2l6ZSI6MTEsIkZvbnROYW1lIjoiQ2FsaWJyaSIsIklzQm9sZCI6dHJ1ZSwiSXNJdGFsaWMiOmZhbHNlLCJJc1VuZGVybGluZWQiOmZhbHNlLCJQYXJlbnRTdHlsZSI6bnVsbH0sIkF1dG9TaXplIjowLCJGb3JlZ3JvdW5kIjp7IiRpZCI6IjYyMyIsIkNvbG9yIjp7IiRpZCI6IjYyNC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ifSwiUGFkZGluZyI6eyIkcmVmIjoiMjAifSwiQmFja2dyb3VuZCI6eyIkaWQiOiI2MjUiLCJDb2xvciI6eyIkaWQiOiI2MjYiLCJBIjowLCJSIjowLCJHIjowLCJCIjowfX0sIklzVmlzaWJsZSI6dHJ1ZSwiV2lkdGgiOjAuMCwiSGVpZ2h0IjowLjAsIkJvcmRlclN0eWxlIjpudWxsLCJQYXJlbnRTdHlsZSI6bnVsbH0sIkRhdGVTdHlsZSI6eyIkaWQiOiI2MjciLCJGb250U2V0dGluZ3MiOnsiJGlkIjoiNjI4IiwiRm9udFNpemUiOjEwLCJGb250TmFtZSI6IkNhbGlicmkiLCJJc0JvbGQiOmZhbHNlLCJJc0l0YWxpYyI6ZmFsc2UsIklzVW5kZXJsaW5lZCI6ZmFsc2UsIlBhcmVudFN0eWxlIjpudWxsfSwiQXV0b1NpemUiOjAsIkZvcmVncm91bmQiOnsiJGlkIjoiNjI5IiwiQ29sb3IiOnsiJGlkIjoiNjM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aWQiOiI2MzEiLCJDb2xvciI6eyIkaWQiOiI2MzIiLCJBIjowLCJSIjowLCJHIjowLCJCIjowfX0sIklzVmlzaWJsZSI6dHJ1ZSwiV2lkdGgiOjAuMCwiSGVpZ2h0IjowLjAsIkJvcmRlclN0eWxlIjpudWxsLCJQYXJlbnRTdHlsZSI6bnVsbH0sIkRhdGVGb3JtYXQiOnsiJGlkIjoiNj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zNCIsIkZvcm1hdCI6MCwiSXNWaXNpYmxlIjpmYWxzZSwiTGFzdEtub3duVmlzaWJpbGl0eVN0YXRlIjpmYWxzZX0sIklzVmlzaWJsZSI6dHJ1ZSwiUGFyZW50U3R5bGUiOm51bGx9LCJEZWZhdWx0VGFza1N0eWxlIjp7IiRpZCI6IjYzNSIsIlNoYXBlIjoxLCJTaGFwZVRoaWNrbmVzcyI6MCwiRHVyYXRpb25Gb3JtYXQiOjAsIkluY2x1ZGVOb25Xb3JraW5nRGF5c0luRHVyYXRpb24iOmZhbHNlLCJQZXJjZW50YWdlQ29tcGxldGVTdHlsZSI6eyIkaWQiOiI2MzYiLCJGb250U2V0dGluZ3MiOnsiJGlkIjoiNjM3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yZWYiOiIyOTEifSwiUGFkZGluZyI6eyIkcmVmIjoiMjkyIn0sIkJhY2tncm91bmQiOnsiJHJlZiI6IjI5MyJ9LCJJc1Zpc2libGUiOnRydWUsIldpZHRoIjowLjAsIkhlaWdodCI6MC4wLCJCb3JkZXJTdHlsZSI6bnVsbCwiUGFyZW50U3R5bGUiOm51bGx9LCJEdXJhdGlvblN0eWxlIjp7IiRpZCI6IjYzOCIsIkZvbnRTZXR0aW5ncyI6eyIkaWQiOiI2MzkiLCJGb250U2l6ZSI6MTAsIkZvbnROYW1lIjoiQ2FsaWJyaSIsIklzQm9sZCI6ZmFsc2UsIklzSXRhbGljIjpmYWxzZSwiSXNVbmRlcmxpbmVkIjpmYWxzZSwiUGFyZW50U3R5bGUiOm51bGx9LCJBdXRvU2l6ZSI6MCwiRm9yZWdyb3VuZCI6eyIkcmVmIjoiMjk4In0sIk1heFdpZHRoIjoyMDAuMCwiTWF4SGVpZ2h0IjoiSW5maW5pdHkiLCJTbWFydEZvcmVncm91bmRJc0FjdGl2ZSI6ZmFsc2UsIkhvcml6b250YWxBbGlnbm1lbnQiOjAsIlZlcnRpY2FsQWxpZ25tZW50IjowLCJTbWFydEZvcmVncm91bmQiOm51bGwsIkJhY2tncm91bmRGaWxsVHlwZSI6MCwiTWFyZ2luIjp7IiRyZWYiOiIzMDAifSwiUGFkZGluZyI6eyIkcmVmIjoiMzAxIn0sIkJhY2tncm91bmQiOnsiJHJlZiI6IjMwMiJ9LCJJc1Zpc2libGUiOnRydWUsIldpZHRoIjowLjAsIkhlaWdodCI6MC4wLCJCb3JkZXJTdHlsZSI6bnVsbCwiUGFyZW50U3R5bGUiOm51bGx9LCJIb3Jpem9udGFsQ29ubmVjdG9yU3R5bGUiOnsiJGlkIjoiNjQwIiwiTGluZUNvbG9yIjp7IiRyZWYiOiIzMDYifSwiTGluZVdlaWdodCI6MS4wLCJMaW5lVHlwZSI6MCwiUGFyZW50U3R5bGUiOm51bGx9LCJWZXJ0aWNhbENvbm5lY3RvclN0eWxlIjp7IiRpZCI6IjY0MSIsIkxpbmVDb2xvciI6eyIkcmVmIjoiMzA5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jQyIiwiTWFyZ2luIjp7IiRyZWYiOiIzMTIifSwiUGFkZGluZyI6eyIkcmVmIjoiMzEzIn0sIkJhY2tncm91bmQiOnsiJGlkIjoiNjQzIiwiQ29sb3IiOnsiJGlkIjoiNjQ0IiwiQSI6MjU1LCJSIjowLCJHIjoxMTQsIkIiOjE4OH19LCJJc1Zpc2libGUiOnRydWUsIldpZHRoIjowLjAsIkhlaWdodCI6MTAuMCwiQm9yZGVyU3R5bGUiOnsiJGlkIjoiNjQ1IiwiTGluZUNvbG9yIjp7IiRyZWYiOiIzODQifSwiTGluZVdlaWdodCI6MC4wLCJMaW5lVHlwZSI6MCwiUGFyZW50U3R5bGUiOm51bGx9LCJQYXJlbnRTdHlsZSI6bnVsbH0sIlRpdGxlU3R5bGUiOnsiJGlkIjoiNjQ2IiwiRm9udFNldHRpbmdzIjp7IiRpZCI6IjY0NyIsIkZvbnRTaXplIjoxMSwiRm9udE5hbWUiOiJDYWxpYnJpIiwiSXNCb2xkIjp0cnVlLCJJc0l0YWxpYyI6ZmFsc2UsIklzVW5kZXJsaW5lZCI6ZmFsc2UsIlBhcmVudFN0eWxlIjpudWxsfSwiQXV0b1NpemUiOjAsIkZvcmVncm91bmQiOnsiJHJlZiI6IjMyMSJ9LCJNYXhXaWR0aCI6OTYwLjAsIk1heEhlaWdodCI6IkluZmluaXR5IiwiU21hcnRGb3JlZ3JvdW5kSXNBY3RpdmUiOmZhbHNlLCJIb3Jpem9udGFsQWxpZ25tZW50IjowLCJWZXJ0aWNhbEFsaWdubWVudCI6MCwiU21hcnRGb3JlZ3JvdW5kIjpudWxsLCJCYWNrZ3JvdW5kRmlsbFR5cGUiOjAsIk1hcmdpbiI6eyIkcmVmIjoiMzIzIn0sIlBhZGRpbmciOnsiJHJlZiI6IjMyNCJ9LCJCYWNrZ3JvdW5kIjp7IiRyZWYiOiIzMjUifSwiSXNWaXNpYmxlIjp0cnVlLCJXaWR0aCI6MC4wLCJIZWlnaHQiOjAuMCwiQm9yZGVyU3R5bGUiOm51bGwsIlBhcmVudFN0eWxlIjpudWxsfSwiRGF0ZVN0eWxlIjp7IiRpZCI6IjY0OCIsIkZvbnRTZXR0aW5ncyI6eyIkaWQiOiI2NDkiLCJGb250U2l6ZSI6MTAsIkZvbnROYW1lIjoiQ2FsaWJyaSIsIklzQm9sZCI6ZmFsc2UsIklzSXRhbGljIjpmYWxzZSwiSXNVbmRlcmxpbmVkIjpmYWxzZSwiUGFyZW50U3R5bGUiOm51bGx9LCJBdXRvU2l6ZSI6MCwiRm9yZWdyb3VuZCI6eyIkcmVmIjoiMzMwIn0sIk1heFdpZHRoIjoyMDAuMCwiTWF4SGVpZ2h0IjoiSW5maW5pdHkiLCJTbWFydEZvcmVncm91bmRJc0FjdGl2ZSI6ZmFsc2UsIkhvcml6b250YWxBbGlnbm1lbnQiOjIsIlZlcnRpY2FsQWxpZ25tZW50IjowLCJTbWFydEZvcmVncm91bmQiOm51bGwsIkJhY2tncm91bmRGaWxsVHlwZSI6MCwiTWFyZ2luIjp7IiRyZWYiOiIzMzIifSwiUGFkZGluZyI6eyIkcmVmIjoiMzMzIn0sIkJhY2tncm91bmQiOnsiJHJlZiI6IjMzNCJ9LCJJc1Zpc2libGUiOnRydWUsIldpZHRoIjowLjAsIkhlaWdodCI6MC4wLCJCb3JkZXJTdHlsZSI6bnVsbCwiUGFyZW50U3R5bGUiOm51bGx9LCJEYXRlRm9ybWF0Ijp7IiRyZWYiOiIzMzcifSwiV2Vla051bWJlcmluZyI6eyIkaWQiOiI2NTAiLCJGb3JtYXQiOjAsIklzVmlzaWJsZSI6ZmFsc2UsIkxhc3RLbm93blZpc2liaWxpdHlTdGF0ZSI6ZmFsc2V9LCJJc1Zpc2libGUiOnRydWUsIlBhcmVudFN0eWxlIjpudWxsLCJfZXhwbGljaXRseVNldCI6eyIkaWQiOiI2NTE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Y1MiIsIkdyaWRsaW5lU3R5bGUiOnsiJGlkIjoiNjUzIiwiTGluZUNvbG9yIjp7IiRpZCI6IjY1NCIsIiR0eXBlIjoiTkxSRS5Db21tb24uRG9tLlNvbGlkQ29sb3JCcnVzaCwgTkxSRS5Db21tb24iLCJDb2xvciI6eyIkaWQiOiI2NTUiLCJBIjozOCwiUiI6OTEsIkciOjE1NSwiQiI6MjEzfX0sIkxpbmVXZWlnaHQiOjEuMCwiTGluZVR5cGUiOjAsIlBhcmVudFN0eWxlIjpudWxsfSwiTWFyZ2luIjp7IiRpZCI6IjY1NiIsIlRvcCI6MC4wLCJMZWZ0IjowLjAsIlJpZ2h0IjowLjAsIkJvdHRvbSI6MC4wfSwiUGFkZGluZyI6eyIkaWQiOiI2NTciLCJUb3AiOjAuMCwiTGVmdCI6MC4wLCJSaWdodCI6MC4wLCJCb3R0b20iOjAuMH0sIkJhY2tncm91bmQiOm51bGwsIklzVmlzaWJsZSI6dHJ1ZSwiV2lkdGgiOjAuMCwiSGVpZ2h0IjowLjAsIkJvcmRlclN0eWxlIjp7IiRpZCI6IjY1OCIsIkxpbmVDb2xvciI6bnVsbCwiTGluZVdlaWdodCI6MC4wLCJMaW5lVHlwZSI6MCwiUGFyZW50U3R5bGUiOm51bGx9LCJQYXJlbnRTdHlsZSI6bnVsbH0sIkFjdGl2aXR5TGluZVBhbmVsU3R5bGUiOnsiJGlkIjoiNjU5IiwiQWN0aXZpdHlMaW5lU3R5bGUiOnsiJGlkIjoiNjYwIiwiTGluZUNvbG9yIjp7IiRpZCI6IjY2MSIsIiR0eXBlIjoiTkxSRS5Db21tb24uRG9tLlNvbGlkQ29sb3JCcnVzaCwgTkxSRS5Db21tb24iLCJDb2xvciI6eyIkaWQiOiI2NjIiLCJBIjozOCwiUiI6NjgsIkciOjExNCwiQiI6MTk2fX0sIkxpbmVXZWlnaHQiOjEuMCwiTGluZVR5cGUiOjAsIlBhcmVudFN0eWxlIjpudWxsfSwiTWFyZ2luIjp7IiRpZCI6IjY2MyIsIlRvcCI6MC4wLCJMZWZ0IjowLjAsIlJpZ2h0IjowLjAsIkJvdHRvbSI6MC4wfSwiUGFkZGluZyI6eyIkaWQiOiI2NjQiLCJUb3AiOjAuMCwiTGVmdCI6MC4wLCJSaWdodCI6MC4wLCJCb3R0b20iOjAuMH0sIkJhY2tncm91bmQiOm51bGwsIklzVmlzaWJsZSI6dHJ1ZSwiV2lkdGgiOjAuMCwiSGVpZ2h0IjowLjAsIkJvcmRlclN0eWxlIjp7IiRpZCI6IjY2NSIsIkxpbmVDb2xvciI6bnVsbCwiTGluZVdlaWdodCI6MC4wLCJMaW5lVHlwZSI6MCwiUGFyZW50U3R5bGUiOm51bGx9LCJQYXJlbnRTdHlsZSI6bnVsbH0sIlNob3dFbGFwc2VkVGltZUdyYWRpZW50U3R5bGUiOmZhbHNlLCJUaW1lYmFuZFJlc2VydmVkTGVmdEFyZWFTdHlsZSI6eyIkaWQiOiI2NjYiLCJBY3Rpdml0eUhlYWRlcldpZHRoIjowLjAsIklzU2V0IjpmYWxzZX0sIkRlZmF1bHRTd2ltbGFuZVN0eWxlIjpudWxsfSwiU2NhbGUiOm51bGwsIlNjYWxlVjIiOnsiJGlkIjoiNjY3IiwiU3RhcnREYXRlIjoiMDAwMS0wMS0wMVQwMDowMDowMCIsIkVuZERhdGUiOiIyMDMxLTA0LTAxVDIzOjU5OjAwIiwiQXV0b0RhdGVSYW5nZSI6dHJ1ZSwiV29ya2luZ0RheXMiOjMxLCJGaXNjYWxZZWFyIjp7IiRpZCI6IjY2OCIsIlN0YXJ0TW9udGgiOjEsIlVzZVN0YXJ0aW5nWWVhckZvck51bWJlcmluZyI6dHJ1ZSwiU2hvd0Zpc2NhbFllYXJMYWJlbCI6dHJ1ZX0sIlRvZGF5TWFya2VyVGV4dCI6IlRvZGF5IiwiQXV0b1NjYWxlVHlwZSI6dHJ1ZSwiVGltZWJhbmRTY2FsZXMiOnsiJGlkIjoiNjY5IiwiVG9wU2NhbGVMYXllciI6eyIkaWQiOiI2NzAiLCJGb3JtYXQiOiJNTU0iLCJUeXBlIjo0fSwiTWlkZGxlU2NhbGVMYXllciI6eyIkaWQiOiI2NzEiLCJGb3JtYXQiOm51bGwsIlR5cGUiOjB9LCJCb3R0b21TY2FsZUxheWVyIjp7IiRpZCI6IjY3MiIsIkZvcm1hdCI6bnVsbCwiVHlwZSI6MH19fSwiTWlsZXN0b25lcyI6W10sIlRhc2tzIjpbXSwiU3dpbWxhbmVzIjpbXSwiTXNQcm9qZWN0SXRlbXNUcmVlIjp7IiRpZCI6IjY3MyIsIlJvb3QiOnsiSW1wb3J0SWQiOm51bGwsIklzSW1wb3J0ZWQiOmZhbHNlLCJDaGlsZHJlbiI6W119fSwiTWV0YWRhdGEiOnsiJGlkIjoiNjc0IiwiUmVjZW50Q29sb3JzQ29sbGVjdGlvbiI6IltdIiwiU291cmNlVGVtcGxhdGUiOiJ7XCIkaWRcIjpcIjFcIixcIklkXCI6XCJjYzI2Zjg2My0yN2NlLTQ4MGUtYTU4OS1iM2YxMmYyZDZlYjBcIixcIkN1bHR1cmVJbmZvTmFtZVwiOlwiZW4tVVNcIixcIlZlcnNpb25cIjp7XCIkaWRcIjpcIjJcIixcIlRlbXBsYXRlRG9tVmVyc2lvblwiOlwiMS4zLjFcIn0sXCJFZmZlY3RcIjoxLFwiU3R5bGVcIjp7XCIkaWRcIjpcIjNcIixcIlRpbWViYW5kU3R5bGVcIjp7XCIkaWRcIjpcIjRcIixcIlNjYWxlTWFya2luZ1wiOjEsXCJTaGFwZVwiOjEwLFwiU2hhcGVTdHlsZVwiOntcIiRpZFwiOlwiNVwiLFwiTWFyZ2luXCI6e1wiJGlkXCI6XCI2XCIsXCJUb3BcIjowLjAsXCJMZWZ0XCI6MTAuMCxcIlJpZ2h0XCI6MTAuMCxcIkJvdHRvbVwiOjAuMH0sXCJQYWRkaW5nXCI6e1wiJGlkXCI6XCI3XCIsXCJUb3BcIjozLjAsXCJMZWZ0XCI6MC4wLFwiUmlnaHRcIjowLjAsXCJCb3R0b21cIjozLjB9LFwiQmFja2dyb3VuZFwiOntcIiRpZFwiOlwiOFwiLFwiQ29sb3JcIjp7XCIkaWRcIjpcIjlcIixcIkFcIjoyNTUsXCJSXCI6NjgsXCJHXCI6ODQsXCJCXCI6MTA2fX0sXCJJc1Zpc2libGVcIjp0cnVlLFwiV2lkdGhcIjo4NTguMCxcIkhlaWdodFwiOjIwLjAsXCJCb3JkZXJTdHlsZVwiOntcIiRpZFwiOlwiMTBcIixcIkxpbmVDb2xvclwiOntcIiRpZFwiOlwiMTFcIixcIiR0eXBlXCI6XCJOTFJFLkNvbW1vbi5Eb20uU29saWRDb2xvckJydXNoLCBOTFJFLkNvbW1vblwiLFwiQ29sb3JcIjp7XCIkaWRcIjpcIjEyXCIsXCJBXCI6MjU1LFwiUlwiOjI1NSxcIkdcIjowLFwiQlwiOjB9fSxcIkxpbmVXZWlnaHRcIjowLjAsXCJMaW5lVHlwZVwiOjB9fSxcIk1pZGRsZVRpZXJTaGFwZVN0eWxlXCI6e1wiJGlkXCI6XCIxM1wiLFwiTWFyZ2luXCI6e1wiJGlkXCI6XCIxNFwiLFwiVG9wXCI6MC4wLFwiTGVmdFwiOjEwLjAsXCJSaWdodFwiOjEwLjAsXCJCb3R0b21cIjowLjB9LFwiUGFkZGluZ1wiOntcIiRpZFwiOlwiMTVcIixcIlRvcFwiOjMuMCxcIkxlZnRcIjowLjAsXCJSaWdodFwiOjAuMCxcIkJvdHRvbVwiOjMuMH0sXCJCYWNrZ3JvdW5kXCI6e1wiJGlkXCI6XCIxNlwiLFwiQ29sb3JcIjp7XCIkaWRcIjpcIjE3XCIsXCJBXCI6MjU1LFwiUlwiOjY4LFwiR1wiOjg0LFwiQlwiOjEwNn19LFwiSXNWaXNpYmxlXCI6dHJ1ZSxcIldpZHRoXCI6ODU4LjAsXCJIZWlnaHRcIjoyMC4wLFwiQm9yZGVyU3R5bGVcIjp7XCIkaWRcIjpcIjE4XCIsXCJMaW5lQ29sb3JcIjp7XCIkaWRcIjpcIjE5XCIsXCIkdHlwZVwiOlwiTkxSRS5Db21tb24uRG9tLlNvbGlkQ29sb3JCcnVzaCwgTkxSRS5Db21tb25cIixcIkNvbG9yXCI6e1wiJGlkXCI6XCIyMFwiLFwiQVwiOjI1NSxcIlJcIjoyNTUsXCJHXCI6MCxcIkJcIjowfX0sXCJMaW5lV2VpZ2h0XCI6MC4wLFwiTGluZVR5cGVcIjowfX0sXCJCb3R0b21UaWVyU2hhcGVTdHlsZVwiOntcIiRpZFwiOlwiMjFcIixcIk1hcmdpblwiOntcIiRpZFwiOlwiMjJcIixcIlRvcFwiOjAuMCxcIkxlZnRcIjoxMC4wLFwiUmlnaHRcIjoxMC4wLFwiQm90dG9tXCI6MC4wfSxcIlBhZGRpbmdcIjp7XCIkaWRcIjpcIjIzXCIsXCJUb3BcIjozLjAsXCJMZWZ0XCI6MC4wLFwiUmlnaHRcIjowLjAsXCJCb3R0b21cIjozLjB9LFwiQmFja2dyb3VuZFwiOntcIiRpZFwiOlwiMjRcIixcIkNvbG9yXCI6e1wiJGlkXCI6XCIyNVwiLFwiQVwiOjI1NSxcIlJcIjo2OCxcIkdcIjo4NCxcIkJcIjoxMDZ9fSxcIklzVmlzaWJsZVwiOnRydWUsXCJXaWR0aFwiOjg1OC4wLFwiSGVpZ2h0XCI6MjAuMCxcIkJvcmRlclN0eWxlXCI6e1wiJGlkXCI6XCIyNlwiLFwiTGluZUNvbG9yXCI6e1wiJGlkXCI6XCIyN1wiLFwiJHR5cGVcIjpcIk5MUkUuQ29tbW9uLkRvbS5Tb2xpZENvbG9yQnJ1c2gsIE5MUkUuQ29tbW9uXCIsXCJDb2xvclwiOntcIiRpZFwiOlwiMjhcIixcIkFcIjoyNTUsXCJSXCI6MjU1LFwiR1wiOjAsXCJCXCI6MH19LFwiTGluZVdlaWdodFwiOjAuMCxcIkxpbmVUeXBlXCI6MH19LFwiUmlnaHRFbmRDYXBzU3R5bGVcIjp7XCIkaWRcIjpcIjI5XCIsXCJGb250U2V0dGluZ3NcIjp7XCIkaWRcIjpcIjMwXCIsXCJGb250U2l6ZVwiOjE4LFwiRm9udE5hbWVcIjpcIkNhbGlicmlcIixcIklzQm9sZFwiOnRydWUsXCJJc0l0YWxpY1wiOmZhbHNlLFwiSXNVbmRlcmxpbmVkXCI6ZmFsc2V9LFwiQXV0b1NpemVcIjowLFwiRm9yZWdyb3VuZFwiOntcIiRpZFwiOlwiMzFcIixcIkNvbG9yXCI6e1wiJGlkXCI6XCIzMl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zM1wiLFwiVG9wXCI6MC4wLFwiTGVmdFwiOjAuMCxcIlJpZ2h0XCI6MjAuMCxcIkJvdHRvbVwiOjAuMH0sXCJQYWRkaW5nXCI6e1wiJGlkXCI6XCIzNFwiLFwiVG9wXCI6MC4wLFwiTGVmdFwiOjAuMCxcIlJpZ2h0XCI6MC4wLFwiQm90dG9tXCI6MC4wfSxcIkJhY2tncm91bmRcIjp7XCIkaWRcIjpcIjM1XCIsXCJDb2xvclwiOntcIiRpZFwiOlwiMzZcIixcIkFcIjowLFwiUlwiOjAsXCJHXCI6MCxcIkJcIjowfX0sXCJJc1Zpc2libGVcIjp0cnVlLFwiV2lkdGhcIjowLjAsXCJIZWlnaHRcIjowLjAsXCJCb3JkZXJTdHlsZVwiOm51bGx9LFwiTGVmdEVuZENhcHNTdHlsZVwiOntcIiRpZFwiOlwiMzdcIixcIkZvbnRTZXR0aW5nc1wiOntcIiRpZFwiOlwiMzhcIixcIkZvbnRTaXplXCI6MTgsXCJGb250TmFtZVwiOlwiQ2FsaWJyaVwiLFwiSXNCb2xkXCI6dHJ1ZSxcIklzSXRhbGljXCI6ZmFsc2UsXCJJc1VuZGVybGluZWRcIjpmYWxzZX0sXCJBdXRvU2l6ZVwiOjAsXCJGb3JlZ3JvdW5kXCI6e1wiJGlkXCI6XCIzOVwiLFwiQ29sb3JcIjp7XCIkaWRcIjpcIjQw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QxXCIsXCJUb3BcIjowLjAsXCJMZWZ0XCI6MjAuMCxcIlJpZ2h0XCI6MC4wLFwiQm90dG9tXCI6MC4wfSxcIlBhZGRpbmdcIjp7XCIkaWRcIjpcIjQyXCIsXCJUb3BcIjowLjAsXCJMZWZ0XCI6MC4wLFwiUmlnaHRcIjowLjAsXCJCb3R0b21cIjowLjB9LFwiQmFja2dyb3VuZFwiOntcIiRpZFwiOlwiNDNcIixcIkNvbG9yXCI6e1wiJHJlZlwiOlwiMzZcIn19LFwiSXNWaXNpYmxlXCI6ZmFsc2UsXCJXaWR0aFwiOjAuMCxcIkhlaWdodFwiOjAuMCxcIkJvcmRlclN0eWxlXCI6bnVsbH0sXCJUb2RheVRleHRTdHlsZVwiOntcIiRpZFwiOlwiNDRcIixcIkZvbnRTZXR0aW5nc1wiOntcIiRpZFwiOlwiNDVcIixcIkZvbnRTaXplXCI6MTIsXCJGb250TmFtZVwiOlwiQ2FsaWJyaVwiLFwiSXNCb2xkXCI6ZmFsc2UsXCJJc0l0YWxpY1wiOmZhbHNlLFwiSXNVbmRlcmxpbmVkXCI6ZmFsc2V9LFwiQXV0b1NpemVcIjowLFwiRm9yZWdyb3VuZFwiOntcIiRpZFwiOlwiNDZcIixcIkNvbG9yXCI6e1wiJGlkXCI6XCI0N1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0OFwiLFwiVG9wXCI6MC4wLFwiTGVmdFwiOjAuMCxcIlJpZ2h0XCI6MC4wLFwiQm90dG9tXCI6MC4wfSxcIlBhZGRpbmdcIjp7XCIkaWRcIjpcIjQ5XCIsXCJUb3BcIjowLjAsXCJMZWZ0XCI6MC4wLFwiUmlnaHRcIjowLjAsXCJCb3R0b21cIjowLjB9LFwiQmFja2dyb3VuZFwiOntcIiRpZFwiOlwiNTBcIixcIkNvbG9yXCI6e1wiJHJlZlwiOlwiMzZcIn19LFwiSXNWaXNpYmxlXCI6dHJ1ZSxcIldpZHRoXCI6MC4wLFwiSGVpZ2h0XCI6MC4wLFwiQm9yZGVyU3R5bGVcIjpudWxsfSxcIlRvZGF5TWFya2VyU3R5bGVcIjp7XCIkaWRcIjpcIjUxXCIsXCJNYXJnaW5cIjp7XCIkaWRcIjpcIjUyXCIsXCJUb3BcIjowLjAsXCJMZWZ0XCI6MC4wLFwiUmlnaHRcIjowLjAsXCJCb3R0b21cIjowLjB9LFwiUGFkZGluZ1wiOntcIiRpZFwiOlwiNTNcIixcIlRvcFwiOjAuMCxcIkxlZnRcIjowLjAsXCJSaWdodFwiOjAuMCxcIkJvdHRvbVwiOjAuMH0sXCJCYWNrZ3JvdW5kXCI6e1wiJGlkXCI6XCI1NFwiLFwiQ29sb3JcIjp7XCIkaWRcIjpcIjU1XCIsXCJBXCI6MjU1LFwiUlwiOjI1NSxcIkdcIjowLFwiQlwiOjB9fSxcIklzVmlzaWJsZVwiOnRydWUsXCJXaWR0aFwiOjAuMCxcIkhlaWdodFwiOjAuMCxcIkJvcmRlclN0eWxlXCI6bnVsbH0sXCJTY2FsZVN0eWxlXCI6e1wiJGlkXCI6XCI1NlwiLFwiU2hvd1NlZ21lbnRTZXBhcmF0b3JzXCI6dHJ1ZSxcIlNlZ21lbnRTZXBhcmF0b3JPcGFjaXR5XCI6MzAsXCJTaGFwZVwiOjMsXCJIYXNCZWVuVmlzaWJsZUJlZm9yZVwiOnRydWUsXCJGb250U2V0dGluZ3NcIjp7XCIkaWRcIjpcIjU3XCIsXCJGb250U2l6ZVwiOjEyLFwiRm9udE5hbWVcIjpcIkNhbGlicmlcIixcIklzQm9sZFwiOmZhbHNlLFwiSXNJdGFsaWNcIjpmYWxzZSxcIklzVW5kZXJsaW5lZFwiOmZhbHNlfSxcIkF1dG9TaXplXCI6MCxcIkZvcmVncm91bmRcIjp7XCIkaWRcIjpcIjU4XCIsXCJDb2xvclwiOntcIiRpZFwiOlwiNTl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jBcIixcIlRvcFwiOjAuMCxcIkxlZnRcIjo1LjAsXCJSaWdodFwiOjAuMCxcIkJvdHRvbVwiOjAuMH0sXCJQYWRkaW5nXCI6e1wiJGlkXCI6XCI2MVwiLFwiVG9wXCI6MC4wLFwiTGVmdFwiOjAuMCxcIlJpZ2h0XCI6MC4wLFwiQm90dG9tXCI6MC4wfSxcIkJhY2tncm91bmRcIjp7XCIkaWRcIjpcIjYyXCIsXCJDb2xvclwiOntcIiRyZWZcIjpcIjM2XCJ9fSxcIklzVmlzaWJsZVwiOnRydWUsXCJXaWR0aFwiOjAuMCxcIkhlaWdodFwiOjAuMCxcIkJvcmRlclN0eWxlXCI6bnVsbH0sXCJNaWRkbGVUaWVyU2NhbGVTdHlsZVwiOntcIiRpZFwiOlwiNjNcIixcIlNob3dTZWdtZW50U2VwYXJhdG9yc1wiOnRydWUsXCJTZWdtZW50U2VwYXJhdG9yT3BhY2l0eVwiOjMwLFwiU2hhcGVcIjozLFwiSGFzQmVlblZpc2libGVCZWZvcmVcIjpmYWxzZSxcIkZvbnRTZXR0aW5nc1wiOntcIiRpZFwiOlwiNjRcIixcIkZvbnRTaXplXCI6MTIsXCJGb250TmFtZVwiOlwiQ2FsaWJyaVwiLFwiSXNCb2xkXCI6ZmFsc2UsXCJJc0l0YWxpY1wiOmZhbHNlLFwiSXNVbmRlcmxpbmVkXCI6ZmFsc2V9LFwiQXV0b1NpemVcIjowLFwiRm9yZWdyb3VuZFwiOntcIiRpZFwiOlwiNjVcIixcIkNvbG9yXCI6e1wiJGlkXCI6XCI2Nl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N1wiLFwiVG9wXCI6MC4wLFwiTGVmdFwiOjUuMCxcIlJpZ2h0XCI6MC4wLFwiQm90dG9tXCI6MC4wfSxcIlBhZGRpbmdcIjp7XCIkaWRcIjpcIjY4XCIsXCJUb3BcIjowLjAsXCJMZWZ0XCI6MC4wLFwiUmlnaHRcIjowLjAsXCJCb3R0b21cIjowLjB9LFwiQmFja2dyb3VuZFwiOntcIiRpZFwiOlwiNjlcIixcIkNvbG9yXCI6e1wiJGlkXCI6XCI3MFwiLFwiQVwiOjAsXCJSXCI6MCxcIkdcIjowLFwiQlwiOjB9fSxcIklzVmlzaWJsZVwiOmZhbHNlLFwiV2lkdGhcIjowLjAsXCJIZWlnaHRcIjowLjAsXCJCb3JkZXJTdHlsZVwiOm51bGx9LFwiQm90dG9tVGllclNjYWxlU3R5bGVcIjp7XCIkaWRcIjpcIjcxXCIsXCJTaG93U2VnbWVudFNlcGFyYXRvcnNcIjp0cnVlLFwiU2VnbWVudFNlcGFyYXRvck9wYWNpdHlcIjozMCxcIlNoYXBlXCI6MyxcIkhhc0JlZW5WaXNpYmxlQmVmb3JlXCI6ZmFsc2UsXCJGb250U2V0dGluZ3NcIjp7XCIkaWRcIjpcIjcyXCIsXCJGb250U2l6ZVwiOjEyLFwiRm9udE5hbWVcIjpcIkNhbGlicmlcIixcIklzQm9sZFwiOmZhbHNlLFwiSXNJdGFsaWNcIjpmYWxzZSxcIklzVW5kZXJsaW5lZFwiOmZhbHNlfSxcIkF1dG9TaXplXCI6MCxcIkZvcmVncm91bmRcIjp7XCIkaWRcIjpcIjczXCIsXCJDb2xvclwiOntcIiRpZFwiOlwiNzR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VcIixcIlRvcFwiOjAuMCxcIkxlZnRcIjo1LjAsXCJSaWdodFwiOjAuMCxcIkJvdHRvbVwiOjAuMH0sXCJQYWRkaW5nXCI6e1wiJGlkXCI6XCI3NlwiLFwiVG9wXCI6MC4wLFwiTGVmdFwiOjAuMCxcIlJpZ2h0XCI6MC4wLFwiQm90dG9tXCI6MC4wfSxcIkJhY2tncm91bmRcIjp7XCIkaWRcIjpcIjc3XCIsXCJDb2xvclwiOntcIiRpZFwiOlwiNzhcIixcIkFcIjowLFwiUlwiOjAsXCJHXCI6MCxcIkJcIjowfX0sXCJJc1Zpc2libGVcIjpmYWxzZSxcIldpZHRoXCI6MC4wLFwiSGVpZ2h0XCI6MC4wLFwiQm9yZGVyU3R5bGVcIjpudWxsfSxcIlNpbmdsZVNjYWxlU2hhcGVTdHlsZVwiOm51bGwsXCJFbGFwc2VkVGltZUJhY2tncm91bmRcIjp7XCIkaWRcIjpcIjc5XCIsXCJDb2xvclwiOntcIiRpZFwiOlwiODBcIixcIkFcIjoxOTEsXCJSXCI6MjU1LFwiR1wiOjAsXCJCXCI6MH19LFwiQXBwZW5kWWVhck9uWWVhckNoYW5nZVwiOmZhbHNlLFwiRWxhcHNlZFRpbWVGb3JtYXRcIjoyLFwiVG9kYXlNYXJrZXJQb3NpdGlvblwiOjMsXCJRdWlja1Bvc2l0aW9uXCI6MixcIkFic29sdXRlUG9zaXRpb25cIjo0MDUuMCxcIk1hcmdpblwiOntcIiRpZFwiOlwiODFcIixcIlRvcFwiOjAuMCxcIkxlZnRcIjoxMC4wLFwiUmlnaHRcIjoxMC4wLFwiQm90dG9tXCI6MC4wfSxcIlBhZGRpbmdcIjp7XCIkaWRcIjpcIjgyXCIsXCJUb3BcIjowLjAsXCJMZWZ0XCI6MC4wLFwiUmlnaHRcIjowLjAsXCJCb3R0b21cIjowLjB9LFwiQmFja2dyb3VuZFwiOntcIiRpZFwiOlwiODNcIixcIkNvbG9yXCI6e1wiJGlkXCI6XCI4NFwiLFwiQVwiOjI1NSxcIlJcIjo0NyxcIkdcIjo1NCxcIkJcIjoxNTN9fSxcIklzVmlzaWJsZVwiOnRydWUsXCJXaWR0aFwiOjAuMCxcIkhlaWdodFwiOjAuMCxcIkJvcmRlclN0eWxlXCI6bnVsbH0sXCJEZWZhdWx0TWlsZXN0b25lU3R5bGVcIjp7XCIkaWRcIjpcIjg1XCIsXCJTaGFwZVwiOjIsXCJDb25uZWN0b3JNYXJnaW5cIjp7XCIkaWRcIjpcIjg2XCIsXCJUb3BcIjowLjAsXCJMZWZ0XCI6Mi4wLFwiUmlnaHRcIjoyLjAsXCJCb3R0b21cIjowLjB9LFwiQ29ubmVjdG9yU3R5bGVcIjp7XCIkaWRcIjpcIjg3XCIsXCJMaW5lQ29sb3JcIjp7XCIkaWRcIjpcIjg4XCIsXCIkdHlwZVwiOlwiTkxSRS5Db21tb24uRG9tLlNvbGlkQ29sb3JCcnVzaCwgTkxSRS5Db21tb25cIixcIkNvbG9yXCI6e1wiJGlkXCI6XCI4OVwiLFwiQVwiOjEyNyxcIlJcIjo3OSxcIkdcIjoxMjksXCJCXCI6MTg5fX0sXCJMaW5lV2VpZ2h0XCI6MS4wLFwiTGluZVR5cGVcIjowfSxcIklzQmVsb3dUaW1lYmFuZFwiOmZhbHNlLFwiSGlkZURhdGVcIjpmYWxzZSxcIlNoYXBlU2l6ZVwiOjEsXCJTcGFjaW5nXCI6Mi4wLFwiUGFkZGluZ1wiOntcIiRpZFwiOlwiOTBcIixcIlRvcFwiOjcuMCxcIkxlZnRcIjozLjAsXCJSaWdodFwiOjAuMCxcIkJvdHRvbVwiOjIuMH0sXCJQb3NpdGlvblwiOm51bGwsXCJQb3NpdGlvbk9uVGFza1wiOjAsXCJTaGFwZVN0eWxlXCI6e1wiJGlkXCI6XCI5MVwiLFwiTWFyZ2luXCI6e1wiJGlkXCI6XCI5MlwiLFwiVG9wXCI6MC4wLFwiTGVmdFwiOjAuMCxcIlJpZ2h0XCI6MC4wLFwiQm90dG9tXCI6MC4wfSxcIlBhZGRpbmdcIjp7XCIkaWRcIjpcIjkzXCIsXCJUb3BcIjowLjAsXCJMZWZ0XCI6MC4wLFwiUmlnaHRcIjowLjAsXCJCb3R0b21cIjowLjB9LFwiQmFja2dyb3VuZFwiOntcIiRpZFwiOlwiOTRcIixcIkNvbG9yXCI6e1wiJGlkXCI6XCI5NVwiLFwiQVwiOjI1NSxcIlJcIjowLFwiR1wiOjExNCxcIkJcIjoxODh9fSxcIklzVmlzaWJsZVwiOnRydWUsXCJXaWR0aFwiOjEzLjAsXCJIZWlnaHRcIjoxMy4wLFwiQm9yZGVyU3R5bGVcIjp7XCIkaWRcIjpcIjk2XCIsXCJMaW5lQ29sb3JcIjp7XCIkaWRcIjpcIjk3XCIsXCIkdHlwZVwiOlwiTkxSRS5Db21tb24uRG9tLlNvbGlkQ29sb3JCcnVzaCwgTkxSRS5Db21tb25cIixcIkNvbG9yXCI6e1wiJGlkXCI6XCI5OFwiLFwiQVwiOjI1NSxcIlJcIjoyNTUsXCJHXCI6MCxcIkJcIjowfX0sXCJMaW5lV2VpZ2h0XCI6MC4wLFwiTGluZVR5cGVcIjowfX0sXCJUaXRsZVN0eWxlXCI6e1wiJGlkXCI6XCI5OVwiLFwiRm9udFNldHRpbmdzXCI6e1wiJGlkXCI6XCIxMDBcIixcIkZvbnRTaXplXCI6MTEsXCJGb250TmFtZVwiOlwiQ2FsaWJyaVwiLFwiSXNCb2xkXCI6dHJ1ZSxcIklzSXRhbGljXCI6ZmFsc2UsXCJJc1VuZGVybGluZWRcIjpmYWxzZX0sXCJBdXRvU2l6ZVwiOjAsXCJGb3JlZ3JvdW5kXCI6e1wiJGlkXCI6XCIxMDFcIixcIkNvbG9yXCI6e1wiJGlkXCI6XCIxMDJ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MTAzXCIsXCJUb3BcIjowLjAsXCJMZWZ0XCI6MC4wLFwiUmlnaHRcIjowLjAsXCJCb3R0b21cIjowLjB9LFwiUGFkZGluZ1wiOntcIiRpZFwiOlwiMTA0XCIsXCJUb3BcIjowLjAsXCJMZWZ0XCI6MC4wLFwiUmlnaHRcIjowLjAsXCJCb3R0b21cIjowLjB9LFwiQmFja2dyb3VuZFwiOntcIiRpZFwiOlwiMTA1XCIsXCJDb2xvclwiOntcIiRyZWZcIjpcIjM2XCJ9fSxcIklzVmlzaWJsZVwiOnRydWUsXCJXaWR0aFwiOjAuMCxcIkhlaWdodFwiOjAuMCxcIkJvcmRlclN0eWxlXCI6bnVsbH0sXCJEYXRlU3R5bGVcIjp7XCIkaWRcIjpcIjEwNlwiLFwiRm9udFNldHRpbmdzXCI6e1wiJGlkXCI6XCIxMDdcIixcIkZvbnRTaXplXCI6MTAsXCJGb250TmFtZVwiOlwiQ2FsaWJyaVwiLFwiSXNCb2xkXCI6ZmFsc2UsXCJJc0l0YWxpY1wiOmZhbHNlLFwiSXNVbmRlcmxpbmVkXCI6ZmFsc2V9LFwiQXV0b1NpemVcIjowLFwiRm9yZWdyb3VuZFwiOntcIiRpZFwiOlwiMTA4XCIsXCJDb2xvclwiOntcIiRpZFwiOlwiMTA5XCIsXCJBXCI6MjU1LFwiUlwiOjY4LFwiR1wiOjg0LFwiQlwiOjEwNn19LFwiQmFja2dyb3VuZEZpbGxUeXBlXCI6MCxcIk1heFdpZHRoXCI6MjAwLjAsXCJNYXhIZWlnaHRcIjpcIkluZmluaXR5XCIsXCJTbWFydEZvcmVncm91bmRJc0FjdGl2ZVwiOmZhbHNlLFwiSG9yaXpvbnRhbEFsaWdubWVudFwiOjAsXCJWZXJ0aWNhbEFsaWdubWVudFwiOjAsXCJTbWFydEZvcmVncm91bmRcIjpudWxsLFwiTWFyZ2luXCI6e1wiJGlkXCI6XCIxMTBcIixcIlRvcFwiOjAuMCxcIkxlZnRcIjowLjAsXCJSaWdodFwiOjAuMCxcIkJvdHRvbVwiOjAuMH0sXCJQYWRkaW5nXCI6e1wiJGlkXCI6XCIxMTFcIixcIlRvcFwiOjAuMCxcIkxlZnRcIjowLjAsXCJSaWdodFwiOjAuMCxcIkJvdHRvbVwiOjAuMH0sXCJCYWNrZ3JvdW5kXCI6e1wiJGlkXCI6XCIxMTJcIixcIkNvbG9yXCI6e1wiJHJlZlwiOlwiMzZcIn19LFwiSXNWaXNpYmxlXCI6dHJ1ZSxcIldpZHRoXCI6MC4wLFwiSGVpZ2h0XCI6MC4wLFwiQm9yZGVyU3R5bGVcIjpudWxsfSxcIkRhdGVGb3JtYXRcIjp7XCIkaWRcIjpcIjExM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EZWZhdWx0VGFza1N0eWxlXCI6e1wiJGlkXCI6XCIxMTRcIixcIlNoYXBlXCI6MSxcIlNoYXBlVGhpY2tuZXNzXCI6MCxcIkR1cmF0aW9uRm9ybWF0XCI6MCxcIlBlcmNlbnRhZ2VDb21wbGV0ZVN0eWxlXCI6e1wiJGlkXCI6XCIxMTVcIixcIkZvbnRTZXR0aW5nc1wiOntcIiRpZFwiOlwiMTE2XCIsXCJGb250U2l6ZVwiOjEwLFwiRm9udE5hbWVcIjpcIkNhbGlicmlcIixcIklzQm9sZFwiOmZhbHNlLFwiSXNJdGFsaWNcIjpmYWxzZSxcIklzVW5kZXJsaW5lZFwiOmZhbHNlfSxcIkF1dG9TaXplXCI6MCxcIkZvcmVncm91bmRcIjp7XCIkaWRcIjpcIjExN1wiLFwiQ29sb3JcIjp7XCIkaWRcIjpcIjExOF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xOVwiLFwiVG9wXCI6MC4wLFwiTGVmdFwiOjAuMCxcIlJpZ2h0XCI6MC4wLFwiQm90dG9tXCI6MC4wfSxcIlBhZGRpbmdcIjp7XCIkaWRcIjpcIjEyMFwiLFwiVG9wXCI6MC4wLFwiTGVmdFwiOjAuMCxcIlJpZ2h0XCI6MC4wLFwiQm90dG9tXCI6MC4wfSxcIkJhY2tncm91bmRcIjp7XCIkaWRcIjpcIjEyMVwiLFwiQ29sb3JcIjp7XCIkcmVmXCI6XCIzNlwifX0sXCJJc1Zpc2libGVcIjp0cnVlLFwiV2lkdGhcIjowLjAsXCJIZWlnaHRcIjowLjAsXCJCb3JkZXJTdHlsZVwiOm51bGx9LFwiRHVyYXRpb25TdHlsZVwiOntcIiRpZFwiOlwiMTIyXCIsXCJGb250U2V0dGluZ3NcIjp7XCIkaWRcIjpcIjEyM1wiLFwiRm9udFNpemVcIjoxMCxcIkZvbnROYW1lXCI6XCJDYWxpYnJpXCIsXCJJc0JvbGRcIjpmYWxzZSxcIklzSXRhbGljXCI6ZmFsc2UsXCJJc1VuZGVybGluZWRcIjpmYWxzZX0sXCJBdXRvU2l6ZVwiOjAsXCJGb3JlZ3JvdW5kXCI6e1wiJGlkXCI6XCIxMjRcIixcIkNvbG9yXCI6e1wiJGlkXCI6XCIxMjV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jZcIixcIlRvcFwiOjAuMCxcIkxlZnRcIjowLjAsXCJSaWdodFwiOjAuMCxcIkJvdHRvbVwiOjAuMH0sXCJQYWRkaW5nXCI6e1wiJGlkXCI6XCIxMjdcIixcIlRvcFwiOjAuMCxcIkxlZnRcIjowLjAsXCJSaWdodFwiOjAuMCxcIkJvdHRvbVwiOjAuMH0sXCJCYWNrZ3JvdW5kXCI6e1wiJGlkXCI6XCIxMjhcIixcIkNvbG9yXCI6e1wiJHJlZlwiOlwiMzZcIn19LFwiSXNWaXNpYmxlXCI6dHJ1ZSxcIldpZHRoXCI6MC4wLFwiSGVpZ2h0XCI6MC4wLFwiQm9yZGVyU3R5bGVcIjpudWxsfSxcIkhvcml6b250YWxDb25uZWN0b3JTdHlsZVwiOntcIiRpZFwiOlwiMTI5XCIsXCJMaW5lQ29sb3JcIjp7XCIkaWRcIjpcIjEzMFwiLFwiJHR5cGVcIjpcIk5MUkUuQ29tbW9uLkRvbS5Tb2xpZENvbG9yQnJ1c2gsIE5MUkUuQ29tbW9uXCIsXCJDb2xvclwiOntcIiRpZFwiOlwiMTMxXCIsXCJBXCI6MjU1LFwiUlwiOjIwNCxcIkdcIjoyMDQsXCJCXCI6MjA0fX0sXCJMaW5lV2VpZ2h0XCI6MS4wLFwiTGluZVR5cGVcIjowfSxcIlZlcnRpY2FsQ29ubmVjdG9yU3R5bGVcIjp7XCIkaWRcIjpcIjEzMlwiLFwiTGluZUNvbG9yXCI6e1wiJGlkXCI6XCIxMzNcIixcIiR0eXBlXCI6XCJOTFJFLkNvbW1vbi5Eb20uU29saWRDb2xvckJydXNoLCBOTFJFLkNvbW1vblwiLFwiQ29sb3JcIjp7XCIkaWRcIjpcIjEzNFwiLFwiQVwiOjI1NSxcIlJcIjoyMDQsXCJHXCI6MjA0LFwiQlwiOjIwNH19LFwiTGluZVdlaWdodFwiOjAuMCxcIkxpbmVUeXBlXCI6MH0sXCJNYXJnaW5cIjpudWxsLFwiU3RhcnREYXRlUG9zaXRpb25cIjozLFwiRW5kRGF0ZVBvc2l0aW9uXCI6MyxcIlRpdGxlUG9zaXRpb25cIjo0LFwiRHVyYXRpb25Qb3NpdGlvblwiOjYsXCJQZXJjZW50YWdlQ29tcGxldGVkUG9zaXRpb25cIjo2LFwiU3BhY2luZ1wiOjUsXCJJc0JlbG93VGltZWJhbmRcIjpmYWxzZSxcIlBlcmNlbnRhZ2VDb21wbGV0ZVNoYXBlT3BhY2l0eVwiOjM1LFwiR3JvdXBOYW1lXCI6bnVsbCxcIkF0dGFjaGVkTWlsZXN0b25lc1N0eWxlc1wiOm51bGwsXCJTaGFwZVN0eWxlXCI6e1wiJGlkXCI6XCIxMzVcIixcIk1hcmdpblwiOntcIiRpZFwiOlwiMTM2XCIsXCJUb3BcIjowLjAsXCJMZWZ0XCI6NC4wLFwiUmlnaHRcIjo0LjAsXCJCb3R0b21cIjowLjB9LFwiUGFkZGluZ1wiOntcIiRpZFwiOlwiMTM3XCIsXCJUb3BcIjowLjAsXCJMZWZ0XCI6MC4wLFwiUmlnaHRcIjowLjAsXCJCb3R0b21cIjowLjB9LFwiQmFja2dyb3VuZFwiOntcIiRpZFwiOlwiMTM4XCIsXCJDb2xvclwiOntcIiRpZFwiOlwiMTM5XCIsXCJBXCI6MjU1LFwiUlwiOjAsXCJHXCI6MTE0LFwiQlwiOjE4OH19LFwiSXNWaXNpYmxlXCI6dHJ1ZSxcIldpZHRoXCI6MC4wLFwiSGVpZ2h0XCI6MTAuMCxcIkJvcmRlclN0eWxlXCI6e1wiJGlkXCI6XCIxNDBcIixcIkxpbmVDb2xvclwiOntcIiRpZFwiOlwiMTQxXCIsXCIkdHlwZVwiOlwiTkxSRS5Db21tb24uRG9tLlNvbGlkQ29sb3JCcnVzaCwgTkxSRS5Db21tb25cIixcIkNvbG9yXCI6e1wiJGlkXCI6XCIxNDJcIixcIkFcIjoyNTUsXCJSXCI6MjU1LFwiR1wiOjAsXCJCXCI6MH19LFwiTGluZVdlaWdodFwiOjAuMCxcIkxpbmVUeXBlXCI6MH19LFwiVGl0bGVTdHlsZVwiOntcIiRpZFwiOlwiMTQzXCIsXCJGb250U2V0dGluZ3NcIjp7XCIkaWRcIjpcIjE0NFwiLFwiRm9udFNpemVcIjoxMSxcIkZvbnROYW1lXCI6XCJDYWxpYnJpXCIsXCJJc0JvbGRcIjp0cnVlLFwiSXNJdGFsaWNcIjpmYWxzZSxcIklzVW5kZXJsaW5lZFwiOmZhbHNlfSxcIkF1dG9TaXplXCI6MCxcIkZvcmVncm91bmRcIjp7XCIkaWRcIjpcIjE0NVwiLFwiQ29sb3JcIjp7XCIkaWRcIjpcIjE0NlwiLFwiQVwiOjI1NSxcIlJcIjowLFwiR1wiOjAsXCJCXCI6MH19LFwiQmFja2dyb3VuZEZpbGxUeXBlXCI6MCxcIk1heFdpZHRoXCI6OTYwLjAsXCJNYXhIZWlnaHRcIjpcIkluZmluaXR5XCIsXCJTbWFydEZvcmVncm91bmRJc0FjdGl2ZVwiOmZhbHNlLFwiSG9yaXpvbnRhbEFsaWdubWVudFwiOjAsXCJWZXJ0aWNhbEFsaWdubWVudFwiOjAsXCJTbWFydEZvcmVncm91bmRcIjpudWxsLFwiTWFyZ2luXCI6e1wiJGlkXCI6XCIxNDdcIixcIlRvcFwiOjAuMCxcIkxlZnRcIjowLjAsXCJSaWdodFwiOjAuMCxcIkJvdHRvbVwiOjAuMH0sXCJQYWRkaW5nXCI6e1wiJGlkXCI6XCIxNDhcIixcIlRvcFwiOjAuMCxcIkxlZnRcIjowLjAsXCJSaWdodFwiOjAuMCxcIkJvdHRvbVwiOjAuMH0sXCJCYWNrZ3JvdW5kXCI6e1wiJGlkXCI6XCIxNDlcIixcIkNvbG9yXCI6e1wiJHJlZlwiOlwiMzZcIn19LFwiSXNWaXNpYmxlXCI6dHJ1ZSxcIldpZHRoXCI6MC4wLFwiSGVpZ2h0XCI6MC4wLFwiQm9yZGVyU3R5bGVcIjpudWxsfSxcIkRhdGVTdHlsZVwiOntcIiRpZFwiOlwiMTUwXCIsXCJGb250U2V0dGluZ3NcIjp7XCIkaWRcIjpcIjE1MVwiLFwiRm9udFNpemVcIjoxMCxcIkZvbnROYW1lXCI6XCJDYWxpYnJpXCIsXCJJc0JvbGRcIjpmYWxzZSxcIklzSXRhbGljXCI6ZmFsc2UsXCJJc1VuZGVybGluZWRcIjpmYWxzZX0sXCJBdXRvU2l6ZVwiOjAsXCJGb3JlZ3JvdW5kXCI6e1wiJGlkXCI6XCIxNTJcIixcIkNvbG9yXCI6e1wiJGlkXCI6XCIxNTN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1NFwiLFwiVG9wXCI6MC4wLFwiTGVmdFwiOjAuMCxcIlJpZ2h0XCI6MC4wLFwiQm90dG9tXCI6MC4wfSxcIlBhZGRpbmdcIjp7XCIkaWRcIjpcIjE1NVwiLFwiVG9wXCI6MC4wLFwiTGVmdFwiOjAuMCxcIlJpZ2h0XCI6MC4wLFwiQm90dG9tXCI6MC4wfSxcIkJhY2tncm91bmRcIjp7XCIkaWRcIjpcIjE1NlwiLFwiQ29sb3JcIjp7XCIkcmVmXCI6XCIzNlwifX0sXCJJc1Zpc2libGVcIjp0cnVlLFwiV2lkdGhcIjowLjAsXCJIZWlnaHRcIjowLjAsXCJCb3JkZXJTdHlsZVwiOm51bGx9LFwiRGF0ZUZvcm1hdFwiOntcIiRpZFwiOlwiMTU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lNob3dFbGFwc2VkVGltZUdyYWRpZW50U3R5bGVcIjpmYWxzZSxcIlRpbWViYW5kUmVzZXJ2ZWRMZWZ0QXJlYVN0eWxlXCI6bnVsbCxcIkRlZmF1bHRTd2ltbGFuZVN0eWxlXCI6e1wiJGlkXCI6XCIxNThcIixcIkhlYWRlclN0eWxlXCI6e1wiJGlkXCI6XCIxNTlcIixcIlRleHRTdHlsZVwiOntcIiRpZFwiOlwiMTYwXCIsXCJGb250U2V0dGluZ3NcIjp7XCIkaWRcIjpcIjE2MVwiLFwiRm9udFNpemVcIjoxMixcIkZvbnROYW1lXCI6XCJDYWxpYnJpXCIsXCJJc0JvbGRcIjpmYWxzZSxcIklzSXRhbGljXCI6ZmFsc2UsXCJJc1VuZGVybGluZWRcIjpmYWxzZX0sXCJBdXRvU2l6ZVwiOjAsXCJGb3JlZ3JvdW5kXCI6e1wiJGlkXCI6XCIxNjJcIixcIkNvbG9yXCI6e1wiJGlkXCI6XCIxNjNcIixcIkFcIjoyNTUsXCJSXCI6MzIsXCJHXCI6NTYsXCJCXCI6MTAwfX0sXCJCYWNrZ3JvdW5kRmlsbFR5cGVcIjowLFwiTWF4V2lkdGhcIjowLjAsXCJNYXhIZWlnaHRcIjowLjAsXCJTbWFydEZvcmVncm91bmRJc0FjdGl2ZVwiOmZhbHNlLFwiSG9yaXpvbnRhbEFsaWdubWVudFwiOjAsXCJWZXJ0aWNhbEFsaWdubWVudFwiOjAsXCJTbWFydEZvcmVncm91bmRcIjpudWxsLFwiTWFyZ2luXCI6e1wiJGlkXCI6XCIxNjRcIixcIlRvcFwiOjAuMCxcIkxlZnRcIjowLjAsXCJSaWdodFwiOjAuMCxcIkJvdHRvbVwiOjAuMH0sXCJQYWRkaW5nXCI6e1wiJGlkXCI6XCIxNjVcIixcIlRvcFwiOjAuMCxcIkxlZnRcIjowLjAsXCJSaWdodFwiOjAuMCxcIkJvdHRvbVwiOjAuMH0sXCJCYWNrZ3JvdW5kXCI6bnVsbCxcIklzVmlzaWJsZVwiOmZhbHNlLFwiV2lkdGhcIjowLjAsXCJIZWlnaHRcIjowLjAsXCJCb3JkZXJTdHlsZVwiOm51bGx9LFwiUmVjdGFuZ2xlU3R5bGVcIjp7XCIkaWRcIjpcIjE2NlwiLFwiTWFyZ2luXCI6e1wiJGlkXCI6XCIxNjdcIixcIlRvcFwiOjAuMCxcIkxlZnRcIjowLjAsXCJSaWdodFwiOjAuMCxcIkJvdHRvbVwiOjAuMH0sXCJQYWRkaW5nXCI6e1wiJGlkXCI6XCIxNjhcIixcIlRvcFwiOjAuMCxcIkxlZnRcIjowLjAsXCJSaWdodFwiOjAuMCxcIkJvdHRvbVwiOjAuMH0sXCJCYWNrZ3JvdW5kXCI6e1wiJGlkXCI6XCIxNjlcIixcIkNvbG9yXCI6e1wiJGlkXCI6XCIxNzBcIixcIkFcIjoxMjcsXCJSXCI6OTEsXCJHXCI6MTU1LFwiQlwiOjIxM319LFwiSXNWaXNpYmxlXCI6ZmFsc2UsXCJXaWR0aFwiOjAuMCxcIkhlaWdodFwiOjAuMCxcIkJvcmRlclN0eWxlXCI6e1wiJGlkXCI6XCIxNzFcIixcIkxpbmVDb2xvclwiOntcIiRpZFwiOlwiMTcyXCIsXCIkdHlwZVwiOlwiTkxSRS5Db21tb24uRG9tLlNvbGlkQ29sb3JCcnVzaCwgTkxSRS5Db21tb25cIixcIkNvbG9yXCI6e1wiJGlkXCI6XCIxNzNcIixcIkFcIjoyNTUsXCJSXCI6MjU1LFwiR1wiOjAsXCJCXCI6MH19LFwiTGluZVdlaWdodFwiOjAuMCxcIkxpbmVUeXBlXCI6MH19LFwiVGV4dElzVmVydGljYWxcIjpmYWxzZX0sXCJCYWNrZ3JvdW5kU3R5bGVcIjp7XCIkaWRcIjpcIjE3NFwiLFwiTWFyZ2luXCI6e1wiJGlkXCI6XCIxNzVcIixcIlRvcFwiOjAuMCxcIkxlZnRcIjowLjAsXCJSaWdodFwiOjAuMCxcIkJvdHRvbVwiOjAuMH0sXCJQYWRkaW5nXCI6e1wiJGlkXCI6XCIxNzZcIixcIlRvcFwiOjAuMCxcIkxlZnRcIjowLjAsXCJSaWdodFwiOjAuMCxcIkJvdHRvbVwiOjAuMH0sXCJCYWNrZ3JvdW5kXCI6e1wiJGlkXCI6XCIxNzdcIixcIkNvbG9yXCI6e1wiJGlkXCI6XCIxNzhcIixcIkFcIjozOCxcIlJcIjo5MSxcIkdcIjoxNTUsXCJCXCI6MjEzfX0sXCJJc1Zpc2libGVcIjp0cnVlLFwiV2lkdGhcIjowLjAsXCJIZWlnaHRcIjowLjAsXCJCb3JkZXJTdHlsZVwiOntcIiRpZFwiOlwiMTc5XCIsXCJMaW5lQ29sb3JcIjp7XCIkaWRcIjpcIjE4MFwiLFwiJHR5cGVcIjpcIk5MUkUuQ29tbW9uLkRvbS5Tb2xpZENvbG9yQnJ1c2gsIE5MUkUuQ29tbW9uXCIsXCJDb2xvclwiOntcIiRpZFwiOlwiMTgxXCIsXCJBXCI6MjU1LFwiUlwiOjI1NSxcIkdcIjowLFwiQlwiOjB9fSxcIkxpbmVXZWlnaHRcIjowLjAsXCJMaW5lVHlwZVwiOjB9fSxcIklzQWJvdmVUaW1lYmFuZFwiOmZhbHNlfSxcIkN1c3RvbU1pbGVzdG9uZVN0eWxlTGlzdFwiOltdLFwiQ3VzdG9tVGFza1N0eWxlTGlzdFwiOltdLFwiQ3VzdG9tU3dpbWxhbmVEZWZpbml0aW9uU3R5bGVMaXN0XCI6W10sXCJDdXN0b21Td2ltbGFuZVYyU3R5bGVMaXN0XCI6W10sXCJHcmlkbGluZVBhbmVsU3R5bGVcIjp7XCIkaWRcIjpcIjE4MlwiLFwiR3JpZGxpbmVTdHlsZVwiOntcIiRpZFwiOlwiMTgzXCIsXCJMaW5lQ29sb3JcIjp7XCIkaWRcIjpcIjE4NFwiLFwiJHR5cGVcIjpcIk5MUkUuQ29tbW9uLkRvbS5Tb2xpZENvbG9yQnJ1c2gsIE5MUkUuQ29tbW9uXCIsXCJDb2xvclwiOntcIiRpZFwiOlwiMTg1XCIsXCJBXCI6MzgsXCJSXCI6OTEsXCJHXCI6MTU1LFwiQlwiOjIxM319LFwiTGluZVdlaWdodFwiOjEuMCxcIkxpbmVUeXBlXCI6MH0sXCJJc1Zpc2libGVcIjp0cnVlfSxcIkFjdGl2aXR5TGluZVBhbmVsU3R5bGVcIjp7XCIkaWRcIjpcIjE4NlwiLFwiQWN0aXZpdHlMaW5lU3R5bGVcIjp7XCIkaWRcIjpcIjE4N1wiLFwiTGluZUNvbG9yXCI6e1wiJGlkXCI6XCIxODhcIixcIiR0eXBlXCI6XCJOTFJFLkNvbW1vbi5Eb20uU29saWRDb2xvckJydXNoLCBOTFJFLkNvbW1vblwiLFwiQ29sb3JcIjp7XCIkaWRcIjpcIjE4OVwiLFwiQVwiOjM4LFwiUlwiOjY4LFwiR1wiOjExNCxcIkJcIjoxOTZ9fSxcIkxpbmVXZWlnaHRcIjoxLjAsXCJMaW5lVHlwZVwiOjB9LFwiSXNWaXNpYmxlXCI6dHJ1ZX0sXCJEZWZhdWx0RGVwZW5kZW5jeVN0eWxlXCI6e1wiJGlkXCI6XCIxOTBcIixcIkxpbmVTdHlsZVwiOntcIiRpZFwiOlwiMTkxXCIsXCJMaW5lQ29sb3JcIjp7XCIkaWRcIjpcIjE5MlwiLFwiJHR5cGVcIjpcIk5MUkUuQ29tbW9uLkRvbS5Tb2xpZENvbG9yQnJ1c2gsIE5MUkUuQ29tbW9uXCIsXCJDb2xvclwiOntcIiRpZFwiOlwiMTkzXCIsXCJBXCI6MjU1LFwiUlwiOjAsXCJHXCI6MCxcIkJcIjowfX0sXCJMaW5lV2VpZ2h0XCI6MS4wLFwiTGluZVR5cGVcIjowfSxcIkVuZEFycm93aGVhZExpbmVTdHlsZVwiOntcIiRpZFwiOlwiMTk0XCIsXCJLaW5kXCI6MSxcIldpZHRoXCI6MSxcIkxlbmd0aFwiOjAsXCJQYXJlbnRTdHlsZVwiOm51bGx9LFwiQnJpbmdUb0Zyb250XCI6dHJ1ZSxcIklzVmlzaWJsZVwiOnRydWUsXCJSYWRpdXNcIjowLjB9LFwiQ3JpdGljYWxQYXRoU3R5bGVcIjp7XCIkaWRcIjpcIjE5NVwiLFwiQ3JpdGljYWxQYXRoU3R5bGVPcHRpb25zXCI6MTUsXCJMaW5lU3R5bGVcIjp7XCIkaWRcIjpcIjE5NlwiLFwiTGluZUNvbG9yXCI6e1wiJGlkXCI6XCIxOTdcIixcIiR0eXBlXCI6XCJOTFJFLkNvbW1vbi5Eb20uU29saWRDb2xvckJydXNoLCBOTFJFLkNvbW1vblwiLFwiQ29sb3JcIjp7XCIkaWRcIjpcIjE5OFwiLFwiQVwiOjI1NSxcIlJcIjoyMjIsXCJHXCI6NTAsXCJCXCI6NTB9fSxcIkxpbmVXZWlnaHRcIjoxLjAsXCJMaW5lVHlwZVwiOjB9LFwiVGl0bGVGb3JlZ3JvdW5kXCI6e1wiJGlkXCI6XCIxOTlcIixcIkNvbG9yXCI6e1wiJGlkXCI6XCIyMDBcIixcIkFcIjoyNTUsXCJSXCI6MTc2LFwiR1wiOjE5LFwiQlwiOjI1fX0sXCJTaGFwZXNCYWNrZ3JvdW5kXCI6e1wiJGlkXCI6XCIyMDFcIixcIkNvbG9yXCI6e1wiJGlkXCI6XCIyMDJcIixcIkFcIjoyNTUsXCJSXCI6MjUzLFwiR1wiOjIwMyxcIkJcIjoyMDh9fSxcIlNoYXBlc0JvcmRlclN0eWxlXCI6e1wiJGlkXCI6XCIyMDNcIixcIkxpbmVDb2xvclwiOntcIiRpZFwiOlwiMjA0XCIsXCIkdHlwZVwiOlwiTkxSRS5Db21tb24uRG9tLlNvbGlkQ29sb3JCcnVzaCwgTkxSRS5Db21tb25cIixcIkNvbG9yXCI6e1wiJGlkXCI6XCIyMDVcIixcIkFcIjoyNTUsXCJSXCI6MjIyLFwiR1wiOjUwLFwiQlwiOjUwfX0sXCJMaW5lV2VpZ2h0XCI6MS41LFwiTGluZVR5cGVcIjowfSxcIklzVmlzaWJsZVwiOmZhbHNlfX0sXCJTY2FsZVwiOntcIiRpZFwiOlwiMjA2XCIsXCJTdGFydERhdGVcIjpcIjAwMDEtMDEtMDFUMDA6MDA6MDBcIixcIkVuZERhdGVcIjpcIjAwMDEtMDEtMDFUMDA6MDA6MDBcIixcIkZvcm1hdFwiOlwid1wiLFwiVHlwZVwiOjEsXCJBdXRvRGF0ZVJhbmdlXCI6dHJ1ZSxcIldvcmtpbmdEYXlzXCI6MzEsXCJUb2RheU1hcmtlclRleHRcIjpcIlRvZGF5XCIsXCJBdXRvU2NhbGVUeXBlXCI6dHJ1ZX0sXCJTY2FsZVYyXCI6e1wiJGlkXCI6XCIyMDdcIixcIlN0YXJ0RGF0ZVwiOlwiMDAwMS0wMS0wMVQwMDowMDowMFwiLFwiRW5kRGF0ZVwiOlwiMDAwMS0wMS0wMVQwMDowMDowMFwiLFwiQXV0b0RhdGVSYW5nZVwiOnRydWUsXCJXb3JraW5nRGF5c1wiOjMxLFwiVG9kYXlNYXJrZXJUZXh0XCI6XCJUb2RheVwiLFwiQXV0b1NjYWxlVHlwZVwiOnRydWUsXCJUaW1lYmFuZFNjYWxlc1wiOntcIiRpZFwiOlwiMjA4XCIsXCJUb3BTY2FsZUxheWVyXCI6e1wiJGlkXCI6XCIyMDlcIixcIkZvcm1hdFwiOlwid1wiLFwiVHlwZVwiOjF9LFwiTWlkZGxlU2NhbGVMYXllclwiOntcIiRpZFwiOlwiMjEwXCIsXCJGb3JtYXRcIjpudWxsLFwiVHlwZVwiOjB9LFwiQm90dG9tU2NhbGVMYXllclwiOntcIiRpZFwiOlwiMjExXCIsXCJGb3JtYXRcIjpudWxsLFwiVHlwZVwiOjB9fX0sXCJNaWxlc3RvbmVzXCI6W10sXCJUYXNrc1wiOltdLFwiU3dpbWxhbmVzXCI6W10sXCJTd2ltbGFuZXNWMlwiOltdLFwiRGVwZW5kZW5jaWVzXCI6W10sXCJEZXBlbmRlbmN5U2V0dGluZ3NcIjp7XCIkaWRcIjpcIjIxMlwiLFwiRGVwZW5kZW5jeU1vZHVsZUVuYWJsZWRcIjpmYWxzZSxcIlNjaGVkdWxpbmdTZXR0aW5nc1wiOntcIiRpZFwiOlwiMjEzXCIsXCJEZXBlbmRlbmNpZXNTY2hlZHVsaW5nTW9kZVNldHRpbmdcIjoxLFwiRGVwZW5kZW5jaWVzUHJldmlvdXNTY2hlZHVsaW5nTW9kZVwiOjEsXCJPbkJyZWFraW5nRmxleGlibGVTY2hlZHVsaW5nTW9kZVNldHRpbmdcIjowLFwiT25CcmVha2luZ1N0cmljdFNjaGVkdWxpbmdNb2RlU2V0dGluZ1wiOjB9fSxcIlNldHRpbmdzXCI6e1wiJGlkXCI6XCIyMTRcIixcIkltcGFPcHRpb25zXCI6e1wiJGlkXCI6XCIyMTVcIixcIkxlZnRUb1JpZ2h0XCI6ZmFsc2UsXCJQYXlsb2FkT3B0aW9uc1wiOjJ9fSxcIlRpbWVDb25maWd1cmF0aW9uXCI6e1wiJGlkXCI6XCIyMTZcIixcIlVzZVRpbWVcIjpmYWxzZSxcIldvcmtEYXlTdGFydFwiOlwiMDA6MDA6MDBcIixcIldvcmtEYXlFbmRcIjpcIjIzOjU5OjAwXCJ9fSJ9LCJTZXR0aW5ncyI6eyIkaWQiOiI2NzUiLCJJbXBhT3B0aW9ucyI6eyIkaWQiOiI2NzYiLCJMZWZ0VG9SaWdodCI6ZmFsc2UsIlBheWxvYWRPcHRpb25zIjoyfSwiVXNlQ29tcHJlc3Npb24iOmZhbHNlLCJDb21wcmVzaW9uUGVyY2VudGFnZSI6NTAuMCwiSW5hY3RpdmVJbnRlcnZhbFdpZHRoVGhyZXNob2xkIjozMC4wLCJJbmFjdGl2ZUludGVydmFsV2lkdGgiOjEuMCwiU3BsaXRUYXNrcyI6ZmFsc2UsIlVzZUNsdXN0ZXIiOmZhbHNlLCJFcHNpbG9uIjo1LjAsIk1pblBvaW50c1RvRm9ybUFDbHVzdGVyIjoyLCJHZW5lcmF0ZUludmlzaWJsZVNoYXBlcyI6ZmFsc2UsIlNtYXJ0VGltZWxpbmVUYXNrUGVyY2VudGFnZUZpdCI6ZmFsc2V9LCJJc05ldyI6ZmFsc2UsIkltcG9ydFR5cGUiOjAsIkZpbGVQYXRoIjpudWxsLCJUaW1lQ29uZmlndXJhdGlvbiI6eyIkaWQiOiI2NzciLCJVc2VUaW1lIjpmYWxzZSwiV29ya0RheVN0YXJ0IjoiMDA6MDA6MDAiLCJXb3JrRGF5RW5kIjoiMjM6NTk6MDAifSwiTGFzdFVzZWRUZW1wbGF0ZUlkIjoiY2MyNmY4NjMtMjdjZS00ODBlLWE1ODktYjNmMTJmMmQ2ZWIwIiwiRmlyc3RXZWVrT2ZZZWFyIjowLCJQbGFjZU1pbGVzdG9uZUF0VGhlQmVnaW5uaW5nT2ZUaGVEYXkiOmZhbHNlLCJEZXBlbmRlbmN5U2NoZWR1bGluZ1NldHRpbmdzIjp7IiRpZCI6IjY3OC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ZmFsc2UsIkRlcGVuZGVuY2llcyI6eyJfZGVwZW5kZW5jaWVzIjpbXX19"/>
  <p:tag name="__MASTER" val="__part_0"/>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 name="OTLTIMEBANDSCALETYPE" val="Years"/>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9.5066666666667"/>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QUICKPOSITION" val="Custom"/>
  <p:tag name="OTLTIMEBANDENDDATE" val="2031-04-01T23:59:00.0000000"/>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5-10-20T23:59:00.0000000"/>
  <p:tag name="OTLENDDATE" val="2027-10-20T23:59:00.0000000"/>
  <p:tag name="OTLDURATIONFORMAT" val="day"/>
  <p:tag name="OTLSPACING" val="5"/>
  <p:tag name="OTLSHAPETHICKNESSTYPE" val="Thin"/>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8-02-22T23:59:00.0000000"/>
  <p:tag name="OTLENDDATE" val="2028-10-23T23:59:00.0000000"/>
  <p:tag name="OTLDURATIONFORMAT" val="day"/>
  <p:tag name="OTLSPACING" val="5"/>
  <p:tag name="OTLSHAPETHICKNESSTYPE" val="Thin"/>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30-05-01T00:00:00.0000000"/>
  <p:tag name="OTLENDDATE" val="2031-03-01T23:59:00.0000000"/>
  <p:tag name="OTLDURATIONFORMAT" val="day"/>
  <p:tag name="OTLSPACING" val="5"/>
  <p:tag name="OTLSHAPETHICKNESSTYPE" val="Thin"/>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5-01-26T00:00:00.0000000Z"/>
  <p:tag name="OTLENDDATE" val="2025-04-30T23:59:00.0000000Z"/>
  <p:tag name="OTLDURATIONFORMAT" val="day"/>
  <p:tag name="OTLSPACING" val="5"/>
  <p:tag name="OTLSHAPETHICKNESSTYPE" val="Thin"/>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5-08-15T00:00:00.0000000Z"/>
  <p:tag name="OTLDURATIONFORMAT" val="day"/>
  <p:tag name="OTLSPACING" val="5"/>
  <p:tag name="OTLSHAPETHICKNESSTYPE" val="Thin"/>
  <p:tag name="OTLENDDATE" val="2025-11-14T23:59:00.0000000Z"/>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8-03-22T23:59:00.0000000Z"/>
  <p:tag name="OTLENDDATE" val="2029-03-22T23:59:00.0000000Z"/>
  <p:tag name="OTLDURATIONFORMAT" val="day"/>
  <p:tag name="OTLSPACING" val="5"/>
  <p:tag name="OTLSHAPETHICKNESSTYPE" val="Thin"/>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30-06-01T00:00:00.0000000Z"/>
  <p:tag name="OTLENDDATE" val="2031-04-01T23:59:00.0000000Z"/>
  <p:tag name="OTLDURATIONFORMAT" val="day"/>
  <p:tag name="OTLSPACING" val="5"/>
  <p:tag name="OTLSHAPETHICKNESSTYPE" val="Thin"/>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ENDDATE" val="2027-10-20T23:59:00.0000000Z"/>
  <p:tag name="OTLDURATIONFORMAT" val="day"/>
  <p:tag name="OTLSPACING" val="5"/>
  <p:tag name="OTLSHAPETHICKNESSTYPE" val="Thin"/>
  <p:tag name="OTLSTARTDATE" val="2026-02-13T23:59:00.0000000Z"/>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 name="OTLELAPSEDSTYLE" val="Thin"/>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final CTP"/>
  <p:tag name="OTLDATE" val="2025-07-02T23:59:00.0000000"/>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interim analysis"/>
  <p:tag name="OTLDATE" val="2027-11-03T23:59:00.0000000"/>
  <p:tag name="OTLPOSITIONONTASK" val="None"/>
  <p:tag name="OTLRELATEDTASKID" val="00000000-0000-0000-0000-000000000000"/>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 name="OTLTODAYPOSITION" val="Below"/>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kYWNmMThkNy0zYTEwLTRjMmYtYWE2Zi01ODVhMzI5ZjVmYWEiLCJJbmRleCI6MSwiR3JvdXBJZCI6bnVsbCwiVGl0bGUiOiJmaW5hbCBDVEEgcGFja2FnZSIsIkRhdGVUaW1lIjoiMjAyNS0wOS0wNFQyMzo1OTowMCIsIlBlcmNlbnRhZ2VDb21wbGV0ZSI6bnVsbCwiTm90ZSI6bnVsbCwiU3R5bGUiOnsiJGlkIjoiNiIsIlRpdGxlUG9zaXRpb24iOiJMZWZ0IiwiRGF0ZVBvc2l0aW9uIjoiTGVmdCIsIlNoYXBlVHlwZSI6MiwiU2hhcGVTaXplIjoxLCJTaGFwZVN0eWxlIjp7IiRpZCI6IjciLCJNYXJnaW4iOnsiJGlkIjoiOCIsIlRvcCI6MC4wLCJMZWZ0IjowLjAsIlJpZ2h0IjowLjAsIkJvdHRvbSI6MC4wfSwiUGFkZGluZyI6eyIkaWQiOiI5IiwiVG9wIjowLjAsIkxlZnQiOjAuMCwiUmlnaHQiOjAuMCwiQm90dG9tIjowLjB9LCJCYWNrZ3JvdW5kIjp7IiRpZCI6IjEwIiwiQ29sb3IiOnsiJGlkIjoiMTEiLCJBIjoyNTUsIlIiOjgsIkciOjQ5LCJCIjo0Mn19LCJJc1Zpc2libGUiOnRydWUsIldpZHRoIjoxMy4wLCJIZWlnaHQiOjEzLjAsIkJvcmRlclN0eWxlIjp7IiRpZCI6IjEyIiwiTGluZUNvbG9yIjp7IiRpZCI6IjEzIiwiJHR5cGUiOiJOTFJFLkNvbW1vbi5Eb20uU29saWRDb2xvckJydXNoLCBOTFJFLkNvbW1vbiIsIkNvbG9yIjp7IiRpZCI6IjE0IiwiQSI6MjU1LCJSIjoxLCJHIjoxNSwiQiI6MTF9fSwiTGluZVdlaWdodCI6MC4wLCJMaW5lVHlwZSI6MCwiUGFyZW50U3R5bGUiOm51bGx9LCJQYXJlbnRTdHlsZSI6bnVsbH0sIlRpdGxlU3R5bGUiOnsiJGlkIjoiMTUiLCJGb250U2V0dGluZ3MiOnsiJGlkIjoiMTYiLCJGb250U2l6ZSI6MTEsIkZvbnROYW1lIjoiQ2FsaWJyaSIsIklzQm9sZCI6dHJ1ZSwiSXNJdGFsaWMiOmZhbHNlLCJJc1VuZGVybGluZWQiOmZhbHNlLCJQYXJlbnRTdHlsZSI6bnVsbH0sIkF1dG9TaXplIjowLCJGb3JlZ3JvdW5kIjp7IiRpZCI6IjE3IiwiQ29sb3IiOnsiJGlkIjoiMTgiLCJBIjoyNTUsIlIiOjAsIkciOjAsIkIiOjB9fSwiTWF4V2lkdGgiOjIwMC4wLCJNYXhIZWlnaHQiOiJJbmZpbml0eSIsIlNtYXJ0Rm9yZWdyb3VuZElzQWN0aXZlIjpmYWxzZSwiSG9yaXpvbnRhbEFsaWdubWVudCI6MiwiVmVydGljYWxBbGlnbm1lbnQiOjAsIlNtYXJ0Rm9yZWdyb3VuZCI6bnVsbCwiQmFja2dyb3VuZEZpbGxUeXBlIjowLCJNYXJnaW4iOnsiJGlkIjoiMTkiLCJUb3AiOjAuMCwiTGVmdCI6MC4wLCJSaWdodCI6MC4wLCJCb3R0b20iOjAuMH0sIlBhZGRpbmciOnsiJGlkIjoiMjAiLCJUb3AiOjAuMCwiTGVmdCI6MC4wLCJSaWdodCI6MC4wLCJCb3R0b20iOjAuMH0sIkJhY2tncm91bmQiOnsiJGlkIjoiMjEiLCJDb2xvciI6eyIkaWQiOiIyMiIsIkEiOjAsIlIiOjI1NSwiRyI6MjU1LCJCIjoyNTV9fSwiSXNWaXNpYmxlIjp0cnVlLCJXaWR0aCI6MC4wLCJIZWlnaHQiOjAuMCwiQm9yZGVyU3R5bGUiOm51bGwsIlBhcmVudFN0eWxlIjpudWxsfSwiRGF0ZVN0eWxlIjp7IiRpZCI6IjIzIiwiRm9udFNldHRpbmdzIjp7IiRpZCI6IjI0IiwiRm9udFNpemUiOjEwLCJGb250TmFtZSI6IkNhbGlicmkiLCJJc0JvbGQiOmZhbHNlLCJJc0l0YWxpYyI6ZmFsc2UsIklzVW5kZXJsaW5lZCI6ZmFsc2UsIlBhcmVudFN0eWxlIjpudWxsfSwiQXV0b1NpemUiOjAsIkZvcmVncm91bmQiOnsiJGlkIjoiMjUiLCJDb2xvciI6eyIkaWQiOiIyNiIsIkEiOjI1NSwiUiI6MCwiRyI6MjI4LCJCIjoxMjR9fSwiTWF4V2lkdGgiOjIwMC4wLCJNYXhIZWlnaHQiOiJJbmZpbml0eSIsIlNtYXJ0Rm9yZWdyb3VuZElzQWN0aXZlIjpmYWxzZSwiSG9yaXpvbnRhbEFsaWdubWVudCI6MiwiVmVydGljYWxBbGlnbm1lbnQiOjAsIlNtYXJ0Rm9yZWdyb3VuZCI6bnVsbCwiQmFja2dyb3VuZEZpbGxUeXBlIjowLCJNYXJnaW4iOnsiJGlkIjoiMjciLCJUb3AiOjAuMCwiTGVmdCI6MC4wLCJSaWdodCI6MC4wLCJCb3R0b20iOjAuMH0sIlBhZGRpbmciOnsiJGlkIjoiMjgiLCJUb3AiOjAuMCwiTGVmdCI6MC4wLCJSaWdodCI6MC4wLCJCb3R0b20iOjAuMH0sIkJhY2tncm91bmQiOnsiJGlkIjoiMjkiLCJDb2xvciI6eyIkaWQiOiIzMCIsIkEiOjAsIlIiOjI1NSwiRyI6MjU1LCJCIjoyNTV9fSwiSXNWaXNpYmxlIjp0cnVlLCJXaWR0aCI6MC4wLCJIZWlnaHQiOjAuMCwiQm9yZGVyU3R5bGUiOm51bGwsIlBhcmVudFN0eWxlIjpudWxsfSwiRGF0ZUZvcm1hdCI6eyIkaWQiOiIz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iIsIkZvcm1hdCI6MCwiSXNWaXNpYmxlIjpmYWxzZSwiTGFzdEtub3duVmlzaWJpbGl0eVN0YXRlIjpmYWxzZX0sIklzVmlzaWJsZSI6dHJ1ZSwiUGFyZW50U3R5bGUiOm51bGx9LCJIeXBlcmxpbmsiOm51bGwsIkltcG9ydElkIjoiIn1dLCJJZCI6IjAwMDAwMDAwLTAwMDAtMDAwMC0wMDAwLTAwMDAwMDAwMDAwMCIsIklzU2luZ2xlSXRlbVJvdyI6dHJ1ZX0seyIkaWQiOiIzMyIsIl90YXNrcyI6W3siJGlkIjoiMzQiLCJfYXR0YWNoZWRNaWxlc3RvbmVzIjpbXSwiVGFza0RlZmluaXRpb24iOnsiJGlkIjoiMzUiLCJHcm91cE5hbWUiOm51bGwsIlN0YXJ0RGF0ZSI6IjIwMjUtMTItMDNUMjM6NTk6MDBaIiwiRW5kRGF0ZSI6IjIwMjgtMDYtMTNUMjM6NTk6MDBaIiwiUGVyY2VudGFnZUNvbXBsZXRlIjpudWxsLCJTdHlsZSI6eyIkaWQiOiIzNiIsIlNoYXBlIjoxLCJTaGFwZVRoaWNrbmVzcyI6MCwiRHVyYXRpb25Gb3JtYXQiOjAsIkluY2x1ZGVOb25Xb3JraW5nRGF5c0luRHVyYXRpb24iOmZhbHNlLCJQZXJjZW50YWdlQ29tcGxldGVTdHlsZSI6eyIkaWQiOiIzNyIsIkZvbnRTZXR0aW5ncyI6eyIkaWQiOiIzOCIsIkZvbnRTaXplIjoxMCwiRm9udE5hbWUiOiJDYWxpYnJpIiwiSXNCb2xkIjpmYWxzZSwiSXNJdGFsaWMiOmZhbHNlLCJJc1VuZGVybGluZWQiOmZhbHNlLCJQYXJlbnRTdHlsZSI6bnVsbH0sIkF1dG9TaXplIjowLCJGb3JlZ3JvdW5kIjp7IiRpZCI6IjM5IiwiQ29sb3IiOnsiJGlkIjoiND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0MSIsIlRvcCI6MC4wLCJMZWZ0IjowLjAsIlJpZ2h0IjowLjAsIkJvdHRvbSI6MC4wfSwiUGFkZGluZyI6eyIkaWQiOiI0MiIsIlRvcCI6MC4wLCJMZWZ0IjowLjAsIlJpZ2h0IjowLjAsIkJvdHRvbSI6MC4wfSwiQmFja2dyb3VuZCI6eyIkaWQiOiI0MyIsIkNvbG9yIjp7IiRpZCI6IjQ0IiwiQSI6ODksIlIiOjAsIkciOjAsIkIiOjB9fSwiSXNWaXNpYmxlIjp0cnVlLCJXaWR0aCI6MC4wLCJIZWlnaHQiOjAuMCwiQm9yZGVyU3R5bGUiOnsiJGlkIjoiNDUiLCJMaW5lQ29sb3IiOm51bGwsIkxpbmVXZWlnaHQiOjAuMCwiTGluZVR5cGUiOjAsIlBhcmVudFN0eWxlIjpudWxsfSwiUGFyZW50U3R5bGUiOm51bGx9LCJEdXJhdGlvblN0eWxlIjp7IiRpZCI6IjQ2IiwiRm9udFNldHRpbmdzIjp7IiRpZCI6IjQ3IiwiRm9udFNpemUiOjEwLCJGb250TmFtZSI6IkNhbGlicmkiLCJJc0JvbGQiOmZhbHNlLCJJc0l0YWxpYyI6ZmFsc2UsIklzVW5kZXJsaW5lZCI6ZmFsc2UsIlBhcmVudFN0eWxlIjpudWxsfSwiQXV0b1NpemUiOjAsIkZvcmVncm91bmQiOnsiJGlkIjoiNDgiLCJDb2xvciI6eyIkaWQiOiI0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UwIiwiVG9wIjowLjAsIkxlZnQiOjAuMCwiUmlnaHQiOjAuMCwiQm90dG9tIjowLjB9LCJQYWRkaW5nIjp7IiRpZCI6IjUxIiwiVG9wIjowLjAsIkxlZnQiOjAuMCwiUmlnaHQiOjAuMCwiQm90dG9tIjowLjB9LCJCYWNrZ3JvdW5kIjp7IiRpZCI6IjUyIiwiQ29sb3IiOnsiJGlkIjoiNTMiLCJBIjowLCJSIjowLCJHIjowLCJCIjowfX0sIklzVmlzaWJsZSI6dHJ1ZSwiV2lkdGgiOjAuMCwiSGVpZ2h0IjowLjAsIkJvcmRlclN0eWxlIjp7IiRpZCI6IjU0IiwiTGluZUNvbG9yIjpudWxsLCJMaW5lV2VpZ2h0IjowLjAsIkxpbmVUeXBlIjowLCJQYXJlbnRTdHlsZSI6bnVsbH0sIlBhcmVudFN0eWxlIjpudWxsfSwiSG9yaXpvbnRhbENvbm5lY3RvclN0eWxlIjp7IiRpZCI6IjU1IiwiTGluZUNvbG9yIjp7IiRpZCI6IjU2IiwiJHR5cGUiOiJOTFJFLkNvbW1vbi5Eb20uU29saWRDb2xvckJydXNoLCBOTFJFLkNvbW1vbiIsIkNvbG9yIjp7IiRpZCI6IjU3IiwiQSI6MjU1LCJSIjoyMDQsIkciOjIwNCwiQiI6MjA0fX0sIkxpbmVXZWlnaHQiOjEuMCwiTGluZVR5cGUiOjAsIlBhcmVudFN0eWxlIjpudWxsfSwiVmVydGljYWxDb25uZWN0b3JTdHlsZSI6eyIkaWQiOiI1OCIsIkxpbmVDb2xvciI6eyIkaWQiOiI1OSIsIiR0eXBlIjoiTkxSRS5Db21tb24uRG9tLlNvbGlkQ29sb3JCcnVzaCwgTkxSRS5Db21tb24iLCJDb2xvciI6eyIkaWQiOiI2MCIsIkEiOjI1NSwiUiI6MjA0LCJHIjoyMDQsIkIiOjIwNH1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YxIiwiTWFyZ2luIjp7IiRpZCI6IjYyIiwiVG9wIjowLjAsIkxlZnQiOjQuMCwiUmlnaHQiOjQuMCwiQm90dG9tIjowLjB9LCJQYWRkaW5nIjp7IiRpZCI6IjYzIiwiVG9wIjowLjAsIkxlZnQiOjAuMCwiUmlnaHQiOjAuMCwiQm90dG9tIjowLjB9LCJCYWNrZ3JvdW5kIjp7IiRpZCI6IjY0IiwiQ29sb3IiOnsiJGlkIjoiNjUiLCJBIjoyNTUsIlIiOjgsIkciOjQ5LCJCIjo0Mn19LCJJc1Zpc2libGUiOnRydWUsIldpZHRoIjowLjAsIkhlaWdodCI6MTAuMCwiQm9yZGVyU3R5bGUiOnsiJGlkIjoiNjYiLCJMaW5lQ29sb3IiOnsiJGlkIjoiNjciLCIkdHlwZSI6Ik5MUkUuQ29tbW9uLkRvbS5Tb2xpZENvbG9yQnJ1c2gsIE5MUkUuQ29tbW9uIiwiQ29sb3IiOnsiJGlkIjoiNjgiLCJBIjoyNTUsIlIiOjI1NSwiRyI6MCwiQiI6MH19LCJMaW5lV2VpZ2h0IjowLjAsIkxpbmVUeXBlIjowLCJQYXJlbnRTdHlsZSI6bnVsbH0sIlBhcmVudFN0eWxlIjpudWxsfSwiVGl0bGVTdHlsZSI6eyIkaWQiOiI2OSIsIkZvbnRTZXR0aW5ncyI6eyIkaWQiOiI3MCIsIkZvbnRTaXplIjoxMSwiRm9udE5hbWUiOiJDYWxpYnJpIiwiSXNCb2xkIjp0cnVlLCJJc0l0YWxpYyI6ZmFsc2UsIklzVW5kZXJsaW5lZCI6ZmFsc2UsIlBhcmVudFN0eWxlIjpudWxsfSwiQXV0b1NpemUiOjAsIkZvcmVncm91bmQiOnsiJGlkIjoiNzEiLCJDb2xvciI6eyIkaWQiOiI3MiIsIkEiOjI1NSwiUiI6MCwiRyI6MCwiQiI6MH19LCJNYXhXaWR0aCI6NzIwLjAsIk1heEhlaWdodCI6IkluZmluaXR5IiwiU21hcnRGb3JlZ3JvdW5kSXNBY3RpdmUiOmZhbHNlLCJIb3Jpem9udGFsQWxpZ25tZW50IjowLCJWZXJ0aWNhbEFsaWdubWVudCI6MCwiU21hcnRGb3JlZ3JvdW5kIjpudWxsLCJCYWNrZ3JvdW5kRmlsbFR5cGUiOjAsIk1hcmdpbiI6eyIkaWQiOiI3MyIsIlRvcCI6MC4wLCJMZWZ0IjowLjAsIlJpZ2h0IjowLjAsIkJvdHRvbSI6MC4wfSwiUGFkZGluZyI6eyIkaWQiOiI3NCIsIlRvcCI6MC4wLCJMZWZ0IjowLjAsIlJpZ2h0IjowLjAsIkJvdHRvbSI6MC4wfSwiQmFja2dyb3VuZCI6eyIkaWQiOiI3NSIsIkNvbG9yIjp7IiRpZCI6Ijc2IiwiQSI6MCwiUiI6MCwiRyI6MCwiQiI6MH19LCJJc1Zpc2libGUiOnRydWUsIldpZHRoIjowLjAsIkhlaWdodCI6MC4wLCJCb3JkZXJTdHlsZSI6eyIkaWQiOiI3NyIsIkxpbmVDb2xvciI6bnVsbCwiTGluZVdlaWdodCI6MC4wLCJMaW5lVHlwZSI6MCwiUGFyZW50U3R5bGUiOm51bGx9LCJQYXJlbnRTdHlsZSI6bnVsbH0sIkRhdGVTdHlsZSI6eyIkaWQiOiI3OCIsIkZvbnRTZXR0aW5ncyI6eyIkaWQiOiI3OSIsIkZvbnRTaXplIjoxMCwiRm9udE5hbWUiOiJDYWxpYnJpIiwiSXNCb2xkIjpmYWxzZSwiSXNJdGFsaWMiOmZhbHNlLCJJc1VuZGVybGluZWQiOmZhbHNlLCJQYXJlbnRTdHlsZSI6bnVsbH0sIkF1dG9TaXplIjowLCJGb3JlZ3JvdW5kIjp7IiRpZCI6IjgwIiwiQ29sb3IiOnsiJGlkIjoiOD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yIiwiVG9wIjowLjAsIkxlZnQiOjAuMCwiUmlnaHQiOjAuMCwiQm90dG9tIjowLjB9LCJQYWRkaW5nIjp7IiRpZCI6IjgzIiwiVG9wIjowLjAsIkxlZnQiOjAuMCwiUmlnaHQiOjAuMCwiQm90dG9tIjowLjB9LCJCYWNrZ3JvdW5kIjp7IiRpZCI6Ijg0IiwiQ29sb3IiOnsiJGlkIjoiODUiLCJBIjowLCJSIjowLCJHIjowLCJCIjowfX0sIklzVmlzaWJsZSI6dHJ1ZSwiV2lkdGgiOjAuMCwiSGVpZ2h0IjowLjAsIkJvcmRlclN0eWxlIjp7IiRpZCI6Ijg2IiwiTGluZUNvbG9yIjpudWxsLCJMaW5lV2VpZ2h0IjowLjAsIkxpbmVUeXBlIjowLCJQYXJlbnRTdHlsZSI6bnVsbH0sIlBhcmVudFN0eWxlIjpudWxsfSwiRGF0ZUZvcm1hdCI6eyIkaWQiOiI4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CIsIkZvcm1hdCI6MCwiSXNWaXNpYmxlIjpmYWxzZSwiTGFzdEtub3duVmlzaWJpbGl0eVN0YXRlIjpmYWxzZX0sIklzVmlzaWJsZSI6dHJ1ZSwiUGFyZW50U3R5bGUiOm51bGx9LCJJbmRleCI6MiwiU21hcnREdXJhdGlvbkFjdGl2YXRlZCI6ZmFsc2UsIkRhdGVGb3JtYXQiOnsiJHJlZiI6Ijg3In0sIldlZWtOdW1iZXJpbmciOnsiJGlkIjoiODkiLCJGb3JtYXQiOjAsIklzVmlzaWJsZSI6ZmFsc2UsIkxhc3RLbm93blZpc2liaWxpdHlTdGF0ZSI6ZmFsc2V9LCJJZCI6ImYzZThjNmM5LWZiYzgtNGIyMC05OWY4LTI4ZmUwOWRhM2NkNiIsIkltcG9ydElkIjpudWxsLCJUaXRsZSI6Imdsb2JhbCBGU1MgLSBMU1MiLCJOb3RlIjpudWxsLCJIeXBlcmxpbmsiOnsiJGlkIjoiOTAiLCJBZGRyZXNzIjoiIiwiU3ViQWRkcmVzcyI6IiJ9LCJJc0NoYW5nZWQiOmZhbHNlLCJJc05ldyI6ZmFsc2V9fV0sIl9taWxlc3RvbmVzIjpbXSwiSWQiOiIwMDAwMDAwMC0wMDAwLTAwMDAtMDAwMC0wMDAwMDAwMDAwMDAiLCJJc1NpbmdsZUl0ZW1Sb3ciOnRydWV9LHsiJGlkIjoiOTEiLCJfdGFza3MiOlt7IiRpZCI6IjkyIiwiX2F0dGFjaGVkTWlsZXN0b25lcyI6W10sIlRhc2tEZWZpbml0aW9uIjp7IiRpZCI6IjkzIiwiR3JvdXBOYW1lIjpudWxsLCJTdGFydERhdGUiOiIyMDI5LTA5LTA0VDIzOjU5OjAwWiIsIkVuZERhdGUiOiIyMDMwLTA5LTA0VDIzOjU5OjAwWiIsIlBlcmNlbnRhZ2VDb21wbGV0ZSI6bnVsbCwiU3R5bGUiOnsiJGlkIjoiOTQiLCJTaGFwZSI6MSwiU2hhcGVUaGlja25lc3MiOjAsIkR1cmF0aW9uRm9ybWF0IjowLCJJbmNsdWRlTm9uV29ya2luZ0RheXNJbkR1cmF0aW9uIjpmYWxzZSwiUGVyY2VudGFnZUNvbXBsZXRlU3R5bGUiOnsiJGlkIjoiOTUiLCJGb250U2V0dGluZ3MiOnsiJGlkIjoiOTYiLCJGb250U2l6ZSI6MTAsIkZvbnROYW1lIjoiQ2FsaWJyaSIsIklzQm9sZCI6ZmFsc2UsIklzSXRhbGljIjpmYWxzZSwiSXNVbmRlcmxpbmVkIjpmYWxzZSwiUGFyZW50U3R5bGUiOm51bGx9LCJBdXRvU2l6ZSI6MCwiRm9yZWdyb3VuZCI6eyIkcmVmIjoiMzkifSwiTWF4V2lkdGgiOjIwMC4wLCJNYXhIZWlnaHQiOiJJbmZpbml0eSIsIlNtYXJ0Rm9yZWdyb3VuZElzQWN0aXZlIjpmYWxzZSwiSG9yaXpvbnRhbEFsaWdubWVudCI6MCwiVmVydGljYWxBbGlnbm1lbnQiOjAsIlNtYXJ0Rm9yZWdyb3VuZCI6bnVsbCwiQmFja2dyb3VuZEZpbGxUeXBlIjowLCJNYXJnaW4iOnsiJHJlZiI6IjQxIn0sIlBhZGRpbmciOnsiJHJlZiI6IjQyIn0sIkJhY2tncm91bmQiOnsiJHJlZiI6IjQzIn0sIklzVmlzaWJsZSI6dHJ1ZSwiV2lkdGgiOjAuMCwiSGVpZ2h0IjowLjAsIkJvcmRlclN0eWxlIjp7IiRpZCI6Ijk3IiwiTGluZUNvbG9yIjpudWxsLCJMaW5lV2VpZ2h0IjowLjAsIkxpbmVUeXBlIjowLCJQYXJlbnRTdHlsZSI6bnVsbH0sIlBhcmVudFN0eWxlIjpudWxsfSwiRHVyYXRpb25TdHlsZSI6eyIkaWQiOiI5OCIsIkZvbnRTZXR0aW5ncyI6eyIkaWQiOiI5OSIsIkZvbnRTaXplIjoxMCwiRm9udE5hbWUiOiJDYWxpYnJpIiwiSXNCb2xkIjpmYWxzZSwiSXNJdGFsaWMiOmZhbHNlLCJJc1VuZGVybGluZWQiOmZhbHNlLCJQYXJlbnRTdHlsZSI6bnVsbH0sIkF1dG9TaXplIjowLCJGb3JlZ3JvdW5kIjp7IiRyZWYiOiI0OCJ9LCJNYXhXaWR0aCI6MjAwLjAsIk1heEhlaWdodCI6IkluZmluaXR5IiwiU21hcnRGb3JlZ3JvdW5kSXNBY3RpdmUiOmZhbHNlLCJIb3Jpem9udGFsQWxpZ25tZW50IjowLCJWZXJ0aWNhbEFsaWdubWVudCI6MCwiU21hcnRGb3JlZ3JvdW5kIjpudWxsLCJCYWNrZ3JvdW5kRmlsbFR5cGUiOjAsIk1hcmdpbiI6eyIkcmVmIjoiNTAifSwiUGFkZGluZyI6eyIkcmVmIjoiNTEifSwiQmFja2dyb3VuZCI6eyIkcmVmIjoiNTIifSwiSXNWaXNpYmxlIjp0cnVlLCJXaWR0aCI6MC4wLCJIZWlnaHQiOjAuMCwiQm9yZGVyU3R5bGUiOnsiJGlkIjoiMTAwIiwiTGluZUNvbG9yIjpudWxsLCJMaW5lV2VpZ2h0IjowLjAsIkxpbmVUeXBlIjowLCJQYXJlbnRTdHlsZSI6bnVsbH0sIlBhcmVudFN0eWxlIjpudWxsfSwiSG9yaXpvbnRhbENvbm5lY3RvclN0eWxlIjp7IiRpZCI6IjEwMSIsIkxpbmVDb2xvciI6eyIkcmVmIjoiNTYifSwiTGluZVdlaWdodCI6MS4wLCJMaW5lVHlwZSI6MCwiUGFyZW50U3R5bGUiOm51bGx9LCJWZXJ0aWNhbENvbm5lY3RvclN0eWxlIjp7IiRpZCI6IjEwMiIsIkxpbmVDb2xvciI6eyIkcmVmIjoiNTk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xMDMiLCJNYXJnaW4iOnsiJHJlZiI6IjYyIn0sIlBhZGRpbmciOnsiJHJlZiI6IjYzIn0sIkJhY2tncm91bmQiOnsiJGlkIjoiMTA0IiwiQ29sb3IiOnsiJGlkIjoiMTA1IiwiQSI6MjU1LCJSIjo4LCJHIjo0OSwiQiI6NDJ9fSwiSXNWaXNpYmxlIjp0cnVlLCJXaWR0aCI6MC4wLCJIZWlnaHQiOjEwLjAsIkJvcmRlclN0eWxlIjp7IiRpZCI6IjEwNiIsIkxpbmVDb2xvciI6eyIkcmVmIjoiNjcifSwiTGluZVdlaWdodCI6MC4wLCJMaW5lVHlwZSI6MCwiUGFyZW50U3R5bGUiOm51bGx9LCJQYXJlbnRTdHlsZSI6bnVsbH0sIlRpdGxlU3R5bGUiOnsiJGlkIjoiMTA3IiwiRm9udFNldHRpbmdzIjp7IiRpZCI6IjEwOCIsIkZvbnRTaXplIjoxMSwiRm9udE5hbWUiOiJDYWxpYnJpIiwiSXNCb2xkIjp0cnVlLCJJc0l0YWxpYyI6ZmFsc2UsIklzVW5kZXJsaW5lZCI6ZmFsc2UsIlBhcmVudFN0eWxlIjpudWxsfSwiQXV0b1NpemUiOjAsIkZvcmVncm91bmQiOnsiJHJlZiI6IjcxIn0sIk1heFdpZHRoIjo3MjAuMCwiTWF4SGVpZ2h0IjoiSW5maW5pdHkiLCJTbWFydEZvcmVncm91bmRJc0FjdGl2ZSI6ZmFsc2UsIkhvcml6b250YWxBbGlnbm1lbnQiOjAsIlZlcnRpY2FsQWxpZ25tZW50IjowLCJTbWFydEZvcmVncm91bmQiOm51bGwsIkJhY2tncm91bmRGaWxsVHlwZSI6MCwiTWFyZ2luIjp7IiRyZWYiOiI3MyJ9LCJQYWRkaW5nIjp7IiRyZWYiOiI3NCJ9LCJCYWNrZ3JvdW5kIjp7IiRyZWYiOiI3NSJ9LCJJc1Zpc2libGUiOnRydWUsIldpZHRoIjowLjAsIkhlaWdodCI6MC4wLCJCb3JkZXJTdHlsZSI6eyIkaWQiOiIxMDkiLCJMaW5lQ29sb3IiOm51bGwsIkxpbmVXZWlnaHQiOjAuMCwiTGluZVR5cGUiOjAsIlBhcmVudFN0eWxlIjpudWxsfSwiUGFyZW50U3R5bGUiOm51bGx9LCJEYXRlU3R5bGUiOnsiJGlkIjoiMTEwIiwiRm9udFNldHRpbmdzIjp7IiRpZCI6IjExMSIsIkZvbnRTaXplIjoxMCwiRm9udE5hbWUiOiJDYWxpYnJpIiwiSXNCb2xkIjpmYWxzZSwiSXNJdGFsaWMiOmZhbHNlLCJJc1VuZGVybGluZWQiOmZhbHNlLCJQYXJlbnRTdHlsZSI6bnVsbH0sIkF1dG9TaXplIjowLCJGb3JlZ3JvdW5kIjp7IiRyZWYiOiI4MCJ9LCJNYXhXaWR0aCI6MjAwLjAsIk1heEhlaWdodCI6IkluZmluaXR5IiwiU21hcnRGb3JlZ3JvdW5kSXNBY3RpdmUiOmZhbHNlLCJIb3Jpem9udGFsQWxpZ25tZW50IjoyLCJWZXJ0aWNhbEFsaWdubWVudCI6MCwiU21hcnRGb3JlZ3JvdW5kIjpudWxsLCJCYWNrZ3JvdW5kRmlsbFR5cGUiOjAsIk1hcmdpbiI6eyIkcmVmIjoiODIifSwiUGFkZGluZyI6eyIkcmVmIjoiODMifSwiQmFja2dyb3VuZCI6eyIkcmVmIjoiODQifSwiSXNWaXNpYmxlIjp0cnVlLCJXaWR0aCI6MC4wLCJIZWlnaHQiOjAuMCwiQm9yZGVyU3R5bGUiOnsiJGlkIjoiMTEyIiwiTGluZUNvbG9yIjpudWxsLCJMaW5lV2VpZ2h0IjowLjAsIkxpbmVUeXBlIjowLCJQYXJlbnRTdHlsZSI6bnVsbH0sIlBhcmVudFN0eWxlIjpudWxsfSwiRGF0ZUZvcm1hdCI6eyIkcmVmIjoiODcifSwiV2Vla051bWJlcmluZyI6eyIkaWQiOiIxMTMiLCJGb3JtYXQiOjAsIklzVmlzaWJsZSI6ZmFsc2UsIkxhc3RLbm93blZpc2liaWxpdHlTdGF0ZSI6ZmFsc2V9LCJJc1Zpc2libGUiOnRydWUsIlBhcmVudFN0eWxlIjpudWxsfSwiSW5kZXgiOjMsIlNtYXJ0RHVyYXRpb25BY3RpdmF0ZWQiOmZhbHNlLCJEYXRlRm9ybWF0Ijp7IiRyZWYiOiI4NyJ9LCJXZWVrTnVtYmVyaW5nIjp7IiRpZCI6IjExNCIsIkZvcm1hdCI6MCwiSXNWaXNpYmxlIjpmYWxzZSwiTGFzdEtub3duVmlzaWJpbGl0eVN0YXRlIjpmYWxzZX0sIklkIjoiMWRiYWUyYWItZDc5MS00MjFlLTgyODctMjJhNTE5M2U4ZDQ4IiwiSW1wb3J0SWQiOm51bGwsIlRpdGxlIjoiVVMgTkRBIHN1YiAtIGFwcCIsIk5vdGUiOm51bGwsIkh5cGVybGluayI6eyIkaWQiOiIxMTUiLCJBZGRyZXNzIjoiIiwiU3ViQWRkcmVzcyI6IiJ9LCJJc0NoYW5nZWQiOmZhbHNlLCJJc05ldyI6ZmFsc2V9fV0sIl9taWxlc3RvbmVzIjpbXSwiSWQiOiIwMDAwMDAwMC0wMDAwLTAwMDAtMDAwMC0wMDAwMDAwMDAwMDAiLCJJc1NpbmdsZUl0ZW1Sb3ciOnRydWV9XSwiSW5kZXgiOjAsIklkIjoiY2QyMzA4ZDAtMmQ2OS00NGQxLTgyYjEtYTMxNjlmNDYwNGM1IiwiSGVhZGVyVGV4dCI6bnVsbCwiSXNEZWZhdWx0Ijp0cnVlLCJTdHlsZSI6eyIkaWQiOiIxMTYiLCJIZWFkZXJTdHlsZSI6eyIkaWQiOiIxMTciLCJUZXh0U3R5bGUiOnsiJGlkIjoiMTE4IiwiRm9udFNldHRpbmdzIjp7IiRpZCI6IjExOSIsIkZvbnRTaXplIjoxMSwiRm9udE5hbWUiOiJDYWxpYnJpIiwiSXNCb2xkIjpmYWxzZSwiSXNJdGFsaWMiOmZhbHNlLCJJc1VuZGVybGluZWQiOmZhbHNlLCJQYXJlbnRTdHlsZSI6bnVsbH0sIkF1dG9TaXplIjoyLCJGb3JlZ3JvdW5kIjp7IiRpZCI6IjEyMCIsIkNvbG9yIjp7IiRpZCI6IjEyMSIsIkEiOjI1NSwiUiI6MCwiRyI6MCwiQiI6MH19LCJNYXhXaWR0aCI6MC4wLCJNYXhIZWlnaHQiOiJJbmZpbml0eSIsIlNtYXJ0Rm9yZWdyb3VuZElzQWN0aXZlIjpmYWxzZSwiSG9yaXpvbnRhbEFsaWdubWVudCI6MCwiVmVydGljYWxBbGlnbm1lbnQiOjAsIlNtYXJ0Rm9yZWdyb3VuZCI6bnVsbCwiQmFja2dyb3VuZEZpbGxUeXBlIjowLCJNYXJnaW4iOnsiJGlkIjoiMTIyIiwiVG9wIjowLjAsIkxlZnQiOjAuMCwiUmlnaHQiOjAuMCwiQm90dG9tIjowLjB9LCJQYWRkaW5nIjp7IiRpZCI6IjEyMyIsIlRvcCI6MC4wLCJMZWZ0IjowLjAsIlJpZ2h0IjowLjAsIkJvdHRvbSI6MC4wfSwiQmFja2dyb3VuZCI6bnVsbCwiSXNWaXNpYmxlIjp0cnVlLCJXaWR0aCI6MC4wLCJIZWlnaHQiOjAuMCwiQm9yZGVyU3R5bGUiOm51bGwsIlBhcmVudFN0eWxlIjpudWxsfSwiUmVjdGFuZ2xlU3R5bGUiOnsiJGlkIjoiMTI0IiwiTWFyZ2luIjp7IiRpZCI6IjEyNSIsIlRvcCI6MC4wLCJMZWZ0IjowLjAsIlJpZ2h0IjowLjAsIkJvdHRvbSI6MC4wfSwiUGFkZGluZyI6eyIkaWQiOiIxMjYiLCJUb3AiOjAuMCwiTGVmdCI6MC4wLCJSaWdodCI6MC4wLCJCb3R0b20iOjAuMH0sIkJhY2tncm91bmQiOnsiJGlkIjoiMTI3IiwiQ29sb3IiOnsiJGlkIjoiMTI4IiwiQSI6NjMsIlIiOjgsIkciOjQ5LCJCIjo0Mn19LCJJc1Zpc2libGUiOnRydWUsIldpZHRoIjowLjAsIkhlaWdodCI6MC4wLCJCb3JkZXJTdHlsZSI6eyIkaWQiOiIxMjkiLCJMaW5lQ29sb3IiOnsiJGlkIjoiMTMwIiwiJHR5cGUiOiJOTFJFLkNvbW1vbi5Eb20uU29saWRDb2xvckJydXNoLCBOTFJFLkNvbW1vbiIsIkNvbG9yIjp7IiRpZCI6IjEzMSIsIkEiOjI1NSwiUiI6MSwiRyI6MTUsIkIiOjExfX0sIkxpbmVXZWlnaHQiOjAuMCwiTGluZVR5cGUiOjAsIlBhcmVudFN0eWxlIjpudWxsfSwiUGFyZW50U3R5bGUiOm51bGx9LCJNYXJnaW4iOnsiJGlkIjoiMTMyIiwiVG9wIjowLjAsIkxlZnQiOjAuMCwiUmlnaHQiOjAuMCwiQm90dG9tIjowLjB9LCJQYWRkaW5nIjp7IiRpZCI6IjEzMyIsIlRvcCI6MC4wLCJMZWZ0IjowLjAsIlJpZ2h0IjowLjAsIkJvdHRvbSI6MC4wfSwiQmFja2dyb3VuZCI6bnVsbCwiSXNWaXNpYmxlIjp0cnVlLCJXaWR0aCI6MC4wLCJIZWlnaHQiOjAuMCwiQm9yZGVyU3R5bGUiOm51bGwsIlBhcmVudFN0eWxlIjpudWxsfSwiQmFja2dyb3VuZFN0eWxlIjp7IiRpZCI6IjEzNCIsIk1hcmdpbiI6eyIkaWQiOiIxMzUiLCJUb3AiOjAuMCwiTGVmdCI6MC4wLCJSaWdodCI6MC4wLCJCb3R0b20iOjAuMH0sIlBhZGRpbmciOnsiJGlkIjoiMTM2IiwiVG9wIjowLjAsIkxlZnQiOjAuMCwiUmlnaHQiOjAuMCwiQm90dG9tIjowLjB9LCJCYWNrZ3JvdW5kIjp7IiRpZCI6IjEzNyIsIkNvbG9yIjp7IiRpZCI6IjEzOCIsIkEiOjUxLCJSIjoxOTcsIkciOjE5NSwiQiI6MjM4fX0sIklzVmlzaWJsZSI6dHJ1ZSwiV2lkdGgiOjAuMCwiSGVpZ2h0IjowLjAsIkJvcmRlclN0eWxlIjp7IiRpZCI6IjEzOSIsIkxpbmVDb2xvciI6eyIkaWQiOiIxNDAiLCIkdHlwZSI6Ik5MUkUuQ29tbW9uLkRvbS5Tb2xpZENvbG9yQnJ1c2gsIE5MUkUuQ29tbW9uIiwiQ29sb3IiOnsiJGlkIjoiMTQxIiwiQSI6MjU1LCJSIjoxLCJHIjoxNSwiQiI6MTF9fSwiTGluZVdlaWdodCI6MC4wLCJMaW5lVHlwZSI6MCwiUGFyZW50U3R5bGUiOm51bGx9LCJQYXJlbnRTdHlsZSI6bnVsbH0sIk1hcmdpbiI6eyIkaWQiOiIxNDIiLCJUb3AiOjAuMCwiTGVmdCI6MC4wLCJSaWdodCI6MC4wLCJCb3R0b20iOjAuMH0sIlBhZGRpbmciOnsiJGlkIjoiMTQzIiwiVG9wIjowLjAsIkxlZnQiOjAuMCwiUmlnaHQiOjAuMCwiQm90dG9tIjowLjB9LCJJc1Zpc2libGUiOmZhbHNlLCJXaWR0aCI6MC4wLCJIZWlnaHQiOjAuMCwiQm9yZGVyU3R5bGUiOm51bGwsIlBhcmVudFN0eWxlIjpudWxsfX1dLCJJZCI6IjAwOGIzNTdhLTk1OWYtNGQ5MS04M2U3LWMzZGY0NDE5N2MyNyIsIkluZGV4IjowLCJIZWFkZXJUZXh0IjoiR2xvYmFsIiwiU3R5bGUiOnsiJGlkIjoiMTQ0IiwiSGVhZGVyU3R5bGUiOnsiJGlkIjoiMTQ1IiwiVGV4dElzVmVydGljYWwiOmZhbHNlLCJUZXh0U3R5bGUiOnsiJGlkIjoiMTQ2IiwiRm9udFNldHRpbmdzIjp7IiRpZCI6IjE0NyIsIkZvbnRTaXplIjoxMiwiRm9udE5hbWUiOiJDYWxpYnJpIiwiSXNCb2xkIjpmYWxzZSwiSXNJdGFsaWMiOmZhbHNlLCJJc1VuZGVybGluZWQiOmZhbHNlLCJQYXJlbnRTdHlsZSI6bnVsbH0sIkF1dG9TaXplIjoyLCJGb3JlZ3JvdW5kIjp7IiRpZCI6IjE0OCIsIkNvbG9yIjp7IiRpZCI6IjE0OSIsIkEiOjI1NSwiUiI6MjU1LCJHIjoyNTUsIkIiOjI1NX19LCJNYXhXaWR0aCI6MTQ3LjAsIk1heEhlaWdodCI6MC4wLCJTbWFydEZvcmVncm91bmRJc0FjdGl2ZSI6ZmFsc2UsIkhvcml6b250YWxBbGlnbm1lbnQiOjAsIlZlcnRpY2FsQWxpZ25tZW50IjowLCJTbWFydEZvcmVncm91bmQiOm51bGwsIkJhY2tncm91bmRGaWxsVHlwZSI6MCwiTWFyZ2luIjp7IiRpZCI6IjE1MCIsIlRvcCI6MC4wLCJMZWZ0IjowLjAsIlJpZ2h0IjowLjAsIkJvdHRvbSI6MC4wfSwiUGFkZGluZyI6eyIkaWQiOiIxNTEiLCJUb3AiOjAuMCwiTGVmdCI6MC4wLCJSaWdodCI6MC4wLCJCb3R0b20iOjAuMH0sIkJhY2tncm91bmQiOm51bGwsIklzVmlzaWJsZSI6dHJ1ZSwiV2lkdGgiOjAuMCwiSGVpZ2h0IjowLjAsIkJvcmRlclN0eWxlIjpudWxsLCJQYXJlbnRTdHlsZSI6bnVsbH0sIlJlY3RhbmdsZVN0eWxlIjp7IiRpZCI6IjE1MiIsIk1hcmdpbiI6eyIkaWQiOiIxNTMiLCJUb3AiOjAuMCwiTGVmdCI6MC4wLCJSaWdodCI6MC4wLCJCb3R0b20iOjAuMH0sIlBhZGRpbmciOnsiJGlkIjoiMTU0IiwiVG9wIjowLjAsIkxlZnQiOjAuMCwiUmlnaHQiOjAuMCwiQm90dG9tIjowLjB9LCJCYWNrZ3JvdW5kIjp7IiRpZCI6IjE1NSIsIkNvbG9yIjp7IiRpZCI6IjE1NiIsIkEiOjI1NSwiUiI6MCwiRyI6MjI4LCJCIjoxMjR9fSwiSXNWaXNpYmxlIjp0cnVlLCJXaWR0aCI6MC4wLCJIZWlnaHQiOjAuMCwiQm9yZGVyU3R5bGUiOnsiJGlkIjoiMTU3IiwiTGluZUNvbG9yIjp7IiRpZCI6IjE1OCIsIiR0eXBlIjoiTkxSRS5Db21tb24uRG9tLlNvbGlkQ29sb3JCcnVzaCwgTkxSRS5Db21tb24iLCJDb2xvciI6eyIkaWQiOiIxNTkiLCJBIjoyNTUsIlIiOjI1NSwiRyI6MjU1LCJCIjoyNTV9fSwiTGluZVdlaWdodCI6MC4wLCJMaW5lVHlwZSI6MCwiUGFyZW50U3R5bGUiOm51bGx9LCJQYXJlbnRTdHlsZSI6bnVsbH0sIk1hcmdpbiI6eyIkaWQiOiIxNjAiLCJUb3AiOjAuMCwiTGVmdCI6MC4wLCJSaWdodCI6MC4wLCJCb3R0b20iOjAuMH0sIlBhZGRpbmciOnsiJGlkIjoiMTYxIiwiVG9wIjowLjAsIkxlZnQiOjAuMCwiUmlnaHQiOjAuMCwiQm90dG9tIjowLjB9LCJCYWNrZ3JvdW5kIjpudWxsLCJJc1Zpc2libGUiOnRydWUsIldpZHRoIjowLjAsIkhlaWdodCI6MC4wLCJCb3JkZXJTdHlsZSI6bnVsbCwiUGFyZW50U3R5bGUiOm51bGx9LCJCYWNrZ3JvdW5kU3R5bGUiOnsiJGlkIjoiMTYyIiwiTWFyZ2luIjp7IiRpZCI6IjE2MyIsIlRvcCI6MC4wLCJMZWZ0IjowLjAsIlJpZ2h0IjowLjAsIkJvdHRvbSI6MC4wfSwiUGFkZGluZyI6eyIkaWQiOiIxNjQiLCJUb3AiOjAuMCwiTGVmdCI6MC4wLCJSaWdodCI6MC4wLCJCb3R0b20iOjAuMH0sIkJhY2tncm91bmQiOnsiJGlkIjoiMTY1IiwiQ29sb3IiOnsiJGlkIjoiMTY2IiwiQSI6NTEsIlIiOjE5NywiRyI6MTk1LCJCIjoyMzh9fSwiSXNWaXNpYmxlIjp0cnVlLCJXaWR0aCI6MC4wLCJIZWlnaHQiOjAuMCwiQm9yZGVyU3R5bGUiOnsiJGlkIjoiMTY3IiwiTGluZUNvbG9yIjp7IiRpZCI6IjE2OCIsIiR0eXBlIjoiTkxSRS5Db21tb24uRG9tLlNvbGlkQ29sb3JCcnVzaCwgTkxSRS5Db21tb24iLCJDb2xvciI6eyIkaWQiOiIxNjkiLCJBIjoyNTUsIlIiOjEsIkciOjE1LCJCIjoxMX19LCJMaW5lV2VpZ2h0IjowLjAsIkxpbmVUeXBlIjowLCJQYXJlbnRTdHlsZSI6bnVsbH0sIlBhcmVudFN0eWxlIjpudWxsfSwiSXNBYm92ZVRpbWViYW5kIjpmYWxzZSwiTWFyZ2luIjp7IiRpZCI6IjE3MCIsIlRvcCI6MC4wLCJMZWZ0IjowLjAsIlJpZ2h0IjowLjAsIkJvdHRvbSI6MC4wfSwiUGFkZGluZyI6eyIkaWQiOiIxNzEiLCJUb3AiOjAuMCwiTGVmdCI6MC4wLCJSaWdodCI6MC4wLCJCb3R0b20iOjAuMH0sIklzVmlzaWJsZSI6dHJ1ZSwiV2lkdGgiOjAuMCwiSGVpZ2h0IjowLjAsIkJvcmRlclN0eWxlIjp7IiRpZCI6IjE3MiIsIkxpbmVDb2xvciI6bnVsbCwiTGluZVdlaWdodCI6MC4wLCJMaW5lVHlwZSI6MCwiUGFyZW50U3R5bGUiOm51bGx9LCJQYXJlbnRTdHlsZSI6bnVsbH19LHsiJGlkIjoiMTczIiwiX2FjdGl2aXRpZXMiOlt7IiRpZCI6IjE3NCIsIl9yb3dzIjpbeyIkaWQiOiIxNzUiLCJfdGFza3MiOlt7IiRpZCI6IjE3NiIsIl9hdHRhY2hlZE1pbGVzdG9uZXMiOltdLCJUYXNrRGVmaW5pdGlvbiI6eyIkaWQiOiIxNzciLCJHcm91cE5hbWUiOm51bGwsIlN0YXJ0RGF0ZSI6IjIwMjUtMDQtMDlUMjM6NTk6MDBaIiwiRW5kRGF0ZSI6IjIwMjUtMDctMDlUMjM6NTk6MDBaIiwiUGVyY2VudGFnZUNvbXBsZXRlIjpudWxsLCJTdHlsZSI6eyIkaWQiOiIxNzgiLCJTaGFwZSI6MSwiU2hhcGVUaGlja25lc3MiOjAsIkR1cmF0aW9uRm9ybWF0IjowLCJJbmNsdWRlTm9uV29ya2luZ0RheXNJbkR1cmF0aW9uIjpmYWxzZSwiUGVyY2VudGFnZUNvbXBsZXRlU3R5bGUiOnsiJGlkIjoiMTc5IiwiRm9udFNldHRpbmdzIjp7IiRpZCI6IjE4MC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cmVmIjoiNDEifSwiUGFkZGluZyI6eyIkcmVmIjoiNDIifSwiQmFja2dyb3VuZCI6eyIkcmVmIjoiNDMifSwiSXNWaXNpYmxlIjp0cnVlLCJXaWR0aCI6MC4wLCJIZWlnaHQiOjAuMCwiQm9yZGVyU3R5bGUiOnsiJGlkIjoiMTgxIiwiTGluZUNvbG9yIjpudWxsLCJMaW5lV2VpZ2h0IjowLjAsIkxpbmVUeXBlIjowLCJQYXJlbnRTdHlsZSI6bnVsbH0sIlBhcmVudFN0eWxlIjpudWxsfSwiRHVyYXRpb25TdHlsZSI6eyIkaWQiOiIxODIiLCJGb250U2V0dGluZ3MiOnsiJGlkIjoiMTgzIiwiRm9udFNpemUiOjEwLCJGb250TmFtZSI6IkNhbGlicmkiLCJJc0JvbGQiOmZhbHNlLCJJc0l0YWxpYyI6ZmFsc2UsIklzVW5kZXJsaW5lZCI6ZmFsc2UsIlBhcmVudFN0eWxlIjpudWxsfSwiQXV0b1NpemUiOjAsIkZvcmVncm91bmQiOnsiJHJlZiI6IjQ4In0sIk1heFdpZHRoIjoyMDAuMCwiTWF4SGVpZ2h0IjoiSW5maW5pdHkiLCJTbWFydEZvcmVncm91bmRJc0FjdGl2ZSI6ZmFsc2UsIkhvcml6b250YWxBbGlnbm1lbnQiOjAsIlZlcnRpY2FsQWxpZ25tZW50IjowLCJTbWFydEZvcmVncm91bmQiOm51bGwsIkJhY2tncm91bmRGaWxsVHlwZSI6MCwiTWFyZ2luIjp7IiRyZWYiOiI1MCJ9LCJQYWRkaW5nIjp7IiRyZWYiOiI1MSJ9LCJCYWNrZ3JvdW5kIjp7IiRyZWYiOiI1MiJ9LCJJc1Zpc2libGUiOnRydWUsIldpZHRoIjowLjAsIkhlaWdodCI6MC4wLCJCb3JkZXJTdHlsZSI6eyIkaWQiOiIxODQiLCJMaW5lQ29sb3IiOm51bGwsIkxpbmVXZWlnaHQiOjAuMCwiTGluZVR5cGUiOjAsIlBhcmVudFN0eWxlIjpudWxsfSwiUGFyZW50U3R5bGUiOm51bGx9LCJIb3Jpem9udGFsQ29ubmVjdG9yU3R5bGUiOnsiJGlkIjoiMTg1IiwiTGluZUNvbG9yIjp7IiRyZWYiOiI1NiJ9LCJMaW5lV2VpZ2h0IjoxLjAsIkxpbmVUeXBlIjowLCJQYXJlbnRTdHlsZSI6bnVsbH0sIlZlcnRpY2FsQ29ubmVjdG9yU3R5bGUiOnsiJGlkIjoiMTg2IiwiTGluZUNvbG9yIjp7IiRyZWYiOiI1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MTg3IiwiTWFyZ2luIjp7IiRyZWYiOiI2MiJ9LCJQYWRkaW5nIjp7IiRyZWYiOiI2MyJ9LCJCYWNrZ3JvdW5kIjp7IiRpZCI6IjE4OCIsIkNvbG9yIjp7IiRpZCI6IjE4OSIsIkEiOjI1NSwiUiI6OCwiRyI6NDksIkIiOjQyfX0sIklzVmlzaWJsZSI6dHJ1ZSwiV2lkdGgiOjAuMCwiSGVpZ2h0IjoxMC4wLCJCb3JkZXJTdHlsZSI6eyIkaWQiOiIxOTAiLCJMaW5lQ29sb3IiOnsiJGlkIjoiMTkxIiwiJHR5cGUiOiJOTFJFLkNvbW1vbi5Eb20uU29saWRDb2xvckJydXNoLCBOTFJFLkNvbW1vbiIsIkNvbG9yIjp7IiRpZCI6IjE5MiIsIkEiOjI1NSwiUiI6MSwiRyI6MTUsIkIiOjExfX0sIkxpbmVXZWlnaHQiOjAuMCwiTGluZVR5cGUiOjAsIlBhcmVudFN0eWxlIjpudWxsfSwiUGFyZW50U3R5bGUiOm51bGx9LCJUaXRsZVN0eWxlIjp7IiRpZCI6IjE5MyIsIkZvbnRTZXR0aW5ncyI6eyIkaWQiOiIxOTQiLCJGb250U2l6ZSI6MTEsIkZvbnROYW1lIjoiQ2FsaWJyaSIsIklzQm9sZCI6dHJ1ZSwiSXNJdGFsaWMiOmZhbHNlLCJJc1VuZGVybGluZWQiOmZhbHNlLCJQYXJlbnRTdHlsZSI6bnVsbH0sIkF1dG9TaXplIjowLCJGb3JlZ3JvdW5kIjp7IiRpZCI6IjE5NSIsIkNvbG9yIjp7IiRpZCI6IjE5Ni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NzMifSwiUGFkZGluZyI6eyIkcmVmIjoiNzQifSwiQmFja2dyb3VuZCI6eyIkaWQiOiIxOTciLCJDb2xvciI6eyIkaWQiOiIxOTgiLCJBIjowLCJSIjoyNTUsIkciOjI1NSwiQiI6MjU1fX0sIklzVmlzaWJsZSI6dHJ1ZSwiV2lkdGgiOjAuMCwiSGVpZ2h0IjowLjAsIkJvcmRlclN0eWxlIjp7IiRpZCI6IjE5OSIsIkxpbmVDb2xvciI6bnVsbCwiTGluZVdlaWdodCI6MC4wLCJMaW5lVHlwZSI6MCwiUGFyZW50U3R5bGUiOm51bGx9LCJQYXJlbnRTdHlsZSI6bnVsbH0sIkRhdGVTdHlsZSI6eyIkaWQiOiIyMDAiLCJGb250U2V0dGluZ3MiOnsiJGlkIjoiMjAxIiwiRm9udFNpemUiOjEwLCJGb250TmFtZSI6IkNhbGlicmkiLCJJc0JvbGQiOmZhbHNlLCJJc0l0YWxpYyI6ZmFsc2UsIklzVW5kZXJsaW5lZCI6ZmFsc2UsIlBhcmVudFN0eWxlIjpudWxsfSwiQXV0b1NpemUiOjAsIkZvcmVncm91bmQiOnsiJGlkIjoiMjAyIiwiQ29sb3IiOnsiJGlkIjoiMjAzIiwiQSI6MjU1LCJSIjowLCJHIjoyMjgsIkIiOjEyNH19LCJNYXhXaWR0aCI6MjAwLjAsIk1heEhlaWdodCI6IkluZmluaXR5IiwiU21hcnRGb3JlZ3JvdW5kSXNBY3RpdmUiOmZhbHNlLCJIb3Jpem9udGFsQWxpZ25tZW50IjoyLCJWZXJ0aWNhbEFsaWdubWVudCI6MCwiU21hcnRGb3JlZ3JvdW5kIjpudWxsLCJCYWNrZ3JvdW5kRmlsbFR5cGUiOjAsIk1hcmdpbiI6eyIkcmVmIjoiODIifSwiUGFkZGluZyI6eyIkcmVmIjoiODMifSwiQmFja2dyb3VuZCI6eyIkaWQiOiIyMDQiLCJDb2xvciI6eyIkaWQiOiIyMDUiLCJBIjowLCJSIjoyNTUsIkciOjI1NSwiQiI6MjU1fX0sIklzVmlzaWJsZSI6dHJ1ZSwiV2lkdGgiOjAuMCwiSGVpZ2h0IjowLjAsIkJvcmRlclN0eWxlIjp7IiRpZCI6IjIwNiIsIkxpbmVDb2xvciI6bnVsbCwiTGluZVdlaWdodCI6MC4wLCJMaW5lVHlwZSI6MCwiUGFyZW50U3R5bGUiOm51bGx9LCJQYXJlbnRTdHlsZSI6bnVsbH0sIkRhdGVGb3JtYXQiOnsiJGlkIjoiMjA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wOCIsIkZvcm1hdCI6MCwiSXNWaXNpYmxlIjpmYWxzZSwiTGFzdEtub3duVmlzaWJpbGl0eVN0YXRlIjpmYWxzZX0sIklzVmlzaWJsZSI6dHJ1ZSwiUGFyZW50U3R5bGUiOm51bGx9LCJJbmRleCI6NSwiU21hcnREdXJhdGlvbkFjdGl2YXRlZCI6ZmFsc2UsIkRhdGVGb3JtYXQiOnsiJHJlZiI6IjIwNyJ9LCJXZWVrTnVtYmVyaW5nIjp7IiRpZCI6IjIwOSIsIkZvcm1hdCI6MCwiSXNWaXNpYmxlIjpmYWxzZSwiTGFzdEtub3duVmlzaWJpbGl0eVN0YXRlIjpmYWxzZX0sIklkIjoiMjA0YWM5ZDktMjkxZi00OWI5LThmMDItZGNlMGVmYzc3N2UzIiwiSW1wb3J0SWQiOm51bGwsIlRpdGxlIjoiRW9QaElJIHN1Ym1pc3Npb24gLSBmZWVkYmFjayAiLCJOb3RlIjpudWxsLCJIeXBlcmxpbmsiOnsiJGlkIjoiMjEwIiwiQWRkcmVzcyI6bnVsbCwiU3ViQWRkcmVzcyI6bnVsbH0sIklzQ2hhbmdlZCI6ZmFsc2UsIklzTmV3IjpmYWxzZX19XSwiX21pbGVzdG9uZXMiOltdLCJJZCI6IjAwMDAwMDAwLTAwMDAtMDAwMC0wMDAwLTAwMDAwMDAwMDAwMCIsIklzU2luZ2xlSXRlbVJvdyI6dHJ1ZX0seyIkaWQiOiIyMTEiLCJfdGFza3MiOlt7IiRpZCI6IjIxMiIsIl9hdHRhY2hlZE1pbGVzdG9uZXMiOltdLCJUYXNrRGVmaW5pdGlvbiI6eyIkaWQiOiIyMTMiLCJHcm91cE5hbWUiOm51bGwsIlN0YXJ0RGF0ZSI6IjIwMjUtMTAtMTBUMjM6NTk6MDBaIiwiRW5kRGF0ZSI6IjIwMjYtMDEtMTBUMjM6NTk6MDBaIiwiUGVyY2VudGFnZUNvbXBsZXRlIjpudWxsLCJTdHlsZSI6eyIkaWQiOiIyMTQiLCJTaGFwZSI6MSwiU2hhcGVUaGlja25lc3MiOjAsIkR1cmF0aW9uRm9ybWF0IjowLCJJbmNsdWRlTm9uV29ya2luZ0RheXNJbkR1cmF0aW9uIjpmYWxzZSwiUGVyY2VudGFnZUNvbXBsZXRlU3R5bGUiOnsiJGlkIjoiMjE1IiwiRm9udFNldHRpbmdzIjp7IiRpZCI6IjIxNi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cmVmIjoiNDEifSwiUGFkZGluZyI6eyIkcmVmIjoiNDIifSwiQmFja2dyb3VuZCI6eyIkcmVmIjoiNDMifSwiSXNWaXNpYmxlIjp0cnVlLCJXaWR0aCI6MC4wLCJIZWlnaHQiOjAuMCwiQm9yZGVyU3R5bGUiOnsiJGlkIjoiMjE3IiwiTGluZUNvbG9yIjpudWxsLCJMaW5lV2VpZ2h0IjowLjAsIkxpbmVUeXBlIjowLCJQYXJlbnRTdHlsZSI6bnVsbH0sIlBhcmVudFN0eWxlIjpudWxsfSwiRHVyYXRpb25TdHlsZSI6eyIkaWQiOiIyMTgiLCJGb250U2V0dGluZ3MiOnsiJGlkIjoiMjE5IiwiRm9udFNpemUiOjEwLCJGb250TmFtZSI6IkNhbGlicmkiLCJJc0JvbGQiOmZhbHNlLCJJc0l0YWxpYyI6ZmFsc2UsIklzVW5kZXJsaW5lZCI6ZmFsc2UsIlBhcmVudFN0eWxlIjpudWxsfSwiQXV0b1NpemUiOjAsIkZvcmVncm91bmQiOnsiJHJlZiI6IjQ4In0sIk1heFdpZHRoIjoyMDAuMCwiTWF4SGVpZ2h0IjoiSW5maW5pdHkiLCJTbWFydEZvcmVncm91bmRJc0FjdGl2ZSI6ZmFsc2UsIkhvcml6b250YWxBbGlnbm1lbnQiOjAsIlZlcnRpY2FsQWxpZ25tZW50IjowLCJTbWFydEZvcmVncm91bmQiOm51bGwsIkJhY2tncm91bmRGaWxsVHlwZSI6MCwiTWFyZ2luIjp7IiRyZWYiOiI1MCJ9LCJQYWRkaW5nIjp7IiRyZWYiOiI1MSJ9LCJCYWNrZ3JvdW5kIjp7IiRyZWYiOiI1MiJ9LCJJc1Zpc2libGUiOnRydWUsIldpZHRoIjowLjAsIkhlaWdodCI6MC4wLCJCb3JkZXJTdHlsZSI6eyIkaWQiOiIyMjAiLCJMaW5lQ29sb3IiOm51bGwsIkxpbmVXZWlnaHQiOjAuMCwiTGluZVR5cGUiOjAsIlBhcmVudFN0eWxlIjpudWxsfSwiUGFyZW50U3R5bGUiOm51bGx9LCJIb3Jpem9udGFsQ29ubmVjdG9yU3R5bGUiOnsiJGlkIjoiMjIxIiwiTGluZUNvbG9yIjp7IiRyZWYiOiI1NiJ9LCJMaW5lV2VpZ2h0IjoxLjAsIkxpbmVUeXBlIjowLCJQYXJlbnRTdHlsZSI6bnVsbH0sIlZlcnRpY2FsQ29ubmVjdG9yU3R5bGUiOnsiJGlkIjoiMjIyIiwiTGluZUNvbG9yIjp7IiRyZWYiOiI1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MjIzIiwiTWFyZ2luIjp7IiRyZWYiOiI2MiJ9LCJQYWRkaW5nIjp7IiRyZWYiOiI2MyJ9LCJCYWNrZ3JvdW5kIjp7IiRpZCI6IjIyNCIsIkNvbG9yIjp7IiRpZCI6IjIyNSIsIkEiOjI1NSwiUiI6OCwiRyI6NDksIkIiOjQyfX0sIklzVmlzaWJsZSI6dHJ1ZSwiV2lkdGgiOjAuMCwiSGVpZ2h0IjoxMC4wLCJCb3JkZXJTdHlsZSI6eyIkaWQiOiIyMjYiLCJMaW5lQ29sb3IiOnsiJGlkIjoiMjI3IiwiJHR5cGUiOiJOTFJFLkNvbW1vbi5Eb20uU29saWRDb2xvckJydXNoLCBOTFJFLkNvbW1vbiIsIkNvbG9yIjp7IiRpZCI6IjIyOCIsIkEiOjI1NSwiUiI6MSwiRyI6MTUsIkIiOjExfX0sIkxpbmVXZWlnaHQiOjAuMCwiTGluZVR5cGUiOjAsIlBhcmVudFN0eWxlIjpudWxsfSwiUGFyZW50U3R5bGUiOm51bGx9LCJUaXRsZVN0eWxlIjp7IiRpZCI6IjIyOSIsIkZvbnRTZXR0aW5ncyI6eyIkaWQiOiIyMzAiLCJGb250U2l6ZSI6MTEsIkZvbnROYW1lIjoiQ2FsaWJyaSIsIklzQm9sZCI6dHJ1ZSwiSXNJdGFsaWMiOmZhbHNlLCJJc1VuZGVybGluZWQiOmZhbHNlLCJQYXJlbnRTdHlsZSI6bnVsbH0sIkF1dG9TaXplIjowLCJGb3JlZ3JvdW5kIjp7IiRpZCI6IjIzMSIsIkNvbG9yIjp7IiRpZCI6IjIzMi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NzMifSwiUGFkZGluZyI6eyIkcmVmIjoiNzQifSwiQmFja2dyb3VuZCI6eyIkaWQiOiIyMzMiLCJDb2xvciI6eyIkaWQiOiIyMzQiLCJBIjowLCJSIjoyNTUsIkciOjI1NSwiQiI6MjU1fX0sIklzVmlzaWJsZSI6dHJ1ZSwiV2lkdGgiOjAuMCwiSGVpZ2h0IjowLjAsIkJvcmRlclN0eWxlIjp7IiRpZCI6IjIzNSIsIkxpbmVDb2xvciI6bnVsbCwiTGluZVdlaWdodCI6MC4wLCJMaW5lVHlwZSI6MCwiUGFyZW50U3R5bGUiOm51bGx9LCJQYXJlbnRTdHlsZSI6bnVsbH0sIkRhdGVTdHlsZSI6eyIkaWQiOiIyMzYiLCJGb250U2V0dGluZ3MiOnsiJGlkIjoiMjM3IiwiRm9udFNpemUiOjEwLCJGb250TmFtZSI6IkNhbGlicmkiLCJJc0JvbGQiOmZhbHNlLCJJc0l0YWxpYyI6ZmFsc2UsIklzVW5kZXJsaW5lZCI6ZmFsc2UsIlBhcmVudFN0eWxlIjpudWxsfSwiQXV0b1NpemUiOjAsIkZvcmVncm91bmQiOnsiJGlkIjoiMjM4IiwiQ29sb3IiOnsiJGlkIjoiMjM5IiwiQSI6MjU1LCJSIjowLCJHIjoyMjgsIkIiOjEyNH19LCJNYXhXaWR0aCI6MjAwLjAsIk1heEhlaWdodCI6IkluZmluaXR5IiwiU21hcnRGb3JlZ3JvdW5kSXNBY3RpdmUiOmZhbHNlLCJIb3Jpem9udGFsQWxpZ25tZW50IjoyLCJWZXJ0aWNhbEFsaWdubWVudCI6MCwiU21hcnRGb3JlZ3JvdW5kIjpudWxsLCJCYWNrZ3JvdW5kRmlsbFR5cGUiOjAsIk1hcmdpbiI6eyIkcmVmIjoiODIifSwiUGFkZGluZyI6eyIkcmVmIjoiODMifSwiQmFja2dyb3VuZCI6eyIkaWQiOiIyNDAiLCJDb2xvciI6eyIkaWQiOiIyNDEiLCJBIjowLCJSIjoyNTUsIkciOjI1NSwiQiI6MjU1fX0sIklzVmlzaWJsZSI6dHJ1ZSwiV2lkdGgiOjAuMCwiSGVpZ2h0IjowLjAsIkJvcmRlclN0eWxlIjp7IiRpZCI6IjI0MiIsIkxpbmVDb2xvciI6bnVsbCwiTGluZVdlaWdodCI6MC4wLCJMaW5lVHlwZSI6MCwiUGFyZW50U3R5bGUiOm51bGx9LCJQYXJlbnRTdHlsZSI6bnVsbH0sIkRhdGVGb3JtYXQiOnsiJGlkIjoiMjQ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CIsIkZvcm1hdCI6MCwiSXNWaXNpYmxlIjpmYWxzZSwiTGFzdEtub3duVmlzaWJpbGl0eVN0YXRlIjpmYWxzZX0sIklzVmlzaWJsZSI6dHJ1ZSwiUGFyZW50U3R5bGUiOm51bGx9LCJJbmRleCI6NiwiU21hcnREdXJhdGlvbkFjdGl2YXRlZCI6ZmFsc2UsIkRhdGVGb3JtYXQiOnsiJHJlZiI6IjI0MyJ9LCJXZWVrTnVtYmVyaW5nIjp7IiRpZCI6IjI0NSIsIkZvcm1hdCI6MCwiSXNWaXNpYmxlIjpmYWxzZSwiTGFzdEtub3duVmlzaWJpbGl0eVN0YXRlIjpmYWxzZX0sIklkIjoiNWU4OWVmNjItZDZiMi00MzA5LTg0MTgtMjg3YTlmNTMxMmI0IiwiSW1wb3J0SWQiOm51bGwsIlRpdGxlIjoiQ1RBIHN1Yi1hcHAiLCJOb3RlIjpudWxsLCJIeXBlcmxpbmsiOnsiJGlkIjoiMjQ2IiwiQWRkcmVzcyI6bnVsbCwiU3ViQWRkcmVzcyI6bnVsbH0sIklzQ2hhbmdlZCI6ZmFsc2UsIklzTmV3IjpmYWxzZX19XSwiX21pbGVzdG9uZXMiOltdLCJJZCI6IjAwMDAwMDAwLTAwMDAtMDAwMC0wMDAwLTAwMDAwMDAwMDAwMCIsIklzU2luZ2xlSXRlbVJvdyI6dHJ1ZX0seyIkaWQiOiIyNDciLCJfdGFza3MiOlt7IiRpZCI6IjI0OCIsIl9hdHRhY2hlZE1pbGVzdG9uZXMiOltdLCJUYXNrRGVmaW5pdGlvbiI6eyIkaWQiOiIyNDkiLCJHcm91cE5hbWUiOm51bGwsIlN0YXJ0RGF0ZSI6IjIwMjYtMDQtMTBUMjM6NTk6MDBaIiwiRW5kRGF0ZSI6IjIwMjgtMDYtMTNUMjM6NTk6MDBaIiwiUGVyY2VudGFnZUNvbXBsZXRlIjpudWxsLCJTdHlsZSI6eyIkaWQiOiIyNTAiLCJTaGFwZSI6MSwiU2hhcGVUaGlja25lc3MiOjAsIkR1cmF0aW9uRm9ybWF0IjowLCJJbmNsdWRlTm9uV29ya2luZ0RheXNJbkR1cmF0aW9uIjpmYWxzZSwiUGVyY2VudGFnZUNvbXBsZXRlU3R5bGUiOnsiJGlkIjoiMjUxIiwiRm9udFNldHRpbmdzIjp7IiRpZCI6IjI1Mi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cmVmIjoiNDEifSwiUGFkZGluZyI6eyIkcmVmIjoiNDIifSwiQmFja2dyb3VuZCI6eyIkcmVmIjoiNDMifSwiSXNWaXNpYmxlIjp0cnVlLCJXaWR0aCI6MC4wLCJIZWlnaHQiOjAuMCwiQm9yZGVyU3R5bGUiOnsiJGlkIjoiMjUzIiwiTGluZUNvbG9yIjpudWxsLCJMaW5lV2VpZ2h0IjowLjAsIkxpbmVUeXBlIjowLCJQYXJlbnRTdHlsZSI6bnVsbH0sIlBhcmVudFN0eWxlIjpudWxsfSwiRHVyYXRpb25TdHlsZSI6eyIkaWQiOiIyNTQiLCJGb250U2V0dGluZ3MiOnsiJGlkIjoiMjU1IiwiRm9udFNpemUiOjEwLCJGb250TmFtZSI6IkNhbGlicmkiLCJJc0JvbGQiOmZhbHNlLCJJc0l0YWxpYyI6ZmFsc2UsIklzVW5kZXJsaW5lZCI6ZmFsc2UsIlBhcmVudFN0eWxlIjpudWxsfSwiQXV0b1NpemUiOjAsIkZvcmVncm91bmQiOnsiJHJlZiI6IjQ4In0sIk1heFdpZHRoIjoyMDAuMCwiTWF4SGVpZ2h0IjoiSW5maW5pdHkiLCJTbWFydEZvcmVncm91bmRJc0FjdGl2ZSI6ZmFsc2UsIkhvcml6b250YWxBbGlnbm1lbnQiOjAsIlZlcnRpY2FsQWxpZ25tZW50IjowLCJTbWFydEZvcmVncm91bmQiOm51bGwsIkJhY2tncm91bmRGaWxsVHlwZSI6MCwiTWFyZ2luIjp7IiRyZWYiOiI1MCJ9LCJQYWRkaW5nIjp7IiRyZWYiOiI1MSJ9LCJCYWNrZ3JvdW5kIjp7IiRyZWYiOiI1MiJ9LCJJc1Zpc2libGUiOnRydWUsIldpZHRoIjowLjAsIkhlaWdodCI6MC4wLCJCb3JkZXJTdHlsZSI6eyIkaWQiOiIyNTYiLCJMaW5lQ29sb3IiOm51bGwsIkxpbmVXZWlnaHQiOjAuMCwiTGluZVR5cGUiOjAsIlBhcmVudFN0eWxlIjpudWxsfSwiUGFyZW50U3R5bGUiOm51bGx9LCJIb3Jpem9udGFsQ29ubmVjdG9yU3R5bGUiOnsiJGlkIjoiMjU3IiwiTGluZUNvbG9yIjp7IiRyZWYiOiI1NiJ9LCJMaW5lV2VpZ2h0IjoxLjAsIkxpbmVUeXBlIjowLCJQYXJlbnRTdHlsZSI6bnVsbH0sIlZlcnRpY2FsQ29ubmVjdG9yU3R5bGUiOnsiJGlkIjoiMjU4IiwiTGluZUNvbG9yIjp7IiRyZWYiOiI1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I1OSIsIk1hcmdpbiI6eyIkcmVmIjoiNjIifSwiUGFkZGluZyI6eyIkcmVmIjoiNjMifSwiQmFja2dyb3VuZCI6eyIkaWQiOiIyNjAiLCJDb2xvciI6eyIkaWQiOiIyNjEiLCJBIjoyNTUsIlIiOjgsIkciOjQ5LCJCIjo0Mn19LCJJc1Zpc2libGUiOnRydWUsIldpZHRoIjowLjAsIkhlaWdodCI6MTAuMCwiQm9yZGVyU3R5bGUiOnsiJGlkIjoiMjYyIiwiTGluZUNvbG9yIjp7IiRyZWYiOiI2NyJ9LCJMaW5lV2VpZ2h0IjowLjAsIkxpbmVUeXBlIjowLCJQYXJlbnRTdHlsZSI6bnVsbH0sIlBhcmVudFN0eWxlIjpudWxsfSwiVGl0bGVTdHlsZSI6eyIkaWQiOiIyNjMiLCJGb250U2V0dGluZ3MiOnsiJGlkIjoiMjY0IiwiRm9udFNpemUiOjExLCJGb250TmFtZSI6IkNhbGlicmkiLCJJc0JvbGQiOnRydWUsIklzSXRhbGljIjpmYWxzZSwiSXNVbmRlcmxpbmVkIjpmYWxzZSwiUGFyZW50U3R5bGUiOm51bGx9LCJBdXRvU2l6ZSI6MCwiRm9yZWdyb3VuZCI6eyIkcmVmIjoiNzEifSwiTWF4V2lkdGgiOjcyMC4wLCJNYXhIZWlnaHQiOiJJbmZpbml0eSIsIlNtYXJ0Rm9yZWdyb3VuZElzQWN0aXZlIjpmYWxzZSwiSG9yaXpvbnRhbEFsaWdubWVudCI6MCwiVmVydGljYWxBbGlnbm1lbnQiOjAsIlNtYXJ0Rm9yZWdyb3VuZCI6bnVsbCwiQmFja2dyb3VuZEZpbGxUeXBlIjowLCJNYXJnaW4iOnsiJHJlZiI6IjczIn0sIlBhZGRpbmciOnsiJHJlZiI6Ijc0In0sIkJhY2tncm91bmQiOnsiJHJlZiI6Ijc1In0sIklzVmlzaWJsZSI6dHJ1ZSwiV2lkdGgiOjAuMCwiSGVpZ2h0IjowLjAsIkJvcmRlclN0eWxlIjp7IiRpZCI6IjI2NSIsIkxpbmVDb2xvciI6bnVsbCwiTGluZVdlaWdodCI6MC4wLCJMaW5lVHlwZSI6MCwiUGFyZW50U3R5bGUiOm51bGx9LCJQYXJlbnRTdHlsZSI6bnVsbH0sIkRhdGVTdHlsZSI6eyIkaWQiOiIyNjYiLCJGb250U2V0dGluZ3MiOnsiJGlkIjoiMjY3IiwiRm9udFNpemUiOjEwLCJGb250TmFtZSI6IkNhbGlicmkiLCJJc0JvbGQiOmZhbHNlLCJJc0l0YWxpYyI6ZmFsc2UsIklzVW5kZXJsaW5lZCI6ZmFsc2UsIlBhcmVudFN0eWxlIjpudWxsfSwiQXV0b1NpemUiOjAsIkZvcmVncm91bmQiOnsiJHJlZiI6IjgwIn0sIk1heFdpZHRoIjoyMDAuMCwiTWF4SGVpZ2h0IjoiSW5maW5pdHkiLCJTbWFydEZvcmVncm91bmRJc0FjdGl2ZSI6ZmFsc2UsIkhvcml6b250YWxBbGlnbm1lbnQiOjIsIlZlcnRpY2FsQWxpZ25tZW50IjowLCJTbWFydEZvcmVncm91bmQiOm51bGwsIkJhY2tncm91bmRGaWxsVHlwZSI6MCwiTWFyZ2luIjp7IiRyZWYiOiI4MiJ9LCJQYWRkaW5nIjp7IiRyZWYiOiI4MyJ9LCJCYWNrZ3JvdW5kIjp7IiRyZWYiOiI4NCJ9LCJJc1Zpc2libGUiOnRydWUsIldpZHRoIjowLjAsIkhlaWdodCI6MC4wLCJCb3JkZXJTdHlsZSI6eyIkaWQiOiIyNjgiLCJMaW5lQ29sb3IiOm51bGwsIkxpbmVXZWlnaHQiOjAuMCwiTGluZVR5cGUiOjAsIlBhcmVudFN0eWxlIjpudWxsfSwiUGFyZW50U3R5bGUiOm51bGx9LCJEYXRlRm9ybWF0Ijp7IiRyZWYiOiI4NyJ9LCJXZWVrTnVtYmVyaW5nIjp7IiRpZCI6IjI2OSIsIkZvcm1hdCI6MCwiSXNWaXNpYmxlIjpmYWxzZSwiTGFzdEtub3duVmlzaWJpbGl0eVN0YXRlIjpmYWxzZX0sIklzVmlzaWJsZSI6dHJ1ZSwiUGFyZW50U3R5bGUiOm51bGx9LCJJbmRleCI6NywiU21hcnREdXJhdGlvbkFjdGl2YXRlZCI6ZmFsc2UsIkRhdGVGb3JtYXQiOnsiJHJlZiI6Ijg3In0sIldlZWtOdW1iZXJpbmciOnsiJGlkIjoiMjcwIiwiRm9ybWF0IjowLCJJc1Zpc2libGUiOmZhbHNlLCJMYXN0S25vd25WaXNpYmlsaXR5U3RhdGUiOmZhbHNlfSwiSWQiOiIxOWIxYWJiMC03ZGI0LTQzM2YtOWY4OC01MDJlMjViMmVmYjYiLCJJbXBvcnRJZCI6bnVsbCwiVGl0bGUiOiJmU0lWIC0gTFNTIiwiTm90ZSI6bnVsbCwiSHlwZXJsaW5rIjp7IiRpZCI6IjI3MSIsIkFkZHJlc3MiOiIiLCJTdWJBZGRyZXNzIjoiIn0sIklzQ2hhbmdlZCI6ZmFsc2UsIklzTmV3IjpmYWxzZX19XSwiX21pbGVzdG9uZXMiOltdLCJJZCI6IjAwMDAwMDAwLTAwMDAtMDAwMC0wMDAwLTAwMDAwMDAwMDAwMCIsIklzU2luZ2xlSXRlbVJvdyI6dHJ1ZX0seyIkaWQiOiIyNzIiLCJfdGFza3MiOlt7IiRpZCI6IjI3MyIsIl9hdHRhY2hlZE1pbGVzdG9uZXMiOltdLCJUYXNrRGVmaW5pdGlvbiI6eyIkaWQiOiIyNzQiLCJHcm91cE5hbWUiOm51bGwsIlN0YXJ0RGF0ZSI6IjIwMjktMTAtMDRUMDA6MDA6MDBaIiwiRW5kRGF0ZSI6IjIwMzAtMTAtMDRUMjM6NTk6MDBaIiwiUGVyY2VudGFnZUNvbXBsZXRlIjpudWxsLCJTdHlsZSI6eyIkaWQiOiIyNzUiLCJTaGFwZSI6MSwiU2hhcGVUaGlja25lc3MiOjAsIkR1cmF0aW9uRm9ybWF0IjowLCJJbmNsdWRlTm9uV29ya2luZ0RheXNJbkR1cmF0aW9uIjpmYWxzZSwiUGVyY2VudGFnZUNvbXBsZXRlU3R5bGUiOnsiJGlkIjoiMjc2IiwiRm9udFNldHRpbmdzIjp7IiRpZCI6IjI3NyIsIkZvbnRTaXplIjoxMCwiRm9udE5hbWUiOiJDYWxpYnJpIiwiSXNCb2xkIjpmYWxzZSwiSXNJdGFsaWMiOmZhbHNlLCJJc1VuZGVybGluZWQiOmZhbHNlLCJQYXJlbnRTdHlsZSI6bnVsbH0sIkF1dG9TaXplIjowLCJGb3JlZ3JvdW5kIjp7IiRyZWYiOiIzOSJ9LCJNYXhXaWR0aCI6MjAwLjAsIk1heEhlaWdodCI6IkluZmluaXR5IiwiU21hcnRGb3JlZ3JvdW5kSXNBY3RpdmUiOmZhbHNlLCJIb3Jpem9udGFsQWxpZ25tZW50IjowLCJWZXJ0aWNhbEFsaWdubWVudCI6MCwiU21hcnRGb3JlZ3JvdW5kIjpudWxsLCJCYWNrZ3JvdW5kRmlsbFR5cGUiOjAsIk1hcmdpbiI6eyIkcmVmIjoiNDEifSwiUGFkZGluZyI6eyIkcmVmIjoiNDIifSwiQmFja2dyb3VuZCI6eyIkcmVmIjoiNDMifSwiSXNWaXNpYmxlIjp0cnVlLCJXaWR0aCI6MC4wLCJIZWlnaHQiOjAuMCwiQm9yZGVyU3R5bGUiOnsiJGlkIjoiMjc4IiwiTGluZUNvbG9yIjpudWxsLCJMaW5lV2VpZ2h0IjowLjAsIkxpbmVUeXBlIjowLCJQYXJlbnRTdHlsZSI6bnVsbH0sIlBhcmVudFN0eWxlIjpudWxsfSwiRHVyYXRpb25TdHlsZSI6eyIkaWQiOiIyNzkiLCJGb250U2V0dGluZ3MiOnsiJGlkIjoiMjgwIiwiRm9udFNpemUiOjEwLCJGb250TmFtZSI6IkNhbGlicmkiLCJJc0JvbGQiOmZhbHNlLCJJc0l0YWxpYyI6ZmFsc2UsIklzVW5kZXJsaW5lZCI6ZmFsc2UsIlBhcmVudFN0eWxlIjpudWxsfSwiQXV0b1NpemUiOjAsIkZvcmVncm91bmQiOnsiJHJlZiI6IjQ4In0sIk1heFdpZHRoIjoyMDAuMCwiTWF4SGVpZ2h0IjoiSW5maW5pdHkiLCJTbWFydEZvcmVncm91bmRJc0FjdGl2ZSI6ZmFsc2UsIkhvcml6b250YWxBbGlnbm1lbnQiOjAsIlZlcnRpY2FsQWxpZ25tZW50IjowLCJTbWFydEZvcmVncm91bmQiOm51bGwsIkJhY2tncm91bmRGaWxsVHlwZSI6MCwiTWFyZ2luIjp7IiRyZWYiOiI1MCJ9LCJQYWRkaW5nIjp7IiRyZWYiOiI1MSJ9LCJCYWNrZ3JvdW5kIjp7IiRyZWYiOiI1MiJ9LCJJc1Zpc2libGUiOnRydWUsIldpZHRoIjowLjAsIkhlaWdodCI6MC4wLCJCb3JkZXJTdHlsZSI6eyIkaWQiOiIyODEiLCJMaW5lQ29sb3IiOm51bGwsIkxpbmVXZWlnaHQiOjAuMCwiTGluZVR5cGUiOjAsIlBhcmVudFN0eWxlIjpudWxsfSwiUGFyZW50U3R5bGUiOm51bGx9LCJIb3Jpem9udGFsQ29ubmVjdG9yU3R5bGUiOnsiJGlkIjoiMjgyIiwiTGluZUNvbG9yIjp7IiRyZWYiOiI1NiJ9LCJMaW5lV2VpZ2h0IjoxLjAsIkxpbmVUeXBlIjowLCJQYXJlbnRTdHlsZSI6bnVsbH0sIlZlcnRpY2FsQ29ubmVjdG9yU3R5bGUiOnsiJGlkIjoiMjgzIiwiTGluZUNvbG9yIjp7IiRyZWYiOiI1O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I4NCIsIk1hcmdpbiI6eyIkcmVmIjoiNjIifSwiUGFkZGluZyI6eyIkcmVmIjoiNjMifSwiQmFja2dyb3VuZCI6eyIkaWQiOiIyODUiLCJDb2xvciI6eyIkaWQiOiIyODYiLCJBIjoyNTUsIlIiOjgsIkciOjQ5LCJCIjo0Mn19LCJJc1Zpc2libGUiOnRydWUsIldpZHRoIjowLjAsIkhlaWdodCI6MTAuMCwiQm9yZGVyU3R5bGUiOnsiJGlkIjoiMjg3IiwiTGluZUNvbG9yIjp7IiRyZWYiOiI2NyJ9LCJMaW5lV2VpZ2h0IjowLjAsIkxpbmVUeXBlIjowLCJQYXJlbnRTdHlsZSI6bnVsbH0sIlBhcmVudFN0eWxlIjpudWxsfSwiVGl0bGVTdHlsZSI6eyIkaWQiOiIyODgiLCJGb250U2V0dGluZ3MiOnsiJGlkIjoiMjg5IiwiRm9udFNpemUiOjExLCJGb250TmFtZSI6IkNhbGlicmkiLCJJc0JvbGQiOnRydWUsIklzSXRhbGljIjpmYWxzZSwiSXNVbmRlcmxpbmVkIjpmYWxzZSwiUGFyZW50U3R5bGUiOm51bGx9LCJBdXRvU2l6ZSI6MCwiRm9yZWdyb3VuZCI6eyIkcmVmIjoiNzEifSwiTWF4V2lkdGgiOjcyMC4wLCJNYXhIZWlnaHQiOiJJbmZpbml0eSIsIlNtYXJ0Rm9yZWdyb3VuZElzQWN0aXZlIjpmYWxzZSwiSG9yaXpvbnRhbEFsaWdubWVudCI6MCwiVmVydGljYWxBbGlnbm1lbnQiOjAsIlNtYXJ0Rm9yZWdyb3VuZCI6bnVsbCwiQmFja2dyb3VuZEZpbGxUeXBlIjowLCJNYXJnaW4iOnsiJHJlZiI6IjczIn0sIlBhZGRpbmciOnsiJHJlZiI6Ijc0In0sIkJhY2tncm91bmQiOnsiJHJlZiI6Ijc1In0sIklzVmlzaWJsZSI6dHJ1ZSwiV2lkdGgiOjAuMCwiSGVpZ2h0IjowLjAsIkJvcmRlclN0eWxlIjp7IiRpZCI6IjI5MCIsIkxpbmVDb2xvciI6bnVsbCwiTGluZVdlaWdodCI6MC4wLCJMaW5lVHlwZSI6MCwiUGFyZW50U3R5bGUiOm51bGx9LCJQYXJlbnRTdHlsZSI6bnVsbH0sIkRhdGVTdHlsZSI6eyIkaWQiOiIyOTEiLCJGb250U2V0dGluZ3MiOnsiJGlkIjoiMjkyIiwiRm9udFNpemUiOjEwLCJGb250TmFtZSI6IkNhbGlicmkiLCJJc0JvbGQiOmZhbHNlLCJJc0l0YWxpYyI6ZmFsc2UsIklzVW5kZXJsaW5lZCI6ZmFsc2UsIlBhcmVudFN0eWxlIjpudWxsfSwiQXV0b1NpemUiOjAsIkZvcmVncm91bmQiOnsiJHJlZiI6IjgwIn0sIk1heFdpZHRoIjoyMDAuMCwiTWF4SGVpZ2h0IjoiSW5maW5pdHkiLCJTbWFydEZvcmVncm91bmRJc0FjdGl2ZSI6ZmFsc2UsIkhvcml6b250YWxBbGlnbm1lbnQiOjIsIlZlcnRpY2FsQWxpZ25tZW50IjowLCJTbWFydEZvcmVncm91bmQiOm51bGwsIkJhY2tncm91bmRGaWxsVHlwZSI6MCwiTWFyZ2luIjp7IiRyZWYiOiI4MiJ9LCJQYWRkaW5nIjp7IiRyZWYiOiI4MyJ9LCJCYWNrZ3JvdW5kIjp7IiRyZWYiOiI4NCJ9LCJJc1Zpc2libGUiOnRydWUsIldpZHRoIjowLjAsIkhlaWdodCI6MC4wLCJCb3JkZXJTdHlsZSI6eyIkaWQiOiIyOTMiLCJMaW5lQ29sb3IiOm51bGwsIkxpbmVXZWlnaHQiOjAuMCwiTGluZVR5cGUiOjAsIlBhcmVudFN0eWxlIjpudWxsfSwiUGFyZW50U3R5bGUiOm51bGx9LCJEYXRlRm9ybWF0Ijp7IiRyZWYiOiI4NyJ9LCJXZWVrTnVtYmVyaW5nIjp7IiRpZCI6IjI5NCIsIkZvcm1hdCI6MCwiSXNWaXNpYmxlIjpmYWxzZSwiTGFzdEtub3duVmlzaWJpbGl0eVN0YXRlIjpmYWxzZX0sIklzVmlzaWJsZSI6dHJ1ZSwiUGFyZW50U3R5bGUiOm51bGx9LCJJbmRleCI6OCwiU21hcnREdXJhdGlvbkFjdGl2YXRlZCI6ZmFsc2UsIkRhdGVGb3JtYXQiOnsiJHJlZiI6Ijg3In0sIldlZWtOdW1iZXJpbmciOnsiJGlkIjoiMjk1IiwiRm9ybWF0IjowLCJJc1Zpc2libGUiOmZhbHNlLCJMYXN0S25vd25WaXNpYmlsaXR5U3RhdGUiOmZhbHNlfSwiSWQiOiIyMjY3YzEyMS01MWE0LTQ0NDgtYjFiYS1hODE2MzQyM2YxNGYiLCJJbXBvcnRJZCI6bnVsbCwiVGl0bGUiOiJOREEgc3ViIC0gYXBwIChiZXN0KSIsIk5vdGUiOm51bGwsIkh5cGVybGluayI6eyIkaWQiOiIyOTYiLCJBZGRyZXNzIjoiIiwiU3ViQWRkcmVzcyI6IiJ9LCJJc0NoYW5nZWQiOmZhbHNlLCJJc05ldyI6ZmFsc2V9fV0sIl9taWxlc3RvbmVzIjpbXSwiSWQiOiIwMDAwMDAwMC0wMDAwLTAwMDAtMDAwMC0wMDAwMDAwMDAwMDAiLCJJc1NpbmdsZUl0ZW1Sb3ciOnRydWV9XSwiSW5kZXgiOjQsIklkIjoiYmQ4MTJiNWEtYmEwZC00ZWNlLTkzMWMtYjAxOTQ4NDQ2NmI4IiwiSGVhZGVyVGV4dCI6bnVsbCwiSXNEZWZhdWx0Ijp0cnVlLCJTdHlsZSI6eyIkaWQiOiIyOTciLCJIZWFkZXJTdHlsZSI6eyIkaWQiOiIyOTgiLCJUZXh0U3R5bGUiOnsiJGlkIjoiMjk5IiwiRm9udFNldHRpbmdzIjp7IiRpZCI6IjMwMCIsIkZvbnRTaXplIjoxMSwiRm9udE5hbWUiOiJDYWxpYnJpIiwiSXNCb2xkIjpmYWxzZSwiSXNJdGFsaWMiOmZhbHNlLCJJc1VuZGVybGluZWQiOmZhbHNlLCJQYXJlbnRTdHlsZSI6bnVsbH0sIkF1dG9TaXplIjoyLCJGb3JlZ3JvdW5kIjp7IiRpZCI6IjMwMSIsIkNvbG9yIjp7IiRpZCI6IjMwMi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MwMyIsIlRvcCI6MC4wLCJMZWZ0IjowLjAsIlJpZ2h0IjowLjAsIkJvdHRvbSI6MC4wfSwiUGFkZGluZyI6eyIkaWQiOiIzMDQiLCJUb3AiOjAuMCwiTGVmdCI6MC4wLCJSaWdodCI6MC4wLCJCb3R0b20iOjAuMH0sIkJhY2tncm91bmQiOm51bGwsIklzVmlzaWJsZSI6dHJ1ZSwiV2lkdGgiOjAuMCwiSGVpZ2h0IjowLjAsIkJvcmRlclN0eWxlIjpudWxsLCJQYXJlbnRTdHlsZSI6bnVsbH0sIlJlY3RhbmdsZVN0eWxlIjp7IiRpZCI6IjMwNSIsIk1hcmdpbiI6eyIkaWQiOiIzMDYiLCJUb3AiOjAuMCwiTGVmdCI6MC4wLCJSaWdodCI6MC4wLCJCb3R0b20iOjAuMH0sIlBhZGRpbmciOnsiJGlkIjoiMzA3IiwiVG9wIjowLjAsIkxlZnQiOjAuMCwiUmlnaHQiOjAuMCwiQm90dG9tIjowLjB9LCJCYWNrZ3JvdW5kIjp7IiRpZCI6IjMwOCIsIkNvbG9yIjp7IiRpZCI6IjMwOSIsIkEiOjYzLCJSIjoxOTcsIkciOjE5NSwiQiI6MjM4fX0sIklzVmlzaWJsZSI6dHJ1ZSwiV2lkdGgiOjAuMCwiSGVpZ2h0IjowLjAsIkJvcmRlclN0eWxlIjp7IiRpZCI6IjMxMCIsIkxpbmVDb2xvciI6eyIkaWQiOiIzMTEiLCIkdHlwZSI6Ik5MUkUuQ29tbW9uLkRvbS5Tb2xpZENvbG9yQnJ1c2gsIE5MUkUuQ29tbW9uIiwiQ29sb3IiOnsiJGlkIjoiMzEyIiwiQSI6MjU1LCJSIjoyNTUsIkciOjAsIkIiOjB9fSwiTGluZVdlaWdodCI6MC4wLCJMaW5lVHlwZSI6MCwiUGFyZW50U3R5bGUiOm51bGx9LCJQYXJlbnRTdHlsZSI6bnVsbH0sIk1hcmdpbiI6eyIkaWQiOiIzMTMiLCJUb3AiOjAuMCwiTGVmdCI6MC4wLCJSaWdodCI6MC4wLCJCb3R0b20iOjAuMH0sIlBhZGRpbmciOnsiJGlkIjoiMzE0IiwiVG9wIjowLjAsIkxlZnQiOjAuMCwiUmlnaHQiOjAuMCwiQm90dG9tIjowLjB9LCJCYWNrZ3JvdW5kIjpudWxsLCJJc1Zpc2libGUiOnRydWUsIldpZHRoIjowLjAsIkhlaWdodCI6MC4wLCJCb3JkZXJTdHlsZSI6bnVsbCwiUGFyZW50U3R5bGUiOm51bGx9LCJCYWNrZ3JvdW5kU3R5bGUiOnsiJGlkIjoiMzE1IiwiTWFyZ2luIjp7IiRpZCI6IjMxNiIsIlRvcCI6MC4wLCJMZWZ0IjowLjAsIlJpZ2h0IjowLjAsIkJvdHRvbSI6MC4wfSwiUGFkZGluZyI6eyIkaWQiOiIzMTciLCJUb3AiOjAuMCwiTGVmdCI6MC4wLCJSaWdodCI6MC4wLCJCb3R0b20iOjAuMH0sIkJhY2tncm91bmQiOnsiJGlkIjoiMzE4IiwiQ29sb3IiOnsiJGlkIjoiMzE5IiwiQSI6NTEsIlIiOjE5NywiRyI6MTk1LCJCIjoyMzh9fSwiSXNWaXNpYmxlIjp0cnVlLCJXaWR0aCI6MC4wLCJIZWlnaHQiOjAuMCwiQm9yZGVyU3R5bGUiOnsiJGlkIjoiMzIwIiwiTGluZUNvbG9yIjp7IiRpZCI6IjMyMSIsIiR0eXBlIjoiTkxSRS5Db21tb24uRG9tLlNvbGlkQ29sb3JCcnVzaCwgTkxSRS5Db21tb24iLCJDb2xvciI6eyIkaWQiOiIzMjIiLCJBIjoyNTUsIlIiOjI1NSwiRyI6MCwiQiI6MH19LCJMaW5lV2VpZ2h0IjowLjAsIkxpbmVUeXBlIjowLCJQYXJlbnRTdHlsZSI6bnVsbH0sIlBhcmVudFN0eWxlIjpudWxsfSwiTWFyZ2luIjp7IiRpZCI6IjMyMyIsIlRvcCI6MC4wLCJMZWZ0IjowLjAsIlJpZ2h0IjowLjAsIkJvdHRvbSI6MC4wfSwiUGFkZGluZyI6eyIkaWQiOiIzMjQiLCJUb3AiOjAuMCwiTGVmdCI6MC4wLCJSaWdodCI6MC4wLCJCb3R0b20iOjAuMH0sIklzVmlzaWJsZSI6ZmFsc2UsIldpZHRoIjowLjAsIkhlaWdodCI6MC4wLCJCb3JkZXJTdHlsZSI6bnVsbCwiUGFyZW50U3R5bGUiOm51bGx9fV0sIklkIjoiYWUwMzk3NzQtZjVkOS00MTM0LTg3NjctZWZkMTkzOGM5NjhkIiwiSW5kZXgiOjQsIkhlYWRlclRleHQiOiJDaGluYSIsIlN0eWxlIjp7IiRpZCI6IjMyNSIsIkhlYWRlclN0eWxlIjp7IiRpZCI6IjMyNiIsIlRleHRJc1ZlcnRpY2FsIjpmYWxzZSwiVGV4dFN0eWxlIjp7IiRpZCI6IjMyNyIsIkZvbnRTZXR0aW5ncyI6eyIkaWQiOiIzMjgiLCJGb250U2l6ZSI6MTIsIkZvbnROYW1lIjoiQ2FsaWJyaSIsIklzQm9sZCI6ZmFsc2UsIklzSXRhbGljIjpmYWxzZSwiSXNVbmRlcmxpbmVkIjpmYWxzZSwiUGFyZW50U3R5bGUiOm51bGx9LCJBdXRvU2l6ZSI6MiwiRm9yZWdyb3VuZCI6eyIkcmVmIjoiMTQ4In0sIk1heFdpZHRoIjoxNDcuMCwiTWF4SGVpZ2h0IjowLjAsIlNtYXJ0Rm9yZWdyb3VuZElzQWN0aXZlIjpmYWxzZSwiSG9yaXpvbnRhbEFsaWdubWVudCI6MCwiVmVydGljYWxBbGlnbm1lbnQiOjAsIlNtYXJ0Rm9yZWdyb3VuZCI6bnVsbCwiQmFja2dyb3VuZEZpbGxUeXBlIjowLCJNYXJnaW4iOnsiJHJlZiI6IjE1MCJ9LCJQYWRkaW5nIjp7IiRyZWYiOiIxNTEifSwiQmFja2dyb3VuZCI6bnVsbCwiSXNWaXNpYmxlIjp0cnVlLCJXaWR0aCI6MC4wLCJIZWlnaHQiOjAuMCwiQm9yZGVyU3R5bGUiOm51bGwsIlBhcmVudFN0eWxlIjpudWxsfSwiUmVjdGFuZ2xlU3R5bGUiOnsiJGlkIjoiMzI5IiwiTWFyZ2luIjp7IiRpZCI6IjMzMCIsIlRvcCI6MC4wLCJMZWZ0IjowLjAsIlJpZ2h0IjowLjAsIkJvdHRvbSI6MC4wfSwiUGFkZGluZyI6eyIkaWQiOiIzMzEiLCJUb3AiOjAuMCwiTGVmdCI6MC4wLCJSaWdodCI6MC4wLCJCb3R0b20iOjAuMH0sIkJhY2tncm91bmQiOnsiJGlkIjoiMzMyIiwiQ29sb3IiOnsiJGlkIjoiMzMzIiwiQSI6MjU1LCJSIjoxOTcsIkciOjE5NSwiQiI6MjM4fX0sIklzVmlzaWJsZSI6dHJ1ZSwiV2lkdGgiOjAuMCwiSGVpZ2h0IjowLjAsIkJvcmRlclN0eWxlIjp7IiRpZCI6IjMzNCIsIkxpbmVDb2xvciI6eyIkaWQiOiIzMzUiLCIkdHlwZSI6Ik5MUkUuQ29tbW9uLkRvbS5Tb2xpZENvbG9yQnJ1c2gsIE5MUkUuQ29tbW9uIiwiQ29sb3IiOnsiJGlkIjoiMzM2IiwiQSI6MjU1LCJSIjoyNTUsIkciOjAsIkIiOjB9fSwiTGluZVdlaWdodCI6MC4wLCJMaW5lVHlwZSI6MCwiUGFyZW50U3R5bGUiOm51bGx9LCJQYXJlbnRTdHlsZSI6bnVsbH0sIk1hcmdpbiI6eyIkaWQiOiIzMzciLCJUb3AiOjAuMCwiTGVmdCI6MC4wLCJSaWdodCI6MC4wLCJCb3R0b20iOjAuMH0sIlBhZGRpbmciOnsiJGlkIjoiMzM4IiwiVG9wIjowLjAsIkxlZnQiOjAuMCwiUmlnaHQiOjAuMCwiQm90dG9tIjowLjB9LCJCYWNrZ3JvdW5kIjpudWxsLCJJc1Zpc2libGUiOnRydWUsIldpZHRoIjowLjAsIkhlaWdodCI6MC4wLCJCb3JkZXJTdHlsZSI6bnVsbCwiUGFyZW50U3R5bGUiOm51bGx9LCJCYWNrZ3JvdW5kU3R5bGUiOnsiJGlkIjoiMzM5IiwiTWFyZ2luIjp7IiRpZCI6IjM0MCIsIlRvcCI6MC4wLCJMZWZ0IjowLjAsIlJpZ2h0IjowLjAsIkJvdHRvbSI6MC4wfSwiUGFkZGluZyI6eyIkaWQiOiIzNDEiLCJUb3AiOjAuMCwiTGVmdCI6MC4wLCJSaWdodCI6MC4wLCJCb3R0b20iOjAuMH0sIkJhY2tncm91bmQiOnsiJGlkIjoiMzQyIiwiQ29sb3IiOnsiJGlkIjoiMzQzIiwiQSI6NTEsIlIiOjE5NywiRyI6MTk1LCJCIjoyMzh9fSwiSXNWaXNpYmxlIjp0cnVlLCJXaWR0aCI6MC4wLCJIZWlnaHQiOjAuMCwiQm9yZGVyU3R5bGUiOnsiJGlkIjoiMzQ0IiwiTGluZUNvbG9yIjp7IiRpZCI6IjM0NSIsIiR0eXBlIjoiTkxSRS5Db21tb24uRG9tLlNvbGlkQ29sb3JCcnVzaCwgTkxSRS5Db21tb24iLCJDb2xvciI6eyIkaWQiOiIzNDYiLCJBIjoyNTUsIlIiOjI1NSwiRyI6MCwiQiI6MH19LCJMaW5lV2VpZ2h0IjowLjAsIkxpbmVUeXBlIjowLCJQYXJlbnRTdHlsZSI6bnVsbH0sIlBhcmVudFN0eWxlIjpudWxsfSwiSXNBYm92ZVRpbWViYW5kIjpmYWxzZSwiTWFyZ2luIjp7IiRpZCI6IjM0NyIsIlRvcCI6MC4wLCJMZWZ0IjowLjAsIlJpZ2h0IjowLjAsIkJvdHRvbSI6MC4wfSwiUGFkZGluZyI6eyIkaWQiOiIzNDgiLCJUb3AiOjAuMCwiTGVmdCI6MC4wLCJSaWdodCI6MC4wLCJCb3R0b20iOjAuMH0sIklzVmlzaWJsZSI6dHJ1ZSwiV2lkdGgiOjAuMCwiSGVpZ2h0IjowLjAsIkJvcmRlclN0eWxlIjp7IiRpZCI6IjM0OSIsIkxpbmVDb2xvciI6bnVsbCwiTGluZVdlaWdodCI6MC4wLCJMaW5lVHlwZSI6MCwiUGFyZW50U3R5bGUiOm51bGx9LCJQYXJlbnRTdHlsZSI6bnVsbH19XSwiQ3VsdHVyZUluZm9OYW1lIjoiZW4tVVMiLCJTdHlsZU5hbWUiOm51bGwsIlZlcnNpb24iOnsiJGlkIjoiMzUwIiwiVmVyc2lvbiI6IjMuNy4zIiwiT3JpZ2luYWxBc3NlbWJseVZlcnNpb24iOiI3LjAwLjE2LjAwIiwiRWRpdGlvbiI6bnVsbCwiTGFzdFNhdmVkRWRpdGlvbiI6MCwiSXNQbHVzRWRpdGlvbiI6ZmFsc2UsIklzUHJvRWRpdGlvbiI6ZmFsc2V9LCJFZmZlY3QiOjEsIlN0eWxlIjp7IiRpZCI6IjM1MSIsIkRlZmF1bHREZXBlbmRlbmN5U3R5bGUiOnsiJGlkIjoiMzUyIiwiTGluZVN0eWxlIjp7IiRpZCI6IjM1MyIsIkxpbmVDb2xvciI6eyIkaWQiOiIzNTQiLCIkdHlwZSI6Ik5MUkUuQ29tbW9uLkRvbS5Tb2xpZENvbG9yQnJ1c2gsIE5MUkUuQ29tbW9uIiwiQ29sb3IiOnsiJGlkIjoiMzU1IiwiQSI6MjU1LCJSIjowLCJHIjowLCJCIjowfX0sIkxpbmVXZWlnaHQiOjEuMCwiTGluZVR5cGUiOjAsIlBhcmVudFN0eWxlIjpudWxsfSwiRW5kQXJyb3doZWFkTGluZVN0eWxlIjp7IiRpZCI6IjM1NiIsIktpbmQiOjEsIldpZHRoIjoxLCJMZW5ndGgiOjAsIlBhcmVudFN0eWxlIjpudWxsfSwiQnJpbmdUb0Zyb250Ijp0cnVlLCJFbGJvd1JhZGl1cyI6MC4wLCJNYXJnaW4iOnsiJGlkIjoiMzU3IiwiVG9wIjowLjAsIkxlZnQiOjAuMCwiUmlnaHQiOjAuMCwiQm90dG9tIjowLjB9LCJQYWRkaW5nIjp7IiRpZCI6IjM1OCIsIlRvcCI6MC4wLCJMZWZ0IjowLjAsIlJpZ2h0IjowLjAsIkJvdHRvbSI6MC4wfSwiQmFja2dyb3VuZCI6bnVsbCwiSXNWaXNpYmxlIjp0cnVlLCJXaWR0aCI6MC4wLCJIZWlnaHQiOjAuMCwiQm9yZGVyU3R5bGUiOm51bGwsIlBhcmVudFN0eWxlIjpudWxsfSwiQ3JpdGljYWxQYXRoU3R5bGUiOnsiJGlkIjoiMzU5IiwiQ3JpdGljYWxQYXRoU3R5bGVPcHRpb25zIjoxNSwiTGluZVN0eWxlIjp7IiRpZCI6IjM2MCIsIkxpbmVDb2xvciI6eyIkaWQiOiIzNjEiLCIkdHlwZSI6Ik5MUkUuQ29tbW9uLkRvbS5Tb2xpZENvbG9yQnJ1c2gsIE5MUkUuQ29tbW9uIiwiQ29sb3IiOnsiJGlkIjoiMzYyIiwiQSI6MjU1LCJSIjoyMjIsIkciOjUwLCJCIjo1MH19LCJMaW5lV2VpZ2h0IjoxLjAsIkxpbmVUeXBlIjowLCJQYXJlbnRTdHlsZSI6bnVsbH0sIlRpdGxlRm9yZWdyb3VuZCI6eyIkaWQiOiIzNjMiLCJDb2xvciI6eyIkaWQiOiIzNjQiLCJBIjoyNTUsIlIiOjE3NiwiRyI6MTksIkIiOjI1fX0sIlNoYXBlc0JhY2tncm91bmQiOnsiJGlkIjoiMzY1IiwiQ29sb3IiOnsiJGlkIjoiMzY2IiwiQSI6MjU1LCJSIjoyNTMsIkciOjIwMywiQiI6MjA4fX0sIlNoYXBlc0JvcmRlclN0eWxlIjp7IiRpZCI6IjM2NyIsIkxpbmVDb2xvciI6eyIkaWQiOiIzNjgiLCIkdHlwZSI6Ik5MUkUuQ29tbW9uLkRvbS5Tb2xpZENvbG9yQnJ1c2gsIE5MUkUuQ29tbW9uIiwiQ29sb3IiOnsiJGlkIjoiMzY5IiwiQSI6MjU1LCJSIjoyMjIsIkciOjUwLCJCIjo1MH19LCJMaW5lV2VpZ2h0IjoxLjUsIkxpbmVUeXBlIjowLCJQYXJlbnRTdHlsZSI6bnVsbH0sIk1hcmdpbiI6eyIkaWQiOiIzNzAiLCJUb3AiOjAuMCwiTGVmdCI6MC4wLCJSaWdodCI6MC4wLCJCb3R0b20iOjAuMH0sIlBhZGRpbmciOnsiJGlkIjoiMzcxIiwiVG9wIjowLjAsIkxlZnQiOjAuMCwiUmlnaHQiOjAuMCwiQm90dG9tIjowLjB9LCJCYWNrZ3JvdW5kIjpudWxsLCJJc1Zpc2libGUiOmZhbHNlLCJXaWR0aCI6MC4wLCJIZWlnaHQiOjAuMCwiQm9yZGVyU3R5bGUiOm51bGwsIlBhcmVudFN0eWxlIjpudWxsfSwiVGltZWJhbmRTdHlsZSI6eyIkaWQiOiIzNzIiLCJTY2FsZU1hcmtpbmciOjEsIlNoYXBlIjowLCJTaGFwZVN0eWxlIjp7IiRpZCI6IjM3MyIsIk1hcmdpbiI6eyIkaWQiOiIzNzQiLCJUb3AiOjAuMCwiTGVmdCI6MTAuMCwiUmlnaHQiOjEwLjAsIkJvdHRvbSI6MC4wfSwiUGFkZGluZyI6eyIkaWQiOiIzNzUiLCJUb3AiOjMuMCwiTGVmdCI6MC4wLCJSaWdodCI6MC4wLCJCb3R0b20iOjMuMH0sIkJhY2tncm91bmQiOnsiJGlkIjoiMzc2IiwiQ29sb3IiOnsiJGlkIjoiMzc3IiwiQSI6MjU1LCJSIjo2OCwiRyI6ODQsIkIiOjEwNn19LCJJc1Zpc2libGUiOnRydWUsIldpZHRoIjo4NTguMCwiSGVpZ2h0IjoyMC4wLCJCb3JkZXJTdHlsZSI6eyIkaWQiOiIzNzgiLCJMaW5lQ29sb3IiOnsiJGlkIjoiMzc5IiwiJHR5cGUiOiJOTFJFLkNvbW1vbi5Eb20uU29saWRDb2xvckJydXNoLCBOTFJFLkNvbW1vbiIsIkNvbG9yIjp7IiRpZCI6IjM4MCIsIkEiOjI1NSwiUiI6MjU1LCJHIjowLCJCIjowfX0sIkxpbmVXZWlnaHQiOjAuMCwiTGluZVR5cGUiOjAsIlBhcmVudFN0eWxlIjpudWxsfSwiUGFyZW50U3R5bGUiOm51bGx9LCJNaWRkbGVUaWVyU2hhcGVTdHlsZSI6eyIkaWQiOiIzODEiLCJNYXJnaW4iOnsiJGlkIjoiMzgyIiwiVG9wIjowLjAsIkxlZnQiOjEwLjAsIlJpZ2h0IjoxMC4wLCJCb3R0b20iOjAuMH0sIlBhZGRpbmciOnsiJGlkIjoiMzgzIiwiVG9wIjozLjAsIkxlZnQiOjAuMCwiUmlnaHQiOjAuMCwiQm90dG9tIjozLjB9LCJCYWNrZ3JvdW5kIjp7IiRpZCI6IjM4NCIsIkNvbG9yIjp7IiRpZCI6IjM4NSIsIkEiOjI1NSwiUiI6NjgsIkciOjg0LCJCIjoxMDZ9fSwiSXNWaXNpYmxlIjp0cnVlLCJXaWR0aCI6ODU4LjAsIkhlaWdodCI6MjAuMCwiQm9yZGVyU3R5bGUiOnsiJGlkIjoiMzg2IiwiTGluZUNvbG9yIjp7IiRpZCI6IjM4NyIsIiR0eXBlIjoiTkxSRS5Db21tb24uRG9tLlNvbGlkQ29sb3JCcnVzaCwgTkxSRS5Db21tb24iLCJDb2xvciI6eyIkaWQiOiIzODgiLCJBIjoyNTUsIlIiOjI1NSwiRyI6MCwiQiI6MH19LCJMaW5lV2VpZ2h0IjowLjAsIkxpbmVUeXBlIjowLCJQYXJlbnRTdHlsZSI6bnVsbH0sIlBhcmVudFN0eWxlIjpudWxsfSwiQm90dG9tVGllclNoYXBlU3R5bGUiOnsiJGlkIjoiMzg5IiwiTWFyZ2luIjp7IiRpZCI6IjM5MCIsIlRvcCI6MC4wLCJMZWZ0IjoxMC4wLCJSaWdodCI6MTAuMCwiQm90dG9tIjowLjB9LCJQYWRkaW5nIjp7IiRpZCI6IjM5MSIsIlRvcCI6My4wLCJMZWZ0IjowLjAsIlJpZ2h0IjowLjAsIkJvdHRvbSI6My4wfSwiQmFja2dyb3VuZCI6eyIkaWQiOiIzOTIiLCJDb2xvciI6eyIkaWQiOiIzOTMiLCJBIjoyNTUsIlIiOjY4LCJHIjo4NCwiQiI6MTA2fX0sIklzVmlzaWJsZSI6dHJ1ZSwiV2lkdGgiOjg1OC4wLCJIZWlnaHQiOjIwLjAsIkJvcmRlclN0eWxlIjp7IiRpZCI6IjM5NCIsIkxpbmVDb2xvciI6eyIkaWQiOiIzOTUiLCIkdHlwZSI6Ik5MUkUuQ29tbW9uLkRvbS5Tb2xpZENvbG9yQnJ1c2gsIE5MUkUuQ29tbW9uIiwiQ29sb3IiOnsiJGlkIjoiMzk2IiwiQSI6MjU1LCJSIjoyNTUsIkciOjAsIkIiOjB9fSwiTGluZVdlaWdodCI6MC4wLCJMaW5lVHlwZSI6MCwiUGFyZW50U3R5bGUiOm51bGx9LCJQYXJlbnRTdHlsZSI6bnVsbH0sIlJpZ2h0RW5kQ2Fwc1N0eWxlIjp7IiRpZCI6IjM5NyIsIkZvbnRTZXR0aW5ncyI6eyIkaWQiOiIzOTgiLCJGb250U2l6ZSI6MTgsIkZvbnROYW1lIjoiQ2FsaWJyaSIsIklzQm9sZCI6dHJ1ZSwiSXNJdGFsaWMiOmZhbHNlLCJJc1VuZGVybGluZWQiOmZhbHNlLCJQYXJlbnRTdHlsZSI6bnVsbH0sIkF1dG9TaXplIjowLCJGb3JlZ3JvdW5kIjp7IiRpZCI6IjM5OSIsIkNvbG9yIjp7IiRpZCI6IjQwM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DAxIiwiVG9wIjowLjAsIkxlZnQiOjAuMCwiUmlnaHQiOjIwLjAsIkJvdHRvbSI6MC4wfSwiUGFkZGluZyI6eyIkaWQiOiI0MDIiLCJUb3AiOjAuMCwiTGVmdCI6MC4wLCJSaWdodCI6MC4wLCJCb3R0b20iOjAuMH0sIkJhY2tncm91bmQiOnsiJGlkIjoiNDAzIiwiQ29sb3IiOnsiJGlkIjoiNDA0IiwiQSI6MCwiUiI6MCwiRyI6MCwiQiI6MH19LCJJc1Zpc2libGUiOmZhbHNlLCJXaWR0aCI6MC4wLCJIZWlnaHQiOjAuMCwiQm9yZGVyU3R5bGUiOm51bGwsIlBhcmVudFN0eWxlIjpudWxsfSwiTGVmdEVuZENhcHNTdHlsZSI6eyIkaWQiOiI0MDUiLCJGb250U2V0dGluZ3MiOnsiJGlkIjoiNDA2IiwiRm9udFNpemUiOjE4LCJGb250TmFtZSI6IkNhbGlicmkiLCJJc0JvbGQiOnRydWUsIklzSXRhbGljIjpmYWxzZSwiSXNVbmRlcmxpbmVkIjpmYWxzZSwiUGFyZW50U3R5bGUiOm51bGx9LCJBdXRvU2l6ZSI6MCwiRm9yZWdyb3VuZCI6eyIkaWQiOiI0MDciLCJDb2xvciI6eyIkaWQiOiI0MDg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QwOSIsIlRvcCI6MC4wLCJMZWZ0IjoxMTUuNTA2NjY2NjY2NjY2NjYsIlJpZ2h0IjowLjAsIkJvdHRvbSI6MC4wfSwiUGFkZGluZyI6eyIkaWQiOiI0MTAiLCJUb3AiOjAuMCwiTGVmdCI6MC4wLCJSaWdodCI6MC4wLCJCb3R0b20iOjAuMH0sIkJhY2tncm91bmQiOnsiJGlkIjoiNDExIiwiQ29sb3IiOnsiJGlkIjoiNDEyIiwiQSI6MCwiUiI6MCwiRyI6MCwiQiI6MH19LCJJc1Zpc2libGUiOmZhbHNlLCJXaWR0aCI6MC4wLCJIZWlnaHQiOjAuMCwiQm9yZGVyU3R5bGUiOm51bGwsIlBhcmVudFN0eWxlIjpudWxsfSwiVG9kYXlUZXh0U3R5bGUiOnsiJGlkIjoiNDEzIiwiRm9udFNldHRpbmdzIjp7IiRpZCI6IjQxNCIsIkZvbnRTaXplIjoxMiwiRm9udE5hbWUiOiJDYWxpYnJpIiwiSXNCb2xkIjpmYWxzZSwiSXNJdGFsaWMiOmZhbHNlLCJJc1VuZGVybGluZWQiOmZhbHNlLCJQYXJlbnRTdHlsZSI6bnVsbH0sIkF1dG9TaXplIjowLCJGb3JlZ3JvdW5kIjp7IiRpZCI6IjQxNSIsIkNvbG9yIjp7IiRpZCI6IjQxNiIsIkEiOjI1NSwiUiI6MCwiRyI6MCwiQiI6MH19LCJNYXhXaWR0aCI6MjAwLjAsIk1heEhlaWdodCI6IkluZmluaXR5IiwiU21hcnRGb3JlZ3JvdW5kSXNBY3RpdmUiOmZhbHNlLCJIb3Jpem9udGFsQWxpZ25tZW50IjowLCJWZXJ0aWNhbEFsaWdubWVudCI6MCwiU21hcnRGb3JlZ3JvdW5kIjpudWxsLCJCYWNrZ3JvdW5kRmlsbFR5cGUiOjAsIk1hcmdpbiI6eyIkaWQiOiI0MTciLCJUb3AiOjAuMCwiTGVmdCI6MC4wLCJSaWdodCI6MC4wLCJCb3R0b20iOjAuMH0sIlBhZGRpbmciOnsiJGlkIjoiNDE4IiwiVG9wIjowLjAsIkxlZnQiOjAuMCwiUmlnaHQiOjAuMCwiQm90dG9tIjowLjB9LCJCYWNrZ3JvdW5kIjp7IiRpZCI6IjQxOSIsIkNvbG9yIjp7IiRpZCI6IjQyMCIsIkEiOjAsIlIiOjAsIkciOjAsIkIiOjB9fSwiSXNWaXNpYmxlIjp0cnVlLCJXaWR0aCI6MC4wLCJIZWlnaHQiOjAuMCwiQm9yZGVyU3R5bGUiOm51bGwsIlBhcmVudFN0eWxlIjpudWxsfSwiVG9kYXlNYXJrZXJTdHlsZSI6eyIkaWQiOiI0MjEiLCJNYXJnaW4iOnsiJGlkIjoiNDIyIiwiVG9wIjowLjAsIkxlZnQiOjAuMCwiUmlnaHQiOjAuMCwiQm90dG9tIjowLjB9LCJQYWRkaW5nIjp7IiRpZCI6IjQyMyIsIlRvcCI6MC4wLCJMZWZ0IjowLjAsIlJpZ2h0IjowLjAsIkJvdHRvbSI6MC4wfSwiQmFja2dyb3VuZCI6eyIkaWQiOiI0MjQiLCJDb2xvciI6eyIkaWQiOiI0MjUiLCJBIjoyNTUsIlIiOjI1NSwiRyI6MCwiQiI6MH19LCJJc1Zpc2libGUiOnRydWUsIldpZHRoIjowLjAsIkhlaWdodCI6MC4wLCJCb3JkZXJTdHlsZSI6bnVsbCwiUGFyZW50U3R5bGUiOm51bGx9LCJTY2FsZVN0eWxlIjp7IiRpZCI6IjQyNiIsIlNoYXBlIjozLCJTaG93U2VnbWVudFNlcGFyYXRvcnMiOnRydWUsIlNlZ21lbnRTZXBhcmF0b3JPcGFjaXR5IjozMCwiSGFzQmVlblZpc2libGVCZWZvcmUiOnRydWUsIkZvbnRTZXR0aW5ncyI6eyIkaWQiOiI0MjciLCJGb250U2l6ZSI6MTIsIkZvbnROYW1lIjoiQ2FsaWJyaSIsIklzQm9sZCI6ZmFsc2UsIklzSXRhbGljIjpmYWxzZSwiSXNVbmRlcmxpbmVkIjpmYWxzZSwiUGFyZW50U3R5bGUiOm51bGx9LCJBdXRvU2l6ZSI6MCwiRm9yZWdyb3VuZCI6eyIkaWQiOiI0MjgiLCJDb2xvciI6eyIkaWQiOiI0Mj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MwIiwiVG9wIjowLjAsIkxlZnQiOjUuMCwiUmlnaHQiOjAuMCwiQm90dG9tIjowLjB9LCJQYWRkaW5nIjp7IiRpZCI6IjQzMSIsIlRvcCI6MC4wLCJMZWZ0IjowLjAsIlJpZ2h0IjowLjAsIkJvdHRvbSI6MC4wfSwiQmFja2dyb3VuZCI6eyIkaWQiOiI0MzIiLCJDb2xvciI6eyIkaWQiOiI0MzMiLCJBIjowLCJSIjowLCJHIjowLCJCIjowfX0sIklzVmlzaWJsZSI6dHJ1ZSwiV2lkdGgiOjAuMCwiSGVpZ2h0IjowLjAsIkJvcmRlclN0eWxlIjpudWxsLCJQYXJlbnRTdHlsZSI6bnVsbH0sIlNpbmdsZVNjYWxlU2hhcGVTdHlsZSI6eyIkaWQiOiI0MzQiLCJTaGFwZSI6MCwiSGVpZ2h0IjowLjB9LCJNaWRkbGVUaWVyU2NhbGVTdHlsZSI6eyIkaWQiOiI0MzUiLCJTaGFwZSI6MywiU2hvd1NlZ21lbnRTZXBhcmF0b3JzIjp0cnVlLCJTZWdtZW50U2VwYXJhdG9yT3BhY2l0eSI6MzAsIkhhc0JlZW5WaXNpYmxlQmVmb3JlIjpmYWxzZSwiRm9udFNldHRpbmdzIjp7IiRpZCI6IjQzNiIsIkZvbnRTaXplIjoxMiwiRm9udE5hbWUiOiJDYWxpYnJpIiwiSXNCb2xkIjpmYWxzZSwiSXNJdGFsaWMiOmZhbHNlLCJJc1VuZGVybGluZWQiOmZhbHNlLCJQYXJlbnRTdHlsZSI6bnVsbH0sIkF1dG9TaXplIjowLCJGb3JlZ3JvdW5kIjp7IiRpZCI6IjQzNyIsIkNvbG9yIjp7IiRpZCI6IjQzOC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MzkiLCJUb3AiOjAuMCwiTGVmdCI6NS4wLCJSaWdodCI6MC4wLCJCb3R0b20iOjAuMH0sIlBhZGRpbmciOnsiJGlkIjoiNDQwIiwiVG9wIjowLjAsIkxlZnQiOjAuMCwiUmlnaHQiOjAuMCwiQm90dG9tIjowLjB9LCJCYWNrZ3JvdW5kIjp7IiRpZCI6IjQ0MSIsIkNvbG9yIjp7IiRpZCI6IjQ0MiIsIkEiOjAsIlIiOjAsIkciOjAsIkIiOjB9fSwiSXNWaXNpYmxlIjpmYWxzZSwiV2lkdGgiOjAuMCwiSGVpZ2h0IjowLjAsIkJvcmRlclN0eWxlIjpudWxsLCJQYXJlbnRTdHlsZSI6bnVsbH0sIkJvdHRvbVRpZXJTY2FsZVN0eWxlIjp7IiRpZCI6IjQ0MyIsIlNoYXBlIjozLCJTaG93U2VnbWVudFNlcGFyYXRvcnMiOnRydWUsIlNlZ21lbnRTZXBhcmF0b3JPcGFjaXR5IjozMCwiSGFzQmVlblZpc2libGVCZWZvcmUiOmZhbHNlLCJGb250U2V0dGluZ3MiOnsiJGlkIjoiNDQ0IiwiRm9udFNpemUiOjEyLCJGb250TmFtZSI6IkNhbGlicmkiLCJJc0JvbGQiOmZhbHNlLCJJc0l0YWxpYyI6ZmFsc2UsIklzVW5kZXJsaW5lZCI6ZmFsc2UsIlBhcmVudFN0eWxlIjpudWxsfSwiQXV0b1NpemUiOjAsIkZvcmVncm91bmQiOnsiJGlkIjoiNDQ1IiwiQ29sb3IiOnsiJGlkIjoiNDQ2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0NyIsIlRvcCI6MC4wLCJMZWZ0Ijo1LjAsIlJpZ2h0IjowLjAsIkJvdHRvbSI6MC4wfSwiUGFkZGluZyI6eyIkaWQiOiI0NDgiLCJUb3AiOjAuMCwiTGVmdCI6MC4wLCJSaWdodCI6MC4wLCJCb3R0b20iOjAuMH0sIkJhY2tncm91bmQiOnsiJGlkIjoiNDQ5IiwiQ29sb3IiOnsiJGlkIjoiNDUwIiwiQSI6MCwiUiI6MCwiRyI6MCwiQiI6MH19LCJJc1Zpc2libGUiOmZhbHNlLCJXaWR0aCI6MC4wLCJIZWlnaHQiOjAuMCwiQm9yZGVyU3R5bGUiOm51bGwsIlBhcmVudFN0eWxlIjpudWxsfSwiRWxhcHNlZFRpbWVCYWNrZ3JvdW5kIjp7IiRpZCI6IjQ1MSIsIkNvbG9yIjp7IiRpZCI6IjQ1MiIsIkEiOjE5MSwiUiI6MjU1LCJHIjowLCJCIjowfX0sIkFwcGVuZFllYXJPblllYXJDaGFuZ2UiOmZhbHNlLCJFbGFwc2VkVGltZUZvcm1hdCI6MiwiVG9kYXlNYXJrZXJQb3NpdGlvbiI6MywiUXVpY2tQb3NpdGlvbiI6MywiQWJzb2x1dGVQb3NpdGlvbiI6MTMyLjY4NzAxMiwiTWFyZ2luIjp7IiRpZCI6IjQ1MyIsIlRvcCI6MC4wLCJMZWZ0IjoxMC4wLCJSaWdodCI6MTAuMCwiQm90dG9tIjowLjB9LCJQYWRkaW5nIjp7IiRpZCI6IjQ1NCIsIlRvcCI6MC4wLCJMZWZ0IjowLjAsIlJpZ2h0IjowLjAsIkJvdHRvbSI6MC4wfSwiQmFja2dyb3VuZCI6eyIkaWQiOiI0NTUiLCJDb2xvciI6eyIkaWQiOiI0NTYiLCJBIjoyNTUsIlIiOjQ3LCJHIjo1NCwiQiI6MTUzfX0sIklzVmlzaWJsZSI6dHJ1ZSwiV2lkdGgiOjAuMCwiSGVpZ2h0IjowLjAsIkJvcmRlclN0eWxlIjpudWxsLCJQYXJlbnRTdHlsZSI6bnVsbH0sIkRlZmF1bHRNaWxlc3RvbmVTdHlsZSI6eyIkaWQiOiI0NTciLCJTaGFwZSI6MiwiQ29ubmVjdG9yTWFyZ2luIjp7IiRpZCI6IjQ1OCIsIlRvcCI6MC4wLCJMZWZ0IjoyLjAsIlJpZ2h0IjoyLjAsIkJvdHRvbSI6MC4wfSwiQ29ubmVjdG9yU3R5bGUiOnsiJGlkIjoiNDU5IiwiTGluZUNvbG9yIjp7IiRpZCI6IjQ2MCIsIiR0eXBlIjoiTkxSRS5Db21tb24uRG9tLlNvbGlkQ29sb3JCcnVzaCwgTkxSRS5Db21tb24iLCJDb2xvciI6eyIkaWQiOiI0NjEiLCJBIjoxMjcsIlIiOjc5LCJHIjoxMjksIkIiOjE4OX19LCJMaW5lV2VpZ2h0IjoxLjAsIkxpbmVUeXBlIjowLCJQYXJlbnRTdHlsZSI6bnVsbH0sIklzQmVsb3dUaW1lYmFuZCI6ZmFsc2UsIlBvc2l0aW9uT25UYXNrIjowLCJIaWRlRGF0ZSI6ZmFsc2UsIlNoYXBlU2l6ZSI6MSwiU3BhY2luZyI6Mi4wLCJQYWRkaW5nIjp7IiRpZCI6IjQ2MiIsIlRvcCI6Ny4wLCJMZWZ0IjozLjAsIlJpZ2h0IjowLjAsIkJvdHRvbSI6Mi4wfSwiU2hhcGVTdHlsZSI6eyIkaWQiOiI0NjMiLCJNYXJnaW4iOnsiJHJlZiI6IjgifSwiUGFkZGluZyI6eyIkcmVmIjoiOSJ9LCJCYWNrZ3JvdW5kIjp7IiRpZCI6IjQ2NCIsIkNvbG9yIjp7IiRpZCI6IjQ2NSIsIkEiOjI1NSwiUiI6MCwiRyI6MTE0LCJCIjoxODh9fSwiSXNWaXNpYmxlIjp0cnVlLCJXaWR0aCI6MTMuMCwiSGVpZ2h0IjoxMy4wLCJCb3JkZXJTdHlsZSI6eyIkaWQiOiI0NjYiLCJMaW5lQ29sb3IiOnsiJGlkIjoiNDY3IiwiJHR5cGUiOiJOTFJFLkNvbW1vbi5Eb20uU29saWRDb2xvckJydXNoLCBOTFJFLkNvbW1vbiIsIkNvbG9yIjp7IiRpZCI6IjQ2OCIsIkEiOjI1NSwiUiI6MjU1LCJHIjowLCJCIjowfX0sIkxpbmVXZWlnaHQiOjAuMCwiTGluZVR5cGUiOjAsIlBhcmVudFN0eWxlIjpudWxsfSwiUGFyZW50U3R5bGUiOm51bGx9LCJUaXRsZVN0eWxlIjp7IiRpZCI6IjQ2OSIsIkZvbnRTZXR0aW5ncyI6eyIkaWQiOiI0NzAiLCJGb250U2l6ZSI6MTEsIkZvbnROYW1lIjoiQ2FsaWJyaSIsIklzQm9sZCI6dHJ1ZSwiSXNJdGFsaWMiOmZhbHNlLCJJc1VuZGVybGluZWQiOmZhbHNlLCJQYXJlbnRTdHlsZSI6bnVsbH0sIkF1dG9TaXplIjowLCJGb3JlZ3JvdW5kIjp7IiRpZCI6IjQ3MSIsIkNvbG9yIjp7IiRpZCI6IjQ3Mi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ifSwiUGFkZGluZyI6eyIkcmVmIjoiMjAifSwiQmFja2dyb3VuZCI6eyIkaWQiOiI0NzMiLCJDb2xvciI6eyIkaWQiOiI0NzQiLCJBIjowLCJSIjowLCJHIjowLCJCIjowfX0sIklzVmlzaWJsZSI6dHJ1ZSwiV2lkdGgiOjAuMCwiSGVpZ2h0IjowLjAsIkJvcmRlclN0eWxlIjpudWxsLCJQYXJlbnRTdHlsZSI6bnVsbH0sIkRhdGVTdHlsZSI6eyIkaWQiOiI0NzUiLCJGb250U2V0dGluZ3MiOnsiJGlkIjoiNDc2IiwiRm9udFNpemUiOjEwLCJGb250TmFtZSI6IkNhbGlicmkiLCJJc0JvbGQiOmZhbHNlLCJJc0l0YWxpYyI6ZmFsc2UsIklzVW5kZXJsaW5lZCI6ZmFsc2UsIlBhcmVudFN0eWxlIjpudWxsfSwiQXV0b1NpemUiOjAsIkZvcmVncm91bmQiOnsiJGlkIjoiNDc3IiwiQ29sb3IiOnsiJGlkIjoiNDc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aWQiOiI0NzkiLCJDb2xvciI6eyIkaWQiOiI0ODAiLCJBIjowLCJSIjowLCJHIjowLCJCIjowfX0sIklzVmlzaWJsZSI6dHJ1ZSwiV2lkdGgiOjAuMCwiSGVpZ2h0IjowLjAsIkJvcmRlclN0eWxlIjpudWxsLCJQYXJlbnRTdHlsZSI6bnVsbH0sIkRhdGVGb3JtYXQiOnsiJGlkIjoiNDg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MiIsIkZvcm1hdCI6MCwiSXNWaXNpYmxlIjpmYWxzZSwiTGFzdEtub3duVmlzaWJpbGl0eVN0YXRlIjpmYWxzZX0sIklzVmlzaWJsZSI6dHJ1ZSwiUGFyZW50U3R5bGUiOm51bGx9LCJEZWZhdWx0VGFza1N0eWxlIjp7IiRpZCI6IjQ4MyIsIlNoYXBlIjoxLCJTaGFwZVRoaWNrbmVzcyI6MCwiRHVyYXRpb25Gb3JtYXQiOjAsIkluY2x1ZGVOb25Xb3JraW5nRGF5c0luRHVyYXRpb24iOmZhbHNlLCJQZXJjZW50YWdlQ29tcGxldGVTdHlsZSI6eyIkaWQiOiI0ODQiLCJGb250U2V0dGluZ3MiOnsiJGlkIjoiNDg1IiwiRm9udFNpemUiOjEwLCJGb250TmFtZSI6IkNhbGlicmkiLCJJc0JvbGQiOmZhbHNlLCJJc0l0YWxpYyI6ZmFsc2UsIklzVW5kZXJsaW5lZCI6ZmFsc2UsIlBhcmVudFN0eWxlIjpudWxsfSwiQXV0b1NpemUiOjAsIkZvcmVncm91bmQiOnsiJHJlZiI6IjM5In0sIk1heFdpZHRoIjoyMDAuMCwiTWF4SGVpZ2h0IjoiSW5maW5pdHkiLCJTbWFydEZvcmVncm91bmRJc0FjdGl2ZSI6ZmFsc2UsIkhvcml6b250YWxBbGlnbm1lbnQiOjAsIlZlcnRpY2FsQWxpZ25tZW50IjowLCJTbWFydEZvcmVncm91bmQiOm51bGwsIkJhY2tncm91bmRGaWxsVHlwZSI6MCwiTWFyZ2luIjp7IiRyZWYiOiI0MSJ9LCJQYWRkaW5nIjp7IiRyZWYiOiI0MiJ9LCJCYWNrZ3JvdW5kIjp7IiRyZWYiOiI0MyJ9LCJJc1Zpc2libGUiOnRydWUsIldpZHRoIjowLjAsIkhlaWdodCI6MC4wLCJCb3JkZXJTdHlsZSI6bnVsbCwiUGFyZW50U3R5bGUiOm51bGx9LCJEdXJhdGlvblN0eWxlIjp7IiRpZCI6IjQ4NiIsIkZvbnRTZXR0aW5ncyI6eyIkaWQiOiI0ODciLCJGb250U2l6ZSI6MTAsIkZvbnROYW1lIjoiQ2FsaWJyaSIsIklzQm9sZCI6ZmFsc2UsIklzSXRhbGljIjpmYWxzZSwiSXNVbmRlcmxpbmVkIjpmYWxzZSwiUGFyZW50U3R5bGUiOm51bGx9LCJBdXRvU2l6ZSI6MCwiRm9yZWdyb3VuZCI6eyIkcmVmIjoiNDgifSwiTWF4V2lkdGgiOjIwMC4wLCJNYXhIZWlnaHQiOiJJbmZpbml0eSIsIlNtYXJ0Rm9yZWdyb3VuZElzQWN0aXZlIjpmYWxzZSwiSG9yaXpvbnRhbEFsaWdubWVudCI6MCwiVmVydGljYWxBbGlnbm1lbnQiOjAsIlNtYXJ0Rm9yZWdyb3VuZCI6bnVsbCwiQmFja2dyb3VuZEZpbGxUeXBlIjowLCJNYXJnaW4iOnsiJHJlZiI6IjUwIn0sIlBhZGRpbmciOnsiJHJlZiI6IjUxIn0sIkJhY2tncm91bmQiOnsiJHJlZiI6IjUyIn0sIklzVmlzaWJsZSI6dHJ1ZSwiV2lkdGgiOjAuMCwiSGVpZ2h0IjowLjAsIkJvcmRlclN0eWxlIjpudWxsLCJQYXJlbnRTdHlsZSI6bnVsbH0sIkhvcml6b250YWxDb25uZWN0b3JTdHlsZSI6eyIkaWQiOiI0ODgiLCJMaW5lQ29sb3IiOnsiJHJlZiI6IjU2In0sIkxpbmVXZWlnaHQiOjEuMCwiTGluZVR5cGUiOjAsIlBhcmVudFN0eWxlIjpudWxsfSwiVmVydGljYWxDb25uZWN0b3JTdHlsZSI6eyIkaWQiOiI0ODkiLCJMaW5lQ29sb3IiOnsiJHJlZiI6IjU5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DkwIiwiTWFyZ2luIjp7IiRyZWYiOiI2MiJ9LCJQYWRkaW5nIjp7IiRyZWYiOiI2MyJ9LCJCYWNrZ3JvdW5kIjp7IiRpZCI6IjQ5MSIsIkNvbG9yIjp7IiRpZCI6IjQ5MiIsIkEiOjI1NSwiUiI6MCwiRyI6MTE0LCJCIjoxODh9fSwiSXNWaXNpYmxlIjp0cnVlLCJXaWR0aCI6MC4wLCJIZWlnaHQiOjEwLjAsIkJvcmRlclN0eWxlIjp7IiRpZCI6IjQ5MyIsIkxpbmVDb2xvciI6eyIkcmVmIjoiNjcifSwiTGluZVdlaWdodCI6MC4wLCJMaW5lVHlwZSI6MCwiUGFyZW50U3R5bGUiOm51bGx9LCJQYXJlbnRTdHlsZSI6bnVsbH0sIlRpdGxlU3R5bGUiOnsiJGlkIjoiNDk0IiwiRm9udFNldHRpbmdzIjp7IiRpZCI6IjQ5NSIsIkZvbnRTaXplIjoxMSwiRm9udE5hbWUiOiJDYWxpYnJpIiwiSXNCb2xkIjp0cnVlLCJJc0l0YWxpYyI6ZmFsc2UsIklzVW5kZXJsaW5lZCI6ZmFsc2UsIlBhcmVudFN0eWxlIjpudWxsfSwiQXV0b1NpemUiOjAsIkZvcmVncm91bmQiOnsiJHJlZiI6IjcxIn0sIk1heFdpZHRoIjo5NjAuMCwiTWF4SGVpZ2h0IjoiSW5maW5pdHkiLCJTbWFydEZvcmVncm91bmRJc0FjdGl2ZSI6ZmFsc2UsIkhvcml6b250YWxBbGlnbm1lbnQiOjAsIlZlcnRpY2FsQWxpZ25tZW50IjowLCJTbWFydEZvcmVncm91bmQiOm51bGwsIkJhY2tncm91bmRGaWxsVHlwZSI6MCwiTWFyZ2luIjp7IiRyZWYiOiI3MyJ9LCJQYWRkaW5nIjp7IiRyZWYiOiI3NCJ9LCJCYWNrZ3JvdW5kIjp7IiRyZWYiOiI3NSJ9LCJJc1Zpc2libGUiOnRydWUsIldpZHRoIjowLjAsIkhlaWdodCI6MC4wLCJCb3JkZXJTdHlsZSI6bnVsbCwiUGFyZW50U3R5bGUiOm51bGx9LCJEYXRlU3R5bGUiOnsiJGlkIjoiNDk2IiwiRm9udFNldHRpbmdzIjp7IiRpZCI6IjQ5NyIsIkZvbnRTaXplIjoxMCwiRm9udE5hbWUiOiJDYWxpYnJpIiwiSXNCb2xkIjpmYWxzZSwiSXNJdGFsaWMiOmZhbHNlLCJJc1VuZGVybGluZWQiOmZhbHNlLCJQYXJlbnRTdHlsZSI6bnVsbH0sIkF1dG9TaXplIjowLCJGb3JlZ3JvdW5kIjp7IiRyZWYiOiI4MCJ9LCJNYXhXaWR0aCI6MjAwLjAsIk1heEhlaWdodCI6IkluZmluaXR5IiwiU21hcnRGb3JlZ3JvdW5kSXNBY3RpdmUiOmZhbHNlLCJIb3Jpem9udGFsQWxpZ25tZW50IjoyLCJWZXJ0aWNhbEFsaWdubWVudCI6MCwiU21hcnRGb3JlZ3JvdW5kIjpudWxsLCJCYWNrZ3JvdW5kRmlsbFR5cGUiOjAsIk1hcmdpbiI6eyIkcmVmIjoiODIifSwiUGFkZGluZyI6eyIkcmVmIjoiODMifSwiQmFja2dyb3VuZCI6eyIkcmVmIjoiODQifSwiSXNWaXNpYmxlIjp0cnVlLCJXaWR0aCI6MC4wLCJIZWlnaHQiOjAuMCwiQm9yZGVyU3R5bGUiOm51bGwsIlBhcmVudFN0eWxlIjpudWxsfSwiRGF0ZUZvcm1hdCI6eyIkcmVmIjoiODcifSwiV2Vla051bWJlcmluZyI6eyIkaWQiOiI0OTgiLCJGb3JtYXQiOjAsIklzVmlzaWJsZSI6ZmFsc2UsIkxhc3RLbm93blZpc2liaWxpdHlTdGF0ZSI6ZmFsc2V9LCJJc1Zpc2libGUiOnRydWUsIlBhcmVudFN0eWxlIjpudWxsLCJfZXhwbGljaXRseVNldCI6eyIkaWQiOiI0OTk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UwMCIsIkdyaWRsaW5lU3R5bGUiOnsiJGlkIjoiNTAxIiwiTGluZUNvbG9yIjp7IiRpZCI6IjUwMiIsIiR0eXBlIjoiTkxSRS5Db21tb24uRG9tLlNvbGlkQ29sb3JCcnVzaCwgTkxSRS5Db21tb24iLCJDb2xvciI6eyIkaWQiOiI1MDMiLCJBIjozOCwiUiI6MjQ1LCJHIjoxMzgsIkIiOjEwNH19LCJMaW5lV2VpZ2h0IjoxLjAsIkxpbmVUeXBlIjowLCJQYXJlbnRTdHlsZSI6bnVsbH0sIk1hcmdpbiI6eyIkaWQiOiI1MDQiLCJUb3AiOjAuMCwiTGVmdCI6MC4wLCJSaWdodCI6MC4wLCJCb3R0b20iOjAuMH0sIlBhZGRpbmciOnsiJGlkIjoiNTA1IiwiVG9wIjowLjAsIkxlZnQiOjAuMCwiUmlnaHQiOjAuMCwiQm90dG9tIjowLjB9LCJCYWNrZ3JvdW5kIjpudWxsLCJJc1Zpc2libGUiOnRydWUsIldpZHRoIjowLjAsIkhlaWdodCI6MC4wLCJCb3JkZXJTdHlsZSI6eyIkaWQiOiI1MDYiLCJMaW5lQ29sb3IiOm51bGwsIkxpbmVXZWlnaHQiOjAuMCwiTGluZVR5cGUiOjAsIlBhcmVudFN0eWxlIjpudWxsfSwiUGFyZW50U3R5bGUiOm51bGx9LCJBY3Rpdml0eUxpbmVQYW5lbFN0eWxlIjp7IiRpZCI6IjUwNyIsIkFjdGl2aXR5TGluZVN0eWxlIjp7IiRpZCI6IjUwOCIsIkxpbmVDb2xvciI6eyIkaWQiOiI1MDkiLCIkdHlwZSI6Ik5MUkUuQ29tbW9uLkRvbS5Tb2xpZENvbG9yQnJ1c2gsIE5MUkUuQ29tbW9uIiwiQ29sb3IiOnsiJGlkIjoiNTEwIiwiQSI6MzgsIlIiOjY4LCJHIjoxMTQsIkIiOjE5Nn19LCJMaW5lV2VpZ2h0IjoxLjAsIkxpbmVUeXBlIjowLCJQYXJlbnRTdHlsZSI6bnVsbH0sIk1hcmdpbiI6eyIkaWQiOiI1MTEiLCJUb3AiOjAuMCwiTGVmdCI6MC4wLCJSaWdodCI6MC4wLCJCb3R0b20iOjAuMH0sIlBhZGRpbmciOnsiJGlkIjoiNTEyIiwiVG9wIjowLjAsIkxlZnQiOjAuMCwiUmlnaHQiOjAuMCwiQm90dG9tIjowLjB9LCJCYWNrZ3JvdW5kIjpudWxsLCJJc1Zpc2libGUiOnRydWUsIldpZHRoIjowLjAsIkhlaWdodCI6MC4wLCJCb3JkZXJTdHlsZSI6eyIkaWQiOiI1MTMiLCJMaW5lQ29sb3IiOm51bGwsIkxpbmVXZWlnaHQiOjAuMCwiTGluZVR5cGUiOjAsIlBhcmVudFN0eWxlIjpudWxsfSwiUGFyZW50U3R5bGUiOm51bGx9LCJTaG93RWxhcHNlZFRpbWVHcmFkaWVudFN0eWxlIjpmYWxzZSwiVGltZWJhbmRSZXNlcnZlZExlZnRBcmVhU3R5bGUiOnsiJGlkIjoiNTE0IiwiQWN0aXZpdHlIZWFkZXJXaWR0aCI6NzYuMCwiSXNTZXQiOmZhbHNlfSwiRGVmYXVsdFN3aW1sYW5lU3R5bGUiOm51bGx9LCJTY2FsZSI6bnVsbCwiU2NhbGVWMiI6eyIkaWQiOiI1MTUiLCJTdGFydERhdGUiOiIwMDAxLTAxLTAxVDAwOjAwOjAwIiwiRW5kRGF0ZSI6IjIwMzAtMTAtMzBUMjM6NTk6MDAiLCJBdXRvRGF0ZVJhbmdlIjp0cnVlLCJXb3JraW5nRGF5cyI6MzEsIkZpc2NhbFllYXIiOnsiJGlkIjoiNTE2IiwiU3RhcnRNb250aCI6MSwiVXNlU3RhcnRpbmdZZWFyRm9yTnVtYmVyaW5nIjp0cnVlLCJTaG93RmlzY2FsWWVhckxhYmVsIjp0cnVlfSwiVG9kYXlNYXJrZXJUZXh0IjoiVG9kYXkiLCJBdXRvU2NhbGVUeXBlIjp0cnVlLCJUaW1lYmFuZFNjYWxlcyI6eyIkaWQiOiI1MTciLCJUb3BTY2FsZUxheWVyIjp7IiRpZCI6IjUxOCIsIkZvcm1hdCI6Ik1NTSIsIlR5cGUiOjR9LCJNaWRkbGVTY2FsZUxheWVyIjp7IiRpZCI6IjUxOSIsIkZvcm1hdCI6bnVsbCwiVHlwZSI6MH0sIkJvdHRvbVNjYWxlTGF5ZXIiOnsiJGlkIjoiNTIwIiwiRm9ybWF0IjpudWxsLCJUeXBlIjowfX19LCJNaWxlc3RvbmVzIjpbXSwiVGFza3MiOltdLCJTd2ltbGFuZXMiOltdLCJNc1Byb2plY3RJdGVtc1RyZWUiOnsiJGlkIjoiNTIxIiwiUm9vdCI6eyJJbXBvcnRJZCI6bnVsbCwiSXNJbXBvcnRlZCI6ZmFsc2UsIkNoaWxkcmVuIjpbXX19LCJNZXRhZGF0YSI6eyIkaWQiOiI1MjI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UyMyIsIkltcGFPcHRpb25zIjp7IiRpZCI6IjUyN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UyNS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TI2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TIMEBANDFYSTARTMONTH" val="January"/>
  <p:tag name="OTLTIMEBANDSHOWFYLABEL" val="True"/>
  <p:tag name="OTLTIMEBANDUSESTARTINGOFTHEYEARFORFYNUMBERING" val="Tru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LEFTENDCAPSMARGINLEFT" val="115.506666666667"/>
  <p:tag name="OTLTIMEBANDRESERVEDLEFTAREAWIDTH" val="76"/>
  <p:tag name="OTLTIMEBANDRESERVEDLEFTAREAISSET" val="False"/>
  <p:tag name="OTLTIMEBANDQUICKPOSITION" val="Custom"/>
  <p:tag name="OTLTIMEBANDSCALETYPE" val="Years"/>
  <p:tag name="OTLTIMEBANDENDDATE" val="2030-10-30T23:59:00.0000000"/>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5-10-10T23:59:00.0000000Z"/>
  <p:tag name="OTLENDDATE" val="2026-01-10T23:59:00.0000000Z"/>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5-04-09T23:59:00.0000000Z"/>
  <p:tag name="OTLENDDATE" val="2025-07-09T23:59:00.0000000Z"/>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5-12-03T23:59:00.0000000Z"/>
  <p:tag name="OTLENDDATE" val="2028-06-13T23:59:00.0000000Z"/>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9-09-04T23:59:00.0000000Z"/>
  <p:tag name="OTLENDDATE" val="2030-09-04T23:59:00.0000000Z"/>
  <p:tag name="OTLDURATIONFORMAT" val="day"/>
  <p:tag name="OTLSPACING" val="5"/>
  <p:tag name="OTLSHAPETHICKNESSTYPE" val="Thin"/>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6-04-10T23:59:00.0000000Z"/>
  <p:tag name="OTLENDDATE" val="2028-06-13T23:59:00.0000000Z"/>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9-10-04T00:00:00.0000000Z"/>
  <p:tag name="OTLENDDATE" val="2030-10-04T23:59:00.0000000Z"/>
  <p:tag name="OTLDURATIONFORMAT" val="day"/>
  <p:tag name="OTLSPACING" val="5"/>
  <p:tag name="OTLSHAPETHICKNESSTYPE" val="Thin"/>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 name="OTLELAPSEDSTYLE" val="Thin"/>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final CTA package"/>
  <p:tag name="OTLDATE" val="2025-09-04T23:59:00.0000000"/>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 name="OTLTODAYPOSITION" val="Auto"/>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5.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10sIl9taWxlc3RvbmVzIjpbeyIkaWQiOiI1IiwiSWQiOiJjYzI0ZmFlNy1iY2Q1LTQ4NDQtYWU4My1hODk3MmY4OTc3NGIiLCJJbmRleCI6MSwiR3JvdXBJZCI6bnVsbCwiVGl0bGUiOiJQaCBJIFNSRCByZWFkb3V0IChUQkMpIiwiRGF0ZVRpbWUiOiIyMDI1LTA4LTI5VDIzOjU5OjAwIiwiUGVyY2VudGFnZUNvbXBsZXRlIjpudWxsLCJOb3RlIjpudWxsLCJTdHlsZSI6eyIkaWQiOiI2IiwiVGl0bGVQb3NpdGlvbiI6IkxlZnQiLCJEYXRlUG9zaXRpb24iOiJMZWZ0IiwiU2hhcGVUeXBlIjoyLCJTaGFwZVNpemUiOjEsIlNoYXBlU3R5bGUiOnsiJGlkIjoiNyIsIk1hcmdpbiI6eyIkaWQiOiI4IiwiVG9wIjowLjAsIkxlZnQiOjAuMCwiUmlnaHQiOjAuMCwiQm90dG9tIjowLjB9LCJQYWRkaW5nIjp7IiRpZCI6IjkiLCJUb3AiOjAuMCwiTGVmdCI6MC4wLCJSaWdodCI6MC4wLCJCb3R0b20iOjAuMH0sIkJhY2tncm91bmQiOnsiJGlkIjoiMTAiLCJDb2xvciI6eyIkaWQiOiIxMSIsIkEiOjI1NSwiUiI6OCwiRyI6NDksIkIiOjQyfX0sIklzVmlzaWJsZSI6dHJ1ZSwiV2lkdGgiOjEzLjAsIkhlaWdodCI6MTMuMCwiQm9yZGVyU3R5bGUiOnsiJGlkIjoiMTIiLCJMaW5lQ29sb3IiOnsiJGlkIjoiMTMiLCIkdHlwZSI6Ik5MUkUuQ29tbW9uLkRvbS5Tb2xpZENvbG9yQnJ1c2gsIE5MUkUuQ29tbW9uIiwiQ29sb3IiOnsiJGlkIjoiMTQiLCJBIjoyNTUsIlIiOjI1NSwiRyI6MCwiQiI6MH19LCJMaW5lV2VpZ2h0IjowLjAsIkxpbmVUeXBlIjowLCJQYXJlbnRTdHlsZSI6bnVsbH0sIlBhcmVudFN0eWxlIjpudWxsfSwiVGl0bGVTdHlsZSI6eyIkaWQiOiIxNSIsIkZvbnRTZXR0aW5ncyI6eyIkaWQiOiIxNiIsIkZvbnRTaXplIjoxMSwiRm9udE5hbWUiOiJDYWxpYnJpIiwiSXNCb2xkIjp0cnVlLCJJc0l0YWxpYyI6ZmFsc2UsIklzVW5kZXJsaW5lZCI6ZmFsc2UsIlBhcmVudFN0eWxlIjpudWxsfSwiQXV0b1NpemUiOjAsIkZvcmVncm91bmQiOnsiJGlkIjoiMTciLCJDb2xvciI6eyIkaWQiOiIxOCIsIkEiOjI1NSwiUiI6MCwiRyI6MCwiQiI6MH19LCJNYXhXaWR0aCI6MjAwLjAsIk1heEhlaWdodCI6IkluZmluaXR5IiwiU21hcnRGb3JlZ3JvdW5kSXNBY3RpdmUiOmZhbHNlLCJIb3Jpem9udGFsQWxpZ25tZW50IjoyLCJWZXJ0aWNhbEFsaWdubWVudCI6MCwiU21hcnRGb3JlZ3JvdW5kIjpudWxsLCJCYWNrZ3JvdW5kRmlsbFR5cGUiOjAsIk1hcmdpbiI6eyIkaWQiOiIxOSIsIlRvcCI6MC4wLCJMZWZ0IjowLjAsIlJpZ2h0IjowLjAsIkJvdHRvbSI6MC4wfSwiUGFkZGluZyI6eyIkaWQiOiIyMCIsIlRvcCI6MC4wLCJMZWZ0IjowLjAsIlJpZ2h0IjowLjAsIkJvdHRvbSI6MC4wfSwiQmFja2dyb3VuZCI6eyIkaWQiOiIyMSIsIkNvbG9yIjp7IiRpZCI6IjIyIiwiQSI6MCwiUiI6MCwiRyI6MCwiQiI6MH19LCJJc1Zpc2libGUiOnRydWUsIldpZHRoIjowLjAsIkhlaWdodCI6MC4wLCJCb3JkZXJTdHlsZSI6bnVsbCwiUGFyZW50U3R5bGUiOm51bGx9LCJEYXRlU3R5bGUiOnsiJGlkIjoiMjMiLCJGb250U2V0dGluZ3MiOnsiJGlkIjoiMjQiLCJGb250U2l6ZSI6MTAsIkZvbnROYW1lIjoiQ2FsaWJyaSIsIklzQm9sZCI6ZmFsc2UsIklzSXRhbGljIjpmYWxzZSwiSXNVbmRlcmxpbmVkIjpmYWxzZSwiUGFyZW50U3R5bGUiOm51bGx9LCJBdXRvU2l6ZSI6MCwiRm9yZWdyb3VuZCI6eyIkaWQiOiIyNSIsIkNvbG9yIjp7IiRpZCI6IjI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yIsIlRvcCI6MC4wLCJMZWZ0IjowLjAsIlJpZ2h0IjowLjAsIkJvdHRvbSI6MC4wfSwiUGFkZGluZyI6eyIkaWQiOiIyOCIsIlRvcCI6MC4wLCJMZWZ0IjowLjAsIlJpZ2h0IjowLjAsIkJvdHRvbSI6MC4wfSwiQmFja2dyb3VuZCI6eyIkaWQiOiIyOSIsIkNvbG9yIjp7IiRpZCI6IjMwIiwiQSI6MCwiUiI6MCwiRyI6MCwiQiI6MH19LCJJc1Zpc2libGUiOnRydWUsIldpZHRoIjowLjAsIkhlaWdodCI6MC4wLCJCb3JkZXJTdHlsZSI6bnVsbCwiUGFyZW50U3R5bGUiOm51bGx9LCJEYXRlRm9ybWF0Ijp7IiRpZCI6IjM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y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MzIiwiX3Rhc2tzIjpbXSwiX21pbGVzdG9uZXMiOlt7IiRpZCI6IjM0IiwiSWQiOiIwOGM4YTQwNC01NjY5LTQ1NDQtOTU0MC1hMjViNmVhN2E2ODIiLCJJbmRleCI6MiwiR3JvdXBJZCI6bnVsbCwiVGl0bGUiOiJQaCBJIE1SRCByZWFkb3V0IChUQkMpIiwiRGF0ZVRpbWUiOiIyMDI1LTExLTE0VDIzOjU5OjAwIiwiUGVyY2VudGFnZUNvbXBsZXRlIjpudWxsLCJOb3RlIjpudWxsLCJTdHlsZSI6eyIkaWQiOiIzNSIsIlRpdGxlUG9zaXRpb24iOiJMZWZ0IiwiRGF0ZVBvc2l0aW9uIjoiTGVmdCIsIlNoYXBlVHlwZSI6MiwiU2hhcGVTaXplIjoxLCJTaGFwZVN0eWxlIjp7IiRpZCI6IjM2IiwiTWFyZ2luIjp7IiRyZWYiOiI4In0sIlBhZGRpbmciOnsiJHJlZiI6IjkifSwiQmFja2dyb3VuZCI6eyIkaWQiOiIzNyIsIkNvbG9yIjp7IiRpZCI6IjM4IiwiQSI6MjU1LCJSIjo4LCJHIjo0OSwiQiI6NDJ9fSwiSXNWaXNpYmxlIjp0cnVlLCJXaWR0aCI6MTMuMCwiSGVpZ2h0IjoxMy4wLCJCb3JkZXJTdHlsZSI6eyIkaWQiOiIzOSIsIkxpbmVDb2xvciI6eyIkcmVmIjoiMTMifSwiTGluZVdlaWdodCI6MC4wLCJMaW5lVHlwZSI6MCwiUGFyZW50U3R5bGUiOm51bGx9LCJQYXJlbnRTdHlsZSI6bnVsbH0sIlRpdGxlU3R5bGUiOnsiJGlkIjoiNDAiLCJGb250U2V0dGluZ3MiOnsiJGlkIjoiNDEiLCJGb250U2l6ZSI6MTEsIkZvbnROYW1lIjoiQ2FsaWJyaSIsIklzQm9sZCI6dHJ1ZSwiSXNJdGFsaWMiOmZhbHNlLCJJc1VuZGVybGluZWQiOmZhbHNlLCJQYXJlbnRTdHlsZSI6bnVsbH0sIkF1dG9TaXplIjowLCJGb3JlZ3JvdW5kIjp7IiRyZWYiOiIxNyJ9LCJNYXhXaWR0aCI6MjAwLjAsIk1heEhlaWdodCI6IkluZmluaXR5IiwiU21hcnRGb3JlZ3JvdW5kSXNBY3RpdmUiOmZhbHNlLCJIb3Jpem9udGFsQWxpZ25tZW50IjoyLCJWZXJ0aWNhbEFsaWdubWVudCI6MCwiU21hcnRGb3JlZ3JvdW5kIjpudWxsLCJCYWNrZ3JvdW5kRmlsbFR5cGUiOjAsIk1hcmdpbiI6eyIkcmVmIjoiMTkifSwiUGFkZGluZyI6eyIkcmVmIjoiMjAifSwiQmFja2dyb3VuZCI6eyIkcmVmIjoiMjEifSwiSXNWaXNpYmxlIjp0cnVlLCJXaWR0aCI6MC4wLCJIZWlnaHQiOjAuMCwiQm9yZGVyU3R5bGUiOm51bGwsIlBhcmVudFN0eWxlIjpudWxsfSwiRGF0ZVN0eWxlIjp7IiRpZCI6IjQyIiwiRm9udFNldHRpbmdzIjp7IiRpZCI6IjQzIiwiRm9udFNpemUiOjEwLCJGb250TmFtZSI6IkNhbGlicmkiLCJJc0JvbGQiOmZhbHNlLCJJc0l0YWxpYyI6ZmFsc2UsIklzVW5kZXJsaW5lZCI6ZmFsc2UsIlBhcmVudFN0eWxlIjpudWxsfSwiQXV0b1NpemUiOjAsIkZvcmVncm91bmQiOnsiJHJlZiI6IjI1In0sIk1heFdpZHRoIjoyMDAuMCwiTWF4SGVpZ2h0IjoiSW5maW5pdHkiLCJTbWFydEZvcmVncm91bmRJc0FjdGl2ZSI6ZmFsc2UsIkhvcml6b250YWxBbGlnbm1lbnQiOjIsIlZlcnRpY2FsQWxpZ25tZW50IjowLCJTbWFydEZvcmVncm91bmQiOm51bGwsIkJhY2tncm91bmRGaWxsVHlwZSI6MCwiTWFyZ2luIjp7IiRyZWYiOiIyNyJ9LCJQYWRkaW5nIjp7IiRyZWYiOiIyOCJ9LCJCYWNrZ3JvdW5kIjp7IiRyZWYiOiIyOSJ9LCJJc1Zpc2libGUiOnRydWUsIldpZHRoIjowLjAsIkhlaWdodCI6MC4wLCJCb3JkZXJTdHlsZSI6bnVsbCwiUGFyZW50U3R5bGUiOm51bGx9LCJEYXRlRm9ybWF0Ijp7IiRyZWYiOiIzMSJ9LCJXZWVrTnVtYmVyaW5nIjp7IiRpZCI6IjQ0IiwiRm9ybWF0IjowLCJJc1Zpc2libGUiOmZhbHNlLCJMYXN0S25vd25WaXNpYmlsaXR5U3RhdGUiOmZhbHNlfSwiSXNWaXNpYmxlIjp0cnVlLCJQYXJlbnRTdHlsZSI6bnVsbH0sIkh5cGVybGluayI6bnVsbCwiSW1wb3J0SWQiOiIifV0sIklkIjoiMDAwMDAwMDAtMDAwMC0wMDAwLTAwMDAtMDAwMDAwMDAwMDAwIiwiSXNTaW5nbGVJdGVtUm93Ijp0cnVlfSx7IiRpZCI6IjQ1IiwiX3Rhc2tzIjpbXSwiX21pbGVzdG9uZXMiOlt7IiRpZCI6IjQ2IiwiSWQiOiI4YjYwNjQ3YS00OGQ5LTRhZDItYTZmYi0xOTkxMzUzODQ0NzQiLCJJbmRleCI6MywiR3JvdXBJZCI6bnVsbCwiVGl0bGUiOiJQaCBJSSBkcmFmdCBURE8iLCJEYXRlVGltZSI6IjIwMjUtMTAtMDZUMjM6NTk6MDAiLCJQZXJjZW50YWdlQ29tcGxldGUiOm51bGwsIk5vdGUiOm51bGwsIlN0eWxlIjp7IiRpZCI6IjQ3IiwiVGl0bGVQb3NpdGlvbiI6IkxlZnQiLCJEYXRlUG9zaXRpb24iOiJMZWZ0IiwiU2hhcGVUeXBlIjoyLCJTaGFwZVNpemUiOjEsIlNoYXBlU3R5bGUiOnsiJGlkIjoiNDgiLCJNYXJnaW4iOnsiJHJlZiI6IjgifSwiUGFkZGluZyI6eyIkcmVmIjoiOSJ9LCJCYWNrZ3JvdW5kIjp7IiRpZCI6IjQ5IiwiQ29sb3IiOnsiJGlkIjoiNTAiLCJBIjoyNTUsIlIiOjgsIkciOjQ5LCJCIjo0Mn19LCJJc1Zpc2libGUiOnRydWUsIldpZHRoIjoxMy4wLCJIZWlnaHQiOjEzLjAsIkJvcmRlclN0eWxlIjp7IiRpZCI6IjUxIiwiTGluZUNvbG9yIjp7IiRyZWYiOiIxMyJ9LCJMaW5lV2VpZ2h0IjowLjAsIkxpbmVUeXBlIjowLCJQYXJlbnRTdHlsZSI6bnVsbH0sIlBhcmVudFN0eWxlIjpudWxsfSwiVGl0bGVTdHlsZSI6eyIkaWQiOiI1MiIsIkZvbnRTZXR0aW5ncyI6eyIkaWQiOiI1My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TQiLCJGb250U2V0dGluZ3MiOnsiJGlkIjoiNTU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HJlZiI6IjI5In0sIklzVmlzaWJsZSI6dHJ1ZSwiV2lkdGgiOjAuMCwiSGVpZ2h0IjowLjAsIkJvcmRlclN0eWxlIjpudWxsLCJQYXJlbnRTdHlsZSI6bnVsbH0sIkRhdGVGb3JtYXQiOnsiJHJlZiI6IjMxIn0sIldlZWtOdW1iZXJpbmciOnsiJGlkIjoiNTY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TciLCJfdGFza3MiOltdLCJfbWlsZXN0b25lcyI6W3siJGlkIjoiNTgiLCJJZCI6IjZjMmJjOTU1LWUzOTItNGFlMi1hMDZlLWE0YmRkN2I3NjlkNSIsIkluZGV4Ijo0LCJHcm91cElkIjpudWxsLCJUaXRsZSI6IlBoIElJIENUQSBwYWNrYWdlIHJlbGVhc2UiLCJEYXRlVGltZSI6IjIwMjYtMDItMTNUMjM6NTk6MDAiLCJQZXJjZW50YWdlQ29tcGxldGUiOm51bGwsIk5vdGUiOm51bGwsIlN0eWxlIjp7IiRpZCI6IjU5IiwiVGl0bGVQb3NpdGlvbiI6IkxlZnQiLCJEYXRlUG9zaXRpb24iOiJMZWZ0IiwiU2hhcGVUeXBlIjoyLCJTaGFwZVNpemUiOjEsIlNoYXBlU3R5bGUiOnsiJGlkIjoiNjAiLCJNYXJnaW4iOnsiJHJlZiI6IjgifSwiUGFkZGluZyI6eyIkcmVmIjoiOSJ9LCJCYWNrZ3JvdW5kIjp7IiRpZCI6IjYxIiwiQ29sb3IiOnsiJGlkIjoiNjIiLCJBIjoyNTUsIlIiOjgsIkciOjQ5LCJCIjo0Mn19LCJJc1Zpc2libGUiOnRydWUsIldpZHRoIjoxMy4wLCJIZWlnaHQiOjEzLjAsIkJvcmRlclN0eWxlIjp7IiRpZCI6IjYzIiwiTGluZUNvbG9yIjp7IiRyZWYiOiIxMyJ9LCJMaW5lV2VpZ2h0IjowLjAsIkxpbmVUeXBlIjowLCJQYXJlbnRTdHlsZSI6bnVsbH0sIlBhcmVudFN0eWxlIjpudWxsfSwiVGl0bGVTdHlsZSI6eyIkaWQiOiI2NCIsIkZvbnRTZXR0aW5ncyI6eyIkaWQiOiI2NS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I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jYiLCJGb250U2V0dGluZ3MiOnsiJGlkIjoiNjciLCJGb250U2l6ZSI6MTAsIkZvbnROYW1lIjoiQ2FsaWJyaSIsIklzQm9sZCI6ZmFsc2UsIklzSXRhbGljIjpmYWxzZSwiSXNVbmRlcmxpbmVkIjpmYWxzZSwiUGFyZW50U3R5bGUiOm51bGx9LCJBdXRvU2l6ZSI6MCwiRm9yZWdyb3VuZCI6eyIkcmVmIjoiMjUifSwiTWF4V2lkdGgiOjIwMC4wLCJNYXhIZWlnaHQiOiJJbmZpbml0eSIsIlNtYXJ0Rm9yZWdyb3VuZElzQWN0aXZlIjpmYWxzZSwiSG9yaXpvbnRhbEFsaWdubWVudCI6MiwiVmVydGljYWxBbGlnbm1lbnQiOjAsIlNtYXJ0Rm9yZWdyb3VuZCI6bnVsbCwiQmFja2dyb3VuZEZpbGxUeXBlIjowLCJNYXJnaW4iOnsiJHJlZiI6IjI3In0sIlBhZGRpbmciOnsiJHJlZiI6IjI4In0sIkJhY2tncm91bmQiOnsiJHJlZiI6IjI5In0sIklzVmlzaWJsZSI6dHJ1ZSwiV2lkdGgiOjAuMCwiSGVpZ2h0IjowLjAsIkJvcmRlclN0eWxlIjpudWxsLCJQYXJlbnRTdHlsZSI6bnVsbH0sIkRhdGVGb3JtYXQiOnsiJHJlZiI6IjMxIn0sIldlZWtOdW1iZXJpbmciOnsiJGlkIjoiNjgiLCJGb3JtYXQiOjAsIklzVmlzaWJsZSI6ZmFsc2UsIkxhc3RLbm93blZpc2liaWxpdHlTdGF0ZSI6ZmFsc2V9LCJJc1Zpc2libGUiOnRydWUsIlBhcmVudFN0eWxlIjpudWxsfSwiSHlwZXJsaW5rIjpudWxsLCJJbXBvcnRJZCI6IiJ9XSwiSWQiOiIwMDAwMDAwMC0wMDAwLTAwMDAtMDAwMC0wMDAwMDAwMDAwMDAiLCJJc1NpbmdsZUl0ZW1Sb3ciOnRydWV9LHsiJGlkIjoiNjkiLCJfdGFza3MiOlt7IiRpZCI6IjcwIiwiX2F0dGFjaGVkTWlsZXN0b25lcyI6W10sIlRhc2tEZWZpbml0aW9uIjp7IiRpZCI6IjcxIiwiR3JvdXBOYW1lIjpudWxsLCJTdGFydERhdGUiOiIyMDI2LTA2LTIyVDIzOjU5OjAwWiIsIkVuZERhdGUiOiIyMDI2LTExLTE5VDIzOjU5OjAwWiIsIlBlcmNlbnRhZ2VDb21wbGV0ZSI6bnVsbCwiU3R5bGUiOnsiJGlkIjoiNzIiLCJTaGFwZSI6MSwiU2hhcGVUaGlja25lc3MiOjAsIkR1cmF0aW9uRm9ybWF0IjowLCJJbmNsdWRlTm9uV29ya2luZ0RheXNJbkR1cmF0aW9uIjpmYWxzZSwiUGVyY2VudGFnZUNvbXBsZXRlU3R5bGUiOnsiJGlkIjoiNzMiLCJGb250U2V0dGluZ3MiOnsiJGlkIjoiNzQiLCJGb250U2l6ZSI6MTAsIkZvbnROYW1lIjoiQ2FsaWJyaSIsIklzQm9sZCI6ZmFsc2UsIklzSXRhbGljIjpmYWxzZSwiSXNVbmRlcmxpbmVkIjpmYWxzZSwiUGFyZW50U3R5bGUiOm51bGx9LCJBdXRvU2l6ZSI6MCwiRm9yZWdyb3VuZCI6eyIkaWQiOiI3NSIsIkNvbG9yIjp7IiRpZCI6Ijc2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ciLCJUb3AiOjAuMCwiTGVmdCI6MC4wLCJSaWdodCI6MC4wLCJCb3R0b20iOjAuMH0sIlBhZGRpbmciOnsiJGlkIjoiNzgiLCJUb3AiOjAuMCwiTGVmdCI6MC4wLCJSaWdodCI6MC4wLCJCb3R0b20iOjAuMH0sIkJhY2tncm91bmQiOnsiJGlkIjoiNzkiLCJDb2xvciI6eyIkaWQiOiI4MCIsIkEiOjg5LCJSIjowLCJHIjowLCJCIjowfX0sIklzVmlzaWJsZSI6dHJ1ZSwiV2lkdGgiOjAuMCwiSGVpZ2h0IjowLjAsIkJvcmRlclN0eWxlIjp7IiRpZCI6IjgxIiwiTGluZUNvbG9yIjpudWxsLCJMaW5lV2VpZ2h0IjowLjAsIkxpbmVUeXBlIjowLCJQYXJlbnRTdHlsZSI6bnVsbH0sIlBhcmVudFN0eWxlIjpudWxsfSwiRHVyYXRpb25TdHlsZSI6eyIkaWQiOiI4MiIsIkZvbnRTZXR0aW5ncyI6eyIkaWQiOiI4MyIsIkZvbnRTaXplIjoxMCwiRm9udE5hbWUiOiJDYWxpYnJpIiwiSXNCb2xkIjpmYWxzZSwiSXNJdGFsaWMiOmZhbHNlLCJJc1VuZGVybGluZWQiOmZhbHNlLCJQYXJlbnRTdHlsZSI6bnVsbH0sIkF1dG9TaXplIjowLCJGb3JlZ3JvdW5kIjp7IiRpZCI6Ijg0IiwiQ29sb3IiOnsiJGlkIjoiODU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4NiIsIlRvcCI6MC4wLCJMZWZ0IjowLjAsIlJpZ2h0IjowLjAsIkJvdHRvbSI6MC4wfSwiUGFkZGluZyI6eyIkaWQiOiI4NyIsIlRvcCI6MC4wLCJMZWZ0IjowLjAsIlJpZ2h0IjowLjAsIkJvdHRvbSI6MC4wfSwiQmFja2dyb3VuZCI6eyIkaWQiOiI4OCIsIkNvbG9yIjp7IiRpZCI6Ijg5IiwiQSI6MCwiUiI6MCwiRyI6MCwiQiI6MH19LCJJc1Zpc2libGUiOnRydWUsIldpZHRoIjowLjAsIkhlaWdodCI6MC4wLCJCb3JkZXJTdHlsZSI6eyIkaWQiOiI5MCIsIkxpbmVDb2xvciI6bnVsbCwiTGluZVdlaWdodCI6MC4wLCJMaW5lVHlwZSI6MCwiUGFyZW50U3R5bGUiOm51bGx9LCJQYXJlbnRTdHlsZSI6bnVsbH0sIkhvcml6b250YWxDb25uZWN0b3JTdHlsZSI6eyIkaWQiOiI5MSIsIkxpbmVDb2xvciI6eyIkaWQiOiI5MiIsIiR0eXBlIjoiTkxSRS5Db21tb24uRG9tLlNvbGlkQ29sb3JCcnVzaCwgTkxSRS5Db21tb24iLCJDb2xvciI6eyIkaWQiOiI5MyIsIkEiOjI1NSwiUiI6MjA0LCJHIjoyMDQsIkIiOjIwNH19LCJMaW5lV2VpZ2h0IjoxLjAsIkxpbmVUeXBlIjowLCJQYXJlbnRTdHlsZSI6bnVsbH0sIlZlcnRpY2FsQ29ubmVjdG9yU3R5bGUiOnsiJGlkIjoiOTQiLCJMaW5lQ29sb3IiOnsiJGlkIjoiOTUiLCIkdHlwZSI6Ik5MUkUuQ29tbW9uLkRvbS5Tb2xpZENvbG9yQnJ1c2gsIE5MUkUuQ29tbW9uIiwiQ29sb3IiOnsiJGlkIjoiOTY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5NyIsIk1hcmdpbiI6eyIkaWQiOiI5OCIsIlRvcCI6MC4wLCJMZWZ0Ijo0LjAsIlJpZ2h0Ijo0LjAsIkJvdHRvbSI6MC4wfSwiUGFkZGluZyI6eyIkaWQiOiI5OSIsIlRvcCI6MC4wLCJMZWZ0IjowLjAsIlJpZ2h0IjowLjAsIkJvdHRvbSI6MC4wfSwiQmFja2dyb3VuZCI6eyIkaWQiOiIxMDAiLCJDb2xvciI6eyIkaWQiOiIxMDEiLCJBIjoyNTUsIlIiOjgsIkciOjQ5LCJCIjo0Mn19LCJJc1Zpc2libGUiOnRydWUsIldpZHRoIjowLjAsIkhlaWdodCI6MTAuMCwiQm9yZGVyU3R5bGUiOnsiJGlkIjoiMTAyIiwiTGluZUNvbG9yIjp7IiRpZCI6IjEwMyIsIiR0eXBlIjoiTkxSRS5Db21tb24uRG9tLlNvbGlkQ29sb3JCcnVzaCwgTkxSRS5Db21tb24iLCJDb2xvciI6eyIkaWQiOiIxMDQiLCJBIjoyNTUsIlIiOjI1NSwiRyI6MCwiQiI6MH19LCJMaW5lV2VpZ2h0IjowLjAsIkxpbmVUeXBlIjowLCJQYXJlbnRTdHlsZSI6bnVsbH0sIlBhcmVudFN0eWxlIjpudWxsfSwiVGl0bGVTdHlsZSI6eyIkaWQiOiIxMDUiLCJGb250U2V0dGluZ3MiOnsiJGlkIjoiMTA2IiwiRm9udFNpemUiOjExLCJGb250TmFtZSI6IkNhbGlicmkiLCJJc0JvbGQiOnRydWUsIklzSXRhbGljIjpmYWxzZSwiSXNVbmRlcmxpbmVkIjpmYWxzZSwiUGFyZW50U3R5bGUiOm51bGx9LCJBdXRvU2l6ZSI6MCwiRm9yZWdyb3VuZCI6eyIkaWQiOiIxMDciLCJDb2xvciI6eyIkaWQiOiIxMDgiLCJBIjoyNTUsIlIiOjAsIkciOjAsIkIiOjB9fSwiTWF4V2lkdGgiOjcyMC4wLCJNYXhIZWlnaHQiOiJJbmZpbml0eSIsIlNtYXJ0Rm9yZWdyb3VuZElzQWN0aXZlIjpmYWxzZSwiSG9yaXpvbnRhbEFsaWdubWVudCI6MCwiVmVydGljYWxBbGlnbm1lbnQiOjAsIlNtYXJ0Rm9yZWdyb3VuZCI6bnVsbCwiQmFja2dyb3VuZEZpbGxUeXBlIjowLCJNYXJnaW4iOnsiJGlkIjoiMTA5IiwiVG9wIjowLjAsIkxlZnQiOjAuMCwiUmlnaHQiOjAuMCwiQm90dG9tIjowLjB9LCJQYWRkaW5nIjp7IiRpZCI6IjExMCIsIlRvcCI6MC4wLCJMZWZ0IjowLjAsIlJpZ2h0IjowLjAsIkJvdHRvbSI6MC4wfSwiQmFja2dyb3VuZCI6eyIkaWQiOiIxMTEiLCJDb2xvciI6eyIkaWQiOiIxMTIiLCJBIjowLCJSIjowLCJHIjowLCJCIjowfX0sIklzVmlzaWJsZSI6dHJ1ZSwiV2lkdGgiOjAuMCwiSGVpZ2h0IjowLjAsIkJvcmRlclN0eWxlIjp7IiRpZCI6IjExMyIsIkxpbmVDb2xvciI6bnVsbCwiTGluZVdlaWdodCI6MC4wLCJMaW5lVHlwZSI6MCwiUGFyZW50U3R5bGUiOm51bGx9LCJQYXJlbnRTdHlsZSI6bnVsbH0sIkRhdGVTdHlsZSI6eyIkaWQiOiIxMTQiLCJGb250U2V0dGluZ3MiOnsiJGlkIjoiMTE1IiwiRm9udFNpemUiOjEwLCJGb250TmFtZSI6IkNhbGlicmkiLCJJc0JvbGQiOmZhbHNlLCJJc0l0YWxpYyI6ZmFsc2UsIklzVW5kZXJsaW5lZCI6ZmFsc2UsIlBhcmVudFN0eWxlIjpudWxsfSwiQXV0b1NpemUiOjAsIkZvcmVncm91bmQiOnsiJGlkIjoiMTE2IiwiQ29sb3IiOnsiJGlkIjoiMTE3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xMTgiLCJUb3AiOjAuMCwiTGVmdCI6MC4wLCJSaWdodCI6MC4wLCJCb3R0b20iOjAuMH0sIlBhZGRpbmciOnsiJGlkIjoiMTE5IiwiVG9wIjowLjAsIkxlZnQiOjAuMCwiUmlnaHQiOjAuMCwiQm90dG9tIjowLjB9LCJCYWNrZ3JvdW5kIjp7IiRpZCI6IjEyMCIsIkNvbG9yIjp7IiRpZCI6IjEyMSIsIkEiOjAsIlIiOjAsIkciOjAsIkIiOjB9fSwiSXNWaXNpYmxlIjp0cnVlLCJXaWR0aCI6MC4wLCJIZWlnaHQiOjAuMCwiQm9yZGVyU3R5bGUiOnsiJGlkIjoiMTIyIiwiTGluZUNvbG9yIjpudWxsLCJMaW5lV2VpZ2h0IjowLjAsIkxpbmVUeXBlIjowLCJQYXJlbnRTdHlsZSI6bnVsbH0sIlBhcmVudFN0eWxlIjpudWxsfSwiRGF0ZUZvcm1hdCI6eyIkaWQiOiIxMj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I0IiwiRm9ybWF0IjowLCJJc1Zpc2libGUiOmZhbHNlLCJMYXN0S25vd25WaXNpYmlsaXR5U3RhdGUiOmZhbHNlfSwiSXNWaXNpYmxlIjp0cnVlLCJQYXJlbnRTdHlsZSI6bnVsbH0sIkluZGV4Ijo1LCJTbWFydER1cmF0aW9uQWN0aXZhdGVkIjpmYWxzZSwiRGF0ZUZvcm1hdCI6eyIkcmVmIjoiMTIzIn0sIldlZWtOdW1iZXJpbmciOnsiJGlkIjoiMTI1IiwiRm9ybWF0IjowLCJJc1Zpc2libGUiOmZhbHNlLCJMYXN0S25vd25WaXNpYmlsaXR5U3RhdGUiOmZhbHNlfSwiSWQiOiJmOGE4ZTY3Yy1mMmQ0LTRkN2YtOTg2Ny0xNjE2MzkxY2QwNWMiLCJJbXBvcnRJZCI6bnVsbCwiVGl0bGUiOiJQaCBJSSBGU1MgLSBMU1IiLCJOb3RlIjpudWxsLCJIeXBlcmxpbmsiOnsiJGlkIjoiMTI2IiwiQWRkcmVzcyI6bnVsbCwiU3ViQWRkcmVzcyI6bnVsbH0sIklzQ2hhbmdlZCI6ZmFsc2UsIklzTmV3IjpmYWxzZX19XSwiX21pbGVzdG9uZXMiOltdLCJJZCI6IjAwMDAwMDAwLTAwMDAtMDAwMC0wMDAwLTAwMDAwMDAwMDAwMCIsIklzU2luZ2xlSXRlbVJvdyI6dHJ1ZX1dLCJJbmRleCI6MCwiSWQiOiJjMmMwNzhmYy1hOGY2LTRmZjUtOGIwNS04YzMyZjkyYjA4ZmMiLCJIZWFkZXJUZXh0IjpudWxsLCJJc0RlZmF1bHQiOnRydWUsIlN0eWxlIjp7IiRpZCI6IjEyNyIsIkhlYWRlclN0eWxlIjp7IiRpZCI6IjEyOCIsIlRleHRTdHlsZSI6eyIkaWQiOiIxMjkiLCJGb250U2V0dGluZ3MiOnsiJGlkIjoiMTMwIiwiRm9udFNpemUiOjExLCJGb250TmFtZSI6IkNhbGlicmkiLCJJc0JvbGQiOmZhbHNlLCJJc0l0YWxpYyI6ZmFsc2UsIklzVW5kZXJsaW5lZCI6ZmFsc2UsIlBhcmVudFN0eWxlIjpudWxsfSwiQXV0b1NpemUiOjIsIkZvcmVncm91bmQiOnsiJGlkIjoiMTMxIiwiQ29sb3IiOnsiJGlkIjoiMTMyIiwiQSI6MjU1LCJSIjowLCJHIjowLCJCIjowfX0sIk1heFdpZHRoIjoiSW5maW5pdHkiLCJNYXhIZWlnaHQiOjAuMCwiU21hcnRGb3JlZ3JvdW5kSXNBY3RpdmUiOmZhbHNlLCJIb3Jpem9udGFsQWxpZ25tZW50IjowLCJWZXJ0aWNhbEFsaWdubWVudCI6MCwiU21hcnRGb3JlZ3JvdW5kIjpudWxsLCJCYWNrZ3JvdW5kRmlsbFR5cGUiOjAsIk1hcmdpbiI6eyIkaWQiOiIxMzMiLCJUb3AiOjAuMCwiTGVmdCI6MC4wLCJSaWdodCI6MC4wLCJCb3R0b20iOjAuMH0sIlBhZGRpbmciOnsiJGlkIjoiMTM0IiwiVG9wIjowLjAsIkxlZnQiOjAuMCwiUmlnaHQiOjAuMCwiQm90dG9tIjowLjB9LCJCYWNrZ3JvdW5kIjpudWxsLCJJc1Zpc2libGUiOnRydWUsIldpZHRoIjowLjAsIkhlaWdodCI6MC4wLCJCb3JkZXJTdHlsZSI6bnVsbCwiUGFyZW50U3R5bGUiOm51bGx9LCJSZWN0YW5nbGVTdHlsZSI6eyIkaWQiOiIxMzUiLCJNYXJnaW4iOnsiJGlkIjoiMTM2IiwiVG9wIjowLjAsIkxlZnQiOjAuMCwiUmlnaHQiOjAuMCwiQm90dG9tIjowLjB9LCJQYWRkaW5nIjp7IiRpZCI6IjEzNyIsIlRvcCI6MC4wLCJMZWZ0IjowLjAsIlJpZ2h0IjowLjAsIkJvdHRvbSI6MC4wfSwiQmFja2dyb3VuZCI6eyIkaWQiOiIxMzgiLCJDb2xvciI6eyIkaWQiOiIxMzkiLCJBIjo2MywiUiI6MTk3LCJHIjoxOTUsIkIiOjIzOH19LCJJc1Zpc2libGUiOnRydWUsIldpZHRoIjowLjAsIkhlaWdodCI6MC4wLCJCb3JkZXJTdHlsZSI6eyIkaWQiOiIxNDAiLCJMaW5lQ29sb3IiOnsiJGlkIjoiMTQxIiwiJHR5cGUiOiJOTFJFLkNvbW1vbi5Eb20uU29saWRDb2xvckJydXNoLCBOTFJFLkNvbW1vbiIsIkNvbG9yIjp7IiRpZCI6IjE0MiIsIkEiOjI1NSwiUiI6MjU1LCJHIjowLCJCIjowfX0sIkxpbmVXZWlnaHQiOjAuMCwiTGluZVR5cGUiOjAsIlBhcmVudFN0eWxlIjpudWxsfSwiUGFyZW50U3R5bGUiOm51bGx9LCJNYXJnaW4iOnsiJGlkIjoiMTQzIiwiVG9wIjowLjAsIkxlZnQiOjAuMCwiUmlnaHQiOjAuMCwiQm90dG9tIjowLjB9LCJQYWRkaW5nIjp7IiRpZCI6IjE0NCIsIlRvcCI6MC4wLCJMZWZ0IjowLjAsIlJpZ2h0IjowLjAsIkJvdHRvbSI6MC4wfSwiQmFja2dyb3VuZCI6bnVsbCwiSXNWaXNpYmxlIjp0cnVlLCJXaWR0aCI6MC4wLCJIZWlnaHQiOjAuMCwiQm9yZGVyU3R5bGUiOm51bGwsIlBhcmVudFN0eWxlIjpudWxsfSwiQmFja2dyb3VuZFN0eWxlIjp7IiRpZCI6IjE0NSIsIk1hcmdpbiI6eyIkaWQiOiIxNDYiLCJUb3AiOjAuMCwiTGVmdCI6MC4wLCJSaWdodCI6MC4wLCJCb3R0b20iOjAuMH0sIlBhZGRpbmciOnsiJGlkIjoiMTQ3IiwiVG9wIjowLjAsIkxlZnQiOjAuMCwiUmlnaHQiOjAuMCwiQm90dG9tIjowLjB9LCJCYWNrZ3JvdW5kIjp7IiRpZCI6IjE0OCIsIkNvbG9yIjp7IiRpZCI6IjE0OSIsIkEiOjUxLCJSIjoxOTcsIkciOjE5NSwiQiI6MjM4fX0sIklzVmlzaWJsZSI6dHJ1ZSwiV2lkdGgiOjAuMCwiSGVpZ2h0IjowLjAsIkJvcmRlclN0eWxlIjp7IiRpZCI6IjE1MCIsIkxpbmVDb2xvciI6eyIkaWQiOiIxNTEiLCIkdHlwZSI6Ik5MUkUuQ29tbW9uLkRvbS5Tb2xpZENvbG9yQnJ1c2gsIE5MUkUuQ29tbW9uIiwiQ29sb3IiOnsiJGlkIjoiMTUyIiwiQSI6MjU1LCJSIjoyNTUsIkciOjAsIkIiOjB9fSwiTGluZVdlaWdodCI6MC4wLCJMaW5lVHlwZSI6MCwiUGFyZW50U3R5bGUiOm51bGx9LCJQYXJlbnRTdHlsZSI6bnVsbH0sIk1hcmdpbiI6eyIkaWQiOiIxNTMiLCJUb3AiOjAuMCwiTGVmdCI6MC4wLCJSaWdodCI6MC4wLCJCb3R0b20iOjAuMH0sIlBhZGRpbmciOnsiJGlkIjoiMTU0IiwiVG9wIjowLjAsIkxlZnQiOjAuMCwiUmlnaHQiOjAuMCwiQm90dG9tIjowLjB9LCJJc1Zpc2libGUiOmZhbHNlLCJXaWR0aCI6MC4wLCJIZWlnaHQiOjAuMCwiQm9yZGVyU3R5bGUiOm51bGwsIlBhcmVudFN0eWxlIjpudWxsfX1dLCJJZCI6ImI2YTBiNGFlLTczNDktNDFkYy1iMThhLTI1YjdiOGIzNWFjNCIsIkluZGV4IjowLCJIZWFkZXJUZXh0IjoiR2xvYmFsIiwiU3R5bGUiOnsiJGlkIjoiMTU1IiwiSGVhZGVyU3R5bGUiOnsiJGlkIjoiMTU2IiwiVGV4dElzVmVydGljYWwiOmZhbHNlLCJUZXh0U3R5bGUiOnsiJGlkIjoiMTU3IiwiRm9udFNldHRpbmdzIjp7IiRpZCI6IjE1OCIsIkZvbnRTaXplIjoxMiwiRm9udE5hbWUiOiJDYWxpYnJpIiwiSXNCb2xkIjpmYWxzZSwiSXNJdGFsaWMiOmZhbHNlLCJJc1VuZGVybGluZWQiOmZhbHNlLCJQYXJlbnRTdHlsZSI6bnVsbH0sIkF1dG9TaXplIjoyLCJGb3JlZ3JvdW5kIjp7IiRpZCI6IjE1OSIsIkNvbG9yIjp7IiRpZCI6IjE2MCIsIkEiOjI1NSwiUiI6MjU1LCJHIjoyNTUsIkIiOjI1NX19LCJNYXhXaWR0aCI6IkluZmluaXR5IiwiTWF4SGVpZ2h0IjowLjAsIlNtYXJ0Rm9yZWdyb3VuZElzQWN0aXZlIjpmYWxzZSwiSG9yaXpvbnRhbEFsaWdubWVudCI6MCwiVmVydGljYWxBbGlnbm1lbnQiOjAsIlNtYXJ0Rm9yZWdyb3VuZCI6bnVsbCwiQmFja2dyb3VuZEZpbGxUeXBlIjowLCJNYXJnaW4iOnsiJGlkIjoiMTYxIiwiVG9wIjowLjAsIkxlZnQiOjAuMCwiUmlnaHQiOjAuMCwiQm90dG9tIjowLjB9LCJQYWRkaW5nIjp7IiRpZCI6IjE2MiIsIlRvcCI6MC4wLCJMZWZ0IjowLjAsIlJpZ2h0IjowLjAsIkJvdHRvbSI6MC4wfSwiQmFja2dyb3VuZCI6bnVsbCwiSXNWaXNpYmxlIjp0cnVlLCJXaWR0aCI6MC4wLCJIZWlnaHQiOjAuMCwiQm9yZGVyU3R5bGUiOm51bGwsIlBhcmVudFN0eWxlIjpudWxsfSwiUmVjdGFuZ2xlU3R5bGUiOnsiJGlkIjoiMTYzIiwiTWFyZ2luIjp7IiRpZCI6IjE2NCIsIlRvcCI6MC4wLCJMZWZ0IjowLjAsIlJpZ2h0IjowLjAsIkJvdHRvbSI6MC4wfSwiUGFkZGluZyI6eyIkaWQiOiIxNjUiLCJUb3AiOjAuMCwiTGVmdCI6MC4wLCJSaWdodCI6MC4wLCJCb3R0b20iOjAuMH0sIkJhY2tncm91bmQiOnsiJGlkIjoiMTY2IiwiQ29sb3IiOnsiJGlkIjoiMTY3IiwiQSI6MjU1LCJSIjowLCJHIjoyMjgsIkIiOjEyNH19LCJJc1Zpc2libGUiOnRydWUsIldpZHRoIjowLjAsIkhlaWdodCI6MC4wLCJCb3JkZXJTdHlsZSI6eyIkaWQiOiIxNjgiLCJMaW5lQ29sb3IiOnsiJGlkIjoiMTY5IiwiJHR5cGUiOiJOTFJFLkNvbW1vbi5Eb20uU29saWRDb2xvckJydXNoLCBOTFJFLkNvbW1vbiIsIkNvbG9yIjp7IiRpZCI6IjE3MCIsIkEiOjI1NSwiUiI6MjU1LCJHIjoyNTUsIkIiOjI1NX19LCJMaW5lV2VpZ2h0IjowLjAsIkxpbmVUeXBlIjowLCJQYXJlbnRTdHlsZSI6bnVsbH0sIlBhcmVudFN0eWxlIjpudWxsfSwiTWFyZ2luIjp7IiRpZCI6IjE3MSIsIlRvcCI6MC4wLCJMZWZ0IjowLjAsIlJpZ2h0IjowLjAsIkJvdHRvbSI6MC4wfSwiUGFkZGluZyI6eyIkaWQiOiIxNzIiLCJUb3AiOjAuMCwiTGVmdCI6MC4wLCJSaWdodCI6MC4wLCJCb3R0b20iOjAuMH0sIkJhY2tncm91bmQiOm51bGwsIklzVmlzaWJsZSI6dHJ1ZSwiV2lkdGgiOjAuMCwiSGVpZ2h0IjowLjAsIkJvcmRlclN0eWxlIjpudWxsLCJQYXJlbnRTdHlsZSI6bnVsbH0sIkJhY2tncm91bmRTdHlsZSI6eyIkaWQiOiIxNzMiLCJNYXJnaW4iOnsiJGlkIjoiMTc0IiwiVG9wIjowLjAsIkxlZnQiOjAuMCwiUmlnaHQiOjAuMCwiQm90dG9tIjowLjB9LCJQYWRkaW5nIjp7IiRpZCI6IjE3NSIsIlRvcCI6MC4wLCJMZWZ0IjowLjAsIlJpZ2h0IjowLjAsIkJvdHRvbSI6MC4wfSwiQmFja2dyb3VuZCI6eyIkaWQiOiIxNzYiLCJDb2xvciI6eyIkaWQiOiIxNzciLCJBIjo1MSwiUiI6MTk3LCJHIjoxOTUsIkIiOjIzOH19LCJJc1Zpc2libGUiOnRydWUsIldpZHRoIjowLjAsIkhlaWdodCI6MC4wLCJCb3JkZXJTdHlsZSI6eyIkaWQiOiIxNzgiLCJMaW5lQ29sb3IiOnsiJGlkIjoiMTc5IiwiJHR5cGUiOiJOTFJFLkNvbW1vbi5Eb20uU29saWRDb2xvckJydXNoLCBOTFJFLkNvbW1vbiIsIkNvbG9yIjp7IiRpZCI6IjE4MCIsIkEiOjI1NSwiUiI6MjU1LCJHIjowLCJCIjowfX0sIkxpbmVXZWlnaHQiOjAuMCwiTGluZVR5cGUiOjAsIlBhcmVudFN0eWxlIjpudWxsfSwiUGFyZW50U3R5bGUiOm51bGx9LCJJc0Fib3ZlVGltZWJhbmQiOmZhbHNlLCJNYXJnaW4iOnsiJGlkIjoiMTgxIiwiVG9wIjowLjAsIkxlZnQiOjAuMCwiUmlnaHQiOjAuMCwiQm90dG9tIjowLjB9LCJQYWRkaW5nIjp7IiRpZCI6IjE4MiIsIlRvcCI6MC4wLCJMZWZ0IjowLjAsIlJpZ2h0IjowLjAsIkJvdHRvbSI6MC4wfSwiSXNWaXNpYmxlIjp0cnVlLCJXaWR0aCI6MC4wLCJIZWlnaHQiOjAuMCwiQm9yZGVyU3R5bGUiOnsiJGlkIjoiMTgzIiwiTGluZUNvbG9yIjpudWxsLCJMaW5lV2VpZ2h0IjowLjAsIkxpbmVUeXBlIjowLCJQYXJlbnRTdHlsZSI6bnVsbH0sIlBhcmVudFN0eWxlIjpudWxsfX0seyIkaWQiOiIxODQiLCJfYWN0aXZpdGllcyI6W3siJGlkIjoiMTg1IiwiX3Jvd3MiOlt7IiRpZCI6IjE4NiIsIl90YXNrcyI6W3siJGlkIjoiMTg3IiwiX2F0dGFjaGVkTWlsZXN0b25lcyI6W10sIlRhc2tEZWZpbml0aW9uIjp7IiRpZCI6IjE4OCIsIkdyb3VwTmFtZSI6bnVsbCwiU3RhcnREYXRlIjoiMjAyNS0xMi0xMlQyMzo1OTowMFoiLCJFbmREYXRlIjoiMjAyNi0wMy0wNlQyMzo1OTowMFoiLCJQZXJjZW50YWdlQ29tcGxldGUiOm51bGwsIlN0eWxlIjp7IiRpZCI6IjE4OSIsIlNoYXBlIjoxLCJTaGFwZVRoaWNrbmVzcyI6MCwiRHVyYXRpb25Gb3JtYXQiOjAsIkluY2x1ZGVOb25Xb3JraW5nRGF5c0luRHVyYXRpb24iOmZhbHNlLCJQZXJjZW50YWdlQ29tcGxldGVTdHlsZSI6eyIkaWQiOiIxOTAiLCJGb250U2V0dGluZ3MiOnsiJGlkIjoiMTkxIiwiRm9udFNpemUiOjEwLCJGb250TmFtZSI6IkNhbGlicmkiLCJJc0JvbGQiOmZhbHNlLCJJc0l0YWxpYyI6ZmFsc2UsIklzVW5kZXJsaW5lZCI6ZmFsc2UsIlBhcmVudFN0eWxlIjpudWxsfSwiQXV0b1NpemUiOjAsIkZvcmVncm91bmQiOnsiJHJlZiI6Ijc1In0sIk1heFdpZHRoIjoyMDAuMCwiTWF4SGVpZ2h0IjoiSW5maW5pdHkiLCJTbWFydEZvcmVncm91bmRJc0FjdGl2ZSI6ZmFsc2UsIkhvcml6b250YWxBbGlnbm1lbnQiOjAsIlZlcnRpY2FsQWxpZ25tZW50IjowLCJTbWFydEZvcmVncm91bmQiOm51bGwsIkJhY2tncm91bmRGaWxsVHlwZSI6MCwiTWFyZ2luIjp7IiRyZWYiOiI3NyJ9LCJQYWRkaW5nIjp7IiRyZWYiOiI3OCJ9LCJCYWNrZ3JvdW5kIjp7IiRyZWYiOiI3OSJ9LCJJc1Zpc2libGUiOnRydWUsIldpZHRoIjowLjAsIkhlaWdodCI6MC4wLCJCb3JkZXJTdHlsZSI6eyIkaWQiOiIxOTIiLCJMaW5lQ29sb3IiOm51bGwsIkxpbmVXZWlnaHQiOjAuMCwiTGluZVR5cGUiOjAsIlBhcmVudFN0eWxlIjpudWxsfSwiUGFyZW50U3R5bGUiOm51bGx9LCJEdXJhdGlvblN0eWxlIjp7IiRpZCI6IjE5MyIsIkZvbnRTZXR0aW5ncyI6eyIkaWQiOiIxOTQiLCJGb250U2l6ZSI6MTAsIkZvbnROYW1lIjoiQ2FsaWJyaSIsIklzQm9sZCI6ZmFsc2UsIklzSXRhbGljIjpmYWxzZSwiSXNVbmRlcmxpbmVkIjpmYWxzZSwiUGFyZW50U3R5bGUiOm51bGx9LCJBdXRvU2l6ZSI6MCwiRm9yZWdyb3VuZCI6eyIkcmVmIjoiODQifSwiTWF4V2lkdGgiOjIwMC4wLCJNYXhIZWlnaHQiOiJJbmZpbml0eSIsIlNtYXJ0Rm9yZWdyb3VuZElzQWN0aXZlIjpmYWxzZSwiSG9yaXpvbnRhbEFsaWdubWVudCI6MCwiVmVydGljYWxBbGlnbm1lbnQiOjAsIlNtYXJ0Rm9yZWdyb3VuZCI6bnVsbCwiQmFja2dyb3VuZEZpbGxUeXBlIjowLCJNYXJnaW4iOnsiJHJlZiI6Ijg2In0sIlBhZGRpbmciOnsiJHJlZiI6Ijg3In0sIkJhY2tncm91bmQiOnsiJHJlZiI6Ijg4In0sIklzVmlzaWJsZSI6dHJ1ZSwiV2lkdGgiOjAuMCwiSGVpZ2h0IjowLjAsIkJvcmRlclN0eWxlIjp7IiRpZCI6IjE5NSIsIkxpbmVDb2xvciI6bnVsbCwiTGluZVdlaWdodCI6MC4wLCJMaW5lVHlwZSI6MCwiUGFyZW50U3R5bGUiOm51bGx9LCJQYXJlbnRTdHlsZSI6bnVsbH0sIkhvcml6b250YWxDb25uZWN0b3JTdHlsZSI6eyIkaWQiOiIxOTYiLCJMaW5lQ29sb3IiOnsiJHJlZiI6IjkyIn0sIkxpbmVXZWlnaHQiOjEuMCwiTGluZVR5cGUiOjAsIlBhcmVudFN0eWxlIjpudWxsfSwiVmVydGljYWxDb25uZWN0b3JTdHlsZSI6eyIkaWQiOiIxOTciLCJMaW5lQ29sb3IiOnsiJHJlZiI6Ijk1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Tk4IiwiTWFyZ2luIjp7IiRyZWYiOiI5OCJ9LCJQYWRkaW5nIjp7IiRyZWYiOiI5OSJ9LCJCYWNrZ3JvdW5kIjp7IiRpZCI6IjE5OSIsIkNvbG9yIjp7IiRpZCI6IjIwMCIsIkEiOjI1NSwiUiI6MjU1LCJHIjoyMDgsIkIiOjYxfX0sIklzVmlzaWJsZSI6dHJ1ZSwiV2lkdGgiOjAuMCwiSGVpZ2h0IjoxMC4wLCJCb3JkZXJTdHlsZSI6eyIkaWQiOiIyMDEiLCJMaW5lQ29sb3IiOnsiJGlkIjoiMjAyIiwiJHR5cGUiOiJOTFJFLkNvbW1vbi5Eb20uU29saWRDb2xvckJydXNoLCBOTFJFLkNvbW1vbiIsIkNvbG9yIjp7IiRpZCI6IjIwMyIsIkEiOjI1NSwiUiI6MjU1LCJHIjoyNTUsIkIiOjI1NX19LCJMaW5lV2VpZ2h0IjowLjAsIkxpbmVUeXBlIjowLCJQYXJlbnRTdHlsZSI6bnVsbH0sIlBhcmVudFN0eWxlIjpudWxsfSwiVGl0bGVTdHlsZSI6eyIkaWQiOiIyMDQiLCJGb250U2V0dGluZ3MiOnsiJGlkIjoiMjA1IiwiRm9udFNpemUiOjExLCJGb250TmFtZSI6IkNhbGlicmkiLCJJc0JvbGQiOnRydWUsIklzSXRhbGljIjpmYWxzZSwiSXNVbmRlcmxpbmVkIjpmYWxzZSwiUGFyZW50U3R5bGUiOm51bGx9LCJBdXRvU2l6ZSI6MCwiRm9yZWdyb3VuZCI6eyIkcmVmIjoiMTA3In0sIk1heFdpZHRoIjo3MjAuMCwiTWF4SGVpZ2h0IjoiSW5maW5pdHkiLCJTbWFydEZvcmVncm91bmRJc0FjdGl2ZSI6ZmFsc2UsIkhvcml6b250YWxBbGlnbm1lbnQiOjAsIlZlcnRpY2FsQWxpZ25tZW50IjowLCJTbWFydEZvcmVncm91bmQiOm51bGwsIkJhY2tncm91bmRGaWxsVHlwZSI6MCwiTWFyZ2luIjp7IiRyZWYiOiIxMDkifSwiUGFkZGluZyI6eyIkcmVmIjoiMTEwIn0sIkJhY2tncm91bmQiOnsiJHJlZiI6IjExMSJ9LCJJc1Zpc2libGUiOnRydWUsIldpZHRoIjowLjAsIkhlaWdodCI6MC4wLCJCb3JkZXJTdHlsZSI6eyIkaWQiOiIyMDYiLCJMaW5lQ29sb3IiOm51bGwsIkxpbmVXZWlnaHQiOjAuMCwiTGluZVR5cGUiOjAsIlBhcmVudFN0eWxlIjpudWxsfSwiUGFyZW50U3R5bGUiOm51bGx9LCJEYXRlU3R5bGUiOnsiJGlkIjoiMjA3IiwiRm9udFNldHRpbmdzIjp7IiRpZCI6IjIwOCIsIkZvbnRTaXplIjoxMCwiRm9udE5hbWUiOiJDYWxpYnJpIiwiSXNCb2xkIjpmYWxzZSwiSXNJdGFsaWMiOmZhbHNlLCJJc1VuZGVybGluZWQiOmZhbHNlLCJQYXJlbnRTdHlsZSI6bnVsbH0sIkF1dG9TaXplIjowLCJGb3JlZ3JvdW5kIjp7IiRyZWYiOiIxMTYifSwiTWF4V2lkdGgiOjIwMC4w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wOSIsIkxpbmVDb2xvciI6bnVsbCwiTGluZVdlaWdodCI6MC4wLCJMaW5lVHlwZSI6MCwiUGFyZW50U3R5bGUiOm51bGx9LCJQYXJlbnRTdHlsZSI6bnVsbH0sIkRhdGVGb3JtYXQiOnsiJHJlZiI6IjEyMyJ9LCJXZWVrTnVtYmVyaW5nIjp7IiRpZCI6IjIxMCIsIkZvcm1hdCI6MCwiSXNWaXNpYmxlIjpmYWxzZSwiTGFzdEtub3duVmlzaWJpbGl0eVN0YXRlIjpmYWxzZX0sIklzVmlzaWJsZSI6dHJ1ZSwiUGFyZW50U3R5bGUiOm51bGx9LCJJbmRleCI6NywiU21hcnREdXJhdGlvbkFjdGl2YXRlZCI6ZmFsc2UsIkRhdGVGb3JtYXQiOnsiJHJlZiI6IjEyMyJ9LCJXZWVrTnVtYmVyaW5nIjp7IiRpZCI6IjIxMSIsIkZvcm1hdCI6MCwiSXNWaXNpYmxlIjpmYWxzZSwiTGFzdEtub3duVmlzaWJpbGl0eVN0YXRlIjpmYWxzZX0sIklkIjoiMWU1YmNmYjUtZjQ5OS00NGM0LTllZWItY2VhNjZiNjIwYTM3IiwiSW1wb3J0SWQiOm51bGwsIlRpdGxlIjoiUGxhbiBBOiBIQUkgYmFzZWQgb24gTVJEIGRhdGEiLCJOb3RlIjpudWxsLCJIeXBlcmxpbmsiOnsiJGlkIjoiMjEyIiwiQWRkcmVzcyI6bnVsbCwiU3ViQWRkcmVzcyI6bnVsbH0sIklzQ2hhbmdlZCI6ZmFsc2UsIklzTmV3IjpmYWxzZX19XSwiX21pbGVzdG9uZXMiOltdLCJJZCI6IjAwMDAwMDAwLTAwMDAtMDAwMC0wMDAwLTAwMDAwMDAwMDAwMCIsIklzU2luZ2xlSXRlbVJvdyI6dHJ1ZX0seyIkaWQiOiIyMTMiLCJfdGFza3MiOlt7IiRpZCI6IjIxNCIsIl9hdHRhY2hlZE1pbGVzdG9uZXMiOltdLCJUYXNrRGVmaW5pdGlvbiI6eyIkaWQiOiIyMTUiLCJHcm91cE5hbWUiOm51bGwsIlN0YXJ0RGF0ZSI6IjIwMjUtMDktMjZUMDA6MDA6MDBaIiwiRW5kRGF0ZSI6IjIwMjUtMTItMjZUMjM6NTk6MDBaIiwiUGVyY2VudGFnZUNvbXBsZXRlIjpudWxsLCJTdHlsZSI6eyIkaWQiOiIyMTYiLCJTaGFwZSI6MSwiU2hhcGVUaGlja25lc3MiOjAsIkR1cmF0aW9uRm9ybWF0IjowLCJJbmNsdWRlTm9uV29ya2luZ0RheXNJbkR1cmF0aW9uIjpmYWxzZSwiUGVyY2VudGFnZUNvbXBsZXRlU3R5bGUiOnsiJGlkIjoiMjE3IiwiRm9udFNldHRpbmdzIjp7IiRpZCI6IjIxOCIsIkZvbnRTaXplIjoxMCwiRm9udE5hbWUiOiJDYWxpYnJpIiwiSXNCb2xkIjpmYWxzZSwiSXNJdGFsaWMiOmZhbHNlLCJJc1VuZGVybGluZWQiOmZhbHNlLCJQYXJlbnRTdHlsZSI6bnVsbH0sIkF1dG9TaXplIjowLCJGb3JlZ3JvdW5kIjp7IiRyZWYiOiI3NSJ9LCJNYXhXaWR0aCI6MjAwLjAsIk1heEhlaWdodCI6IkluZmluaXR5IiwiU21hcnRGb3JlZ3JvdW5kSXNBY3RpdmUiOmZhbHNlLCJIb3Jpem9udGFsQWxpZ25tZW50IjowLCJWZXJ0aWNhbEFsaWdubWVudCI6MCwiU21hcnRGb3JlZ3JvdW5kIjpudWxsLCJCYWNrZ3JvdW5kRmlsbFR5cGUiOjAsIk1hcmdpbiI6eyIkcmVmIjoiNzcifSwiUGFkZGluZyI6eyIkcmVmIjoiNzgifSwiQmFja2dyb3VuZCI6eyIkcmVmIjoiNzkifSwiSXNWaXNpYmxlIjp0cnVlLCJXaWR0aCI6MC4wLCJIZWlnaHQiOjAuMCwiQm9yZGVyU3R5bGUiOnsiJGlkIjoiMjE5IiwiTGluZUNvbG9yIjpudWxsLCJMaW5lV2VpZ2h0IjowLjAsIkxpbmVUeXBlIjowLCJQYXJlbnRTdHlsZSI6bnVsbH0sIlBhcmVudFN0eWxlIjpudWxsfSwiRHVyYXRpb25TdHlsZSI6eyIkaWQiOiIyMjAiLCJGb250U2V0dGluZ3MiOnsiJGlkIjoiMjIxIiwiRm9udFNpemUiOjEwLCJGb250TmFtZSI6IkNhbGlicmkiLCJJc0JvbGQiOmZhbHNlLCJJc0l0YWxpYyI6ZmFsc2UsIklzVW5kZXJsaW5lZCI6ZmFsc2UsIlBhcmVudFN0eWxlIjpudWxsfSwiQXV0b1NpemUiOjAsIkZvcmVncm91bmQiOnsiJHJlZiI6Ijg0In0sIk1heFdpZHRoIjoyMDAuMCwiTWF4SGVpZ2h0IjoiSW5maW5pdHkiLCJTbWFydEZvcmVncm91bmRJc0FjdGl2ZSI6ZmFsc2UsIkhvcml6b250YWxBbGlnbm1lbnQiOjAsIlZlcnRpY2FsQWxpZ25tZW50IjowLCJTbWFydEZvcmVncm91bmQiOm51bGwsIkJhY2tncm91bmRGaWxsVHlwZSI6MCwiTWFyZ2luIjp7IiRyZWYiOiI4NiJ9LCJQYWRkaW5nIjp7IiRyZWYiOiI4NyJ9LCJCYWNrZ3JvdW5kIjp7IiRyZWYiOiI4OCJ9LCJJc1Zpc2libGUiOnRydWUsIldpZHRoIjowLjAsIkhlaWdodCI6MC4wLCJCb3JkZXJTdHlsZSI6eyIkaWQiOiIyMjIiLCJMaW5lQ29sb3IiOm51bGwsIkxpbmVXZWlnaHQiOjAuMCwiTGluZVR5cGUiOjAsIlBhcmVudFN0eWxlIjpudWxsfSwiUGFyZW50U3R5bGUiOm51bGx9LCJIb3Jpem9udGFsQ29ubmVjdG9yU3R5bGUiOnsiJGlkIjoiMjIzIiwiTGluZUNvbG9yIjp7IiRyZWYiOiI5MiJ9LCJMaW5lV2VpZ2h0IjoxLjAsIkxpbmVUeXBlIjowLCJQYXJlbnRTdHlsZSI6bnVsbH0sIlZlcnRpY2FsQ29ubmVjdG9yU3R5bGUiOnsiJGlkIjoiMjI0IiwiTGluZUNvbG9yIjp7IiRyZWYiOiI5N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IyNSIsIk1hcmdpbiI6eyIkcmVmIjoiOTgifSwiUGFkZGluZyI6eyIkcmVmIjoiOTkifSwiQmFja2dyb3VuZCI6eyIkaWQiOiIyMjYiLCJDb2xvciI6eyIkaWQiOiIyMjciLCJBIjoyNTUsIlIiOjAsIkciOjE3NiwiQiI6MjQwfX0sIklzVmlzaWJsZSI6dHJ1ZSwiV2lkdGgiOjAuMCwiSGVpZ2h0IjoxMC4wLCJCb3JkZXJTdHlsZSI6eyIkaWQiOiIyMjgiLCJMaW5lQ29sb3IiOnsiJGlkIjoiMjI5IiwiJHR5cGUiOiJOTFJFLkNvbW1vbi5Eb20uU29saWRDb2xvckJydXNoLCBOTFJFLkNvbW1vbiIsIkNvbG9yIjp7IiRpZCI6IjIzMCIsIkEiOjI1NSwiUiI6MjU1LCJHIjoyNTUsIkIiOjI1NX19LCJMaW5lV2VpZ2h0IjowLjAsIkxpbmVUeXBlIjowLCJQYXJlbnRTdHlsZSI6bnVsbH0sIlBhcmVudFN0eWxlIjpudWxsfSwiVGl0bGVTdHlsZSI6eyIkaWQiOiIyMzEiLCJGb250U2V0dGluZ3MiOnsiJGlkIjoiMjMyIiwiRm9udFNpemUiOjExLCJGb250TmFtZSI6IkNhbGlicmkiLCJJc0JvbGQiOnRydWUsIklzSXRhbGljIjpmYWxzZSwiSXNVbmRlcmxpbmVkIjpmYWxzZSwiUGFyZW50U3R5bGUiOm51bGx9LCJBdXRvU2l6ZSI6MCwiRm9yZWdyb3VuZCI6eyIkcmVmIjoiMTA3In0sIk1heFdpZHRoIjo3MjAuMCwiTWF4SGVpZ2h0IjoiSW5maW5pdHkiLCJTbWFydEZvcmVncm91bmRJc0FjdGl2ZSI6ZmFsc2UsIkhvcml6b250YWxBbGlnbm1lbnQiOjAsIlZlcnRpY2FsQWxpZ25tZW50IjowLCJTbWFydEZvcmVncm91bmQiOm51bGwsIkJhY2tncm91bmRGaWxsVHlwZSI6MCwiTWFyZ2luIjp7IiRyZWYiOiIxMDkifSwiUGFkZGluZyI6eyIkcmVmIjoiMTEwIn0sIkJhY2tncm91bmQiOnsiJHJlZiI6IjExMSJ9LCJJc1Zpc2libGUiOnRydWUsIldpZHRoIjowLjAsIkhlaWdodCI6MC4wLCJCb3JkZXJTdHlsZSI6eyIkaWQiOiIyMzMiLCJMaW5lQ29sb3IiOm51bGwsIkxpbmVXZWlnaHQiOjAuMCwiTGluZVR5cGUiOjAsIlBhcmVudFN0eWxlIjpudWxsfSwiUGFyZW50U3R5bGUiOm51bGx9LCJEYXRlU3R5bGUiOnsiJGlkIjoiMjM0IiwiRm9udFNldHRpbmdzIjp7IiRpZCI6IjIzNSIsIkZvbnRTaXplIjoxMCwiRm9udE5hbWUiOiJDYWxpYnJpIiwiSXNCb2xkIjpmYWxzZSwiSXNJdGFsaWMiOmZhbHNlLCJJc1VuZGVybGluZWQiOmZhbHNlLCJQYXJlbnRTdHlsZSI6bnVsbH0sIkF1dG9TaXplIjowLCJGb3JlZ3JvdW5kIjp7IiRyZWYiOiIxMTYifSwiTWF4V2lkdGgiOjIwMC4w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zNiIsIkxpbmVDb2xvciI6bnVsbCwiTGluZVdlaWdodCI6MC4wLCJMaW5lVHlwZSI6MCwiUGFyZW50U3R5bGUiOm51bGx9LCJQYXJlbnRTdHlsZSI6bnVsbH0sIkRhdGVGb3JtYXQiOnsiJHJlZiI6IjEyMyJ9LCJXZWVrTnVtYmVyaW5nIjp7IiRpZCI6IjIzNyIsIkZvcm1hdCI6MCwiSXNWaXNpYmxlIjpmYWxzZSwiTGFzdEtub3duVmlzaWJpbGl0eVN0YXRlIjpmYWxzZX0sIklzVmlzaWJsZSI6dHJ1ZSwiUGFyZW50U3R5bGUiOm51bGx9LCJJbmRleCI6OCwiU21hcnREdXJhdGlvbkFjdGl2YXRlZCI6ZmFsc2UsIkRhdGVGb3JtYXQiOnsiJHJlZiI6IjEyMyJ9LCJXZWVrTnVtYmVyaW5nIjp7IiRpZCI6IjIzOCIsIkZvcm1hdCI6MCwiSXNWaXNpYmxlIjpmYWxzZSwiTGFzdEtub3duVmlzaWJpbGl0eVN0YXRlIjpmYWxzZX0sIklkIjoiYWQyZGRkMzAtNzcwNi00MTRjLTg4MTktMjU0MjQ2NmFiZjI3IiwiSW1wb3J0SWQiOm51bGwsIlRpdGxlIjoiUGxhbiBCOiBIQUkgYmFzZWQgb24gU1JEIGRhdGEiLCJOb3RlIjpudWxsLCJIeXBlcmxpbmsiOnsiJGlkIjoiMjM5IiwiQWRkcmVzcyI6IiIsIlN1YkFkZHJlc3MiOiIifSwiSXNDaGFuZ2VkIjpmYWxzZSwiSXNOZXciOmZhbHNlfX1dLCJfbWlsZXN0b25lcyI6W10sIklkIjoiMDAwMDAwMDAtMDAwMC0wMDAwLTAwMDAtMDAwMDAwMDAwMDAwIiwiSXNTaW5nbGVJdGVtUm93Ijp0cnVlfSx7IiRpZCI6IjI0MCIsIl90YXNrcyI6W3siJGlkIjoiMjQxIiwiX2F0dGFjaGVkTWlsZXN0b25lcyI6W10sIlRhc2tEZWZpbml0aW9uIjp7IiRpZCI6IjI0MiIsIkdyb3VwTmFtZSI6bnVsbCwiU3RhcnREYXRlIjoiMjAyNi0wMi0yOFQyMzo1OTowMFoiLCJFbmREYXRlIjoiMjAyNi0wNS0yOFQyMzo1OTowMFoiLCJQZXJjZW50YWdlQ29tcGxldGUiOm51bGwsIlN0eWxlIjp7IiRpZCI6IjI0MyIsIlNoYXBlIjoxLCJTaGFwZVRoaWNrbmVzcyI6MCwiRHVyYXRpb25Gb3JtYXQiOjAsIkluY2x1ZGVOb25Xb3JraW5nRGF5c0luRHVyYXRpb24iOmZhbHNlLCJQZXJjZW50YWdlQ29tcGxldGVTdHlsZSI6eyIkaWQiOiIyNDQiLCJGb250U2V0dGluZ3MiOnsiJGlkIjoiMjQ1IiwiRm9udFNpemUiOjEwLCJGb250TmFtZSI6IkNhbGlicmkiLCJJc0JvbGQiOmZhbHNlLCJJc0l0YWxpYyI6ZmFsc2UsIklzVW5kZXJsaW5lZCI6ZmFsc2UsIlBhcmVudFN0eWxlIjpudWxsfSwiQXV0b1NpemUiOjAsIkZvcmVncm91bmQiOnsiJHJlZiI6Ijc1In0sIk1heFdpZHRoIjoyMDAuMCwiTWF4SGVpZ2h0IjoiSW5maW5pdHkiLCJTbWFydEZvcmVncm91bmRJc0FjdGl2ZSI6ZmFsc2UsIkhvcml6b250YWxBbGlnbm1lbnQiOjAsIlZlcnRpY2FsQWxpZ25tZW50IjowLCJTbWFydEZvcmVncm91bmQiOm51bGwsIkJhY2tncm91bmRGaWxsVHlwZSI6MCwiTWFyZ2luIjp7IiRyZWYiOiI3NyJ9LCJQYWRkaW5nIjp7IiRyZWYiOiI3OCJ9LCJCYWNrZ3JvdW5kIjp7IiRyZWYiOiI3OSJ9LCJJc1Zpc2libGUiOnRydWUsIldpZHRoIjowLjAsIkhlaWdodCI6MC4wLCJCb3JkZXJTdHlsZSI6eyIkaWQiOiIyNDYiLCJMaW5lQ29sb3IiOm51bGwsIkxpbmVXZWlnaHQiOjAuMCwiTGluZVR5cGUiOjAsIlBhcmVudFN0eWxlIjpudWxsfSwiUGFyZW50U3R5bGUiOm51bGx9LCJEdXJhdGlvblN0eWxlIjp7IiRpZCI6IjI0NyIsIkZvbnRTZXR0aW5ncyI6eyIkaWQiOiIyNDgiLCJGb250U2l6ZSI6MTAsIkZvbnROYW1lIjoiQ2FsaWJyaSIsIklzQm9sZCI6ZmFsc2UsIklzSXRhbGljIjpmYWxzZSwiSXNVbmRlcmxpbmVkIjpmYWxzZSwiUGFyZW50U3R5bGUiOm51bGx9LCJBdXRvU2l6ZSI6MCwiRm9yZWdyb3VuZCI6eyIkcmVmIjoiODQifSwiTWF4V2lkdGgiOjIwMC4wLCJNYXhIZWlnaHQiOiJJbmZpbml0eSIsIlNtYXJ0Rm9yZWdyb3VuZElzQWN0aXZlIjpmYWxzZSwiSG9yaXpvbnRhbEFsaWdubWVudCI6MCwiVmVydGljYWxBbGlnbm1lbnQiOjAsIlNtYXJ0Rm9yZWdyb3VuZCI6bnVsbCwiQmFja2dyb3VuZEZpbGxUeXBlIjowLCJNYXJnaW4iOnsiJHJlZiI6Ijg2In0sIlBhZGRpbmciOnsiJHJlZiI6Ijg3In0sIkJhY2tncm91bmQiOnsiJHJlZiI6Ijg4In0sIklzVmlzaWJsZSI6dHJ1ZSwiV2lkdGgiOjAuMCwiSGVpZ2h0IjowLjAsIkJvcmRlclN0eWxlIjp7IiRpZCI6IjI0OSIsIkxpbmVDb2xvciI6bnVsbCwiTGluZVdlaWdodCI6MC4wLCJMaW5lVHlwZSI6MCwiUGFyZW50U3R5bGUiOm51bGx9LCJQYXJlbnRTdHlsZSI6bnVsbH0sIkhvcml6b250YWxDb25uZWN0b3JTdHlsZSI6eyIkaWQiOiIyNTAiLCJMaW5lQ29sb3IiOnsiJHJlZiI6IjkyIn0sIkxpbmVXZWlnaHQiOjEuMCwiTGluZVR5cGUiOjAsIlBhcmVudFN0eWxlIjpudWxsfSwiVmVydGljYWxDb25uZWN0b3JTdHlsZSI6eyIkaWQiOiIyNTEiLCJMaW5lQ29sb3IiOnsiJHJlZiI6Ijk1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UyIiwiTWFyZ2luIjp7IiRyZWYiOiI5OCJ9LCJQYWRkaW5nIjp7IiRyZWYiOiI5OSJ9LCJCYWNrZ3JvdW5kIjp7IiRpZCI6IjI1MyIsIkNvbG9yIjp7IiRpZCI6IjI1NCIsIkEiOjI1NSwiUiI6OCwiRyI6NDksIkIiOjQyfX0sIklzVmlzaWJsZSI6dHJ1ZSwiV2lkdGgiOjAuMCwiSGVpZ2h0IjoxMC4wLCJCb3JkZXJTdHlsZSI6eyIkaWQiOiIyNTUiLCJMaW5lQ29sb3IiOnsiJHJlZiI6IjEwMyJ9LCJMaW5lV2VpZ2h0IjowLjAsIkxpbmVUeXBlIjowLCJQYXJlbnRTdHlsZSI6bnVsbH0sIlBhcmVudFN0eWxlIjpudWxsfSwiVGl0bGVTdHlsZSI6eyIkaWQiOiIyNTYiLCJGb250U2V0dGluZ3MiOnsiJGlkIjoiMjU3IiwiRm9udFNpemUiOjExLCJGb250TmFtZSI6IkNhbGlicmkiLCJJc0JvbGQiOnRydWUsIklzSXRhbGljIjpmYWxzZSwiSXNVbmRlcmxpbmVkIjpmYWxzZSwiUGFyZW50U3R5bGUiOm51bGx9LCJBdXRvU2l6ZSI6MCwiRm9yZWdyb3VuZCI6eyIkcmVmIjoiMTA3In0sIk1heFdpZHRoIjo3MjAuMCwiTWF4SGVpZ2h0IjoiSW5maW5pdHkiLCJTbWFydEZvcmVncm91bmRJc0FjdGl2ZSI6ZmFsc2UsIkhvcml6b250YWxBbGlnbm1lbnQiOjAsIlZlcnRpY2FsQWxpZ25tZW50IjowLCJTbWFydEZvcmVncm91bmQiOm51bGwsIkJhY2tncm91bmRGaWxsVHlwZSI6MCwiTWFyZ2luIjp7IiRyZWYiOiIxMDkifSwiUGFkZGluZyI6eyIkcmVmIjoiMTEwIn0sIkJhY2tncm91bmQiOnsiJHJlZiI6IjExMSJ9LCJJc1Zpc2libGUiOnRydWUsIldpZHRoIjowLjAsIkhlaWdodCI6MC4wLCJCb3JkZXJTdHlsZSI6eyIkaWQiOiIyNTgiLCJMaW5lQ29sb3IiOm51bGwsIkxpbmVXZWlnaHQiOjAuMCwiTGluZVR5cGUiOjAsIlBhcmVudFN0eWxlIjpudWxsfSwiUGFyZW50U3R5bGUiOm51bGx9LCJEYXRlU3R5bGUiOnsiJGlkIjoiMjU5IiwiRm9udFNldHRpbmdzIjp7IiRpZCI6IjI2MCIsIkZvbnRTaXplIjoxMCwiRm9udE5hbWUiOiJDYWxpYnJpIiwiSXNCb2xkIjpmYWxzZSwiSXNJdGFsaWMiOmZhbHNlLCJJc1VuZGVybGluZWQiOmZhbHNlLCJQYXJlbnRTdHlsZSI6bnVsbH0sIkF1dG9TaXplIjowLCJGb3JlZ3JvdW5kIjp7IiRyZWYiOiIxMTYifSwiTWF4V2lkdGgiOjIwMC4w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2MSIsIkxpbmVDb2xvciI6bnVsbCwiTGluZVdlaWdodCI6MC4wLCJMaW5lVHlwZSI6MCwiUGFyZW50U3R5bGUiOm51bGx9LCJQYXJlbnRTdHlsZSI6bnVsbH0sIkRhdGVGb3JtYXQiOnsiJHJlZiI6IjEyMyJ9LCJXZWVrTnVtYmVyaW5nIjp7IiRpZCI6IjI2MiIsIkZvcm1hdCI6MCwiSXNWaXNpYmxlIjpmYWxzZSwiTGFzdEtub3duVmlzaWJpbGl0eVN0YXRlIjpmYWxzZX0sIklzVmlzaWJsZSI6dHJ1ZSwiUGFyZW50U3R5bGUiOm51bGx9LCJJbmRleCI6OSwiU21hcnREdXJhdGlvbkFjdGl2YXRlZCI6ZmFsc2UsIkRhdGVGb3JtYXQiOnsiJHJlZiI6IjEyMyJ9LCJXZWVrTnVtYmVyaW5nIjp7IiRpZCI6IjI2MyIsIkZvcm1hdCI6MCwiSXNWaXNpYmxlIjpmYWxzZSwiTGFzdEtub3duVmlzaWJpbGl0eVN0YXRlIjpmYWxzZX0sIklkIjoiYWYzZTgwNzUtNGVlOC00Mzc0LTg4OGQtMGYyNWZkNTQyZjA4IiwiSW1wb3J0SWQiOm51bGwsIlRpdGxlIjoiUGggSUkgQ1RBIHN1YiAtIGFwcCIsIk5vdGUiOm51bGwsIkh5cGVybGluayI6eyIkaWQiOiIyNjQiLCJBZGRyZXNzIjpudWxsLCJTdWJBZGRyZXNzIjpudWxsfSwiSXNDaGFuZ2VkIjpmYWxzZSwiSXNOZXciOmZhbHNlfX1dLCJfbWlsZXN0b25lcyI6W10sIklkIjoiMDAwMDAwMDAtMDAwMC0wMDAwLTAwMDAtMDAwMDAwMDAwMDAwIiwiSXNTaW5nbGVJdGVtUm93Ijp0cnVlfSx7IiRpZCI6IjI2NSIsIl90YXNrcyI6W3siJGlkIjoiMjY2IiwiX2F0dGFjaGVkTWlsZXN0b25lcyI6W10sIlRhc2tEZWZpbml0aW9uIjp7IiRpZCI6IjI2NyIsIkdyb3VwTmFtZSI6bnVsbCwiU3RhcnREYXRlIjoiMjAyNi0wOC0yOFQyMzo1OTowMFoiLCJFbmREYXRlIjoiMjAyNi0xMS0xOVQyMzo1OTowMFoiLCJQZXJjZW50YWdlQ29tcGxldGUiOm51bGwsIlN0eWxlIjp7IiRpZCI6IjI2OCIsIlNoYXBlIjoxLCJTaGFwZVRoaWNrbmVzcyI6MCwiRHVyYXRpb25Gb3JtYXQiOjAsIkluY2x1ZGVOb25Xb3JraW5nRGF5c0luRHVyYXRpb24iOmZhbHNlLCJQZXJjZW50YWdlQ29tcGxldGVTdHlsZSI6eyIkaWQiOiIyNjkiLCJGb250U2V0dGluZ3MiOnsiJGlkIjoiMjcwIiwiRm9udFNpemUiOjEwLCJGb250TmFtZSI6IkNhbGlicmkiLCJJc0JvbGQiOmZhbHNlLCJJc0l0YWxpYyI6ZmFsc2UsIklzVW5kZXJsaW5lZCI6ZmFsc2UsIlBhcmVudFN0eWxlIjpudWxsfSwiQXV0b1NpemUiOjAsIkZvcmVncm91bmQiOnsiJHJlZiI6Ijc1In0sIk1heFdpZHRoIjoyMDAuMCwiTWF4SGVpZ2h0IjoiSW5maW5pdHkiLCJTbWFydEZvcmVncm91bmRJc0FjdGl2ZSI6ZmFsc2UsIkhvcml6b250YWxBbGlnbm1lbnQiOjAsIlZlcnRpY2FsQWxpZ25tZW50IjowLCJTbWFydEZvcmVncm91bmQiOm51bGwsIkJhY2tncm91bmRGaWxsVHlwZSI6MCwiTWFyZ2luIjp7IiRyZWYiOiI3NyJ9LCJQYWRkaW5nIjp7IiRyZWYiOiI3OCJ9LCJCYWNrZ3JvdW5kIjp7IiRyZWYiOiI3OSJ9LCJJc1Zpc2libGUiOnRydWUsIldpZHRoIjowLjAsIkhlaWdodCI6MC4wLCJCb3JkZXJTdHlsZSI6eyIkaWQiOiIyNzEiLCJMaW5lQ29sb3IiOm51bGwsIkxpbmVXZWlnaHQiOjAuMCwiTGluZVR5cGUiOjAsIlBhcmVudFN0eWxlIjpudWxsfSwiUGFyZW50U3R5bGUiOm51bGx9LCJEdXJhdGlvblN0eWxlIjp7IiRpZCI6IjI3MiIsIkZvbnRTZXR0aW5ncyI6eyIkaWQiOiIyNzMiLCJGb250U2l6ZSI6MTAsIkZvbnROYW1lIjoiQ2FsaWJyaSIsIklzQm9sZCI6ZmFsc2UsIklzSXRhbGljIjpmYWxzZSwiSXNVbmRlcmxpbmVkIjpmYWxzZSwiUGFyZW50U3R5bGUiOm51bGx9LCJBdXRvU2l6ZSI6MCwiRm9yZWdyb3VuZCI6eyIkcmVmIjoiODQifSwiTWF4V2lkdGgiOjIwMC4wLCJNYXhIZWlnaHQiOiJJbmZpbml0eSIsIlNtYXJ0Rm9yZWdyb3VuZElzQWN0aXZlIjpmYWxzZSwiSG9yaXpvbnRhbEFsaWdubWVudCI6MCwiVmVydGljYWxBbGlnbm1lbnQiOjAsIlNtYXJ0Rm9yZWdyb3VuZCI6bnVsbCwiQmFja2dyb3VuZEZpbGxUeXBlIjowLCJNYXJnaW4iOnsiJHJlZiI6Ijg2In0sIlBhZGRpbmciOnsiJHJlZiI6Ijg3In0sIkJhY2tncm91bmQiOnsiJHJlZiI6Ijg4In0sIklzVmlzaWJsZSI6dHJ1ZSwiV2lkdGgiOjAuMCwiSGVpZ2h0IjowLjAsIkJvcmRlclN0eWxlIjp7IiRpZCI6IjI3NCIsIkxpbmVDb2xvciI6bnVsbCwiTGluZVdlaWdodCI6MC4wLCJMaW5lVHlwZSI6MCwiUGFyZW50U3R5bGUiOm51bGx9LCJQYXJlbnRTdHlsZSI6bnVsbH0sIkhvcml6b250YWxDb25uZWN0b3JTdHlsZSI6eyIkaWQiOiIyNzUiLCJMaW5lQ29sb3IiOnsiJHJlZiI6IjkyIn0sIkxpbmVXZWlnaHQiOjEuMCwiTGluZVR5cGUiOjAsIlBhcmVudFN0eWxlIjpudWxsfSwiVmVydGljYWxDb25uZWN0b3JTdHlsZSI6eyIkaWQiOiIyNzYiLCJMaW5lQ29sb3IiOnsiJHJlZiI6Ijk1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c3IiwiTWFyZ2luIjp7IiRyZWYiOiI5OCJ9LCJQYWRkaW5nIjp7IiRyZWYiOiI5OSJ9LCJCYWNrZ3JvdW5kIjp7IiRpZCI6IjI3OCIsIkNvbG9yIjp7IiRpZCI6IjI3OSIsIkEiOjI1NSwiUiI6OCwiRyI6NDksIkIiOjQyfX0sIklzVmlzaWJsZSI6dHJ1ZSwiV2lkdGgiOjAuMCwiSGVpZ2h0IjoxMC4wLCJCb3JkZXJTdHlsZSI6eyIkaWQiOiIyODAiLCJMaW5lQ29sb3IiOnsiJHJlZiI6IjEwMyJ9LCJMaW5lV2VpZ2h0IjowLjAsIkxpbmVUeXBlIjowLCJQYXJlbnRTdHlsZSI6bnVsbH0sIlBhcmVudFN0eWxlIjpudWxsfSwiVGl0bGVTdHlsZSI6eyIkaWQiOiIyODEiLCJGb250U2V0dGluZ3MiOnsiJGlkIjoiMjgyIiwiRm9udFNpemUiOjExLCJGb250TmFtZSI6IkNhbGlicmkiLCJJc0JvbGQiOnRydWUsIklzSXRhbGljIjpmYWxzZSwiSXNVbmRlcmxpbmVkIjpmYWxzZSwiUGFyZW50U3R5bGUiOm51bGx9LCJBdXRvU2l6ZSI6MCwiRm9yZWdyb3VuZCI6eyIkcmVmIjoiMTA3In0sIk1heFdpZHRoIjo3MjAuMCwiTWF4SGVpZ2h0IjoiSW5maW5pdHkiLCJTbWFydEZvcmVncm91bmRJc0FjdGl2ZSI6ZmFsc2UsIkhvcml6b250YWxBbGlnbm1lbnQiOjAsIlZlcnRpY2FsQWxpZ25tZW50IjowLCJTbWFydEZvcmVncm91bmQiOm51bGwsIkJhY2tncm91bmRGaWxsVHlwZSI6MCwiTWFyZ2luIjp7IiRyZWYiOiIxMDkifSwiUGFkZGluZyI6eyIkcmVmIjoiMTEwIn0sIkJhY2tncm91bmQiOnsiJHJlZiI6IjExMSJ9LCJJc1Zpc2libGUiOnRydWUsIldpZHRoIjowLjAsIkhlaWdodCI6MC4wLCJCb3JkZXJTdHlsZSI6eyIkaWQiOiIyODMiLCJMaW5lQ29sb3IiOm51bGwsIkxpbmVXZWlnaHQiOjAuMCwiTGluZVR5cGUiOjAsIlBhcmVudFN0eWxlIjpudWxsfSwiUGFyZW50U3R5bGUiOm51bGx9LCJEYXRlU3R5bGUiOnsiJGlkIjoiMjg0IiwiRm9udFNldHRpbmdzIjp7IiRpZCI6IjI4NSIsIkZvbnRTaXplIjoxMCwiRm9udE5hbWUiOiJDYWxpYnJpIiwiSXNCb2xkIjpmYWxzZSwiSXNJdGFsaWMiOmZhbHNlLCJJc1VuZGVybGluZWQiOmZhbHNlLCJQYXJlbnRTdHlsZSI6bnVsbH0sIkF1dG9TaXplIjowLCJGb3JlZ3JvdW5kIjp7IiRyZWYiOiIxMTYifSwiTWF4V2lkdGgiOjIwMC4w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7IiRpZCI6IjI4NiIsIkxpbmVDb2xvciI6bnVsbCwiTGluZVdlaWdodCI6MC4wLCJMaW5lVHlwZSI6MCwiUGFyZW50U3R5bGUiOm51bGx9LCJQYXJlbnRTdHlsZSI6bnVsbH0sIkRhdGVGb3JtYXQiOnsiJHJlZiI6IjEyMyJ9LCJXZWVrTnVtYmVyaW5nIjp7IiRpZCI6IjI4NyIsIkZvcm1hdCI6MCwiSXNWaXNpYmxlIjpmYWxzZSwiTGFzdEtub3duVmlzaWJpbGl0eVN0YXRlIjpmYWxzZX0sIklzVmlzaWJsZSI6dHJ1ZSwiUGFyZW50U3R5bGUiOm51bGx9LCJJbmRleCI6MTAsIlNtYXJ0RHVyYXRpb25BY3RpdmF0ZWQiOmZhbHNlLCJEYXRlRm9ybWF0Ijp7IiRyZWYiOiIxMjMifSwiV2Vla051bWJlcmluZyI6eyIkaWQiOiIyODgiLCJGb3JtYXQiOjAsIklzVmlzaWJsZSI6ZmFsc2UsIkxhc3RLbm93blZpc2liaWxpdHlTdGF0ZSI6ZmFsc2V9LCJJZCI6IjNkOGIxZGNhLWI0ZjYtNDJjOC1hZGFmLTQ5NWZjMmY0YTlmZCIsIkltcG9ydElkIjpudWxsLCJUaXRsZSI6IkNoaW5hIGZTSVYgLSBMU1IiLCJOb3RlIjpudWxsLCJIeXBlcmxpbmsiOnsiJGlkIjoiMjg5IiwiQWRkcmVzcyI6IiIsIlN1YkFkZHJlc3MiOiIifSwiSXNDaGFuZ2VkIjpmYWxzZSwiSXNOZXciOmZhbHNlfX1dLCJfbWlsZXN0b25lcyI6W10sIklkIjoiMDAwMDAwMDAtMDAwMC0wMDAwLTAwMDAtMDAwMDAwMDAwMDAwIiwiSXNTaW5nbGVJdGVtUm93Ijp0cnVlfV0sIkluZGV4Ijo2LCJJZCI6IjZlZjFmN2VlLTdlYjgtNDgzNC05NjUzLTFmYzE1NjBkMDQ1NCIsIkhlYWRlclRleHQiOm51bGwsIklzRGVmYXVsdCI6dHJ1ZSwiU3R5bGUiOnsiJGlkIjoiMjkwIiwiSGVhZGVyU3R5bGUiOnsiJGlkIjoiMjkxIiwiVGV4dFN0eWxlIjp7IiRpZCI6IjI5MiIsIkZvbnRTZXR0aW5ncyI6eyIkaWQiOiIyOTMiLCJGb250U2l6ZSI6MTEsIkZvbnROYW1lIjoiQ2FsaWJyaSIsIklzQm9sZCI6ZmFsc2UsIklzSXRhbGljIjpmYWxzZSwiSXNVbmRlcmxpbmVkIjpmYWxzZSwiUGFyZW50U3R5bGUiOm51bGx9LCJBdXRvU2l6ZSI6MiwiRm9yZWdyb3VuZCI6eyIkaWQiOiIyOTQiLCJDb2xvciI6eyIkaWQiOiIyOTU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yOTYiLCJUb3AiOjAuMCwiTGVmdCI6MC4wLCJSaWdodCI6MC4wLCJCb3R0b20iOjAuMH0sIlBhZGRpbmciOnsiJGlkIjoiMjk3IiwiVG9wIjowLjAsIkxlZnQiOjAuMCwiUmlnaHQiOjAuMCwiQm90dG9tIjowLjB9LCJCYWNrZ3JvdW5kIjpudWxsLCJJc1Zpc2libGUiOnRydWUsIldpZHRoIjowLjAsIkhlaWdodCI6MC4wLCJCb3JkZXJTdHlsZSI6bnVsbCwiUGFyZW50U3R5bGUiOm51bGx9LCJSZWN0YW5nbGVTdHlsZSI6eyIkaWQiOiIyOTgiLCJNYXJnaW4iOnsiJGlkIjoiMjk5IiwiVG9wIjowLjAsIkxlZnQiOjAuMCwiUmlnaHQiOjAuMCwiQm90dG9tIjowLjB9LCJQYWRkaW5nIjp7IiRpZCI6IjMwMCIsIlRvcCI6MC4wLCJMZWZ0IjowLjAsIlJpZ2h0IjowLjAsIkJvdHRvbSI6MC4wfSwiQmFja2dyb3VuZCI6eyIkaWQiOiIzMDEiLCJDb2xvciI6eyIkaWQiOiIzMDIiLCJBIjo2MywiUiI6MTk3LCJHIjoxOTUsIkIiOjIzOH19LCJJc1Zpc2libGUiOnRydWUsIldpZHRoIjowLjAsIkhlaWdodCI6MC4wLCJCb3JkZXJTdHlsZSI6eyIkaWQiOiIzMDMiLCJMaW5lQ29sb3IiOnsiJGlkIjoiMzA0IiwiJHR5cGUiOiJOTFJFLkNvbW1vbi5Eb20uU29saWRDb2xvckJydXNoLCBOTFJFLkNvbW1vbiIsIkNvbG9yIjp7IiRpZCI6IjMwNSIsIkEiOjI1NSwiUiI6MjU1LCJHIjowLCJCIjowfX0sIkxpbmVXZWlnaHQiOjAuMCwiTGluZVR5cGUiOjAsIlBhcmVudFN0eWxlIjpudWxsfSwiUGFyZW50U3R5bGUiOm51bGx9LCJNYXJnaW4iOnsiJGlkIjoiMzA2IiwiVG9wIjowLjAsIkxlZnQiOjAuMCwiUmlnaHQiOjAuMCwiQm90dG9tIjowLjB9LCJQYWRkaW5nIjp7IiRpZCI6IjMwNyIsIlRvcCI6MC4wLCJMZWZ0IjowLjAsIlJpZ2h0IjowLjAsIkJvdHRvbSI6MC4wfSwiQmFja2dyb3VuZCI6bnVsbCwiSXNWaXNpYmxlIjp0cnVlLCJXaWR0aCI6MC4wLCJIZWlnaHQiOjAuMCwiQm9yZGVyU3R5bGUiOm51bGwsIlBhcmVudFN0eWxlIjpudWxsfSwiQmFja2dyb3VuZFN0eWxlIjp7IiRpZCI6IjMwOCIsIk1hcmdpbiI6eyIkaWQiOiIzMDkiLCJUb3AiOjAuMCwiTGVmdCI6MC4wLCJSaWdodCI6MC4wLCJCb3R0b20iOjAuMH0sIlBhZGRpbmciOnsiJGlkIjoiMzEwIiwiVG9wIjowLjAsIkxlZnQiOjAuMCwiUmlnaHQiOjAuMCwiQm90dG9tIjowLjB9LCJCYWNrZ3JvdW5kIjp7IiRpZCI6IjMxMSIsIkNvbG9yIjp7IiRpZCI6IjMxMiIsIkEiOjUxLCJSIjoxOTcsIkciOjE5NSwiQiI6MjM4fX0sIklzVmlzaWJsZSI6dHJ1ZSwiV2lkdGgiOjAuMCwiSGVpZ2h0IjowLjAsIkJvcmRlclN0eWxlIjp7IiRpZCI6IjMxMyIsIkxpbmVDb2xvciI6eyIkaWQiOiIzMTQiLCIkdHlwZSI6Ik5MUkUuQ29tbW9uLkRvbS5Tb2xpZENvbG9yQnJ1c2gsIE5MUkUuQ29tbW9uIiwiQ29sb3IiOnsiJGlkIjoiMzE1IiwiQSI6MjU1LCJSIjoyNTUsIkciOjAsIkIiOjB9fSwiTGluZVdlaWdodCI6MC4wLCJMaW5lVHlwZSI6MCwiUGFyZW50U3R5bGUiOm51bGx9LCJQYXJlbnRTdHlsZSI6bnVsbH0sIk1hcmdpbiI6eyIkaWQiOiIzMTYiLCJUb3AiOjAuMCwiTGVmdCI6MC4wLCJSaWdodCI6MC4wLCJCb3R0b20iOjAuMH0sIlBhZGRpbmciOnsiJGlkIjoiMzE3IiwiVG9wIjowLjAsIkxlZnQiOjAuMCwiUmlnaHQiOjAuMCwiQm90dG9tIjowLjB9LCJJc1Zpc2libGUiOmZhbHNlLCJXaWR0aCI6MC4wLCJIZWlnaHQiOjAuMCwiQm9yZGVyU3R5bGUiOm51bGwsIlBhcmVudFN0eWxlIjpudWxsfX1dLCJJZCI6ImI1YjBkYmJmLTAzYjQtNGU3NS1hM2U4LTUxN2FiYTk5MzFmMiIsIkluZGV4Ijo2LCJIZWFkZXJUZXh0IjoiQ2hpbmEiLCJTdHlsZSI6eyIkaWQiOiIzMTgiLCJIZWFkZXJTdHlsZSI6eyIkaWQiOiIzMTkiLCJUZXh0SXNWZXJ0aWNhbCI6ZmFsc2UsIlRleHRTdHlsZSI6eyIkaWQiOiIzMjAiLCJGb250U2V0dGluZ3MiOnsiJGlkIjoiMzIxIiwiRm9udFNpemUiOjEyLCJGb250TmFtZSI6IkNhbGlicmkiLCJJc0JvbGQiOmZhbHNlLCJJc0l0YWxpYyI6ZmFsc2UsIklzVW5kZXJsaW5lZCI6ZmFsc2UsIlBhcmVudFN0eWxlIjpudWxsfSwiQXV0b1NpemUiOjIsIkZvcmVncm91bmQiOnsiJHJlZiI6IjE1OSJ9LCJNYXhXaWR0aCI6IkluZmluaXR5IiwiTWF4SGVpZ2h0IjowLjAsIlNtYXJ0Rm9yZWdyb3VuZElzQWN0aXZlIjpmYWxzZSwiSG9yaXpvbnRhbEFsaWdubWVudCI6MCwiVmVydGljYWxBbGlnbm1lbnQiOjAsIlNtYXJ0Rm9yZWdyb3VuZCI6bnVsbCwiQmFja2dyb3VuZEZpbGxUeXBlIjowLCJNYXJnaW4iOnsiJHJlZiI6IjE2MSJ9LCJQYWRkaW5nIjp7IiRyZWYiOiIxNjIifSwiQmFja2dyb3VuZCI6bnVsbCwiSXNWaXNpYmxlIjp0cnVlLCJXaWR0aCI6MC4wLCJIZWlnaHQiOjAuMCwiQm9yZGVyU3R5bGUiOm51bGwsIlBhcmVudFN0eWxlIjpudWxsfSwiUmVjdGFuZ2xlU3R5bGUiOnsiJGlkIjoiMzIyIiwiTWFyZ2luIjp7IiRpZCI6IjMyMyIsIlRvcCI6MC4wLCJMZWZ0IjowLjAsIlJpZ2h0IjowLjAsIkJvdHRvbSI6MC4wfSwiUGFkZGluZyI6eyIkaWQiOiIzMjQiLCJUb3AiOjAuMCwiTGVmdCI6MC4wLCJSaWdodCI6MC4wLCJCb3R0b20iOjAuMH0sIkJhY2tncm91bmQiOnsiJGlkIjoiMzI1IiwiQ29sb3IiOnsiJGlkIjoiMzI2IiwiQSI6MjU1LCJSIjoxOTcsIkciOjE5NSwiQiI6MjM4fX0sIklzVmlzaWJsZSI6dHJ1ZSwiV2lkdGgiOjAuMCwiSGVpZ2h0IjowLjAsIkJvcmRlclN0eWxlIjp7IiRpZCI6IjMyNyIsIkxpbmVDb2xvciI6eyIkaWQiOiIzMjgiLCIkdHlwZSI6Ik5MUkUuQ29tbW9uLkRvbS5Tb2xpZENvbG9yQnJ1c2gsIE5MUkUuQ29tbW9uIiwiQ29sb3IiOnsiJGlkIjoiMzI5IiwiQSI6MjU1LCJSIjoyNTUsIkciOjAsIkIiOjB9fSwiTGluZVdlaWdodCI6MC4wLCJMaW5lVHlwZSI6MCwiUGFyZW50U3R5bGUiOm51bGx9LCJQYXJlbnRTdHlsZSI6bnVsbH0sIk1hcmdpbiI6eyIkaWQiOiIzMzAiLCJUb3AiOjAuMCwiTGVmdCI6MC4wLCJSaWdodCI6MC4wLCJCb3R0b20iOjAuMH0sIlBhZGRpbmciOnsiJGlkIjoiMzMxIiwiVG9wIjowLjAsIkxlZnQiOjAuMCwiUmlnaHQiOjAuMCwiQm90dG9tIjowLjB9LCJCYWNrZ3JvdW5kIjpudWxsLCJJc1Zpc2libGUiOnRydWUsIldpZHRoIjowLjAsIkhlaWdodCI6MC4wLCJCb3JkZXJTdHlsZSI6bnVsbCwiUGFyZW50U3R5bGUiOm51bGx9LCJCYWNrZ3JvdW5kU3R5bGUiOnsiJGlkIjoiMzMyIiwiTWFyZ2luIjp7IiRpZCI6IjMzMyIsIlRvcCI6MC4wLCJMZWZ0IjowLjAsIlJpZ2h0IjowLjAsIkJvdHRvbSI6MC4wfSwiUGFkZGluZyI6eyIkaWQiOiIzMzQiLCJUb3AiOjAuMCwiTGVmdCI6MC4wLCJSaWdodCI6MC4wLCJCb3R0b20iOjAuMH0sIkJhY2tncm91bmQiOnsiJGlkIjoiMzM1IiwiQ29sb3IiOnsiJGlkIjoiMzM2IiwiQSI6NTEsIlIiOjE5NywiRyI6MTk1LCJCIjoyMzh9fSwiSXNWaXNpYmxlIjp0cnVlLCJXaWR0aCI6MC4wLCJIZWlnaHQiOjAuMCwiQm9yZGVyU3R5bGUiOnsiJGlkIjoiMzM3IiwiTGluZUNvbG9yIjp7IiRpZCI6IjMzOCIsIiR0eXBlIjoiTkxSRS5Db21tb24uRG9tLlNvbGlkQ29sb3JCcnVzaCwgTkxSRS5Db21tb24iLCJDb2xvciI6eyIkaWQiOiIzMzkiLCJBIjoyNTUsIlIiOjI1NSwiRyI6MCwiQiI6MH19LCJMaW5lV2VpZ2h0IjowLjAsIkxpbmVUeXBlIjowLCJQYXJlbnRTdHlsZSI6bnVsbH0sIlBhcmVudFN0eWxlIjpudWxsfSwiSXNBYm92ZVRpbWViYW5kIjpmYWxzZSwiTWFyZ2luIjp7IiRpZCI6IjM0MCIsIlRvcCI6MC4wLCJMZWZ0IjowLjAsIlJpZ2h0IjowLjAsIkJvdHRvbSI6MC4wfSwiUGFkZGluZyI6eyIkaWQiOiIzNDEiLCJUb3AiOjAuMCwiTGVmdCI6MC4wLCJSaWdodCI6MC4wLCJCb3R0b20iOjAuMH0sIklzVmlzaWJsZSI6dHJ1ZSwiV2lkdGgiOjAuMCwiSGVpZ2h0IjowLjAsIkJvcmRlclN0eWxlIjp7IiRpZCI6IjM0MiIsIkxpbmVDb2xvciI6bnVsbCwiTGluZVdlaWdodCI6MC4wLCJMaW5lVHlwZSI6MCwiUGFyZW50U3R5bGUiOm51bGx9LCJQYXJlbnRTdHlsZSI6bnVsbH19XSwiQ3VsdHVyZUluZm9OYW1lIjoiZW4tVVMiLCJTdHlsZU5hbWUiOm51bGwsIlZlcnNpb24iOnsiJGlkIjoiMzQzIiwiVmVyc2lvbiI6IjMuNy4zIiwiT3JpZ2luYWxBc3NlbWJseVZlcnNpb24iOiI3LjAwLjE2LjAwIiwiRWRpdGlvbiI6bnVsbCwiTGFzdFNhdmVkRWRpdGlvbiI6MCwiSXNQbHVzRWRpdGlvbiI6ZmFsc2UsIklzUHJvRWRpdGlvbiI6ZmFsc2V9LCJFZmZlY3QiOjEsIlN0eWxlIjp7IiRpZCI6IjM0NCIsIkRlZmF1bHREZXBlbmRlbmN5U3R5bGUiOnsiJGlkIjoiMzQ1IiwiTGluZVN0eWxlIjp7IiRpZCI6IjM0NiIsIkxpbmVDb2xvciI6eyIkaWQiOiIzNDciLCIkdHlwZSI6Ik5MUkUuQ29tbW9uLkRvbS5Tb2xpZENvbG9yQnJ1c2gsIE5MUkUuQ29tbW9uIiwiQ29sb3IiOnsiJGlkIjoiMzQ4IiwiQSI6MjU1LCJSIjowLCJHIjowLCJCIjowfX0sIkxpbmVXZWlnaHQiOjEuMCwiTGluZVR5cGUiOjAsIlBhcmVudFN0eWxlIjpudWxsfSwiRW5kQXJyb3doZWFkTGluZVN0eWxlIjp7IiRpZCI6IjM0OSIsIktpbmQiOjEsIldpZHRoIjoxLCJMZW5ndGgiOjAsIlBhcmVudFN0eWxlIjpudWxsfSwiQnJpbmdUb0Zyb250Ijp0cnVlLCJFbGJvd1JhZGl1cyI6MC4wLCJNYXJnaW4iOnsiJGlkIjoiMzUwIiwiVG9wIjowLjAsIkxlZnQiOjAuMCwiUmlnaHQiOjAuMCwiQm90dG9tIjowLjB9LCJQYWRkaW5nIjp7IiRpZCI6IjM1MSIsIlRvcCI6MC4wLCJMZWZ0IjowLjAsIlJpZ2h0IjowLjAsIkJvdHRvbSI6MC4wfSwiQmFja2dyb3VuZCI6bnVsbCwiSXNWaXNpYmxlIjp0cnVlLCJXaWR0aCI6MC4wLCJIZWlnaHQiOjAuMCwiQm9yZGVyU3R5bGUiOm51bGwsIlBhcmVudFN0eWxlIjpudWxsfSwiQ3JpdGljYWxQYXRoU3R5bGUiOnsiJGlkIjoiMzUyIiwiQ3JpdGljYWxQYXRoU3R5bGVPcHRpb25zIjoxNSwiTGluZVN0eWxlIjp7IiRpZCI6IjM1MyIsIkxpbmVDb2xvciI6eyIkaWQiOiIzNTQiLCIkdHlwZSI6Ik5MUkUuQ29tbW9uLkRvbS5Tb2xpZENvbG9yQnJ1c2gsIE5MUkUuQ29tbW9uIiwiQ29sb3IiOnsiJGlkIjoiMzU1IiwiQSI6MjU1LCJSIjoyMjIsIkciOjUwLCJCIjo1MH19LCJMaW5lV2VpZ2h0IjoxLjAsIkxpbmVUeXBlIjowLCJQYXJlbnRTdHlsZSI6bnVsbH0sIlRpdGxlRm9yZWdyb3VuZCI6eyIkaWQiOiIzNTYiLCJDb2xvciI6eyIkaWQiOiIzNTciLCJBIjoyNTUsIlIiOjE3NiwiRyI6MTksIkIiOjI1fX0sIlNoYXBlc0JhY2tncm91bmQiOnsiJGlkIjoiMzU4IiwiQ29sb3IiOnsiJGlkIjoiMzU5IiwiQSI6MjU1LCJSIjoyNTMsIkciOjIwMywiQiI6MjA4fX0sIlNoYXBlc0JvcmRlclN0eWxlIjp7IiRpZCI6IjM2MCIsIkxpbmVDb2xvciI6eyIkaWQiOiIzNjEiLCIkdHlwZSI6Ik5MUkUuQ29tbW9uLkRvbS5Tb2xpZENvbG9yQnJ1c2gsIE5MUkUuQ29tbW9uIiwiQ29sb3IiOnsiJGlkIjoiMzYyIiwiQSI6MjU1LCJSIjoyMjIsIkciOjUwLCJCIjo1MH19LCJMaW5lV2VpZ2h0IjoxLjUsIkxpbmVUeXBlIjowLCJQYXJlbnRTdHlsZSI6bnVsbH0sIk1hcmdpbiI6eyIkaWQiOiIzNjMiLCJUb3AiOjAuMCwiTGVmdCI6MC4wLCJSaWdodCI6MC4wLCJCb3R0b20iOjAuMH0sIlBhZGRpbmciOnsiJGlkIjoiMzY0IiwiVG9wIjowLjAsIkxlZnQiOjAuMCwiUmlnaHQiOjAuMCwiQm90dG9tIjowLjB9LCJCYWNrZ3JvdW5kIjpudWxsLCJJc1Zpc2libGUiOmZhbHNlLCJXaWR0aCI6MC4wLCJIZWlnaHQiOjAuMCwiQm9yZGVyU3R5bGUiOm51bGwsIlBhcmVudFN0eWxlIjpudWxsfSwiVGltZWJhbmRTdHlsZSI6eyIkaWQiOiIzNjUiLCJTY2FsZU1hcmtpbmciOjEsIlNoYXBlIjowLCJTaGFwZVN0eWxlIjp7IiRpZCI6IjM2NiIsIk1hcmdpbiI6eyIkaWQiOiIzNjciLCJUb3AiOjAuMCwiTGVmdCI6MTAuMCwiUmlnaHQiOjEwLjAsIkJvdHRvbSI6MC4wfSwiUGFkZGluZyI6eyIkaWQiOiIzNjgiLCJUb3AiOjMuMCwiTGVmdCI6MC4wLCJSaWdodCI6MC4wLCJCb3R0b20iOjMuMH0sIkJhY2tncm91bmQiOnsiJGlkIjoiMzY5IiwiQ29sb3IiOnsiJGlkIjoiMzcwIiwiQSI6MjU1LCJSIjo2OCwiRyI6ODQsIkIiOjEwNn19LCJJc1Zpc2libGUiOnRydWUsIldpZHRoIjo4NTguMCwiSGVpZ2h0IjoyMC4wLCJCb3JkZXJTdHlsZSI6eyIkaWQiOiIzNzEiLCJMaW5lQ29sb3IiOnsiJGlkIjoiMzcyIiwiJHR5cGUiOiJOTFJFLkNvbW1vbi5Eb20uU29saWRDb2xvckJydXNoLCBOTFJFLkNvbW1vbiIsIkNvbG9yIjp7IiRpZCI6IjM3MyIsIkEiOjI1NSwiUiI6MjU1LCJHIjowLCJCIjowfX0sIkxpbmVXZWlnaHQiOjAuMCwiTGluZVR5cGUiOjAsIlBhcmVudFN0eWxlIjpudWxsfSwiUGFyZW50U3R5bGUiOm51bGx9LCJNaWRkbGVUaWVyU2hhcGVTdHlsZSI6eyIkaWQiOiIzNzQiLCJNYXJnaW4iOnsiJGlkIjoiMzc1IiwiVG9wIjowLjAsIkxlZnQiOjEwLjAsIlJpZ2h0IjoxMC4wLCJCb3R0b20iOjAuMH0sIlBhZGRpbmciOnsiJGlkIjoiMzc2IiwiVG9wIjozLjAsIkxlZnQiOjAuMCwiUmlnaHQiOjAuMCwiQm90dG9tIjozLjB9LCJCYWNrZ3JvdW5kIjp7IiRpZCI6IjM3NyIsIkNvbG9yIjp7IiRpZCI6IjM3OCIsIkEiOjI1NSwiUiI6NjgsIkciOjg0LCJCIjoxMDZ9fSwiSXNWaXNpYmxlIjp0cnVlLCJXaWR0aCI6ODU4LjAsIkhlaWdodCI6MjAuMCwiQm9yZGVyU3R5bGUiOnsiJGlkIjoiMzc5IiwiTGluZUNvbG9yIjp7IiRpZCI6IjM4MCIsIiR0eXBlIjoiTkxSRS5Db21tb24uRG9tLlNvbGlkQ29sb3JCcnVzaCwgTkxSRS5Db21tb24iLCJDb2xvciI6eyIkaWQiOiIzODEiLCJBIjoyNTUsIlIiOjI1NSwiRyI6MCwiQiI6MH19LCJMaW5lV2VpZ2h0IjowLjAsIkxpbmVUeXBlIjowLCJQYXJlbnRTdHlsZSI6bnVsbH0sIlBhcmVudFN0eWxlIjpudWxsfSwiQm90dG9tVGllclNoYXBlU3R5bGUiOnsiJGlkIjoiMzgyIiwiTWFyZ2luIjp7IiRpZCI6IjM4MyIsIlRvcCI6MC4wLCJMZWZ0IjoxMC4wLCJSaWdodCI6MTAuMCwiQm90dG9tIjowLjB9LCJQYWRkaW5nIjp7IiRpZCI6IjM4NCIsIlRvcCI6My4wLCJMZWZ0IjowLjAsIlJpZ2h0IjowLjAsIkJvdHRvbSI6My4wfSwiQmFja2dyb3VuZCI6eyIkaWQiOiIzODUiLCJDb2xvciI6eyIkaWQiOiIzODYiLCJBIjoyNTUsIlIiOjY4LCJHIjo4NCwiQiI6MTA2fX0sIklzVmlzaWJsZSI6dHJ1ZSwiV2lkdGgiOjg1OC4wLCJIZWlnaHQiOjIwLjAsIkJvcmRlclN0eWxlIjp7IiRpZCI6IjM4NyIsIkxpbmVDb2xvciI6eyIkaWQiOiIzODgiLCIkdHlwZSI6Ik5MUkUuQ29tbW9uLkRvbS5Tb2xpZENvbG9yQnJ1c2gsIE5MUkUuQ29tbW9uIiwiQ29sb3IiOnsiJGlkIjoiMzg5IiwiQSI6MjU1LCJSIjoyNTUsIkciOjAsIkIiOjB9fSwiTGluZVdlaWdodCI6MC4wLCJMaW5lVHlwZSI6MCwiUGFyZW50U3R5bGUiOm51bGx9LCJQYXJlbnRTdHlsZSI6bnVsbH0sIlJpZ2h0RW5kQ2Fwc1N0eWxlIjp7IiRpZCI6IjM5MCIsIkZvbnRTZXR0aW5ncyI6eyIkaWQiOiIzOTEiLCJGb250U2l6ZSI6MTgsIkZvbnROYW1lIjoiQ2FsaWJyaSIsIklzQm9sZCI6dHJ1ZSwiSXNJdGFsaWMiOmZhbHNlLCJJc1VuZGVybGluZWQiOmZhbHNlLCJQYXJlbnRTdHlsZSI6bnVsbH0sIkF1dG9TaXplIjowLCJGb3JlZ3JvdW5kIjp7IiRpZCI6IjM5MiIsIkNvbG9yIjp7IiRpZCI6IjM5My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zk0IiwiVG9wIjowLjAsIkxlZnQiOjAuMCwiUmlnaHQiOjIwLjAsIkJvdHRvbSI6MC4wfSwiUGFkZGluZyI6eyIkaWQiOiIzOTUiLCJUb3AiOjAuMCwiTGVmdCI6MC4wLCJSaWdodCI6MC4wLCJCb3R0b20iOjAuMH0sIkJhY2tncm91bmQiOnsiJGlkIjoiMzk2IiwiQ29sb3IiOnsiJGlkIjoiMzk3IiwiQSI6MCwiUiI6MCwiRyI6MCwiQiI6MH19LCJJc1Zpc2libGUiOnRydWUsIldpZHRoIjowLjAsIkhlaWdodCI6MC4wLCJCb3JkZXJTdHlsZSI6bnVsbCwiUGFyZW50U3R5bGUiOm51bGx9LCJMZWZ0RW5kQ2Fwc1N0eWxlIjp7IiRpZCI6IjM5OCIsIkZvbnRTZXR0aW5ncyI6eyIkaWQiOiIzOTkiLCJGb250U2l6ZSI6MTgsIkZvbnROYW1lIjoiQ2FsaWJyaSIsIklzQm9sZCI6dHJ1ZSwiSXNJdGFsaWMiOmZhbHNlLCJJc1VuZGVybGluZWQiOmZhbHNlLCJQYXJlbnRTdHlsZSI6bnVsbH0sIkF1dG9TaXplIjowLCJGb3JlZ3JvdW5kIjp7IiRpZCI6IjQwMCIsIkNvbG9yIjp7IiRpZCI6IjQwMS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DAyIiwiVG9wIjowLjAsIkxlZnQiOjM5LjUwNjY2NjY2NjY2NjY2MSwiUmlnaHQiOjAuMCwiQm90dG9tIjowLjB9LCJQYWRkaW5nIjp7IiRpZCI6IjQwMyIsIlRvcCI6MC4wLCJMZWZ0IjowLjAsIlJpZ2h0IjowLjAsIkJvdHRvbSI6MC4wfSwiQmFja2dyb3VuZCI6eyIkaWQiOiI0MDQiLCJDb2xvciI6eyIkaWQiOiI0MDUiLCJBIjowLCJSIjowLCJHIjowLCJCIjowfX0sIklzVmlzaWJsZSI6ZmFsc2UsIldpZHRoIjowLjAsIkhlaWdodCI6MC4wLCJCb3JkZXJTdHlsZSI6bnVsbCwiUGFyZW50U3R5bGUiOm51bGx9LCJUb2RheVRleHRTdHlsZSI6eyIkaWQiOiI0MDYiLCJGb250U2V0dGluZ3MiOnsiJGlkIjoiNDA3IiwiRm9udFNpemUiOjEyLCJGb250TmFtZSI6IkNhbGlicmkiLCJJc0JvbGQiOmZhbHNlLCJJc0l0YWxpYyI6ZmFsc2UsIklzVW5kZXJsaW5lZCI6ZmFsc2UsIlBhcmVudFN0eWxlIjpudWxsfSwiQXV0b1NpemUiOjAsIkZvcmVncm91bmQiOnsiJGlkIjoiNDA4IiwiQ29sb3IiOnsiJGlkIjoiNDA5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xMCIsIlRvcCI6MC4wLCJMZWZ0IjowLjAsIlJpZ2h0IjowLjAsIkJvdHRvbSI6MC4wfSwiUGFkZGluZyI6eyIkaWQiOiI0MTEiLCJUb3AiOjAuMCwiTGVmdCI6MC4wLCJSaWdodCI6MC4wLCJCb3R0b20iOjAuMH0sIkJhY2tncm91bmQiOnsiJGlkIjoiNDEyIiwiQ29sb3IiOnsiJGlkIjoiNDEzIiwiQSI6MCwiUiI6MCwiRyI6MCwiQiI6MH19LCJJc1Zpc2libGUiOnRydWUsIldpZHRoIjowLjAsIkhlaWdodCI6MC4wLCJCb3JkZXJTdHlsZSI6bnVsbCwiUGFyZW50U3R5bGUiOm51bGx9LCJUb2RheU1hcmtlclN0eWxlIjp7IiRpZCI6IjQxNCIsIk1hcmdpbiI6eyIkaWQiOiI0MTUiLCJUb3AiOjAuMCwiTGVmdCI6MC4wLCJSaWdodCI6MC4wLCJCb3R0b20iOjAuMH0sIlBhZGRpbmciOnsiJGlkIjoiNDE2IiwiVG9wIjowLjAsIkxlZnQiOjAuMCwiUmlnaHQiOjAuMCwiQm90dG9tIjowLjB9LCJCYWNrZ3JvdW5kIjp7IiRpZCI6IjQxNyIsIkNvbG9yIjp7IiRpZCI6IjQxOCIsIkEiOjI1NSwiUiI6MjU1LCJHIjowLCJCIjowfX0sIklzVmlzaWJsZSI6dHJ1ZSwiV2lkdGgiOjAuMCwiSGVpZ2h0IjowLjAsIkJvcmRlclN0eWxlIjpudWxsLCJQYXJlbnRTdHlsZSI6bnVsbH0sIlNjYWxlU3R5bGUiOnsiJGlkIjoiNDE5IiwiU2hhcGUiOjMsIlNob3dTZWdtZW50U2VwYXJhdG9ycyI6dHJ1ZSwiU2VnbWVudFNlcGFyYXRvck9wYWNpdHkiOjMwLCJIYXNCZWVuVmlzaWJsZUJlZm9yZSI6dHJ1ZSwiRm9udFNldHRpbmdzIjp7IiRpZCI6IjQyMCIsIkZvbnRTaXplIjoxMiwiRm9udE5hbWUiOiJDYWxpYnJpIiwiSXNCb2xkIjpmYWxzZSwiSXNJdGFsaWMiOmZhbHNlLCJJc1VuZGVybGluZWQiOmZhbHNlLCJQYXJlbnRTdHlsZSI6bnVsbH0sIkF1dG9TaXplIjowLCJGb3JlZ3JvdW5kIjp7IiRpZCI6IjQyMSIsIkNvbG9yIjp7IiRpZCI6IjQyMi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MjMiLCJUb3AiOjAuMCwiTGVmdCI6NS4wLCJSaWdodCI6MC4wLCJCb3R0b20iOjAuMH0sIlBhZGRpbmciOnsiJGlkIjoiNDI0IiwiVG9wIjowLjAsIkxlZnQiOjAuMCwiUmlnaHQiOjAuMCwiQm90dG9tIjowLjB9LCJCYWNrZ3JvdW5kIjp7IiRpZCI6IjQyNSIsIkNvbG9yIjp7IiRpZCI6IjQyNiIsIkEiOjAsIlIiOjAsIkciOjAsIkIiOjB9fSwiSXNWaXNpYmxlIjp0cnVlLCJXaWR0aCI6MC4wLCJIZWlnaHQiOjAuMCwiQm9yZGVyU3R5bGUiOm51bGwsIlBhcmVudFN0eWxlIjpudWxsfSwiU2luZ2xlU2NhbGVTaGFwZVN0eWxlIjp7IiRpZCI6IjQyNyIsIlNoYXBlIjowLCJIZWlnaHQiOjAuMH0sIk1pZGRsZVRpZXJTY2FsZVN0eWxlIjp7IiRpZCI6IjQyOCIsIlNoYXBlIjozLCJTaG93U2VnbWVudFNlcGFyYXRvcnMiOnRydWUsIlNlZ21lbnRTZXBhcmF0b3JPcGFjaXR5IjozMCwiSGFzQmVlblZpc2libGVCZWZvcmUiOmZhbHNlLCJGb250U2V0dGluZ3MiOnsiJGlkIjoiNDI5IiwiRm9udFNpemUiOjEyLCJGb250TmFtZSI6IkNhbGlicmkiLCJJc0JvbGQiOmZhbHNlLCJJc0l0YWxpYyI6ZmFsc2UsIklzVW5kZXJsaW5lZCI6ZmFsc2UsIlBhcmVudFN0eWxlIjpudWxsfSwiQXV0b1NpemUiOjAsIkZvcmVncm91bmQiOnsiJGlkIjoiNDMwIiwiQ29sb3IiOnsiJGlkIjoiNDMx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zMiIsIlRvcCI6MC4wLCJMZWZ0Ijo1LjAsIlJpZ2h0IjowLjAsIkJvdHRvbSI6MC4wfSwiUGFkZGluZyI6eyIkaWQiOiI0MzMiLCJUb3AiOjAuMCwiTGVmdCI6MC4wLCJSaWdodCI6MC4wLCJCb3R0b20iOjAuMH0sIkJhY2tncm91bmQiOnsiJGlkIjoiNDM0IiwiQ29sb3IiOnsiJGlkIjoiNDM1IiwiQSI6MCwiUiI6MCwiRyI6MCwiQiI6MH19LCJJc1Zpc2libGUiOmZhbHNlLCJXaWR0aCI6MC4wLCJIZWlnaHQiOjAuMCwiQm9yZGVyU3R5bGUiOm51bGwsIlBhcmVudFN0eWxlIjpudWxsfSwiQm90dG9tVGllclNjYWxlU3R5bGUiOnsiJGlkIjoiNDM2IiwiU2hhcGUiOjMsIlNob3dTZWdtZW50U2VwYXJhdG9ycyI6dHJ1ZSwiU2VnbWVudFNlcGFyYXRvck9wYWNpdHkiOjMwLCJIYXNCZWVuVmlzaWJsZUJlZm9yZSI6ZmFsc2UsIkZvbnRTZXR0aW5ncyI6eyIkaWQiOiI0MzciLCJGb250U2l6ZSI6MTIsIkZvbnROYW1lIjoiQ2FsaWJyaSIsIklzQm9sZCI6ZmFsc2UsIklzSXRhbGljIjpmYWxzZSwiSXNVbmRlcmxpbmVkIjpmYWxzZSwiUGFyZW50U3R5bGUiOm51bGx9LCJBdXRvU2l6ZSI6MCwiRm9yZWdyb3VuZCI6eyIkaWQiOiI0MzgiLCJDb2xvciI6eyIkaWQiOiI0Mz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wIiwiVG9wIjowLjAsIkxlZnQiOjUuMCwiUmlnaHQiOjAuMCwiQm90dG9tIjowLjB9LCJQYWRkaW5nIjp7IiRpZCI6IjQ0MSIsIlRvcCI6MC4wLCJMZWZ0IjowLjAsIlJpZ2h0IjowLjAsIkJvdHRvbSI6MC4wfSwiQmFja2dyb3VuZCI6eyIkaWQiOiI0NDIiLCJDb2xvciI6eyIkaWQiOiI0NDMiLCJBIjowLCJSIjowLCJHIjowLCJCIjowfX0sIklzVmlzaWJsZSI6ZmFsc2UsIldpZHRoIjowLjAsIkhlaWdodCI6MC4wLCJCb3JkZXJTdHlsZSI6bnVsbCwiUGFyZW50U3R5bGUiOm51bGx9LCJFbGFwc2VkVGltZUJhY2tncm91bmQiOnsiJGlkIjoiNDQ0IiwiQ29sb3IiOnsiJGlkIjoiNDQ1IiwiQSI6MTkxLCJSIjoyNTUsIkciOjAsIkIiOjB9fSwiQXBwZW5kWWVhck9uWWVhckNoYW5nZSI6ZmFsc2UsIkVsYXBzZWRUaW1lRm9ybWF0IjoyLCJUb2RheU1hcmtlclBvc2l0aW9uIjozLCJRdWlja1Bvc2l0aW9uIjozLCJBYnNvbHV0ZVBvc2l0aW9uIjoxMzMuMzE0MjU1LCJNYXJnaW4iOnsiJGlkIjoiNDQ2IiwiVG9wIjowLjAsIkxlZnQiOjEwLjAsIlJpZ2h0IjoxMC4wLCJCb3R0b20iOjAuMH0sIlBhZGRpbmciOnsiJGlkIjoiNDQ3IiwiVG9wIjowLjAsIkxlZnQiOjAuMCwiUmlnaHQiOjAuMCwiQm90dG9tIjowLjB9LCJCYWNrZ3JvdW5kIjp7IiRpZCI6IjQ0OCIsIkNvbG9yIjp7IiRpZCI6IjQ0OSIsIkEiOjI1NSwiUiI6NDcsIkciOjU0LCJCIjoxNTN9fSwiSXNWaXNpYmxlIjp0cnVlLCJXaWR0aCI6MC4wLCJIZWlnaHQiOjAuMCwiQm9yZGVyU3R5bGUiOm51bGwsIlBhcmVudFN0eWxlIjpudWxsfSwiRGVmYXVsdE1pbGVzdG9uZVN0eWxlIjp7IiRpZCI6IjQ1MCIsIlNoYXBlIjoyLCJDb25uZWN0b3JNYXJnaW4iOnsiJGlkIjoiNDUxIiwiVG9wIjowLjAsIkxlZnQiOjIuMCwiUmlnaHQiOjIuMCwiQm90dG9tIjowLjB9LCJDb25uZWN0b3JTdHlsZSI6eyIkaWQiOiI0NTIiLCJMaW5lQ29sb3IiOnsiJGlkIjoiNDUzIiwiJHR5cGUiOiJOTFJFLkNvbW1vbi5Eb20uU29saWRDb2xvckJydXNoLCBOTFJFLkNvbW1vbiIsIkNvbG9yIjp7IiRpZCI6IjQ1NCIsIkEiOjEyNywiUiI6NzksIkciOjEyOSwiQiI6MTg5fX0sIkxpbmVXZWlnaHQiOjEuMCwiTGluZVR5cGUiOjAsIlBhcmVudFN0eWxlIjpudWxsfSwiSXNCZWxvd1RpbWViYW5kIjpmYWxzZSwiUG9zaXRpb25PblRhc2siOjAsIkhpZGVEYXRlIjpmYWxzZSwiU2hhcGVTaXplIjoxLCJTcGFjaW5nIjoyLjAsIlBhZGRpbmciOnsiJGlkIjoiNDU1IiwiVG9wIjo3LjAsIkxlZnQiOjMuMCwiUmlnaHQiOjAuMCwiQm90dG9tIjoyLjB9LCJTaGFwZVN0eWxlIjp7IiRpZCI6IjQ1NiIsIk1hcmdpbiI6eyIkcmVmIjoiOCJ9LCJQYWRkaW5nIjp7IiRyZWYiOiI5In0sIkJhY2tncm91bmQiOnsiJGlkIjoiNDU3IiwiQ29sb3IiOnsiJGlkIjoiNDU4IiwiQSI6MjU1LCJSIjowLCJHIjoxMTQsIkIiOjE4OH19LCJJc1Zpc2libGUiOnRydWUsIldpZHRoIjoxMy4wLCJIZWlnaHQiOjEzLjAsIkJvcmRlclN0eWxlIjp7IiRpZCI6IjQ1OSIsIkxpbmVDb2xvciI6eyIkcmVmIjoiMTMifSwiTGluZVdlaWdodCI6MC4wLCJMaW5lVHlwZSI6MCwiUGFyZW50U3R5bGUiOm51bGx9LCJQYXJlbnRTdHlsZSI6bnVsbH0sIlRpdGxlU3R5bGUiOnsiJGlkIjoiNDYwIiwiRm9udFNldHRpbmdzIjp7IiRpZCI6IjQ2MSIsIkZvbnRTaXplIjoxMSwiRm9udE5hbWUiOiJDYWxpYnJpIiwiSXNCb2xkIjp0cnVlLCJJc0l0YWxpYyI6ZmFsc2UsIklzVW5kZXJsaW5lZCI6ZmFsc2UsIlBhcmVudFN0eWxlIjpudWxsfSwiQXV0b1NpemUiOjAsIkZvcmVncm91bmQiOnsiJHJlZiI6IjE3In0sIk1heFdpZHRoIjoyMDAuMCwiTWF4SGVpZ2h0IjoiSW5maW5pdHkiLCJTbWFydEZvcmVncm91bmRJc0FjdGl2ZSI6ZmFsc2UsIkhvcml6b250YWxBbGlnbm1lbnQiOjAsIlZlcnRpY2FsQWxpZ25tZW50IjowLCJTbWFydEZvcmVncm91bmQiOm51bGwsIkJhY2tncm91bmRGaWxsVHlwZSI6MCwiTWFyZ2luIjp7IiRyZWYiOiIxOSJ9LCJQYWRkaW5nIjp7IiRyZWYiOiIyMCJ9LCJCYWNrZ3JvdW5kIjp7IiRyZWYiOiIyMSJ9LCJJc1Zpc2libGUiOnRydWUsIldpZHRoIjowLjAsIkhlaWdodCI6MC4wLCJCb3JkZXJTdHlsZSI6bnVsbCwiUGFyZW50U3R5bGUiOm51bGx9LCJEYXRlU3R5bGUiOnsiJGlkIjoiNDYyIiwiRm9udFNldHRpbmdzIjp7IiRpZCI6IjQ2MyIsIkZvbnRTaXplIjoxMCwiRm9udE5hbWUiOiJDYWxpYnJpIiwiSXNCb2xkIjpmYWxzZSwiSXNJdGFsaWMiOmZhbHNlLCJJc1VuZGVybGluZWQiOmZhbHNlLCJQYXJlbnRTdHlsZSI6bnVsbH0sIkF1dG9TaXplIjowLCJGb3JlZ3JvdW5kIjp7IiRyZWYiOiIyNSJ9LCJNYXhXaWR0aCI6MjAwLjAsIk1heEhlaWdodCI6IkluZmluaXR5IiwiU21hcnRGb3JlZ3JvdW5kSXNBY3RpdmUiOmZhbHNlLCJIb3Jpem9udGFsQWxpZ25tZW50IjowLCJWZXJ0aWNhbEFsaWdubWVudCI6MCwiU21hcnRGb3JlZ3JvdW5kIjpudWxsLCJCYWNrZ3JvdW5kRmlsbFR5cGUiOjAsIk1hcmdpbiI6eyIkcmVmIjoiMjcifSwiUGFkZGluZyI6eyIkcmVmIjoiMjgifSwiQmFja2dyb3VuZCI6eyIkcmVmIjoiMjkifSwiSXNWaXNpYmxlIjp0cnVlLCJXaWR0aCI6MC4wLCJIZWlnaHQiOjAuMCwiQm9yZGVyU3R5bGUiOm51bGwsIlBhcmVudFN0eWxlIjpudWxsfSwiRGF0ZUZvcm1hdCI6eyIkcmVmIjoiMzEifSwiV2Vla051bWJlcmluZyI6eyIkaWQiOiI0NjQiLCJGb3JtYXQiOjAsIklzVmlzaWJsZSI6ZmFsc2UsIkxhc3RLbm93blZpc2liaWxpdHlTdGF0ZSI6ZmFsc2V9LCJJc1Zpc2libGUiOnRydWUsIlBhcmVudFN0eWxlIjpudWxsfSwiRGVmYXVsdFRhc2tTdHlsZSI6eyIkaWQiOiI0NjUiLCJTaGFwZSI6MSwiU2hhcGVUaGlja25lc3MiOjAsIkR1cmF0aW9uRm9ybWF0IjowLCJJbmNsdWRlTm9uV29ya2luZ0RheXNJbkR1cmF0aW9uIjpmYWxzZSwiUGVyY2VudGFnZUNvbXBsZXRlU3R5bGUiOnsiJGlkIjoiNDY2IiwiRm9udFNldHRpbmdzIjp7IiRpZCI6IjQ2NyIsIkZvbnRTaXplIjoxMCwiRm9udE5hbWUiOiJDYWxpYnJpIiwiSXNCb2xkIjpmYWxzZSwiSXNJdGFsaWMiOmZhbHNlLCJJc1VuZGVybGluZWQiOmZhbHNlLCJQYXJlbnRTdHlsZSI6bnVsbH0sIkF1dG9TaXplIjowLCJGb3JlZ3JvdW5kIjp7IiRyZWYiOiI3NSJ9LCJNYXhXaWR0aCI6MjAwLjAsIk1heEhlaWdodCI6IkluZmluaXR5IiwiU21hcnRGb3JlZ3JvdW5kSXNBY3RpdmUiOmZhbHNlLCJIb3Jpem9udGFsQWxpZ25tZW50IjowLCJWZXJ0aWNhbEFsaWdubWVudCI6MCwiU21hcnRGb3JlZ3JvdW5kIjpudWxsLCJCYWNrZ3JvdW5kRmlsbFR5cGUiOjAsIk1hcmdpbiI6eyIkcmVmIjoiNzcifSwiUGFkZGluZyI6eyIkcmVmIjoiNzgifSwiQmFja2dyb3VuZCI6eyIkcmVmIjoiNzkifSwiSXNWaXNpYmxlIjp0cnVlLCJXaWR0aCI6MC4wLCJIZWlnaHQiOjAuMCwiQm9yZGVyU3R5bGUiOm51bGwsIlBhcmVudFN0eWxlIjpudWxsfSwiRHVyYXRpb25TdHlsZSI6eyIkaWQiOiI0NjgiLCJGb250U2V0dGluZ3MiOnsiJGlkIjoiNDY5IiwiRm9udFNpemUiOjEwLCJGb250TmFtZSI6IkNhbGlicmkiLCJJc0JvbGQiOmZhbHNlLCJJc0l0YWxpYyI6ZmFsc2UsIklzVW5kZXJsaW5lZCI6ZmFsc2UsIlBhcmVudFN0eWxlIjpudWxsfSwiQXV0b1NpemUiOjAsIkZvcmVncm91bmQiOnsiJHJlZiI6Ijg0In0sIk1heFdpZHRoIjoyMDAuMCwiTWF4SGVpZ2h0IjoiSW5maW5pdHkiLCJTbWFydEZvcmVncm91bmRJc0FjdGl2ZSI6ZmFsc2UsIkhvcml6b250YWxBbGlnbm1lbnQiOjAsIlZlcnRpY2FsQWxpZ25tZW50IjowLCJTbWFydEZvcmVncm91bmQiOm51bGwsIkJhY2tncm91bmRGaWxsVHlwZSI6MCwiTWFyZ2luIjp7IiRyZWYiOiI4NiJ9LCJQYWRkaW5nIjp7IiRyZWYiOiI4NyJ9LCJCYWNrZ3JvdW5kIjp7IiRyZWYiOiI4OCJ9LCJJc1Zpc2libGUiOnRydWUsIldpZHRoIjowLjAsIkhlaWdodCI6MC4wLCJCb3JkZXJTdHlsZSI6bnVsbCwiUGFyZW50U3R5bGUiOm51bGx9LCJIb3Jpem9udGFsQ29ubmVjdG9yU3R5bGUiOnsiJGlkIjoiNDcwIiwiTGluZUNvbG9yIjp7IiRyZWYiOiI5MiJ9LCJMaW5lV2VpZ2h0IjoxLjAsIkxpbmVUeXBlIjowLCJQYXJlbnRTdHlsZSI6bnVsbH0sIlZlcnRpY2FsQ29ubmVjdG9yU3R5bGUiOnsiJGlkIjoiNDcxIiwiTGluZUNvbG9yIjp7IiRyZWYiOiI5NS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mZhbHNlLCJQZXJjZW50YWdlQ29tcGxldGVTaGFwZU9wYWNpdHkiOjM1LCJTaGFwZVN0eWxlIjp7IiRpZCI6IjQ3MiIsIk1hcmdpbiI6eyIkcmVmIjoiOTgifSwiUGFkZGluZyI6eyIkcmVmIjoiOTkifSwiQmFja2dyb3VuZCI6eyIkaWQiOiI0NzMiLCJDb2xvciI6eyIkaWQiOiI0NzQiLCJBIjoyNTUsIlIiOjAsIkciOjExNCwiQiI6MTg4fX0sIklzVmlzaWJsZSI6dHJ1ZSwiV2lkdGgiOjAuMCwiSGVpZ2h0IjoxMC4wLCJCb3JkZXJTdHlsZSI6eyIkaWQiOiI0NzUiLCJMaW5lQ29sb3IiOnsiJHJlZiI6IjEwMyJ9LCJMaW5lV2VpZ2h0IjowLjAsIkxpbmVUeXBlIjowLCJQYXJlbnRTdHlsZSI6bnVsbH0sIlBhcmVudFN0eWxlIjpudWxsfSwiVGl0bGVTdHlsZSI6eyIkaWQiOiI0NzYiLCJGb250U2V0dGluZ3MiOnsiJGlkIjoiNDc3IiwiRm9udFNpemUiOjExLCJGb250TmFtZSI6IkNhbGlicmkiLCJJc0JvbGQiOnRydWUsIklzSXRhbGljIjpmYWxzZSwiSXNVbmRlcmxpbmVkIjpmYWxzZSwiUGFyZW50U3R5bGUiOm51bGx9LCJBdXRvU2l6ZSI6MCwiRm9yZWdyb3VuZCI6eyIkcmVmIjoiMTA3In0sIk1heFdpZHRoIjo5NjAuMCwiTWF4SGVpZ2h0IjoiSW5maW5pdHkiLCJTbWFydEZvcmVncm91bmRJc0FjdGl2ZSI6ZmFsc2UsIkhvcml6b250YWxBbGlnbm1lbnQiOjAsIlZlcnRpY2FsQWxpZ25tZW50IjowLCJTbWFydEZvcmVncm91bmQiOm51bGwsIkJhY2tncm91bmRGaWxsVHlwZSI6MCwiTWFyZ2luIjp7IiRyZWYiOiIxMDkifSwiUGFkZGluZyI6eyIkcmVmIjoiMTEwIn0sIkJhY2tncm91bmQiOnsiJHJlZiI6IjExMSJ9LCJJc1Zpc2libGUiOnRydWUsIldpZHRoIjowLjAsIkhlaWdodCI6MC4wLCJCb3JkZXJTdHlsZSI6bnVsbCwiUGFyZW50U3R5bGUiOm51bGx9LCJEYXRlU3R5bGUiOnsiJGlkIjoiNDc4IiwiRm9udFNldHRpbmdzIjp7IiRpZCI6IjQ3OSIsIkZvbnRTaXplIjoxMCwiRm9udE5hbWUiOiJDYWxpYnJpIiwiSXNCb2xkIjpmYWxzZSwiSXNJdGFsaWMiOmZhbHNlLCJJc1VuZGVybGluZWQiOmZhbHNlLCJQYXJlbnRTdHlsZSI6bnVsbH0sIkF1dG9TaXplIjowLCJGb3JlZ3JvdW5kIjp7IiRyZWYiOiIxMTYifSwiTWF4V2lkdGgiOjIwMC4wLCJNYXhIZWlnaHQiOiJJbmZpbml0eSIsIlNtYXJ0Rm9yZWdyb3VuZElzQWN0aXZlIjpmYWxzZSwiSG9yaXpvbnRhbEFsaWdubWVudCI6MiwiVmVydGljYWxBbGlnbm1lbnQiOjAsIlNtYXJ0Rm9yZWdyb3VuZCI6bnVsbCwiQmFja2dyb3VuZEZpbGxUeXBlIjowLCJNYXJnaW4iOnsiJHJlZiI6IjExOCJ9LCJQYWRkaW5nIjp7IiRyZWYiOiIxMTkifSwiQmFja2dyb3VuZCI6eyIkcmVmIjoiMTIwIn0sIklzVmlzaWJsZSI6dHJ1ZSwiV2lkdGgiOjAuMCwiSGVpZ2h0IjowLjAsIkJvcmRlclN0eWxlIjpudWxsLCJQYXJlbnRTdHlsZSI6bnVsbH0sIkRhdGVGb3JtYXQiOnsiJHJlZiI6IjEyMyJ9LCJXZWVrTnVtYmVyaW5nIjp7IiRpZCI6IjQ4MCIsIkZvcm1hdCI6MCwiSXNWaXNpYmxlIjpmYWxzZSwiTGFzdEtub3duVmlzaWJpbGl0eVN0YXRlIjpmYWxzZX0sIklzVmlzaWJsZSI6dHJ1ZSwiUGFyZW50U3R5bGUiOm51bGwsIl9leHBsaWNpdGx5U2V0Ijp7IiRpZCI6IjQ4M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HcmlkbGluZVBhbmVsU3R5bGUiOnsiJGlkIjoiNDgyIiwiR3JpZGxpbmVTdHlsZSI6eyIkaWQiOiI0ODMiLCJMaW5lQ29sb3IiOnsiJGlkIjoiNDg0IiwiJHR5cGUiOiJOTFJFLkNvbW1vbi5Eb20uU29saWRDb2xvckJydXNoLCBOTFJFLkNvbW1vbiIsIkNvbG9yIjp7IiRpZCI6IjQ4NSIsIkEiOjM4LCJSIjo5MSwiRyI6MTU1LCJCIjoyMTN9fSwiTGluZVdlaWdodCI6MS4wLCJMaW5lVHlwZSI6MCwiUGFyZW50U3R5bGUiOm51bGx9LCJNYXJnaW4iOnsiJGlkIjoiNDg2IiwiVG9wIjowLjAsIkxlZnQiOjAuMCwiUmlnaHQiOjAuMCwiQm90dG9tIjowLjB9LCJQYWRkaW5nIjp7IiRpZCI6IjQ4NyIsIlRvcCI6MC4wLCJMZWZ0IjowLjAsIlJpZ2h0IjowLjAsIkJvdHRvbSI6MC4wfSwiQmFja2dyb3VuZCI6bnVsbCwiSXNWaXNpYmxlIjp0cnVlLCJXaWR0aCI6MC4wLCJIZWlnaHQiOjAuMCwiQm9yZGVyU3R5bGUiOnsiJGlkIjoiNDg4IiwiTGluZUNvbG9yIjpudWxsLCJMaW5lV2VpZ2h0IjowLjAsIkxpbmVUeXBlIjowLCJQYXJlbnRTdHlsZSI6bnVsbH0sIlBhcmVudFN0eWxlIjpudWxsfSwiQWN0aXZpdHlMaW5lUGFuZWxTdHlsZSI6eyIkaWQiOiI0ODkiLCJBY3Rpdml0eUxpbmVTdHlsZSI6eyIkaWQiOiI0OTAiLCJMaW5lQ29sb3IiOnsiJGlkIjoiNDkxIiwiJHR5cGUiOiJOTFJFLkNvbW1vbi5Eb20uU29saWRDb2xvckJydXNoLCBOTFJFLkNvbW1vbiIsIkNvbG9yIjp7IiRpZCI6IjQ5MiIsIkEiOjM4LCJSIjo2OCwiRyI6MTE0LCJCIjoxOTZ9fSwiTGluZVdlaWdodCI6MS4wLCJMaW5lVHlwZSI6MCwiUGFyZW50U3R5bGUiOm51bGx9LCJNYXJnaW4iOnsiJGlkIjoiNDkzIiwiVG9wIjowLjAsIkxlZnQiOjAuMCwiUmlnaHQiOjAuMCwiQm90dG9tIjowLjB9LCJQYWRkaW5nIjp7IiRpZCI6IjQ5NCIsIlRvcCI6MC4wLCJMZWZ0IjowLjAsIlJpZ2h0IjowLjAsIkJvdHRvbSI6MC4wfSwiQmFja2dyb3VuZCI6bnVsbCwiSXNWaXNpYmxlIjp0cnVlLCJXaWR0aCI6MC4wLCJIZWlnaHQiOjAuMCwiQm9yZGVyU3R5bGUiOnsiJGlkIjoiNDk1IiwiTGluZUNvbG9yIjpudWxsLCJMaW5lV2VpZ2h0IjowLjAsIkxpbmVUeXBlIjowLCJQYXJlbnRTdHlsZSI6bnVsbH0sIlBhcmVudFN0eWxlIjpudWxsfSwiU2hvd0VsYXBzZWRUaW1lR3JhZGllbnRTdHlsZSI6ZmFsc2UsIlRpbWViYW5kUmVzZXJ2ZWRMZWZ0QXJlYVN0eWxlIjp7IiRpZCI6IjQ5NiIsIkFjdGl2aXR5SGVhZGVyV2lkdGgiOjAuMCwiSXNTZXQiOmZhbHNlfSwiRGVmYXVsdFN3aW1sYW5lU3R5bGUiOm51bGx9LCJTY2FsZSI6bnVsbCwiU2NhbGVWMiI6eyIkaWQiOiI0OTciLCJTdGFydERhdGUiOiIwMDAxLTAxLTAxVDAwOjAwOjAwIiwiRW5kRGF0ZSI6IjIwMzMtMDQtMDhUMjM6NTk6MDAiLCJBdXRvRGF0ZVJhbmdlIjp0cnVlLCJXb3JraW5nRGF5cyI6MzEsIkZpc2NhbFllYXIiOnsiJGlkIjoiNDk4IiwiU3RhcnRNb250aCI6MSwiVXNlU3RhcnRpbmdZZWFyRm9yTnVtYmVyaW5nIjp0cnVlLCJTaG93RmlzY2FsWWVhckxhYmVsIjp0cnVlfSwiVG9kYXlNYXJrZXJUZXh0IjoiVG9kYXkiLCJBdXRvU2NhbGVUeXBlIjp0cnVlLCJUaW1lYmFuZFNjYWxlcyI6eyIkaWQiOiI0OTkiLCJUb3BTY2FsZUxheWVyIjp7IiRpZCI6IjUwMCIsIkZvcm1hdCI6Ik1NTSIsIlR5cGUiOjJ9LCJNaWRkbGVTY2FsZUxheWVyIjp7IiRpZCI6IjUwMSIsIkZvcm1hdCI6bnVsbCwiVHlwZSI6MH0sIkJvdHRvbVNjYWxlTGF5ZXIiOnsiJGlkIjoiNTAyIiwiRm9ybWF0IjpudWxsLCJUeXBlIjowfX19LCJNaWxlc3RvbmVzIjpbXSwiVGFza3MiOltdLCJTd2ltbGFuZXMiOltdLCJNc1Byb2plY3RJdGVtc1RyZWUiOnsiJGlkIjoiNTAzIiwiUm9vdCI6eyJJbXBvcnRJZCI6bnVsbCwiSXNJbXBvcnRlZCI6ZmFsc2UsIkNoaWxkcmVuIjpbXX19LCJNZXRhZGF0YSI6eyIkaWQiOiI1MDQ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UwNSIsIkltcGFPcHRpb25zIjp7IiRpZCI6IjUwNi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UwNy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TA4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 name="OTLELAPSEDSTYLE" val="Thin"/>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 name="OTLTODAYPOSITION" val="Auto"/>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 name="OTLTIMEBANDSCALEFORMAT" val="MMM"/>
  <p:tag name="OTLTIMEBANDSHAPETYPE" val="RoundedCornerRectangleTimeband"/>
  <p:tag name="OTLTIMEBANDSHAPEHEIGHT" val="20"/>
  <p:tag name="OTLTIMEBANDSHAPEPADDINGLEFT" val="0"/>
  <p:tag name="OTLTIMEBANDCULTUREINFO" val="en-US"/>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39.5066666666667"/>
  <p:tag name="OTLTIMEBANDFYSTARTMONTH" val="January"/>
  <p:tag name="OTLTIMEBANDSHOWFYLABEL" val="True"/>
  <p:tag name="OTLTIMEBANDUSESTARTINGOFTHEYEARFORFYNUMBERING" val="True"/>
  <p:tag name="OTLTIMEBANDRESERVEDLEFTAREAWIDTH" val="0"/>
  <p:tag name="OTLTIMEBANDRESERVEDLEFTAREAISSET" val="False"/>
  <p:tag name="OTLTIMEBANDDEPENABLED" val="False"/>
  <p:tag name="OTLTIMEBANDDEPSCHEDULINGMODE" val="Flexible"/>
  <p:tag name="OTLTIMEBANDDEPPREVIOUSSCHEDULINGMODE" val="Flexible"/>
  <p:tag name="OTLTIMEBANDDEPONBREAKINGSTRICTSCHEDULINGMODE" val="AskEverytime"/>
  <p:tag name="OTLTIMEBANDDEPONBREAKINGFLEXIBLESCHEDULINGMODE" val="AskEverytime"/>
  <p:tag name="OTLTIMEBANDQUICKPOSITION" val="Custom"/>
  <p:tag name="OTLTIMEBANDENDDATE" val="2033-04-08T23:59:00.0000000"/>
  <p:tag name="OTLTIMEBANDSCALETYPE" val="Months"/>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5-12-12T23:59:00.0000000Z"/>
  <p:tag name="OTLENDDATE" val="2026-03-06T23:59:00.0000000Z"/>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6-02-28T23:59:00.0000000Z"/>
  <p:tag name="OTLENDDATE" val="2026-05-28T23:59:00.0000000Z"/>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5"/>
  <p:tag name="OTLSHAPETHICKNESSTYPE" val="Thin"/>
  <p:tag name="OTLSTARTDATE" val="2026-06-22T23:59:00.0000000Z"/>
  <p:tag name="OTLENDDATE" val="2026-11-19T23:59:00.0000000Z"/>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08-28T23:59:00.0000000Z"/>
  <p:tag name="OTLENDDATE" val="2026-11-19T23:59:00.0000000Z"/>
  <p:tag name="OTLDURATIONFORMAT" val="day"/>
  <p:tag name="OTLSPACING" val="5"/>
  <p:tag name="OTLSHAPETHICKNESSTYPE" val="Thin"/>
</p:tagLst>
</file>

<file path=ppt/tags/tag34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5-09-26T00:00:00.0000000Z"/>
  <p:tag name="OTLENDDATE" val="2025-12-26T23:59:00.0000000Z"/>
  <p:tag name="OTLDURATIONFORMAT" val="day"/>
  <p:tag name="OTLSPACING" val="5"/>
  <p:tag name="OTLSHAPETHICKNESSTYPE" val="Thin"/>
</p:tagLst>
</file>

<file path=ppt/tags/tag34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Ph I SRD readout (TBC)"/>
  <p:tag name="OTLDATE" val="2025-08-29T23:59:00.0000000"/>
</p:tagLst>
</file>

<file path=ppt/tags/tag35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Ph II CTA package release"/>
  <p:tag name="OTLDATE" val="2026-02-13T23:59:00.0000000"/>
</p:tagLst>
</file>

<file path=ppt/tags/tag35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Ph II draft TDO"/>
  <p:tag name="OTLDATE" val="2025-10-06T23:59:00.0000000"/>
</p:tagLst>
</file>

<file path=ppt/tags/tag35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TITLE" val="Ph I MRD readout (TBC)"/>
  <p:tag name="OTLDATE" val="2025-11-14T23:59:00.0000000"/>
</p:tagLst>
</file>

<file path=ppt/tags/tag353.xml><?xml version="1.0" encoding="utf-8"?>
<p:tagLst xmlns:a="http://schemas.openxmlformats.org/drawingml/2006/main" xmlns:r="http://schemas.openxmlformats.org/officeDocument/2006/relationships" xmlns:p="http://schemas.openxmlformats.org/presentationml/2006/main">
  <p:tag name="OTLMARKERSHAPE" val="OTL"/>
</p:tagLst>
</file>

<file path=ppt/tags/tag354.xml><?xml version="1.0" encoding="utf-8"?>
<p:tagLst xmlns:a="http://schemas.openxmlformats.org/drawingml/2006/main" xmlns:r="http://schemas.openxmlformats.org/officeDocument/2006/relationships" xmlns:p="http://schemas.openxmlformats.org/presentationml/2006/main">
  <p:tag name="OTLMARKERSHAPE" val="OTL"/>
</p:tagLst>
</file>

<file path=ppt/tags/tag355.xml><?xml version="1.0" encoding="utf-8"?>
<p:tagLst xmlns:a="http://schemas.openxmlformats.org/drawingml/2006/main" xmlns:r="http://schemas.openxmlformats.org/officeDocument/2006/relationships" xmlns:p="http://schemas.openxmlformats.org/presentationml/2006/main">
  <p:tag name="OTLMARKERSHAPE" val="OTL"/>
</p:tagLst>
</file>

<file path=ppt/tags/tag356.xml><?xml version="1.0" encoding="utf-8"?>
<p:tagLst xmlns:a="http://schemas.openxmlformats.org/drawingml/2006/main" xmlns:r="http://schemas.openxmlformats.org/officeDocument/2006/relationships" xmlns:p="http://schemas.openxmlformats.org/presentationml/2006/main">
  <p:tag name="OTLMARKERSHAPE" val="OTL"/>
</p:tagLst>
</file>

<file path=ppt/tags/tag357.xml><?xml version="1.0" encoding="utf-8"?>
<p:tagLst xmlns:a="http://schemas.openxmlformats.org/drawingml/2006/main" xmlns:r="http://schemas.openxmlformats.org/officeDocument/2006/relationships" xmlns:p="http://schemas.openxmlformats.org/presentationml/2006/main">
  <p:tag name="OTLMARKERSHAPE" val="OTL"/>
</p:tagLst>
</file>

<file path=ppt/tags/tag358.xml><?xml version="1.0" encoding="utf-8"?>
<p:tagLst xmlns:a="http://schemas.openxmlformats.org/drawingml/2006/main" xmlns:r="http://schemas.openxmlformats.org/officeDocument/2006/relationships" xmlns:p="http://schemas.openxmlformats.org/presentationml/2006/main">
  <p:tag name="OTLMARKERSHAPE" val="OTL"/>
</p:tagLst>
</file>

<file path=ppt/tags/tag359.xml><?xml version="1.0" encoding="utf-8"?>
<p:tagLst xmlns:a="http://schemas.openxmlformats.org/drawingml/2006/main" xmlns:r="http://schemas.openxmlformats.org/officeDocument/2006/relationships" xmlns:p="http://schemas.openxmlformats.org/presentationml/2006/main">
  <p:tag name="OTLMARKERSHAPE" val="OTL"/>
</p:tagLst>
</file>

<file path=ppt/tags/tag360.xml><?xml version="1.0" encoding="utf-8"?>
<p:tagLst xmlns:a="http://schemas.openxmlformats.org/drawingml/2006/main" xmlns:r="http://schemas.openxmlformats.org/officeDocument/2006/relationships" xmlns:p="http://schemas.openxmlformats.org/presentationml/2006/main">
  <p:tag name="OTLMARKERSHAPE" val="OTL"/>
</p:tagLst>
</file>

<file path=ppt/tags/tag361.xml><?xml version="1.0" encoding="utf-8"?>
<p:tagLst xmlns:a="http://schemas.openxmlformats.org/drawingml/2006/main" xmlns:r="http://schemas.openxmlformats.org/officeDocument/2006/relationships" xmlns:p="http://schemas.openxmlformats.org/presentationml/2006/main">
  <p:tag name="OTLMARKERSHAPE" val="OTL"/>
</p:tagLst>
</file>

<file path=ppt/tags/tag362.xml><?xml version="1.0" encoding="utf-8"?>
<p:tagLst xmlns:a="http://schemas.openxmlformats.org/drawingml/2006/main" xmlns:r="http://schemas.openxmlformats.org/officeDocument/2006/relationships" xmlns:p="http://schemas.openxmlformats.org/presentationml/2006/main">
  <p:tag name="OTLMARKERSHAPE" val="OTL"/>
</p:tagLst>
</file>

<file path=ppt/tags/tag363.xml><?xml version="1.0" encoding="utf-8"?>
<p:tagLst xmlns:a="http://schemas.openxmlformats.org/drawingml/2006/main" xmlns:r="http://schemas.openxmlformats.org/officeDocument/2006/relationships" xmlns:p="http://schemas.openxmlformats.org/presentationml/2006/main">
  <p:tag name="OTLMARKERSHAPE" val="OTL"/>
</p:tagLst>
</file>

<file path=ppt/tags/tag364.xml><?xml version="1.0" encoding="utf-8"?>
<p:tagLst xmlns:a="http://schemas.openxmlformats.org/drawingml/2006/main" xmlns:r="http://schemas.openxmlformats.org/officeDocument/2006/relationships" xmlns:p="http://schemas.openxmlformats.org/presentationml/2006/main">
  <p:tag name="OTLMARKERSHAPE" val="OTL"/>
</p:tagLst>
</file>

<file path=ppt/tags/tag365.xml><?xml version="1.0" encoding="utf-8"?>
<p:tagLst xmlns:a="http://schemas.openxmlformats.org/drawingml/2006/main" xmlns:r="http://schemas.openxmlformats.org/officeDocument/2006/relationships" xmlns:p="http://schemas.openxmlformats.org/presentationml/2006/main">
  <p:tag name="OTLMARKERSHAPE" val="OTL"/>
</p:tagLst>
</file>

<file path=ppt/tags/tag366.xml><?xml version="1.0" encoding="utf-8"?>
<p:tagLst xmlns:a="http://schemas.openxmlformats.org/drawingml/2006/main" xmlns:r="http://schemas.openxmlformats.org/officeDocument/2006/relationships" xmlns:p="http://schemas.openxmlformats.org/presentationml/2006/main">
  <p:tag name="OTLMARKERSHAPE" val="OTL"/>
</p:tagLst>
</file>

<file path=ppt/tags/tag367.xml><?xml version="1.0" encoding="utf-8"?>
<p:tagLst xmlns:a="http://schemas.openxmlformats.org/drawingml/2006/main" xmlns:r="http://schemas.openxmlformats.org/officeDocument/2006/relationships" xmlns:p="http://schemas.openxmlformats.org/presentationml/2006/main">
  <p:tag name="OTLMARKERSHAPE" val="OTL"/>
</p:tagLst>
</file>

<file path=ppt/tags/tag368.xml><?xml version="1.0" encoding="utf-8"?>
<p:tagLst xmlns:a="http://schemas.openxmlformats.org/drawingml/2006/main" xmlns:r="http://schemas.openxmlformats.org/officeDocument/2006/relationships" xmlns:p="http://schemas.openxmlformats.org/presentationml/2006/main">
  <p:tag name="OTLMARKERSHAPE" val="OTL"/>
</p:tagLst>
</file>

<file path=ppt/tags/tag369.xml><?xml version="1.0" encoding="utf-8"?>
<p:tagLst xmlns:a="http://schemas.openxmlformats.org/drawingml/2006/main" xmlns:r="http://schemas.openxmlformats.org/officeDocument/2006/relationships" xmlns:p="http://schemas.openxmlformats.org/presentationml/2006/main">
  <p:tag name="OTLMARKERSHAPE" val="OTL"/>
</p:tagLst>
</file>

<file path=ppt/tags/tag370.xml><?xml version="1.0" encoding="utf-8"?>
<p:tagLst xmlns:a="http://schemas.openxmlformats.org/drawingml/2006/main" xmlns:r="http://schemas.openxmlformats.org/officeDocument/2006/relationships" xmlns:p="http://schemas.openxmlformats.org/presentationml/2006/main">
  <p:tag name="OTLMARKERSHAPE" val="OTL"/>
</p:tagLst>
</file>

<file path=ppt/tags/tag371.xml><?xml version="1.0" encoding="utf-8"?>
<p:tagLst xmlns:a="http://schemas.openxmlformats.org/drawingml/2006/main" xmlns:r="http://schemas.openxmlformats.org/officeDocument/2006/relationships" xmlns:p="http://schemas.openxmlformats.org/presentationml/2006/main">
  <p:tag name="OTLMARKERSHAPE" val="OTL"/>
</p:tagLst>
</file>

<file path=ppt/tags/tag372.xml><?xml version="1.0" encoding="utf-8"?>
<p:tagLst xmlns:a="http://schemas.openxmlformats.org/drawingml/2006/main" xmlns:r="http://schemas.openxmlformats.org/officeDocument/2006/relationships" xmlns:p="http://schemas.openxmlformats.org/presentationml/2006/main">
  <p:tag name="OTLMARKERSHAPE" val="OTL"/>
</p:tagLst>
</file>

<file path=ppt/tags/tag373.xml><?xml version="1.0" encoding="utf-8"?>
<p:tagLst xmlns:a="http://schemas.openxmlformats.org/drawingml/2006/main" xmlns:r="http://schemas.openxmlformats.org/officeDocument/2006/relationships" xmlns:p="http://schemas.openxmlformats.org/presentationml/2006/main">
  <p:tag name="OTLMARKERSHAPE" val="OTL"/>
</p:tagLst>
</file>

<file path=ppt/tags/tag374.xml><?xml version="1.0" encoding="utf-8"?>
<p:tagLst xmlns:a="http://schemas.openxmlformats.org/drawingml/2006/main" xmlns:r="http://schemas.openxmlformats.org/officeDocument/2006/relationships" xmlns:p="http://schemas.openxmlformats.org/presentationml/2006/main">
  <p:tag name="OTLMARKERSHAPE" val="OTL"/>
</p:tagLst>
</file>

<file path=ppt/tags/tag375.xml><?xml version="1.0" encoding="utf-8"?>
<p:tagLst xmlns:a="http://schemas.openxmlformats.org/drawingml/2006/main" xmlns:r="http://schemas.openxmlformats.org/officeDocument/2006/relationships" xmlns:p="http://schemas.openxmlformats.org/presentationml/2006/main">
  <p:tag name="OTLMARKERSHAPE" val="OTL"/>
</p:tagLst>
</file>

<file path=ppt/tags/tag376.xml><?xml version="1.0" encoding="utf-8"?>
<p:tagLst xmlns:a="http://schemas.openxmlformats.org/drawingml/2006/main" xmlns:r="http://schemas.openxmlformats.org/officeDocument/2006/relationships" xmlns:p="http://schemas.openxmlformats.org/presentationml/2006/main">
  <p:tag name="OTLMARKERSHAPE" val="OTL"/>
</p:tagLst>
</file>

<file path=ppt/tags/tag377.xml><?xml version="1.0" encoding="utf-8"?>
<p:tagLst xmlns:a="http://schemas.openxmlformats.org/drawingml/2006/main" xmlns:r="http://schemas.openxmlformats.org/officeDocument/2006/relationships" xmlns:p="http://schemas.openxmlformats.org/presentationml/2006/main">
  <p:tag name="OTLMARKERSHAPE" val="OTL"/>
</p:tagLst>
</file>

<file path=ppt/tags/tag378.xml><?xml version="1.0" encoding="utf-8"?>
<p:tagLst xmlns:a="http://schemas.openxmlformats.org/drawingml/2006/main" xmlns:r="http://schemas.openxmlformats.org/officeDocument/2006/relationships" xmlns:p="http://schemas.openxmlformats.org/presentationml/2006/main">
  <p:tag name="OTLMARKERSHAPE" val="OTL"/>
</p:tagLst>
</file>

<file path=ppt/tags/tag379.xml><?xml version="1.0" encoding="utf-8"?>
<p:tagLst xmlns:a="http://schemas.openxmlformats.org/drawingml/2006/main" xmlns:r="http://schemas.openxmlformats.org/officeDocument/2006/relationships" xmlns:p="http://schemas.openxmlformats.org/presentationml/2006/main">
  <p:tag name="OTLMARKERSHAPE" val="OTL"/>
</p:tagLst>
</file>

<file path=ppt/tags/tag380.xml><?xml version="1.0" encoding="utf-8"?>
<p:tagLst xmlns:a="http://schemas.openxmlformats.org/drawingml/2006/main" xmlns:r="http://schemas.openxmlformats.org/officeDocument/2006/relationships" xmlns:p="http://schemas.openxmlformats.org/presentationml/2006/main">
  <p:tag name="OTLMARKERSHAPE" val="OTL"/>
</p:tagLst>
</file>

<file path=ppt/tags/tag381.xml><?xml version="1.0" encoding="utf-8"?>
<p:tagLst xmlns:a="http://schemas.openxmlformats.org/drawingml/2006/main" xmlns:r="http://schemas.openxmlformats.org/officeDocument/2006/relationships" xmlns:p="http://schemas.openxmlformats.org/presentationml/2006/main">
  <p:tag name="OTLMARKERSHAPE" val="OTL"/>
</p:tagLst>
</file>

<file path=ppt/tags/tag382.xml><?xml version="1.0" encoding="utf-8"?>
<p:tagLst xmlns:a="http://schemas.openxmlformats.org/drawingml/2006/main" xmlns:r="http://schemas.openxmlformats.org/officeDocument/2006/relationships" xmlns:p="http://schemas.openxmlformats.org/presentationml/2006/main">
  <p:tag name="OTLMARKERSHAPE" val="OTL"/>
</p:tagLst>
</file>

<file path=ppt/tags/tag383.xml><?xml version="1.0" encoding="utf-8"?>
<p:tagLst xmlns:a="http://schemas.openxmlformats.org/drawingml/2006/main" xmlns:r="http://schemas.openxmlformats.org/officeDocument/2006/relationships" xmlns:p="http://schemas.openxmlformats.org/presentationml/2006/main">
  <p:tag name="OTLMARKERSHAPE" val="OTL"/>
</p:tagLst>
</file>

<file path=ppt/tags/tag384.xml><?xml version="1.0" encoding="utf-8"?>
<p:tagLst xmlns:a="http://schemas.openxmlformats.org/drawingml/2006/main" xmlns:r="http://schemas.openxmlformats.org/officeDocument/2006/relationships" xmlns:p="http://schemas.openxmlformats.org/presentationml/2006/main">
  <p:tag name="OTLMARKERSHAPE" val="OTL"/>
</p:tagLst>
</file>

<file path=ppt/tags/tag385.xml><?xml version="1.0" encoding="utf-8"?>
<p:tagLst xmlns:a="http://schemas.openxmlformats.org/drawingml/2006/main" xmlns:r="http://schemas.openxmlformats.org/officeDocument/2006/relationships" xmlns:p="http://schemas.openxmlformats.org/presentationml/2006/main">
  <p:tag name="OTLMARKERSHAPE" val="OTL"/>
</p:tagLst>
</file>

<file path=ppt/tags/tag386.xml><?xml version="1.0" encoding="utf-8"?>
<p:tagLst xmlns:a="http://schemas.openxmlformats.org/drawingml/2006/main" xmlns:r="http://schemas.openxmlformats.org/officeDocument/2006/relationships" xmlns:p="http://schemas.openxmlformats.org/presentationml/2006/main">
  <p:tag name="OTLMARKERSHAPE" val="OTL"/>
</p:tagLst>
</file>

<file path=ppt/tags/tag387.xml><?xml version="1.0" encoding="utf-8"?>
<p:tagLst xmlns:a="http://schemas.openxmlformats.org/drawingml/2006/main" xmlns:r="http://schemas.openxmlformats.org/officeDocument/2006/relationships" xmlns:p="http://schemas.openxmlformats.org/presentationml/2006/main">
  <p:tag name="OTLMARKERSHAPE" val="OTL"/>
</p:tagLst>
</file>

<file path=ppt/tags/tag388.xml><?xml version="1.0" encoding="utf-8"?>
<p:tagLst xmlns:a="http://schemas.openxmlformats.org/drawingml/2006/main" xmlns:r="http://schemas.openxmlformats.org/officeDocument/2006/relationships" xmlns:p="http://schemas.openxmlformats.org/presentationml/2006/main">
  <p:tag name="OTLMARKERSHAPE" val="OTL"/>
</p:tagLst>
</file>

<file path=ppt/tags/tag389.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16.potx" id="{69C72FE0-88EE-4B76-BE66-8EEB0D909CD6}" vid="{8DD212FA-B497-4EF6-ADA5-99AC8AB58070}"/>
    </a:ext>
  </a:extLst>
</a:theme>
</file>

<file path=ppt/theme/theme3.xml><?xml version="1.0" encoding="utf-8"?>
<a:theme xmlns:a="http://schemas.openxmlformats.org/drawingml/2006/main" name="6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4.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1" id="{8E73A1CE-C297-4B48-8EE7-ACD211E1B6BA}" vid="{70C47F2D-1438-4C71-8D10-E835C49F7593}"/>
    </a:ext>
  </a:extLst>
</a:theme>
</file>

<file path=ppt/theme/theme5.xml><?xml version="1.0" encoding="utf-8"?>
<a:theme xmlns:a="http://schemas.openxmlformats.org/drawingml/2006/main" name="New BI">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New BI" id="{F5DC03AC-85E9-4FCE-87C7-B2C3FF647AAF}" vid="{2F4493DB-4B48-4DBD-BC3F-D867FE7F1B39}"/>
    </a:ext>
  </a:extLst>
</a:theme>
</file>

<file path=ppt/theme/theme6.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7.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8.xml><?xml version="1.0" encoding="utf-8"?>
<a:theme xmlns:a="http://schemas.openxmlformats.org/drawingml/2006/main" name="1_New BI">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New BI" id="{F5DC03AC-85E9-4FCE-87C7-B2C3FF647AAF}" vid="{2F4493DB-4B48-4DBD-BC3F-D867FE7F1B39}"/>
    </a:ext>
  </a:extLst>
</a:theme>
</file>

<file path=ppt/theme/theme9.xml><?xml version="1.0" encoding="utf-8"?>
<a:theme xmlns:a="http://schemas.openxmlformats.org/drawingml/2006/main" name="1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0.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3DC9507-4245-45F6-8E52-4AC67BABE327}">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D6885DC-0AC1-41CC-BF2E-CE25858CFBC8}">
  <ds:schemaRefs>
    <ds:schemaRef ds:uri="http://schemas.microsoft.com/sharepoint/v3/contenttype/forms"/>
  </ds:schemaRefs>
</ds:datastoreItem>
</file>

<file path=customXml/itemProps3.xml><?xml version="1.0" encoding="utf-8"?>
<ds:datastoreItem xmlns:ds="http://schemas.openxmlformats.org/officeDocument/2006/customXml" ds:itemID="{4A481822-0279-4C41-ADB8-1A8198C99C41}"/>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44</Slides>
  <Notes>18</Notes>
  <HiddenSlides>12</HiddenSlides>
  <ScaleCrop>false</ScaleCrop>
  <HeadingPairs>
    <vt:vector size="4" baseType="variant">
      <vt:variant>
        <vt:lpstr>Theme</vt:lpstr>
      </vt:variant>
      <vt:variant>
        <vt:i4>10</vt:i4>
      </vt:variant>
      <vt:variant>
        <vt:lpstr>Slide Titles</vt:lpstr>
      </vt:variant>
      <vt:variant>
        <vt:i4>44</vt:i4>
      </vt:variant>
    </vt:vector>
  </HeadingPairs>
  <TitlesOfParts>
    <vt:vector size="54" baseType="lpstr">
      <vt:lpstr>Boehringer Ingelheim 16:9</vt:lpstr>
      <vt:lpstr>1_Boehringer Ingelheim 16:9</vt:lpstr>
      <vt:lpstr>6_Boehringer Ingelheim 16:9</vt:lpstr>
      <vt:lpstr>2_Boehringer Ingelheim 16:9</vt:lpstr>
      <vt:lpstr>New BI</vt:lpstr>
      <vt:lpstr>4_Boehringer Ingelheim 16:9</vt:lpstr>
      <vt:lpstr>9_Boehringer Ingelheim 16:9</vt:lpstr>
      <vt:lpstr>1_New BI</vt:lpstr>
      <vt:lpstr>11_Boehringer Ingelheim 16:9</vt:lpstr>
      <vt:lpstr>3_Boehringer Ingelheim 16:9</vt:lpstr>
      <vt:lpstr>Medical Advisory Panel (MAP) Meeting TA CRM Update</vt:lpstr>
      <vt:lpstr>Topics</vt:lpstr>
      <vt:lpstr>Milestones in 2025</vt:lpstr>
      <vt:lpstr>CRM Pipeline Portfolio Summary</vt:lpstr>
      <vt:lpstr>PowerPoint Presentation</vt:lpstr>
      <vt:lpstr>Topics</vt:lpstr>
      <vt:lpstr>Decisions/Advice provided by TA-CEC (CEC@2025.04.17) (1/3)</vt:lpstr>
      <vt:lpstr>Recommended China NDA submission pathway</vt:lpstr>
      <vt:lpstr>Previous proposed China NDA submission pathway</vt:lpstr>
      <vt:lpstr>Current development status for Survodutide</vt:lpstr>
      <vt:lpstr>Assessment on the new proposed pathway</vt:lpstr>
      <vt:lpstr>Evaluation of different submission pathways</vt:lpstr>
      <vt:lpstr>Registration information summary</vt:lpstr>
      <vt:lpstr>Decisions/Advice provided by TA-CEC (CEC@2025.05.12) (2/3) </vt:lpstr>
      <vt:lpstr>Decisions/Advice provided by TA-CEC (CEC@2025.05.12) (3/3) </vt:lpstr>
      <vt:lpstr>Topics</vt:lpstr>
      <vt:lpstr>TA Portfolio Key Update-Late Stage Assets</vt:lpstr>
      <vt:lpstr>TA Portfolio Key Update-Late Stage Assets (2/3) </vt:lpstr>
      <vt:lpstr>TA Portfolio Key Update-Late Stage Assets </vt:lpstr>
      <vt:lpstr>Topics</vt:lpstr>
      <vt:lpstr>TA Review Meeting  Mature Product Overview Metabolism </vt:lpstr>
      <vt:lpstr>TA Review Meeting  Mature Product Overview Metabolism </vt:lpstr>
      <vt:lpstr>TA Review Meeting - Lytics </vt:lpstr>
      <vt:lpstr>Topics</vt:lpstr>
      <vt:lpstr>Avenciguat in GN Ph III (1366-0015) timeline likely to shift due to delayed RoFD</vt:lpstr>
      <vt:lpstr>TA Portfolio Key Update- Avenciguat</vt:lpstr>
      <vt:lpstr>Avenciguat updates — EoP2 clinical queries received</vt:lpstr>
      <vt:lpstr>Avenciguat (sGC act.) in GN Ph III (1366-0015) trial design </vt:lpstr>
      <vt:lpstr>TRPC6 in FSGS Ph III (1434-0017) timeline</vt:lpstr>
      <vt:lpstr>TA Portfolio Key Update- BI 764198 (TRPC6i)</vt:lpstr>
      <vt:lpstr>PowerPoint Presentation</vt:lpstr>
      <vt:lpstr>Asset vision: TRPC6i is the 1st line targeted non-immunosuppressive treatment of choice transforming lives for patients with podocytopathies to prevent ESKD  </vt:lpstr>
      <vt:lpstr>Asset value maximization TRPC6i has therapeutic potential in multiple pathologies</vt:lpstr>
      <vt:lpstr>BI 764198 (TRPC6i) in FSGS Ph III (1434-0017) trial design </vt:lpstr>
      <vt:lpstr>BI 764198 (TRPC6i) in podocytopathies Ph II (1434-0027) trial design</vt:lpstr>
      <vt:lpstr>PowerPoint Presentation</vt:lpstr>
      <vt:lpstr>Thank you!</vt:lpstr>
      <vt:lpstr>TA Portfolio Key Update- BI 3034701 (GGY2Ra.)</vt:lpstr>
      <vt:lpstr>BI 3034701 (GGY2Ra.) in obesity timeline draft</vt:lpstr>
      <vt:lpstr>PowerPoint Presentation</vt:lpstr>
      <vt:lpstr>BI 770371 (MASH) – Clinical Timeline high level</vt:lpstr>
      <vt:lpstr>PowerPoint Presentation</vt:lpstr>
      <vt:lpstr>BI 765845 – high level clinical &amp; regulatory timelines</vt:lpstr>
      <vt:lpstr>TA Key Update (for non-portfolio)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revision>1</cp:revision>
  <dcterms:created xsi:type="dcterms:W3CDTF">2023-11-09T09:11:57Z</dcterms:created>
  <dcterms:modified xsi:type="dcterms:W3CDTF">2025-05-15T06:40:53Z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ies>
</file>