
<file path=[Content_Types].xml><?xml version="1.0" encoding="utf-8"?>
<Types xmlns="http://schemas.openxmlformats.org/package/2006/content-types">
  <Default Extension="emf" ContentType="image/x-emf"/>
  <Default Extension="JFI"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3.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5" r:id="rId5"/>
    <p:sldMasterId id="2147484075" r:id="rId6"/>
    <p:sldMasterId id="2147484438" r:id="rId7"/>
  </p:sldMasterIdLst>
  <p:notesMasterIdLst>
    <p:notesMasterId r:id="rId19"/>
  </p:notesMasterIdLst>
  <p:sldIdLst>
    <p:sldId id="9848" r:id="rId8"/>
    <p:sldId id="273" r:id="rId9"/>
    <p:sldId id="274" r:id="rId10"/>
    <p:sldId id="276" r:id="rId11"/>
    <p:sldId id="2147475076" r:id="rId12"/>
    <p:sldId id="2147482983" r:id="rId13"/>
    <p:sldId id="2147483557" r:id="rId14"/>
    <p:sldId id="2147483558" r:id="rId15"/>
    <p:sldId id="256" r:id="rId16"/>
    <p:sldId id="2147483556" r:id="rId17"/>
    <p:sldId id="269"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02E7CB4-282E-A6E2-4F34-22B5D2DCEC89}" name="Liu,Dr.,Meiruo (HP Medicine) BII-CN-S" initials="LB" userId="S::meiruo.liu@boehringer-ingelheim.com::ece9aa16-5bba-4d2f-b200-019c8e2ba0a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ang,Sarah (HP Medicine) BII-CN-S" initials="L(MBCS" lastIdx="1" clrIdx="0">
    <p:extLst>
      <p:ext uri="{19B8F6BF-5375-455C-9EA6-DF929625EA0E}">
        <p15:presenceInfo xmlns:p15="http://schemas.microsoft.com/office/powerpoint/2012/main" userId="S::sarah.liang@boehringer-ingelheim.com::b5b94567-963a-4c9d-af99-146fb15290a2" providerId="AD"/>
      </p:ext>
    </p:extLst>
  </p:cmAuthor>
  <p:cmAuthor id="2" name="Liu,Dr.,Meiruo (HP Medicine) BII-CN-S" initials="ML" lastIdx="12" clrIdx="1">
    <p:extLst>
      <p:ext uri="{19B8F6BF-5375-455C-9EA6-DF929625EA0E}">
        <p15:presenceInfo xmlns:p15="http://schemas.microsoft.com/office/powerpoint/2012/main" userId="S::meiruo.liu@boehringer-ingelheim.com::ece9aa16-5bba-4d2f-b200-019c8e2ba0a0" providerId="AD"/>
      </p:ext>
    </p:extLst>
  </p:cmAuthor>
  <p:cmAuthor id="3" name="Zhu,Dr.,Freya (HP Medicine) BII-CN-S" initials="Z(MBCS" lastIdx="4" clrIdx="2">
    <p:extLst>
      <p:ext uri="{19B8F6BF-5375-455C-9EA6-DF929625EA0E}">
        <p15:presenceInfo xmlns:p15="http://schemas.microsoft.com/office/powerpoint/2012/main" userId="S::freya.zhu@boehringer-ingelheim.com::ba7ac7f0-888b-42e4-ba04-1b1f5a94986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5762C"/>
    <a:srgbClr val="00519F"/>
    <a:srgbClr val="FFFFFF"/>
    <a:srgbClr val="BCBD22"/>
    <a:srgbClr val="21A300"/>
    <a:srgbClr val="FFD70E"/>
    <a:srgbClr val="800080"/>
    <a:srgbClr val="0070C0"/>
    <a:srgbClr val="E18600"/>
    <a:srgbClr val="CC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C5C785-7AC8-426B-96B8-952F9177D808}" v="1" dt="2025-05-14T11:49:05.7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47" autoAdjust="0"/>
  </p:normalViewPr>
  <p:slideViewPr>
    <p:cSldViewPr snapToGrid="0">
      <p:cViewPr varScale="1">
        <p:scale>
          <a:sx n="100" d="100"/>
          <a:sy n="100" d="100"/>
        </p:scale>
        <p:origin x="95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ao,Jingbo (HP Medicine) BII-CN-S" userId="S::jingbo.xiao@boehringer-ingelheim.com::240cea10-594f-4a4d-87cc-57b72bd70599" providerId="AD" clId="Web-{6170DA9E-4AC3-61F2-ABDE-023E7F502442}"/>
    <pc:docChg chg="modSld">
      <pc:chgData name="Xiao,Jingbo (HP Medicine) BII-CN-S" userId="S::jingbo.xiao@boehringer-ingelheim.com::240cea10-594f-4a4d-87cc-57b72bd70599" providerId="AD" clId="Web-{6170DA9E-4AC3-61F2-ABDE-023E7F502442}" dt="2025-03-13T11:24:22.619" v="193"/>
      <pc:docMkLst>
        <pc:docMk/>
      </pc:docMkLst>
      <pc:sldChg chg="modSp">
        <pc:chgData name="Xiao,Jingbo (HP Medicine) BII-CN-S" userId="S::jingbo.xiao@boehringer-ingelheim.com::240cea10-594f-4a4d-87cc-57b72bd70599" providerId="AD" clId="Web-{6170DA9E-4AC3-61F2-ABDE-023E7F502442}" dt="2025-03-13T11:24:22.619" v="193"/>
        <pc:sldMkLst>
          <pc:docMk/>
          <pc:sldMk cId="2809235994" sldId="256"/>
        </pc:sldMkLst>
      </pc:sldChg>
    </pc:docChg>
  </pc:docChgLst>
  <pc:docChgLst>
    <pc:chgData name="Liu,Dr.,Meiruo (HP Medicine) BII-CN-S" userId="ece9aa16-5bba-4d2f-b200-019c8e2ba0a0" providerId="ADAL" clId="{AA0CB14C-24A9-44ED-9312-FD0F82683C0E}"/>
    <pc:docChg chg="undo redo custSel addSld delSld modSld sldOrd delMainMaster">
      <pc:chgData name="Liu,Dr.,Meiruo (HP Medicine) BII-CN-S" userId="ece9aa16-5bba-4d2f-b200-019c8e2ba0a0" providerId="ADAL" clId="{AA0CB14C-24A9-44ED-9312-FD0F82683C0E}" dt="2025-03-17T07:58:04.766" v="14128" actId="20577"/>
      <pc:docMkLst>
        <pc:docMk/>
      </pc:docMkLst>
      <pc:sldChg chg="modSp mod">
        <pc:chgData name="Liu,Dr.,Meiruo (HP Medicine) BII-CN-S" userId="ece9aa16-5bba-4d2f-b200-019c8e2ba0a0" providerId="ADAL" clId="{AA0CB14C-24A9-44ED-9312-FD0F82683C0E}" dt="2025-03-16T14:54:33.600" v="12642" actId="2084"/>
        <pc:sldMkLst>
          <pc:docMk/>
          <pc:sldMk cId="2809235994" sldId="256"/>
        </pc:sldMkLst>
      </pc:sldChg>
      <pc:sldChg chg="modSp new del mod">
        <pc:chgData name="Liu,Dr.,Meiruo (HP Medicine) BII-CN-S" userId="ece9aa16-5bba-4d2f-b200-019c8e2ba0a0" providerId="ADAL" clId="{AA0CB14C-24A9-44ED-9312-FD0F82683C0E}" dt="2025-03-16T12:53:28.513" v="8477" actId="47"/>
        <pc:sldMkLst>
          <pc:docMk/>
          <pc:sldMk cId="257467263" sldId="257"/>
        </pc:sldMkLst>
      </pc:sldChg>
      <pc:sldChg chg="modSp add mod">
        <pc:chgData name="Liu,Dr.,Meiruo (HP Medicine) BII-CN-S" userId="ece9aa16-5bba-4d2f-b200-019c8e2ba0a0" providerId="ADAL" clId="{AA0CB14C-24A9-44ED-9312-FD0F82683C0E}" dt="2025-03-16T12:53:44.403" v="8493" actId="20577"/>
        <pc:sldMkLst>
          <pc:docMk/>
          <pc:sldMk cId="2594755149" sldId="257"/>
        </pc:sldMkLst>
      </pc:sldChg>
      <pc:sldChg chg="addSp delSp modSp new mod addCm modCm modNotesTx">
        <pc:chgData name="Liu,Dr.,Meiruo (HP Medicine) BII-CN-S" userId="ece9aa16-5bba-4d2f-b200-019c8e2ba0a0" providerId="ADAL" clId="{AA0CB14C-24A9-44ED-9312-FD0F82683C0E}" dt="2025-03-14T07:07:41.833" v="3882" actId="5793"/>
        <pc:sldMkLst>
          <pc:docMk/>
          <pc:sldMk cId="2264566531" sldId="258"/>
        </pc:sldMkLst>
      </pc:sldChg>
      <pc:sldChg chg="del">
        <pc:chgData name="Liu,Dr.,Meiruo (HP Medicine) BII-CN-S" userId="ece9aa16-5bba-4d2f-b200-019c8e2ba0a0" providerId="ADAL" clId="{AA0CB14C-24A9-44ED-9312-FD0F82683C0E}" dt="2025-03-10T13:25:09.610" v="1902" actId="47"/>
        <pc:sldMkLst>
          <pc:docMk/>
          <pc:sldMk cId="275645044" sldId="259"/>
        </pc:sldMkLst>
      </pc:sldChg>
      <pc:sldChg chg="new del">
        <pc:chgData name="Liu,Dr.,Meiruo (HP Medicine) BII-CN-S" userId="ece9aa16-5bba-4d2f-b200-019c8e2ba0a0" providerId="ADAL" clId="{AA0CB14C-24A9-44ED-9312-FD0F82683C0E}" dt="2025-03-14T07:00:31.689" v="3722" actId="47"/>
        <pc:sldMkLst>
          <pc:docMk/>
          <pc:sldMk cId="930177717" sldId="259"/>
        </pc:sldMkLst>
      </pc:sldChg>
      <pc:sldChg chg="modSp add mod delCm">
        <pc:chgData name="Liu,Dr.,Meiruo (HP Medicine) BII-CN-S" userId="ece9aa16-5bba-4d2f-b200-019c8e2ba0a0" providerId="ADAL" clId="{AA0CB14C-24A9-44ED-9312-FD0F82683C0E}" dt="2025-03-14T07:08:17.652" v="3926" actId="20577"/>
        <pc:sldMkLst>
          <pc:docMk/>
          <pc:sldMk cId="4067704670" sldId="259"/>
        </pc:sldMkLst>
      </pc:sldChg>
      <pc:sldChg chg="modSp add mod delCm">
        <pc:chgData name="Liu,Dr.,Meiruo (HP Medicine) BII-CN-S" userId="ece9aa16-5bba-4d2f-b200-019c8e2ba0a0" providerId="ADAL" clId="{AA0CB14C-24A9-44ED-9312-FD0F82683C0E}" dt="2025-03-14T07:07:47.073" v="3892" actId="5793"/>
        <pc:sldMkLst>
          <pc:docMk/>
          <pc:sldMk cId="1826413952" sldId="260"/>
        </pc:sldMkLst>
      </pc:sldChg>
      <pc:sldChg chg="addSp delSp modSp add mod">
        <pc:chgData name="Liu,Dr.,Meiruo (HP Medicine) BII-CN-S" userId="ece9aa16-5bba-4d2f-b200-019c8e2ba0a0" providerId="ADAL" clId="{AA0CB14C-24A9-44ED-9312-FD0F82683C0E}" dt="2025-03-17T03:11:17.531" v="14000" actId="6549"/>
        <pc:sldMkLst>
          <pc:docMk/>
          <pc:sldMk cId="727909845" sldId="261"/>
        </pc:sldMkLst>
      </pc:sldChg>
      <pc:sldChg chg="addSp delSp modSp add del mod">
        <pc:chgData name="Liu,Dr.,Meiruo (HP Medicine) BII-CN-S" userId="ece9aa16-5bba-4d2f-b200-019c8e2ba0a0" providerId="ADAL" clId="{AA0CB14C-24A9-44ED-9312-FD0F82683C0E}" dt="2025-03-16T10:38:44.657" v="6490" actId="47"/>
        <pc:sldMkLst>
          <pc:docMk/>
          <pc:sldMk cId="1167174213" sldId="261"/>
        </pc:sldMkLst>
      </pc:sldChg>
      <pc:sldChg chg="del">
        <pc:chgData name="Liu,Dr.,Meiruo (HP Medicine) BII-CN-S" userId="ece9aa16-5bba-4d2f-b200-019c8e2ba0a0" providerId="ADAL" clId="{AA0CB14C-24A9-44ED-9312-FD0F82683C0E}" dt="2025-03-10T13:35:38.371" v="2166" actId="47"/>
        <pc:sldMkLst>
          <pc:docMk/>
          <pc:sldMk cId="2540160232" sldId="261"/>
        </pc:sldMkLst>
      </pc:sldChg>
      <pc:sldChg chg="del">
        <pc:chgData name="Liu,Dr.,Meiruo (HP Medicine) BII-CN-S" userId="ece9aa16-5bba-4d2f-b200-019c8e2ba0a0" providerId="ADAL" clId="{AA0CB14C-24A9-44ED-9312-FD0F82683C0E}" dt="2025-03-10T13:36:50.110" v="2167" actId="47"/>
        <pc:sldMkLst>
          <pc:docMk/>
          <pc:sldMk cId="496008070" sldId="262"/>
        </pc:sldMkLst>
      </pc:sldChg>
      <pc:sldChg chg="add">
        <pc:chgData name="Liu,Dr.,Meiruo (HP Medicine) BII-CN-S" userId="ece9aa16-5bba-4d2f-b200-019c8e2ba0a0" providerId="ADAL" clId="{AA0CB14C-24A9-44ED-9312-FD0F82683C0E}" dt="2025-03-16T12:07:58.180" v="7529"/>
        <pc:sldMkLst>
          <pc:docMk/>
          <pc:sldMk cId="559745565" sldId="262"/>
        </pc:sldMkLst>
      </pc:sldChg>
      <pc:sldChg chg="addSp delSp modSp new del mod">
        <pc:chgData name="Liu,Dr.,Meiruo (HP Medicine) BII-CN-S" userId="ece9aa16-5bba-4d2f-b200-019c8e2ba0a0" providerId="ADAL" clId="{AA0CB14C-24A9-44ED-9312-FD0F82683C0E}" dt="2025-03-16T12:07:55.532" v="7528" actId="2696"/>
        <pc:sldMkLst>
          <pc:docMk/>
          <pc:sldMk cId="1234451817" sldId="262"/>
        </pc:sldMkLst>
      </pc:sldChg>
      <pc:sldChg chg="add">
        <pc:chgData name="Liu,Dr.,Meiruo (HP Medicine) BII-CN-S" userId="ece9aa16-5bba-4d2f-b200-019c8e2ba0a0" providerId="ADAL" clId="{AA0CB14C-24A9-44ED-9312-FD0F82683C0E}" dt="2025-03-16T12:07:58.180" v="7529"/>
        <pc:sldMkLst>
          <pc:docMk/>
          <pc:sldMk cId="492550569" sldId="263"/>
        </pc:sldMkLst>
      </pc:sldChg>
      <pc:sldChg chg="addSp delSp modSp add del mod">
        <pc:chgData name="Liu,Dr.,Meiruo (HP Medicine) BII-CN-S" userId="ece9aa16-5bba-4d2f-b200-019c8e2ba0a0" providerId="ADAL" clId="{AA0CB14C-24A9-44ED-9312-FD0F82683C0E}" dt="2025-03-16T12:07:55.532" v="7528" actId="2696"/>
        <pc:sldMkLst>
          <pc:docMk/>
          <pc:sldMk cId="833382050" sldId="263"/>
        </pc:sldMkLst>
      </pc:sldChg>
      <pc:sldChg chg="modSp new mod">
        <pc:chgData name="Liu,Dr.,Meiruo (HP Medicine) BII-CN-S" userId="ece9aa16-5bba-4d2f-b200-019c8e2ba0a0" providerId="ADAL" clId="{AA0CB14C-24A9-44ED-9312-FD0F82683C0E}" dt="2025-03-16T12:50:44.734" v="8468" actId="20577"/>
        <pc:sldMkLst>
          <pc:docMk/>
          <pc:sldMk cId="2853241587" sldId="264"/>
        </pc:sldMkLst>
      </pc:sldChg>
      <pc:sldChg chg="modSp add mod">
        <pc:chgData name="Liu,Dr.,Meiruo (HP Medicine) BII-CN-S" userId="ece9aa16-5bba-4d2f-b200-019c8e2ba0a0" providerId="ADAL" clId="{AA0CB14C-24A9-44ED-9312-FD0F82683C0E}" dt="2025-03-16T12:52:56.981" v="8473" actId="14100"/>
        <pc:sldMkLst>
          <pc:docMk/>
          <pc:sldMk cId="1137384436" sldId="265"/>
        </pc:sldMkLst>
      </pc:sldChg>
      <pc:sldChg chg="modSp add mod modCm">
        <pc:chgData name="Liu,Dr.,Meiruo (HP Medicine) BII-CN-S" userId="ece9aa16-5bba-4d2f-b200-019c8e2ba0a0" providerId="ADAL" clId="{AA0CB14C-24A9-44ED-9312-FD0F82683C0E}" dt="2025-03-16T14:09:41.663" v="10488" actId="20577"/>
        <pc:sldMkLst>
          <pc:docMk/>
          <pc:sldMk cId="2051014255" sldId="266"/>
        </pc:sldMkLst>
      </pc:sldChg>
      <pc:sldChg chg="add del">
        <pc:chgData name="Liu,Dr.,Meiruo (HP Medicine) BII-CN-S" userId="ece9aa16-5bba-4d2f-b200-019c8e2ba0a0" providerId="ADAL" clId="{AA0CB14C-24A9-44ED-9312-FD0F82683C0E}" dt="2025-03-16T13:43:05.174" v="9784" actId="47"/>
        <pc:sldMkLst>
          <pc:docMk/>
          <pc:sldMk cId="3546907027" sldId="266"/>
        </pc:sldMkLst>
      </pc:sldChg>
      <pc:sldChg chg="addSp delSp modSp new mod">
        <pc:chgData name="Liu,Dr.,Meiruo (HP Medicine) BII-CN-S" userId="ece9aa16-5bba-4d2f-b200-019c8e2ba0a0" providerId="ADAL" clId="{AA0CB14C-24A9-44ED-9312-FD0F82683C0E}" dt="2025-03-16T13:52:37.117" v="9942" actId="20577"/>
        <pc:sldMkLst>
          <pc:docMk/>
          <pc:sldMk cId="3524166375" sldId="267"/>
        </pc:sldMkLst>
      </pc:sldChg>
      <pc:sldChg chg="modSp new mod addCm modCm">
        <pc:chgData name="Liu,Dr.,Meiruo (HP Medicine) BII-CN-S" userId="ece9aa16-5bba-4d2f-b200-019c8e2ba0a0" providerId="ADAL" clId="{AA0CB14C-24A9-44ED-9312-FD0F82683C0E}" dt="2025-03-17T07:58:04.766" v="14128" actId="20577"/>
        <pc:sldMkLst>
          <pc:docMk/>
          <pc:sldMk cId="2567154969" sldId="268"/>
        </pc:sldMkLst>
      </pc:sldChg>
      <pc:sldChg chg="modSp add mod addCm delCm modCm">
        <pc:chgData name="Liu,Dr.,Meiruo (HP Medicine) BII-CN-S" userId="ece9aa16-5bba-4d2f-b200-019c8e2ba0a0" providerId="ADAL" clId="{AA0CB14C-24A9-44ED-9312-FD0F82683C0E}" dt="2025-03-16T15:17:14.118" v="13700" actId="15"/>
        <pc:sldMkLst>
          <pc:docMk/>
          <pc:sldMk cId="21358974" sldId="269"/>
        </pc:sldMkLst>
        <pc:spChg chg="mod">
          <ac:chgData name="Liu,Dr.,Meiruo (HP Medicine) BII-CN-S" userId="ece9aa16-5bba-4d2f-b200-019c8e2ba0a0" providerId="ADAL" clId="{AA0CB14C-24A9-44ED-9312-FD0F82683C0E}" dt="2025-03-16T15:03:57.205" v="13169" actId="20577"/>
          <ac:spMkLst>
            <pc:docMk/>
            <pc:sldMk cId="21358974" sldId="269"/>
            <ac:spMk id="2" creationId="{00D13BA3-18DA-962E-EA12-82D845373451}"/>
          </ac:spMkLst>
        </pc:spChg>
        <pc:spChg chg="mod">
          <ac:chgData name="Liu,Dr.,Meiruo (HP Medicine) BII-CN-S" userId="ece9aa16-5bba-4d2f-b200-019c8e2ba0a0" providerId="ADAL" clId="{AA0CB14C-24A9-44ED-9312-FD0F82683C0E}" dt="2025-03-16T15:17:14.118" v="13700" actId="15"/>
          <ac:spMkLst>
            <pc:docMk/>
            <pc:sldMk cId="21358974" sldId="269"/>
            <ac:spMk id="3" creationId="{E590B296-0876-787E-EEE9-C073B432CCCB}"/>
          </ac:spMkLst>
        </pc:spChg>
      </pc:sldChg>
      <pc:sldChg chg="modSp add del mod ord">
        <pc:chgData name="Liu,Dr.,Meiruo (HP Medicine) BII-CN-S" userId="ece9aa16-5bba-4d2f-b200-019c8e2ba0a0" providerId="ADAL" clId="{AA0CB14C-24A9-44ED-9312-FD0F82683C0E}" dt="2025-03-10T13:18:59.757" v="1874" actId="47"/>
        <pc:sldMkLst>
          <pc:docMk/>
          <pc:sldMk cId="4239279178" sldId="271"/>
        </pc:sldMkLst>
      </pc:sldChg>
      <pc:sldChg chg="addSp delSp modSp mod ord delAnim modAnim addCm modCm">
        <pc:chgData name="Liu,Dr.,Meiruo (HP Medicine) BII-CN-S" userId="ece9aa16-5bba-4d2f-b200-019c8e2ba0a0" providerId="ADAL" clId="{AA0CB14C-24A9-44ED-9312-FD0F82683C0E}" dt="2025-03-17T03:10:27.975" v="13980"/>
        <pc:sldMkLst>
          <pc:docMk/>
          <pc:sldMk cId="3269721463" sldId="272"/>
        </pc:sldMkLst>
      </pc:sldChg>
      <pc:sldChg chg="del">
        <pc:chgData name="Liu,Dr.,Meiruo (HP Medicine) BII-CN-S" userId="ece9aa16-5bba-4d2f-b200-019c8e2ba0a0" providerId="ADAL" clId="{AA0CB14C-24A9-44ED-9312-FD0F82683C0E}" dt="2025-03-10T08:25:35.214" v="32" actId="47"/>
        <pc:sldMkLst>
          <pc:docMk/>
          <pc:sldMk cId="3752021710" sldId="284"/>
        </pc:sldMkLst>
      </pc:sldChg>
      <pc:sldChg chg="modSp mod">
        <pc:chgData name="Liu,Dr.,Meiruo (HP Medicine) BII-CN-S" userId="ece9aa16-5bba-4d2f-b200-019c8e2ba0a0" providerId="ADAL" clId="{AA0CB14C-24A9-44ED-9312-FD0F82683C0E}" dt="2025-03-16T06:00:44.884" v="3927" actId="108"/>
        <pc:sldMkLst>
          <pc:docMk/>
          <pc:sldMk cId="1922158299" sldId="9848"/>
        </pc:sldMkLst>
        <pc:spChg chg="mod">
          <ac:chgData name="Liu,Dr.,Meiruo (HP Medicine) BII-CN-S" userId="ece9aa16-5bba-4d2f-b200-019c8e2ba0a0" providerId="ADAL" clId="{AA0CB14C-24A9-44ED-9312-FD0F82683C0E}" dt="2025-03-10T08:25:21.366" v="31" actId="33524"/>
          <ac:spMkLst>
            <pc:docMk/>
            <pc:sldMk cId="1922158299" sldId="9848"/>
            <ac:spMk id="3" creationId="{692796CB-E2C8-8508-DF5A-FC10693F0AFB}"/>
          </ac:spMkLst>
        </pc:spChg>
        <pc:spChg chg="mod">
          <ac:chgData name="Liu,Dr.,Meiruo (HP Medicine) BII-CN-S" userId="ece9aa16-5bba-4d2f-b200-019c8e2ba0a0" providerId="ADAL" clId="{AA0CB14C-24A9-44ED-9312-FD0F82683C0E}" dt="2025-03-16T06:00:44.884" v="3927" actId="108"/>
          <ac:spMkLst>
            <pc:docMk/>
            <pc:sldMk cId="1922158299" sldId="9848"/>
            <ac:spMk id="20" creationId="{8D17EF76-2217-4565-20CD-D65D723EE31F}"/>
          </ac:spMkLst>
        </pc:spChg>
      </pc:sldChg>
      <pc:sldChg chg="ord">
        <pc:chgData name="Liu,Dr.,Meiruo (HP Medicine) BII-CN-S" userId="ece9aa16-5bba-4d2f-b200-019c8e2ba0a0" providerId="ADAL" clId="{AA0CB14C-24A9-44ED-9312-FD0F82683C0E}" dt="2025-03-16T14:07:46.673" v="10446"/>
        <pc:sldMkLst>
          <pc:docMk/>
          <pc:sldMk cId="725207353" sldId="2145705737"/>
        </pc:sldMkLst>
      </pc:sldChg>
      <pc:sldChg chg="modSp mod addCm delCm modCm">
        <pc:chgData name="Liu,Dr.,Meiruo (HP Medicine) BII-CN-S" userId="ece9aa16-5bba-4d2f-b200-019c8e2ba0a0" providerId="ADAL" clId="{AA0CB14C-24A9-44ED-9312-FD0F82683C0E}" dt="2025-03-17T03:11:43.310" v="14003" actId="1592"/>
        <pc:sldMkLst>
          <pc:docMk/>
          <pc:sldMk cId="2832997277" sldId="2147475076"/>
        </pc:sldMkLst>
        <pc:spChg chg="mod">
          <ac:chgData name="Liu,Dr.,Meiruo (HP Medicine) BII-CN-S" userId="ece9aa16-5bba-4d2f-b200-019c8e2ba0a0" providerId="ADAL" clId="{AA0CB14C-24A9-44ED-9312-FD0F82683C0E}" dt="2025-03-16T14:10:07.040" v="10505"/>
          <ac:spMkLst>
            <pc:docMk/>
            <pc:sldMk cId="2832997277" sldId="2147475076"/>
            <ac:spMk id="2" creationId="{1981918F-D4B9-CB22-8347-C74577AED3F9}"/>
          </ac:spMkLst>
        </pc:spChg>
        <pc:spChg chg="mod">
          <ac:chgData name="Liu,Dr.,Meiruo (HP Medicine) BII-CN-S" userId="ece9aa16-5bba-4d2f-b200-019c8e2ba0a0" providerId="ADAL" clId="{AA0CB14C-24A9-44ED-9312-FD0F82683C0E}" dt="2025-03-16T15:03:28.531" v="13162" actId="1035"/>
          <ac:spMkLst>
            <pc:docMk/>
            <pc:sldMk cId="2832997277" sldId="2147475076"/>
            <ac:spMk id="3" creationId="{74B4EB68-4940-CA60-788A-776149B85632}"/>
          </ac:spMkLst>
        </pc:spChg>
        <pc:graphicFrameChg chg="mod modGraphic">
          <ac:chgData name="Liu,Dr.,Meiruo (HP Medicine) BII-CN-S" userId="ece9aa16-5bba-4d2f-b200-019c8e2ba0a0" providerId="ADAL" clId="{AA0CB14C-24A9-44ED-9312-FD0F82683C0E}" dt="2025-03-16T14:55:15.121" v="12653" actId="14734"/>
          <ac:graphicFrameMkLst>
            <pc:docMk/>
            <pc:sldMk cId="2832997277" sldId="2147475076"/>
            <ac:graphicFrameMk id="15" creationId="{B16C4F7B-FFC9-8C91-F3C2-0272A3D6E47F}"/>
          </ac:graphicFrameMkLst>
        </pc:graphicFrameChg>
      </pc:sldChg>
      <pc:sldChg chg="add">
        <pc:chgData name="Liu,Dr.,Meiruo (HP Medicine) BII-CN-S" userId="ece9aa16-5bba-4d2f-b200-019c8e2ba0a0" providerId="ADAL" clId="{AA0CB14C-24A9-44ED-9312-FD0F82683C0E}" dt="2025-03-16T13:24:36.511" v="9325"/>
        <pc:sldMkLst>
          <pc:docMk/>
          <pc:sldMk cId="989080815" sldId="2147482544"/>
        </pc:sldMkLst>
      </pc:sldChg>
      <pc:sldChg chg="delSp add del mod">
        <pc:chgData name="Liu,Dr.,Meiruo (HP Medicine) BII-CN-S" userId="ece9aa16-5bba-4d2f-b200-019c8e2ba0a0" providerId="ADAL" clId="{AA0CB14C-24A9-44ED-9312-FD0F82683C0E}" dt="2025-03-16T13:24:33.573" v="9324" actId="2696"/>
        <pc:sldMkLst>
          <pc:docMk/>
          <pc:sldMk cId="2151807032" sldId="2147482544"/>
        </pc:sldMkLst>
      </pc:sldChg>
      <pc:sldChg chg="add del">
        <pc:chgData name="Liu,Dr.,Meiruo (HP Medicine) BII-CN-S" userId="ece9aa16-5bba-4d2f-b200-019c8e2ba0a0" providerId="ADAL" clId="{AA0CB14C-24A9-44ED-9312-FD0F82683C0E}" dt="2025-03-16T06:34:09.250" v="4067" actId="47"/>
        <pc:sldMkLst>
          <pc:docMk/>
          <pc:sldMk cId="4022654680" sldId="2147483493"/>
        </pc:sldMkLst>
      </pc:sldChg>
      <pc:sldChg chg="delSp add del mod">
        <pc:chgData name="Liu,Dr.,Meiruo (HP Medicine) BII-CN-S" userId="ece9aa16-5bba-4d2f-b200-019c8e2ba0a0" providerId="ADAL" clId="{AA0CB14C-24A9-44ED-9312-FD0F82683C0E}" dt="2025-03-16T12:50:09.869" v="8441" actId="47"/>
        <pc:sldMkLst>
          <pc:docMk/>
          <pc:sldMk cId="787260313" sldId="2147483495"/>
        </pc:sldMkLst>
      </pc:sldChg>
      <pc:sldChg chg="add del">
        <pc:chgData name="Liu,Dr.,Meiruo (HP Medicine) BII-CN-S" userId="ece9aa16-5bba-4d2f-b200-019c8e2ba0a0" providerId="ADAL" clId="{AA0CB14C-24A9-44ED-9312-FD0F82683C0E}" dt="2025-03-16T10:44:19.629" v="6614" actId="47"/>
        <pc:sldMkLst>
          <pc:docMk/>
          <pc:sldMk cId="2231810050" sldId="2147483496"/>
        </pc:sldMkLst>
      </pc:sldChg>
      <pc:sldChg chg="add del">
        <pc:chgData name="Liu,Dr.,Meiruo (HP Medicine) BII-CN-S" userId="ece9aa16-5bba-4d2f-b200-019c8e2ba0a0" providerId="ADAL" clId="{AA0CB14C-24A9-44ED-9312-FD0F82683C0E}" dt="2025-03-16T12:04:20.078" v="7322" actId="47"/>
        <pc:sldMkLst>
          <pc:docMk/>
          <pc:sldMk cId="3278715064" sldId="2147483498"/>
        </pc:sldMkLst>
      </pc:sldChg>
      <pc:sldChg chg="addSp delSp modSp add del mod ord">
        <pc:chgData name="Liu,Dr.,Meiruo (HP Medicine) BII-CN-S" userId="ece9aa16-5bba-4d2f-b200-019c8e2ba0a0" providerId="ADAL" clId="{AA0CB14C-24A9-44ED-9312-FD0F82683C0E}" dt="2025-03-16T10:26:58.512" v="6219" actId="47"/>
        <pc:sldMkLst>
          <pc:docMk/>
          <pc:sldMk cId="3867787170" sldId="2147483499"/>
        </pc:sldMkLst>
      </pc:sldChg>
      <pc:sldChg chg="add del">
        <pc:chgData name="Liu,Dr.,Meiruo (HP Medicine) BII-CN-S" userId="ece9aa16-5bba-4d2f-b200-019c8e2ba0a0" providerId="ADAL" clId="{AA0CB14C-24A9-44ED-9312-FD0F82683C0E}" dt="2025-03-16T12:49:46.870" v="8440" actId="47"/>
        <pc:sldMkLst>
          <pc:docMk/>
          <pc:sldMk cId="3307702211" sldId="2147483500"/>
        </pc:sldMkLst>
      </pc:sldChg>
      <pc:sldChg chg="del">
        <pc:chgData name="Liu,Dr.,Meiruo (HP Medicine) BII-CN-S" userId="ece9aa16-5bba-4d2f-b200-019c8e2ba0a0" providerId="ADAL" clId="{AA0CB14C-24A9-44ED-9312-FD0F82683C0E}" dt="2025-03-10T13:25:14.344" v="1903" actId="47"/>
        <pc:sldMkLst>
          <pc:docMk/>
          <pc:sldMk cId="207443527" sldId="2147483503"/>
        </pc:sldMkLst>
      </pc:sldChg>
      <pc:sldChg chg="del">
        <pc:chgData name="Liu,Dr.,Meiruo (HP Medicine) BII-CN-S" userId="ece9aa16-5bba-4d2f-b200-019c8e2ba0a0" providerId="ADAL" clId="{AA0CB14C-24A9-44ED-9312-FD0F82683C0E}" dt="2025-03-10T13:25:18.857" v="1904" actId="47"/>
        <pc:sldMkLst>
          <pc:docMk/>
          <pc:sldMk cId="3960966284" sldId="2147483504"/>
        </pc:sldMkLst>
      </pc:sldChg>
      <pc:sldChg chg="ord">
        <pc:chgData name="Liu,Dr.,Meiruo (HP Medicine) BII-CN-S" userId="ece9aa16-5bba-4d2f-b200-019c8e2ba0a0" providerId="ADAL" clId="{AA0CB14C-24A9-44ED-9312-FD0F82683C0E}" dt="2025-03-16T14:07:44.640" v="10444"/>
        <pc:sldMkLst>
          <pc:docMk/>
          <pc:sldMk cId="2022630942" sldId="2147483524"/>
        </pc:sldMkLst>
      </pc:sldChg>
      <pc:sldChg chg="addSp modSp mod addCm modCm">
        <pc:chgData name="Liu,Dr.,Meiruo (HP Medicine) BII-CN-S" userId="ece9aa16-5bba-4d2f-b200-019c8e2ba0a0" providerId="ADAL" clId="{AA0CB14C-24A9-44ED-9312-FD0F82683C0E}" dt="2025-03-16T15:15:14.121" v="13467" actId="1035"/>
        <pc:sldMkLst>
          <pc:docMk/>
          <pc:sldMk cId="900762479" sldId="2147483556"/>
        </pc:sldMkLst>
        <pc:spChg chg="mod">
          <ac:chgData name="Liu,Dr.,Meiruo (HP Medicine) BII-CN-S" userId="ece9aa16-5bba-4d2f-b200-019c8e2ba0a0" providerId="ADAL" clId="{AA0CB14C-24A9-44ED-9312-FD0F82683C0E}" dt="2025-03-16T15:03:38.478" v="13165" actId="20577"/>
          <ac:spMkLst>
            <pc:docMk/>
            <pc:sldMk cId="900762479" sldId="2147483556"/>
            <ac:spMk id="2" creationId="{1981918F-D4B9-CB22-8347-C74577AED3F9}"/>
          </ac:spMkLst>
        </pc:spChg>
        <pc:spChg chg="mod">
          <ac:chgData name="Liu,Dr.,Meiruo (HP Medicine) BII-CN-S" userId="ece9aa16-5bba-4d2f-b200-019c8e2ba0a0" providerId="ADAL" clId="{AA0CB14C-24A9-44ED-9312-FD0F82683C0E}" dt="2025-03-16T15:15:14.121" v="13467" actId="1035"/>
          <ac:spMkLst>
            <pc:docMk/>
            <pc:sldMk cId="900762479" sldId="2147483556"/>
            <ac:spMk id="3" creationId="{74B4EB68-4940-CA60-788A-776149B85632}"/>
          </ac:spMkLst>
        </pc:spChg>
        <pc:graphicFrameChg chg="modGraphic">
          <ac:chgData name="Liu,Dr.,Meiruo (HP Medicine) BII-CN-S" userId="ece9aa16-5bba-4d2f-b200-019c8e2ba0a0" providerId="ADAL" clId="{AA0CB14C-24A9-44ED-9312-FD0F82683C0E}" dt="2025-03-16T15:07:38.073" v="13221" actId="14734"/>
          <ac:graphicFrameMkLst>
            <pc:docMk/>
            <pc:sldMk cId="900762479" sldId="2147483556"/>
            <ac:graphicFrameMk id="15" creationId="{B16C4F7B-FFC9-8C91-F3C2-0272A3D6E47F}"/>
          </ac:graphicFrameMkLst>
        </pc:graphicFrameChg>
      </pc:sldChg>
      <pc:sldChg chg="del">
        <pc:chgData name="Liu,Dr.,Meiruo (HP Medicine) BII-CN-S" userId="ece9aa16-5bba-4d2f-b200-019c8e2ba0a0" providerId="ADAL" clId="{AA0CB14C-24A9-44ED-9312-FD0F82683C0E}" dt="2025-03-10T13:28:29.785" v="1907" actId="47"/>
        <pc:sldMkLst>
          <pc:docMk/>
          <pc:sldMk cId="1846312052" sldId="2147483581"/>
        </pc:sldMkLst>
      </pc:sldChg>
      <pc:sldChg chg="del">
        <pc:chgData name="Liu,Dr.,Meiruo (HP Medicine) BII-CN-S" userId="ece9aa16-5bba-4d2f-b200-019c8e2ba0a0" providerId="ADAL" clId="{AA0CB14C-24A9-44ED-9312-FD0F82683C0E}" dt="2025-03-10T13:36:51.910" v="2168" actId="47"/>
        <pc:sldMkLst>
          <pc:docMk/>
          <pc:sldMk cId="2453017457" sldId="2147483599"/>
        </pc:sldMkLst>
      </pc:sldChg>
      <pc:sldChg chg="del">
        <pc:chgData name="Liu,Dr.,Meiruo (HP Medicine) BII-CN-S" userId="ece9aa16-5bba-4d2f-b200-019c8e2ba0a0" providerId="ADAL" clId="{AA0CB14C-24A9-44ED-9312-FD0F82683C0E}" dt="2025-03-10T10:30:34.858" v="1565" actId="47"/>
        <pc:sldMkLst>
          <pc:docMk/>
          <pc:sldMk cId="2951818869" sldId="2147483643"/>
        </pc:sldMkLst>
      </pc:sldChg>
      <pc:sldChg chg="addSp delSp modSp add mod ord delAnim modAnim">
        <pc:chgData name="Liu,Dr.,Meiruo (HP Medicine) BII-CN-S" userId="ece9aa16-5bba-4d2f-b200-019c8e2ba0a0" providerId="ADAL" clId="{AA0CB14C-24A9-44ED-9312-FD0F82683C0E}" dt="2025-03-17T03:03:12.963" v="13974" actId="20577"/>
        <pc:sldMkLst>
          <pc:docMk/>
          <pc:sldMk cId="694993539" sldId="2147483644"/>
        </pc:sldMkLst>
      </pc:sldChg>
      <pc:sldChg chg="addSp delSp modSp add mod addCm delCm modCm">
        <pc:chgData name="Liu,Dr.,Meiruo (HP Medicine) BII-CN-S" userId="ece9aa16-5bba-4d2f-b200-019c8e2ba0a0" providerId="ADAL" clId="{AA0CB14C-24A9-44ED-9312-FD0F82683C0E}" dt="2025-03-16T14:09:21.707" v="10468" actId="1592"/>
        <pc:sldMkLst>
          <pc:docMk/>
          <pc:sldMk cId="1266111625" sldId="2147483645"/>
        </pc:sldMkLst>
      </pc:sldChg>
      <pc:sldChg chg="addSp delSp modSp add del mod">
        <pc:chgData name="Liu,Dr.,Meiruo (HP Medicine) BII-CN-S" userId="ece9aa16-5bba-4d2f-b200-019c8e2ba0a0" providerId="ADAL" clId="{AA0CB14C-24A9-44ED-9312-FD0F82683C0E}" dt="2025-03-10T13:18:44.353" v="1872" actId="47"/>
        <pc:sldMkLst>
          <pc:docMk/>
          <pc:sldMk cId="2769807617" sldId="2147483645"/>
        </pc:sldMkLst>
      </pc:sldChg>
      <pc:sldChg chg="modSp del mod ord">
        <pc:chgData name="Liu,Dr.,Meiruo (HP Medicine) BII-CN-S" userId="ece9aa16-5bba-4d2f-b200-019c8e2ba0a0" providerId="ADAL" clId="{AA0CB14C-24A9-44ED-9312-FD0F82683C0E}" dt="2025-03-16T15:02:54.990" v="13156" actId="47"/>
        <pc:sldMkLst>
          <pc:docMk/>
          <pc:sldMk cId="3390744139" sldId="2147483646"/>
        </pc:sldMkLst>
      </pc:sldChg>
      <pc:sldChg chg="addSp delSp modSp add mod modAnim">
        <pc:chgData name="Liu,Dr.,Meiruo (HP Medicine) BII-CN-S" userId="ece9aa16-5bba-4d2f-b200-019c8e2ba0a0" providerId="ADAL" clId="{AA0CB14C-24A9-44ED-9312-FD0F82683C0E}" dt="2025-03-17T03:11:05.433" v="13995" actId="20577"/>
        <pc:sldMkLst>
          <pc:docMk/>
          <pc:sldMk cId="569526692" sldId="2147483647"/>
        </pc:sldMkLst>
      </pc:sldChg>
      <pc:sldChg chg="modSp new del mod">
        <pc:chgData name="Liu,Dr.,Meiruo (HP Medicine) BII-CN-S" userId="ece9aa16-5bba-4d2f-b200-019c8e2ba0a0" providerId="ADAL" clId="{AA0CB14C-24A9-44ED-9312-FD0F82683C0E}" dt="2025-03-16T12:04:08.979" v="7321" actId="47"/>
        <pc:sldMkLst>
          <pc:docMk/>
          <pc:sldMk cId="1515698840" sldId="2147483647"/>
        </pc:sldMkLst>
      </pc:sldChg>
      <pc:sldMasterChg chg="delSldLayout">
        <pc:chgData name="Liu,Dr.,Meiruo (HP Medicine) BII-CN-S" userId="ece9aa16-5bba-4d2f-b200-019c8e2ba0a0" providerId="ADAL" clId="{AA0CB14C-24A9-44ED-9312-FD0F82683C0E}" dt="2025-03-10T13:25:09.610" v="1902" actId="47"/>
        <pc:sldMasterMkLst>
          <pc:docMk/>
          <pc:sldMasterMk cId="3416164213" sldId="2147483695"/>
        </pc:sldMasterMkLst>
        <pc:sldLayoutChg chg="del">
          <pc:chgData name="Liu,Dr.,Meiruo (HP Medicine) BII-CN-S" userId="ece9aa16-5bba-4d2f-b200-019c8e2ba0a0" providerId="ADAL" clId="{AA0CB14C-24A9-44ED-9312-FD0F82683C0E}" dt="2025-03-10T13:25:09.610" v="1902" actId="47"/>
          <pc:sldLayoutMkLst>
            <pc:docMk/>
            <pc:sldMasterMk cId="3416164213" sldId="2147483695"/>
            <pc:sldLayoutMk cId="1503811059" sldId="2147484074"/>
          </pc:sldLayoutMkLst>
        </pc:sldLayoutChg>
      </pc:sldMasterChg>
      <pc:sldMasterChg chg="del delSldLayout">
        <pc:chgData name="Liu,Dr.,Meiruo (HP Medicine) BII-CN-S" userId="ece9aa16-5bba-4d2f-b200-019c8e2ba0a0" providerId="ADAL" clId="{AA0CB14C-24A9-44ED-9312-FD0F82683C0E}" dt="2025-03-10T10:30:34.858" v="1565" actId="47"/>
        <pc:sldMasterMkLst>
          <pc:docMk/>
          <pc:sldMasterMk cId="3423128610" sldId="2147483957"/>
        </pc:sldMasterMkLst>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1883144031" sldId="2147483958"/>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512060176" sldId="2147483959"/>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595599665" sldId="2147483960"/>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809096047" sldId="2147483961"/>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739898546" sldId="2147483962"/>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17807906" sldId="2147483963"/>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4074671930" sldId="2147483964"/>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461815960" sldId="2147483965"/>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859256450" sldId="2147483966"/>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1611690703" sldId="2147483967"/>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3821352910" sldId="2147483968"/>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56613690" sldId="2147483969"/>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671036568" sldId="2147483970"/>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1653073905" sldId="2147483971"/>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965729241" sldId="2147483972"/>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319841630" sldId="2147483973"/>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634138870" sldId="2147483974"/>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1878576353" sldId="2147483975"/>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811480302" sldId="2147483976"/>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1075871830" sldId="2147483977"/>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545829902" sldId="2147483978"/>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564395981" sldId="2147483979"/>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3753140264" sldId="2147483980"/>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1792707104" sldId="2147483981"/>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849926329" sldId="2147483982"/>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252662784" sldId="2147483983"/>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958827155" sldId="2147483984"/>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3398257682" sldId="2147483985"/>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3446763611" sldId="2147483986"/>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126176110" sldId="2147483987"/>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684374232" sldId="2147483988"/>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976563042" sldId="2147483989"/>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2288836711" sldId="2147483990"/>
          </pc:sldLayoutMkLst>
        </pc:sldLayoutChg>
        <pc:sldLayoutChg chg="del">
          <pc:chgData name="Liu,Dr.,Meiruo (HP Medicine) BII-CN-S" userId="ece9aa16-5bba-4d2f-b200-019c8e2ba0a0" providerId="ADAL" clId="{AA0CB14C-24A9-44ED-9312-FD0F82683C0E}" dt="2025-03-10T10:30:34.858" v="1565" actId="47"/>
          <pc:sldLayoutMkLst>
            <pc:docMk/>
            <pc:sldMasterMk cId="3423128610" sldId="2147483957"/>
            <pc:sldLayoutMk cId="1189280949" sldId="2147483991"/>
          </pc:sldLayoutMkLst>
        </pc:sldLayoutChg>
      </pc:sldMasterChg>
      <pc:sldMasterChg chg="del delSldLayout">
        <pc:chgData name="Liu,Dr.,Meiruo (HP Medicine) BII-CN-S" userId="ece9aa16-5bba-4d2f-b200-019c8e2ba0a0" providerId="ADAL" clId="{AA0CB14C-24A9-44ED-9312-FD0F82683C0E}" dt="2025-03-10T13:25:18.857" v="1904" actId="47"/>
        <pc:sldMasterMkLst>
          <pc:docMk/>
          <pc:sldMasterMk cId="2451529962" sldId="2147484039"/>
        </pc:sldMasterMkLst>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2641976218" sldId="2147484040"/>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2187067141" sldId="2147484041"/>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1510288319" sldId="2147484042"/>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523286208" sldId="2147484043"/>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839493603" sldId="2147484044"/>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2347714390" sldId="2147484045"/>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2191761434" sldId="2147484046"/>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2532533829" sldId="2147484047"/>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422054341" sldId="2147484048"/>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2020797112" sldId="2147484049"/>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1987143005" sldId="2147484050"/>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783271744" sldId="2147484051"/>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270670359" sldId="2147484052"/>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488070970" sldId="2147484053"/>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557338596" sldId="2147484054"/>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719765897" sldId="2147484055"/>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577679108" sldId="2147484056"/>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841266296" sldId="2147484057"/>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192143344" sldId="2147484058"/>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1818621322" sldId="2147484059"/>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720141789" sldId="2147484060"/>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919298963" sldId="2147484061"/>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748968846" sldId="2147484062"/>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979087300" sldId="2147484063"/>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27520447" sldId="2147484064"/>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516813779" sldId="2147484065"/>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1341365519" sldId="2147484066"/>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007510171" sldId="2147484067"/>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933072282" sldId="2147484068"/>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3020842721" sldId="2147484069"/>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1751327026" sldId="2147484070"/>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1454744138" sldId="2147484071"/>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2586600859" sldId="2147484072"/>
          </pc:sldLayoutMkLst>
        </pc:sldLayoutChg>
        <pc:sldLayoutChg chg="del">
          <pc:chgData name="Liu,Dr.,Meiruo (HP Medicine) BII-CN-S" userId="ece9aa16-5bba-4d2f-b200-019c8e2ba0a0" providerId="ADAL" clId="{AA0CB14C-24A9-44ED-9312-FD0F82683C0E}" dt="2025-03-10T13:25:18.857" v="1904" actId="47"/>
          <pc:sldLayoutMkLst>
            <pc:docMk/>
            <pc:sldMasterMk cId="2451529962" sldId="2147484039"/>
            <pc:sldLayoutMk cId="1339340812" sldId="2147484073"/>
          </pc:sldLayoutMkLst>
        </pc:sldLayoutChg>
      </pc:sldMasterChg>
      <pc:sldMasterChg chg="del delSldLayout">
        <pc:chgData name="Liu,Dr.,Meiruo (HP Medicine) BII-CN-S" userId="ece9aa16-5bba-4d2f-b200-019c8e2ba0a0" providerId="ADAL" clId="{AA0CB14C-24A9-44ED-9312-FD0F82683C0E}" dt="2025-03-10T13:36:50.110" v="2167" actId="47"/>
        <pc:sldMasterMkLst>
          <pc:docMk/>
          <pc:sldMasterMk cId="1283116651" sldId="2147484438"/>
        </pc:sldMasterMkLst>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585217586" sldId="2147484439"/>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2263956594" sldId="2147484440"/>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2469605" sldId="2147484441"/>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518598804" sldId="2147484442"/>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863417371" sldId="2147484443"/>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2537375244" sldId="2147484444"/>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339615405" sldId="2147484445"/>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3997566515" sldId="2147484446"/>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2071051539" sldId="2147484447"/>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2680925602" sldId="2147484448"/>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722009291" sldId="2147484449"/>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2999050493" sldId="2147484450"/>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169773656" sldId="2147484451"/>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2726258454" sldId="2147484452"/>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3633645560" sldId="2147484453"/>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3770592192" sldId="2147484454"/>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728603140" sldId="2147484455"/>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247146812" sldId="2147484456"/>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3327263867" sldId="2147484457"/>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2604230617" sldId="2147484458"/>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737405425" sldId="2147484459"/>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897200922" sldId="2147484460"/>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3129606616" sldId="2147484461"/>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788916131" sldId="2147484462"/>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555406717" sldId="2147484463"/>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881000767" sldId="2147484464"/>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377867980" sldId="2147484465"/>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186504316" sldId="2147484466"/>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3055737244" sldId="2147484467"/>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4207145258" sldId="2147484468"/>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133699157" sldId="2147484469"/>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172172088" sldId="2147484470"/>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3233793426" sldId="2147484471"/>
          </pc:sldLayoutMkLst>
        </pc:sldLayoutChg>
        <pc:sldLayoutChg chg="del">
          <pc:chgData name="Liu,Dr.,Meiruo (HP Medicine) BII-CN-S" userId="ece9aa16-5bba-4d2f-b200-019c8e2ba0a0" providerId="ADAL" clId="{AA0CB14C-24A9-44ED-9312-FD0F82683C0E}" dt="2025-03-10T13:36:50.110" v="2167" actId="47"/>
          <pc:sldLayoutMkLst>
            <pc:docMk/>
            <pc:sldMasterMk cId="1283116651" sldId="2147484438"/>
            <pc:sldLayoutMk cId="2347831418" sldId="2147484472"/>
          </pc:sldLayoutMkLst>
        </pc:sldLayoutChg>
      </pc:sldMasterChg>
      <pc:sldMasterChg chg="del delSldLayout">
        <pc:chgData name="Liu,Dr.,Meiruo (HP Medicine) BII-CN-S" userId="ece9aa16-5bba-4d2f-b200-019c8e2ba0a0" providerId="ADAL" clId="{AA0CB14C-24A9-44ED-9312-FD0F82683C0E}" dt="2025-03-10T13:28:29.785" v="1907" actId="47"/>
        <pc:sldMasterMkLst>
          <pc:docMk/>
          <pc:sldMasterMk cId="1964131435" sldId="2147484473"/>
        </pc:sldMasterMkLst>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170877683" sldId="2147484474"/>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827608323" sldId="2147484475"/>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590012898" sldId="2147484476"/>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2742140668" sldId="2147484477"/>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2359486888" sldId="2147484478"/>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2223450835" sldId="2147484479"/>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683976907" sldId="2147484480"/>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908600748" sldId="2147484481"/>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231082205" sldId="2147484482"/>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996282891" sldId="2147484483"/>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2681448759" sldId="2147484484"/>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2313760731" sldId="2147484485"/>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676964485" sldId="2147484486"/>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651524565" sldId="2147484487"/>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850337623" sldId="2147484488"/>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024618136" sldId="2147484489"/>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781469236" sldId="2147484490"/>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144338593" sldId="2147484491"/>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1463302915" sldId="2147484492"/>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2793073723" sldId="2147484493"/>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4081969980" sldId="2147484494"/>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4018659212" sldId="2147484495"/>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951605498" sldId="2147484496"/>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692262327" sldId="2147484497"/>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1699075446" sldId="2147484498"/>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1804030715" sldId="2147484499"/>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190365699" sldId="2147484500"/>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259399161" sldId="2147484501"/>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114555360" sldId="2147484502"/>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763066742" sldId="2147484503"/>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598625080" sldId="2147484504"/>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2045024522" sldId="2147484505"/>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4070451784" sldId="2147484506"/>
          </pc:sldLayoutMkLst>
        </pc:sldLayoutChg>
        <pc:sldLayoutChg chg="del">
          <pc:chgData name="Liu,Dr.,Meiruo (HP Medicine) BII-CN-S" userId="ece9aa16-5bba-4d2f-b200-019c8e2ba0a0" providerId="ADAL" clId="{AA0CB14C-24A9-44ED-9312-FD0F82683C0E}" dt="2025-03-10T13:28:29.785" v="1907" actId="47"/>
          <pc:sldLayoutMkLst>
            <pc:docMk/>
            <pc:sldMasterMk cId="1964131435" sldId="2147484473"/>
            <pc:sldLayoutMk cId="3997257707" sldId="2147484507"/>
          </pc:sldLayoutMkLst>
        </pc:sldLayoutChg>
      </pc:sldMasterChg>
    </pc:docChg>
  </pc:docChgLst>
  <pc:docChgLst>
    <pc:chgData name="Xiao,Jingbo (HP Medicine) BII-CN-S" userId="240cea10-594f-4a4d-87cc-57b72bd70599" providerId="ADAL" clId="{416E11D0-96C4-466E-8360-7F254FB5BB84}"/>
    <pc:docChg chg="custSel modSld">
      <pc:chgData name="Xiao,Jingbo (HP Medicine) BII-CN-S" userId="240cea10-594f-4a4d-87cc-57b72bd70599" providerId="ADAL" clId="{416E11D0-96C4-466E-8360-7F254FB5BB84}" dt="2025-03-14T08:05:04.832" v="1094" actId="14734"/>
      <pc:docMkLst>
        <pc:docMk/>
      </pc:docMkLst>
      <pc:sldChg chg="addSp delSp modSp mod modNotesTx">
        <pc:chgData name="Xiao,Jingbo (HP Medicine) BII-CN-S" userId="240cea10-594f-4a4d-87cc-57b72bd70599" providerId="ADAL" clId="{416E11D0-96C4-466E-8360-7F254FB5BB84}" dt="2025-03-14T03:24:40.229" v="274" actId="20577"/>
        <pc:sldMkLst>
          <pc:docMk/>
          <pc:sldMk cId="2809235994" sldId="256"/>
        </pc:sldMkLst>
      </pc:sldChg>
      <pc:sldChg chg="modSp mod">
        <pc:chgData name="Xiao,Jingbo (HP Medicine) BII-CN-S" userId="240cea10-594f-4a4d-87cc-57b72bd70599" providerId="ADAL" clId="{416E11D0-96C4-466E-8360-7F254FB5BB84}" dt="2025-03-14T07:40:43.572" v="632" actId="113"/>
        <pc:sldMkLst>
          <pc:docMk/>
          <pc:sldMk cId="2264566531" sldId="258"/>
        </pc:sldMkLst>
      </pc:sldChg>
      <pc:sldChg chg="addSp delSp modSp mod">
        <pc:chgData name="Xiao,Jingbo (HP Medicine) BII-CN-S" userId="240cea10-594f-4a4d-87cc-57b72bd70599" providerId="ADAL" clId="{416E11D0-96C4-466E-8360-7F254FB5BB84}" dt="2025-03-14T08:05:04.832" v="1094" actId="14734"/>
        <pc:sldMkLst>
          <pc:docMk/>
          <pc:sldMk cId="1826413952" sldId="260"/>
        </pc:sldMkLst>
      </pc:sldChg>
    </pc:docChg>
  </pc:docChgLst>
  <pc:docChgLst>
    <pc:chgData name="Xiao,Jingbo (HP Medicine) BII-CN-S" userId="S::jingbo.xiao@boehringer-ingelheim.com::240cea10-594f-4a4d-87cc-57b72bd70599" providerId="AD" clId="Web-{FE0DA507-770F-15E0-8EA6-ACA471F64E0B}"/>
    <pc:docChg chg="modSld">
      <pc:chgData name="Xiao,Jingbo (HP Medicine) BII-CN-S" userId="S::jingbo.xiao@boehringer-ingelheim.com::240cea10-594f-4a4d-87cc-57b72bd70599" providerId="AD" clId="Web-{FE0DA507-770F-15E0-8EA6-ACA471F64E0B}" dt="2025-03-14T07:18:54.029" v="55"/>
      <pc:docMkLst>
        <pc:docMk/>
      </pc:docMkLst>
      <pc:sldChg chg="modSp">
        <pc:chgData name="Xiao,Jingbo (HP Medicine) BII-CN-S" userId="S::jingbo.xiao@boehringer-ingelheim.com::240cea10-594f-4a4d-87cc-57b72bd70599" providerId="AD" clId="Web-{FE0DA507-770F-15E0-8EA6-ACA471F64E0B}" dt="2025-03-14T07:18:54.029" v="55"/>
        <pc:sldMkLst>
          <pc:docMk/>
          <pc:sldMk cId="2264566531" sldId="258"/>
        </pc:sldMkLst>
      </pc:sldChg>
    </pc:docChg>
  </pc:docChgLst>
  <pc:docChgLst>
    <pc:chgData name="Liang,Sarah (HP Medicine) BII-CN-S" userId="b5b94567-963a-4c9d-af99-146fb15290a2" providerId="ADAL" clId="{16EFA209-79DF-4A3E-A828-4197480C6A90}"/>
    <pc:docChg chg="undo custSel addSld modSld">
      <pc:chgData name="Liang,Sarah (HP Medicine) BII-CN-S" userId="b5b94567-963a-4c9d-af99-146fb15290a2" providerId="ADAL" clId="{16EFA209-79DF-4A3E-A828-4197480C6A90}" dt="2025-03-14T07:35:50.819" v="6322" actId="20577"/>
      <pc:docMkLst>
        <pc:docMk/>
      </pc:docMkLst>
      <pc:sldChg chg="addSp delSp modSp mod">
        <pc:chgData name="Liang,Sarah (HP Medicine) BII-CN-S" userId="b5b94567-963a-4c9d-af99-146fb15290a2" providerId="ADAL" clId="{16EFA209-79DF-4A3E-A828-4197480C6A90}" dt="2025-03-14T05:01:24.134" v="5578" actId="6549"/>
        <pc:sldMkLst>
          <pc:docMk/>
          <pc:sldMk cId="2809235994" sldId="256"/>
        </pc:sldMkLst>
      </pc:sldChg>
      <pc:sldChg chg="modSp mod">
        <pc:chgData name="Liang,Sarah (HP Medicine) BII-CN-S" userId="b5b94567-963a-4c9d-af99-146fb15290a2" providerId="ADAL" clId="{16EFA209-79DF-4A3E-A828-4197480C6A90}" dt="2025-03-14T07:35:50.819" v="6322" actId="20577"/>
        <pc:sldMkLst>
          <pc:docMk/>
          <pc:sldMk cId="1826413952" sldId="260"/>
        </pc:sldMkLst>
      </pc:sldChg>
      <pc:sldChg chg="delSp modSp mod">
        <pc:chgData name="Liang,Sarah (HP Medicine) BII-CN-S" userId="b5b94567-963a-4c9d-af99-146fb15290a2" providerId="ADAL" clId="{16EFA209-79DF-4A3E-A828-4197480C6A90}" dt="2025-03-14T05:01:51.992" v="5582" actId="6549"/>
        <pc:sldMkLst>
          <pc:docMk/>
          <pc:sldMk cId="2832997277" sldId="2147475076"/>
        </pc:sldMkLst>
        <pc:spChg chg="mod">
          <ac:chgData name="Liang,Sarah (HP Medicine) BII-CN-S" userId="b5b94567-963a-4c9d-af99-146fb15290a2" providerId="ADAL" clId="{16EFA209-79DF-4A3E-A828-4197480C6A90}" dt="2025-03-13T05:22:32.606" v="5052" actId="1076"/>
          <ac:spMkLst>
            <pc:docMk/>
            <pc:sldMk cId="2832997277" sldId="2147475076"/>
            <ac:spMk id="3" creationId="{74B4EB68-4940-CA60-788A-776149B85632}"/>
          </ac:spMkLst>
        </pc:spChg>
        <pc:graphicFrameChg chg="mod modGraphic">
          <ac:chgData name="Liang,Sarah (HP Medicine) BII-CN-S" userId="b5b94567-963a-4c9d-af99-146fb15290a2" providerId="ADAL" clId="{16EFA209-79DF-4A3E-A828-4197480C6A90}" dt="2025-03-14T05:01:51.992" v="5582" actId="6549"/>
          <ac:graphicFrameMkLst>
            <pc:docMk/>
            <pc:sldMk cId="2832997277" sldId="2147475076"/>
            <ac:graphicFrameMk id="15" creationId="{B16C4F7B-FFC9-8C91-F3C2-0272A3D6E47F}"/>
          </ac:graphicFrameMkLst>
        </pc:graphicFrameChg>
      </pc:sldChg>
      <pc:sldChg chg="modSp mod">
        <pc:chgData name="Liang,Sarah (HP Medicine) BII-CN-S" userId="b5b94567-963a-4c9d-af99-146fb15290a2" providerId="ADAL" clId="{16EFA209-79DF-4A3E-A828-4197480C6A90}" dt="2025-03-14T02:31:39.085" v="5449" actId="20577"/>
        <pc:sldMkLst>
          <pc:docMk/>
          <pc:sldMk cId="1266111625" sldId="2147483645"/>
        </pc:sldMkLst>
      </pc:sldChg>
      <pc:sldChg chg="delSp modSp add mod">
        <pc:chgData name="Liang,Sarah (HP Medicine) BII-CN-S" userId="b5b94567-963a-4c9d-af99-146fb15290a2" providerId="ADAL" clId="{16EFA209-79DF-4A3E-A828-4197480C6A90}" dt="2025-03-14T01:26:38.489" v="5101" actId="20577"/>
        <pc:sldMkLst>
          <pc:docMk/>
          <pc:sldMk cId="3390744139" sldId="2147483646"/>
        </pc:sldMkLst>
      </pc:sldChg>
    </pc:docChg>
  </pc:docChgLst>
  <pc:docChgLst>
    <pc:chgData name="Liu,Dr.,Meiruo (HP Medicine) BII-CN-S" userId="ece9aa16-5bba-4d2f-b200-019c8e2ba0a0" providerId="ADAL" clId="{48C5C785-7AC8-426B-96B8-952F9177D808}"/>
    <pc:docChg chg="addSld modSld">
      <pc:chgData name="Liu,Dr.,Meiruo (HP Medicine) BII-CN-S" userId="ece9aa16-5bba-4d2f-b200-019c8e2ba0a0" providerId="ADAL" clId="{48C5C785-7AC8-426B-96B8-952F9177D808}" dt="2025-05-14T14:14:01.605" v="66" actId="113"/>
      <pc:docMkLst>
        <pc:docMk/>
      </pc:docMkLst>
      <pc:sldChg chg="modSp mod">
        <pc:chgData name="Liu,Dr.,Meiruo (HP Medicine) BII-CN-S" userId="ece9aa16-5bba-4d2f-b200-019c8e2ba0a0" providerId="ADAL" clId="{48C5C785-7AC8-426B-96B8-952F9177D808}" dt="2025-05-14T11:53:18.055" v="46" actId="20577"/>
        <pc:sldMkLst>
          <pc:docMk/>
          <pc:sldMk cId="21358974" sldId="269"/>
        </pc:sldMkLst>
        <pc:spChg chg="mod">
          <ac:chgData name="Liu,Dr.,Meiruo (HP Medicine) BII-CN-S" userId="ece9aa16-5bba-4d2f-b200-019c8e2ba0a0" providerId="ADAL" clId="{48C5C785-7AC8-426B-96B8-952F9177D808}" dt="2025-05-14T11:53:18.055" v="46" actId="20577"/>
          <ac:spMkLst>
            <pc:docMk/>
            <pc:sldMk cId="21358974" sldId="269"/>
            <ac:spMk id="3" creationId="{E590B296-0876-787E-EEE9-C073B432CCCB}"/>
          </ac:spMkLst>
        </pc:spChg>
      </pc:sldChg>
      <pc:sldChg chg="modSp mod">
        <pc:chgData name="Liu,Dr.,Meiruo (HP Medicine) BII-CN-S" userId="ece9aa16-5bba-4d2f-b200-019c8e2ba0a0" providerId="ADAL" clId="{48C5C785-7AC8-426B-96B8-952F9177D808}" dt="2025-05-14T14:11:10.720" v="62" actId="20577"/>
        <pc:sldMkLst>
          <pc:docMk/>
          <pc:sldMk cId="2607541963" sldId="274"/>
        </pc:sldMkLst>
        <pc:graphicFrameChg chg="modGraphic">
          <ac:chgData name="Liu,Dr.,Meiruo (HP Medicine) BII-CN-S" userId="ece9aa16-5bba-4d2f-b200-019c8e2ba0a0" providerId="ADAL" clId="{48C5C785-7AC8-426B-96B8-952F9177D808}" dt="2025-05-14T14:11:10.720" v="62" actId="20577"/>
          <ac:graphicFrameMkLst>
            <pc:docMk/>
            <pc:sldMk cId="2607541963" sldId="274"/>
            <ac:graphicFrameMk id="7" creationId="{644A6EBE-846E-6368-D55D-96452C0E836C}"/>
          </ac:graphicFrameMkLst>
        </pc:graphicFrameChg>
      </pc:sldChg>
      <pc:sldChg chg="modSp mod">
        <pc:chgData name="Liu,Dr.,Meiruo (HP Medicine) BII-CN-S" userId="ece9aa16-5bba-4d2f-b200-019c8e2ba0a0" providerId="ADAL" clId="{48C5C785-7AC8-426B-96B8-952F9177D808}" dt="2025-05-14T14:13:31.113" v="65" actId="113"/>
        <pc:sldMkLst>
          <pc:docMk/>
          <pc:sldMk cId="1988523740" sldId="276"/>
        </pc:sldMkLst>
        <pc:graphicFrameChg chg="modGraphic">
          <ac:chgData name="Liu,Dr.,Meiruo (HP Medicine) BII-CN-S" userId="ece9aa16-5bba-4d2f-b200-019c8e2ba0a0" providerId="ADAL" clId="{48C5C785-7AC8-426B-96B8-952F9177D808}" dt="2025-05-14T14:13:31.113" v="65" actId="113"/>
          <ac:graphicFrameMkLst>
            <pc:docMk/>
            <pc:sldMk cId="1988523740" sldId="276"/>
            <ac:graphicFrameMk id="6" creationId="{1F92A5FB-00BF-1C36-71EE-3B1950EC31E5}"/>
          </ac:graphicFrameMkLst>
        </pc:graphicFrameChg>
      </pc:sldChg>
      <pc:sldChg chg="modSp mod">
        <pc:chgData name="Liu,Dr.,Meiruo (HP Medicine) BII-CN-S" userId="ece9aa16-5bba-4d2f-b200-019c8e2ba0a0" providerId="ADAL" clId="{48C5C785-7AC8-426B-96B8-952F9177D808}" dt="2025-05-14T14:14:01.605" v="66" actId="113"/>
        <pc:sldMkLst>
          <pc:docMk/>
          <pc:sldMk cId="2832997277" sldId="2147475076"/>
        </pc:sldMkLst>
        <pc:graphicFrameChg chg="modGraphic">
          <ac:chgData name="Liu,Dr.,Meiruo (HP Medicine) BII-CN-S" userId="ece9aa16-5bba-4d2f-b200-019c8e2ba0a0" providerId="ADAL" clId="{48C5C785-7AC8-426B-96B8-952F9177D808}" dt="2025-05-14T14:14:01.605" v="66" actId="113"/>
          <ac:graphicFrameMkLst>
            <pc:docMk/>
            <pc:sldMk cId="2832997277" sldId="2147475076"/>
            <ac:graphicFrameMk id="15" creationId="{B16C4F7B-FFC9-8C91-F3C2-0272A3D6E47F}"/>
          </ac:graphicFrameMkLst>
        </pc:graphicFrameChg>
      </pc:sldChg>
      <pc:sldChg chg="modSp mod">
        <pc:chgData name="Liu,Dr.,Meiruo (HP Medicine) BII-CN-S" userId="ece9aa16-5bba-4d2f-b200-019c8e2ba0a0" providerId="ADAL" clId="{48C5C785-7AC8-426B-96B8-952F9177D808}" dt="2025-05-14T11:50:51.714" v="21" actId="1037"/>
        <pc:sldMkLst>
          <pc:docMk/>
          <pc:sldMk cId="900762479" sldId="2147483556"/>
        </pc:sldMkLst>
        <pc:spChg chg="mod">
          <ac:chgData name="Liu,Dr.,Meiruo (HP Medicine) BII-CN-S" userId="ece9aa16-5bba-4d2f-b200-019c8e2ba0a0" providerId="ADAL" clId="{48C5C785-7AC8-426B-96B8-952F9177D808}" dt="2025-05-14T11:50:44.569" v="2" actId="20577"/>
          <ac:spMkLst>
            <pc:docMk/>
            <pc:sldMk cId="900762479" sldId="2147483556"/>
            <ac:spMk id="2" creationId="{1981918F-D4B9-CB22-8347-C74577AED3F9}"/>
          </ac:spMkLst>
        </pc:spChg>
        <pc:spChg chg="mod">
          <ac:chgData name="Liu,Dr.,Meiruo (HP Medicine) BII-CN-S" userId="ece9aa16-5bba-4d2f-b200-019c8e2ba0a0" providerId="ADAL" clId="{48C5C785-7AC8-426B-96B8-952F9177D808}" dt="2025-05-14T11:50:51.714" v="21" actId="1037"/>
          <ac:spMkLst>
            <pc:docMk/>
            <pc:sldMk cId="900762479" sldId="2147483556"/>
            <ac:spMk id="3" creationId="{74B4EB68-4940-CA60-788A-776149B85632}"/>
          </ac:spMkLst>
        </pc:spChg>
      </pc:sldChg>
      <pc:sldChg chg="add">
        <pc:chgData name="Liu,Dr.,Meiruo (HP Medicine) BII-CN-S" userId="ece9aa16-5bba-4d2f-b200-019c8e2ba0a0" providerId="ADAL" clId="{48C5C785-7AC8-426B-96B8-952F9177D808}" dt="2025-05-14T11:49:05.716" v="0"/>
        <pc:sldMkLst>
          <pc:docMk/>
          <pc:sldMk cId="2892015930" sldId="2147483557"/>
        </pc:sldMkLst>
      </pc:sldChg>
    </pc:docChg>
  </pc:docChgLst>
  <pc:docChgLst>
    <pc:chgData name="Liu,Dr.,Meiruo (HP Medicine) BII-CN-S" userId="S::meiruo.liu@boehringer-ingelheim.com::ece9aa16-5bba-4d2f-b200-019c8e2ba0a0" providerId="AD" clId="Web-{ACE6D6C9-10B1-14AB-68B8-2809A078DE95}"/>
    <pc:docChg chg="mod">
      <pc:chgData name="Liu,Dr.,Meiruo (HP Medicine) BII-CN-S" userId="S::meiruo.liu@boehringer-ingelheim.com::ece9aa16-5bba-4d2f-b200-019c8e2ba0a0" providerId="AD" clId="Web-{ACE6D6C9-10B1-14AB-68B8-2809A078DE95}" dt="2025-03-18T04:31:39.484" v="0"/>
      <pc:docMkLst>
        <pc:docMk/>
      </pc:docMkLst>
    </pc:docChg>
  </pc:docChgLst>
  <pc:docChgLst>
    <pc:chgData name="Zhu,Dr.,Freya (HP Medicine) BII-CN-S" userId="ba7ac7f0-888b-42e4-ba04-1b1f5a949861" providerId="ADAL" clId="{AFC5631D-AFF1-4B23-8149-F89F5E2B3DE3}"/>
    <pc:docChg chg="undo custSel modSld">
      <pc:chgData name="Zhu,Dr.,Freya (HP Medicine) BII-CN-S" userId="ba7ac7f0-888b-42e4-ba04-1b1f5a949861" providerId="ADAL" clId="{AFC5631D-AFF1-4B23-8149-F89F5E2B3DE3}" dt="2025-03-17T01:51:57.146" v="3639" actId="20577"/>
      <pc:docMkLst>
        <pc:docMk/>
      </pc:docMkLst>
      <pc:sldChg chg="modSp mod">
        <pc:chgData name="Zhu,Dr.,Freya (HP Medicine) BII-CN-S" userId="ba7ac7f0-888b-42e4-ba04-1b1f5a949861" providerId="ADAL" clId="{AFC5631D-AFF1-4B23-8149-F89F5E2B3DE3}" dt="2025-03-14T08:11:39.699" v="2659" actId="20577"/>
        <pc:sldMkLst>
          <pc:docMk/>
          <pc:sldMk cId="4067704670" sldId="259"/>
        </pc:sldMkLst>
      </pc:sldChg>
      <pc:sldChg chg="modSp mod addCm">
        <pc:chgData name="Zhu,Dr.,Freya (HP Medicine) BII-CN-S" userId="ba7ac7f0-888b-42e4-ba04-1b1f5a949861" providerId="ADAL" clId="{AFC5631D-AFF1-4B23-8149-F89F5E2B3DE3}" dt="2025-03-17T01:22:12.665" v="2883" actId="1589"/>
        <pc:sldMkLst>
          <pc:docMk/>
          <pc:sldMk cId="2051014255" sldId="266"/>
        </pc:sldMkLst>
      </pc:sldChg>
      <pc:sldChg chg="modSp mod addCm">
        <pc:chgData name="Zhu,Dr.,Freya (HP Medicine) BII-CN-S" userId="ba7ac7f0-888b-42e4-ba04-1b1f5a949861" providerId="ADAL" clId="{AFC5631D-AFF1-4B23-8149-F89F5E2B3DE3}" dt="2025-03-17T01:51:57.146" v="3639" actId="20577"/>
        <pc:sldMkLst>
          <pc:docMk/>
          <pc:sldMk cId="21358974" sldId="269"/>
        </pc:sldMkLst>
        <pc:spChg chg="mod">
          <ac:chgData name="Zhu,Dr.,Freya (HP Medicine) BII-CN-S" userId="ba7ac7f0-888b-42e4-ba04-1b1f5a949861" providerId="ADAL" clId="{AFC5631D-AFF1-4B23-8149-F89F5E2B3DE3}" dt="2025-03-17T01:51:57.146" v="3639" actId="20577"/>
          <ac:spMkLst>
            <pc:docMk/>
            <pc:sldMk cId="21358974" sldId="269"/>
            <ac:spMk id="3" creationId="{E590B296-0876-787E-EEE9-C073B432CCCB}"/>
          </ac:spMkLst>
        </pc:spChg>
      </pc:sldChg>
      <pc:sldChg chg="modSp mod addCm">
        <pc:chgData name="Zhu,Dr.,Freya (HP Medicine) BII-CN-S" userId="ba7ac7f0-888b-42e4-ba04-1b1f5a949861" providerId="ADAL" clId="{AFC5631D-AFF1-4B23-8149-F89F5E2B3DE3}" dt="2025-03-17T01:43:03.762" v="3500" actId="1589"/>
        <pc:sldMkLst>
          <pc:docMk/>
          <pc:sldMk cId="900762479" sldId="2147483556"/>
        </pc:sldMkLst>
        <pc:graphicFrameChg chg="mod modGraphic">
          <ac:chgData name="Zhu,Dr.,Freya (HP Medicine) BII-CN-S" userId="ba7ac7f0-888b-42e4-ba04-1b1f5a949861" providerId="ADAL" clId="{AFC5631D-AFF1-4B23-8149-F89F5E2B3DE3}" dt="2025-03-17T01:42:01.345" v="3499" actId="20577"/>
          <ac:graphicFrameMkLst>
            <pc:docMk/>
            <pc:sldMk cId="900762479" sldId="2147483556"/>
            <ac:graphicFrameMk id="15" creationId="{B16C4F7B-FFC9-8C91-F3C2-0272A3D6E47F}"/>
          </ac:graphicFrameMkLst>
        </pc:graphicFrameChg>
      </pc:sldChg>
      <pc:sldChg chg="modSp mod">
        <pc:chgData name="Zhu,Dr.,Freya (HP Medicine) BII-CN-S" userId="ba7ac7f0-888b-42e4-ba04-1b1f5a949861" providerId="ADAL" clId="{AFC5631D-AFF1-4B23-8149-F89F5E2B3DE3}" dt="2025-03-14T06:54:25.374" v="2281" actId="20577"/>
        <pc:sldMkLst>
          <pc:docMk/>
          <pc:sldMk cId="1266111625" sldId="2147483645"/>
        </pc:sldMkLst>
      </pc:sldChg>
    </pc:docChg>
  </pc:docChgLst>
  <pc:docChgLst>
    <pc:chgData name="Lu,Dr.,Jiaqi (HP Medicine) BII-CN-S" userId="8b183601-9cff-443d-8730-90ebdb48edb2" providerId="ADAL" clId="{98AC66BE-5C0C-4BE6-A9DA-985D14E8BD73}"/>
    <pc:docChg chg="undo custSel addSld delSld modSld delMainMaster">
      <pc:chgData name="Lu,Dr.,Jiaqi (HP Medicine) BII-CN-S" userId="8b183601-9cff-443d-8730-90ebdb48edb2" providerId="ADAL" clId="{98AC66BE-5C0C-4BE6-A9DA-985D14E8BD73}" dt="2025-01-10T02:47:52.845" v="1057" actId="20577"/>
      <pc:docMkLst>
        <pc:docMk/>
      </pc:docMkLst>
      <pc:sldChg chg="addSp delSp modSp mod">
        <pc:chgData name="Lu,Dr.,Jiaqi (HP Medicine) BII-CN-S" userId="8b183601-9cff-443d-8730-90ebdb48edb2" providerId="ADAL" clId="{98AC66BE-5C0C-4BE6-A9DA-985D14E8BD73}" dt="2025-01-09T03:34:43.105" v="948" actId="20577"/>
        <pc:sldMkLst>
          <pc:docMk/>
          <pc:sldMk cId="2540160232" sldId="261"/>
        </pc:sldMkLst>
      </pc:sldChg>
      <pc:sldChg chg="add del mod modShow">
        <pc:chgData name="Lu,Dr.,Jiaqi (HP Medicine) BII-CN-S" userId="8b183601-9cff-443d-8730-90ebdb48edb2" providerId="ADAL" clId="{98AC66BE-5C0C-4BE6-A9DA-985D14E8BD73}" dt="2025-01-06T08:33:13.409" v="799" actId="729"/>
        <pc:sldMkLst>
          <pc:docMk/>
          <pc:sldMk cId="496008070" sldId="262"/>
        </pc:sldMkLst>
      </pc:sldChg>
      <pc:sldChg chg="add del mod modAnim modShow">
        <pc:chgData name="Lu,Dr.,Jiaqi (HP Medicine) BII-CN-S" userId="8b183601-9cff-443d-8730-90ebdb48edb2" providerId="ADAL" clId="{98AC66BE-5C0C-4BE6-A9DA-985D14E8BD73}" dt="2025-01-08T02:26:46.140" v="939"/>
        <pc:sldMkLst>
          <pc:docMk/>
          <pc:sldMk cId="3269721463" sldId="272"/>
        </pc:sldMkLst>
      </pc:sldChg>
      <pc:sldChg chg="del">
        <pc:chgData name="Lu,Dr.,Jiaqi (HP Medicine) BII-CN-S" userId="8b183601-9cff-443d-8730-90ebdb48edb2" providerId="ADAL" clId="{98AC66BE-5C0C-4BE6-A9DA-985D14E8BD73}" dt="2025-01-06T07:23:20.397" v="8" actId="47"/>
        <pc:sldMkLst>
          <pc:docMk/>
          <pc:sldMk cId="1898389732" sldId="277"/>
        </pc:sldMkLst>
      </pc:sldChg>
      <pc:sldChg chg="modSp mod">
        <pc:chgData name="Lu,Dr.,Jiaqi (HP Medicine) BII-CN-S" userId="8b183601-9cff-443d-8730-90ebdb48edb2" providerId="ADAL" clId="{98AC66BE-5C0C-4BE6-A9DA-985D14E8BD73}" dt="2025-01-06T07:23:09.597" v="7" actId="1076"/>
        <pc:sldMkLst>
          <pc:docMk/>
          <pc:sldMk cId="3752021710" sldId="284"/>
        </pc:sldMkLst>
      </pc:sldChg>
      <pc:sldChg chg="modSp mod">
        <pc:chgData name="Lu,Dr.,Jiaqi (HP Medicine) BII-CN-S" userId="8b183601-9cff-443d-8730-90ebdb48edb2" providerId="ADAL" clId="{98AC66BE-5C0C-4BE6-A9DA-985D14E8BD73}" dt="2024-12-30T01:59:31.063" v="6" actId="20577"/>
        <pc:sldMkLst>
          <pc:docMk/>
          <pc:sldMk cId="1922158299" sldId="9848"/>
        </pc:sldMkLst>
      </pc:sldChg>
      <pc:sldChg chg="add del">
        <pc:chgData name="Lu,Dr.,Jiaqi (HP Medicine) BII-CN-S" userId="8b183601-9cff-443d-8730-90ebdb48edb2" providerId="ADAL" clId="{98AC66BE-5C0C-4BE6-A9DA-985D14E8BD73}" dt="2025-01-06T08:07:54.037" v="569" actId="47"/>
        <pc:sldMkLst>
          <pc:docMk/>
          <pc:sldMk cId="2017008311" sldId="2147377894"/>
        </pc:sldMkLst>
      </pc:sldChg>
      <pc:sldChg chg="addSp modSp mod">
        <pc:chgData name="Lu,Dr.,Jiaqi (HP Medicine) BII-CN-S" userId="8b183601-9cff-443d-8730-90ebdb48edb2" providerId="ADAL" clId="{98AC66BE-5C0C-4BE6-A9DA-985D14E8BD73}" dt="2025-01-10T01:49:37.227" v="986" actId="20577"/>
        <pc:sldMkLst>
          <pc:docMk/>
          <pc:sldMk cId="2832997277" sldId="2147475076"/>
        </pc:sldMkLst>
      </pc:sldChg>
      <pc:sldChg chg="del">
        <pc:chgData name="Lu,Dr.,Jiaqi (HP Medicine) BII-CN-S" userId="8b183601-9cff-443d-8730-90ebdb48edb2" providerId="ADAL" clId="{98AC66BE-5C0C-4BE6-A9DA-985D14E8BD73}" dt="2025-01-06T08:08:07.957" v="571" actId="47"/>
        <pc:sldMkLst>
          <pc:docMk/>
          <pc:sldMk cId="37323011" sldId="2147483417"/>
        </pc:sldMkLst>
      </pc:sldChg>
      <pc:sldChg chg="del">
        <pc:chgData name="Lu,Dr.,Jiaqi (HP Medicine) BII-CN-S" userId="8b183601-9cff-443d-8730-90ebdb48edb2" providerId="ADAL" clId="{98AC66BE-5C0C-4BE6-A9DA-985D14E8BD73}" dt="2025-01-06T08:08:07.957" v="571" actId="47"/>
        <pc:sldMkLst>
          <pc:docMk/>
          <pc:sldMk cId="325318185" sldId="2147483418"/>
        </pc:sldMkLst>
      </pc:sldChg>
      <pc:sldChg chg="del">
        <pc:chgData name="Lu,Dr.,Jiaqi (HP Medicine) BII-CN-S" userId="8b183601-9cff-443d-8730-90ebdb48edb2" providerId="ADAL" clId="{98AC66BE-5C0C-4BE6-A9DA-985D14E8BD73}" dt="2025-01-06T07:47:39.509" v="297" actId="47"/>
        <pc:sldMkLst>
          <pc:docMk/>
          <pc:sldMk cId="1081741964" sldId="2147483530"/>
        </pc:sldMkLst>
      </pc:sldChg>
      <pc:sldChg chg="del">
        <pc:chgData name="Lu,Dr.,Jiaqi (HP Medicine) BII-CN-S" userId="8b183601-9cff-443d-8730-90ebdb48edb2" providerId="ADAL" clId="{98AC66BE-5C0C-4BE6-A9DA-985D14E8BD73}" dt="2025-01-06T08:07:41.599" v="566" actId="47"/>
        <pc:sldMkLst>
          <pc:docMk/>
          <pc:sldMk cId="3627611205" sldId="2147483555"/>
        </pc:sldMkLst>
      </pc:sldChg>
      <pc:sldChg chg="modSp mod">
        <pc:chgData name="Lu,Dr.,Jiaqi (HP Medicine) BII-CN-S" userId="8b183601-9cff-443d-8730-90ebdb48edb2" providerId="ADAL" clId="{98AC66BE-5C0C-4BE6-A9DA-985D14E8BD73}" dt="2025-01-10T02:47:52.845" v="1057" actId="20577"/>
        <pc:sldMkLst>
          <pc:docMk/>
          <pc:sldMk cId="900762479" sldId="2147483556"/>
        </pc:sldMkLst>
      </pc:sldChg>
      <pc:sldChg chg="del">
        <pc:chgData name="Lu,Dr.,Jiaqi (HP Medicine) BII-CN-S" userId="8b183601-9cff-443d-8730-90ebdb48edb2" providerId="ADAL" clId="{98AC66BE-5C0C-4BE6-A9DA-985D14E8BD73}" dt="2025-01-06T08:08:07.957" v="571" actId="47"/>
        <pc:sldMkLst>
          <pc:docMk/>
          <pc:sldMk cId="644831981" sldId="2147483577"/>
        </pc:sldMkLst>
      </pc:sldChg>
      <pc:sldChg chg="del">
        <pc:chgData name="Lu,Dr.,Jiaqi (HP Medicine) BII-CN-S" userId="8b183601-9cff-443d-8730-90ebdb48edb2" providerId="ADAL" clId="{98AC66BE-5C0C-4BE6-A9DA-985D14E8BD73}" dt="2025-01-06T08:07:55.343" v="570" actId="47"/>
        <pc:sldMkLst>
          <pc:docMk/>
          <pc:sldMk cId="3404989429" sldId="2147483580"/>
        </pc:sldMkLst>
      </pc:sldChg>
      <pc:sldChg chg="add del mod modShow">
        <pc:chgData name="Lu,Dr.,Jiaqi (HP Medicine) BII-CN-S" userId="8b183601-9cff-443d-8730-90ebdb48edb2" providerId="ADAL" clId="{98AC66BE-5C0C-4BE6-A9DA-985D14E8BD73}" dt="2025-01-09T03:35:12.989" v="952" actId="729"/>
        <pc:sldMkLst>
          <pc:docMk/>
          <pc:sldMk cId="1846312052" sldId="2147483581"/>
        </pc:sldMkLst>
      </pc:sldChg>
      <pc:sldChg chg="add del mod modShow">
        <pc:chgData name="Lu,Dr.,Jiaqi (HP Medicine) BII-CN-S" userId="8b183601-9cff-443d-8730-90ebdb48edb2" providerId="ADAL" clId="{98AC66BE-5C0C-4BE6-A9DA-985D14E8BD73}" dt="2025-01-06T08:33:22.790" v="803" actId="729"/>
        <pc:sldMkLst>
          <pc:docMk/>
          <pc:sldMk cId="2453017457" sldId="2147483599"/>
        </pc:sldMkLst>
      </pc:sldChg>
      <pc:sldChg chg="add del mod modAnim modShow">
        <pc:chgData name="Lu,Dr.,Jiaqi (HP Medicine) BII-CN-S" userId="8b183601-9cff-443d-8730-90ebdb48edb2" providerId="ADAL" clId="{98AC66BE-5C0C-4BE6-A9DA-985D14E8BD73}" dt="2025-01-08T02:26:41.610" v="938"/>
        <pc:sldMkLst>
          <pc:docMk/>
          <pc:sldMk cId="2951818869" sldId="2147483643"/>
        </pc:sldMkLst>
      </pc:sldChg>
      <pc:sldMasterChg chg="del delSldLayout">
        <pc:chgData name="Lu,Dr.,Jiaqi (HP Medicine) BII-CN-S" userId="8b183601-9cff-443d-8730-90ebdb48edb2" providerId="ADAL" clId="{98AC66BE-5C0C-4BE6-A9DA-985D14E8BD73}" dt="2025-01-06T08:07:41.599" v="566" actId="47"/>
        <pc:sldMasterMkLst>
          <pc:docMk/>
          <pc:sldMasterMk cId="2662191255" sldId="2147484183"/>
        </pc:sldMasterMkLst>
        <pc:sldLayoutChg chg="del">
          <pc:chgData name="Lu,Dr.,Jiaqi (HP Medicine) BII-CN-S" userId="8b183601-9cff-443d-8730-90ebdb48edb2" providerId="ADAL" clId="{98AC66BE-5C0C-4BE6-A9DA-985D14E8BD73}" dt="2025-01-06T08:07:41.599" v="566" actId="47"/>
          <pc:sldLayoutMkLst>
            <pc:docMk/>
            <pc:sldMasterMk cId="2662191255" sldId="2147484183"/>
            <pc:sldLayoutMk cId="3212228162" sldId="2147484184"/>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708712429" sldId="2147484185"/>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403938034" sldId="2147484186"/>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3816034944" sldId="2147484187"/>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3953399210" sldId="2147484188"/>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3915558411" sldId="2147484189"/>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249981043" sldId="2147484190"/>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513699153" sldId="2147484191"/>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808014763" sldId="2147484192"/>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374376906" sldId="2147484193"/>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178280402" sldId="2147484194"/>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4242090730" sldId="2147484195"/>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640775575" sldId="2147484196"/>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1356950815" sldId="2147484197"/>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878803817" sldId="2147484198"/>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697992900" sldId="2147484199"/>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1676370180" sldId="2147484200"/>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3652503049" sldId="2147484201"/>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193306005" sldId="2147484202"/>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039493358" sldId="2147484203"/>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235746598" sldId="2147484204"/>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3594629579" sldId="2147484205"/>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875178381" sldId="2147484206"/>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1708491315" sldId="2147484207"/>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3003150712" sldId="2147484208"/>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928149976" sldId="2147484209"/>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3419965495" sldId="2147484210"/>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964575246" sldId="2147484211"/>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845259371" sldId="2147484212"/>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1771616964" sldId="2147484213"/>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1047123406" sldId="2147484214"/>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4183566196" sldId="2147484215"/>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2775078180" sldId="2147484216"/>
          </pc:sldLayoutMkLst>
        </pc:sldLayoutChg>
        <pc:sldLayoutChg chg="del">
          <pc:chgData name="Lu,Dr.,Jiaqi (HP Medicine) BII-CN-S" userId="8b183601-9cff-443d-8730-90ebdb48edb2" providerId="ADAL" clId="{98AC66BE-5C0C-4BE6-A9DA-985D14E8BD73}" dt="2025-01-06T08:07:41.599" v="566" actId="47"/>
          <pc:sldLayoutMkLst>
            <pc:docMk/>
            <pc:sldMasterMk cId="2662191255" sldId="2147484183"/>
            <pc:sldLayoutMk cId="305193919" sldId="2147484217"/>
          </pc:sldLayoutMkLst>
        </pc:sldLayoutChg>
      </pc:sldMasterChg>
      <pc:sldMasterChg chg="del delSldLayout">
        <pc:chgData name="Lu,Dr.,Jiaqi (HP Medicine) BII-CN-S" userId="8b183601-9cff-443d-8730-90ebdb48edb2" providerId="ADAL" clId="{98AC66BE-5C0C-4BE6-A9DA-985D14E8BD73}" dt="2025-01-06T08:08:07.957" v="571" actId="47"/>
        <pc:sldMasterMkLst>
          <pc:docMk/>
          <pc:sldMasterMk cId="1729925882" sldId="2147484247"/>
        </pc:sldMasterMkLst>
        <pc:sldLayoutChg chg="del">
          <pc:chgData name="Lu,Dr.,Jiaqi (HP Medicine) BII-CN-S" userId="8b183601-9cff-443d-8730-90ebdb48edb2" providerId="ADAL" clId="{98AC66BE-5C0C-4BE6-A9DA-985D14E8BD73}" dt="2025-01-06T08:08:07.957" v="571" actId="47"/>
          <pc:sldLayoutMkLst>
            <pc:docMk/>
            <pc:sldMasterMk cId="1729925882" sldId="2147484247"/>
            <pc:sldLayoutMk cId="1358070066" sldId="2147484248"/>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1791409219" sldId="2147484249"/>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90291797" sldId="2147484250"/>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2515586413" sldId="2147484251"/>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1468120880" sldId="2147484252"/>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807125107" sldId="2147484253"/>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350955885" sldId="2147484254"/>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4048430983" sldId="2147484255"/>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2129257377" sldId="2147484256"/>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3907898973" sldId="2147484257"/>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415547168" sldId="2147484258"/>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2023715834" sldId="2147484259"/>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2313994157" sldId="2147484260"/>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4058491343" sldId="2147484261"/>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2759175919" sldId="2147484262"/>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1270400982" sldId="2147484263"/>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3398329340" sldId="2147484264"/>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3557627171" sldId="2147484265"/>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300764921" sldId="2147484266"/>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1794237798" sldId="2147484267"/>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57498481" sldId="2147484268"/>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168898790" sldId="2147484269"/>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879568512" sldId="2147484270"/>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3221860125" sldId="2147484271"/>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2287866373" sldId="2147484272"/>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2109945336" sldId="2147484273"/>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1481380269" sldId="2147484274"/>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279533105" sldId="2147484275"/>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4179048536" sldId="2147484276"/>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3207177690" sldId="2147484277"/>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1797860718" sldId="2147484278"/>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1907066084" sldId="2147484279"/>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621216172" sldId="2147484280"/>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785583148" sldId="2147484281"/>
          </pc:sldLayoutMkLst>
        </pc:sldLayoutChg>
        <pc:sldLayoutChg chg="del">
          <pc:chgData name="Lu,Dr.,Jiaqi (HP Medicine) BII-CN-S" userId="8b183601-9cff-443d-8730-90ebdb48edb2" providerId="ADAL" clId="{98AC66BE-5C0C-4BE6-A9DA-985D14E8BD73}" dt="2025-01-06T08:08:07.957" v="571" actId="47"/>
          <pc:sldLayoutMkLst>
            <pc:docMk/>
            <pc:sldMasterMk cId="1729925882" sldId="2147484247"/>
            <pc:sldLayoutMk cId="3490031506" sldId="2147484282"/>
          </pc:sldLayoutMkLst>
        </pc:sldLayoutChg>
      </pc:sldMasterChg>
      <pc:sldMasterChg chg="del delSldLayout">
        <pc:chgData name="Lu,Dr.,Jiaqi (HP Medicine) BII-CN-S" userId="8b183601-9cff-443d-8730-90ebdb48edb2" providerId="ADAL" clId="{98AC66BE-5C0C-4BE6-A9DA-985D14E8BD73}" dt="2025-01-06T07:47:39.509" v="297" actId="47"/>
        <pc:sldMasterMkLst>
          <pc:docMk/>
          <pc:sldMasterMk cId="712453726" sldId="2147484367"/>
        </pc:sldMasterMkLst>
        <pc:sldLayoutChg chg="del">
          <pc:chgData name="Lu,Dr.,Jiaqi (HP Medicine) BII-CN-S" userId="8b183601-9cff-443d-8730-90ebdb48edb2" providerId="ADAL" clId="{98AC66BE-5C0C-4BE6-A9DA-985D14E8BD73}" dt="2025-01-06T07:47:39.509" v="297" actId="47"/>
          <pc:sldLayoutMkLst>
            <pc:docMk/>
            <pc:sldMasterMk cId="712453726" sldId="2147484367"/>
            <pc:sldLayoutMk cId="397700132" sldId="2147484368"/>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2180027513" sldId="2147484369"/>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488679289" sldId="2147484370"/>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3880537224" sldId="2147484371"/>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614139116" sldId="2147484372"/>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296863767" sldId="2147484373"/>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434704576" sldId="2147484374"/>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689501332" sldId="2147484375"/>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552626709" sldId="2147484376"/>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3875564642" sldId="2147484377"/>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4234501751" sldId="2147484378"/>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269306003" sldId="2147484379"/>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371260842" sldId="2147484380"/>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968350231" sldId="2147484381"/>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941082670" sldId="2147484382"/>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379126308" sldId="2147484383"/>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764156170" sldId="2147484384"/>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970674752" sldId="2147484385"/>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308030110" sldId="2147484386"/>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4171764157" sldId="2147484387"/>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832397816" sldId="2147484388"/>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723009820" sldId="2147484389"/>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725429642" sldId="2147484390"/>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619454209" sldId="2147484391"/>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2709722733" sldId="2147484392"/>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2039737642" sldId="2147484393"/>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4220643188" sldId="2147484394"/>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4236596389" sldId="2147484395"/>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967088668" sldId="2147484396"/>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879545370" sldId="2147484397"/>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936692286" sldId="2147484398"/>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3097222677" sldId="2147484399"/>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2438521867" sldId="2147484400"/>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1467882489" sldId="2147484401"/>
          </pc:sldLayoutMkLst>
        </pc:sldLayoutChg>
        <pc:sldLayoutChg chg="del">
          <pc:chgData name="Lu,Dr.,Jiaqi (HP Medicine) BII-CN-S" userId="8b183601-9cff-443d-8730-90ebdb48edb2" providerId="ADAL" clId="{98AC66BE-5C0C-4BE6-A9DA-985D14E8BD73}" dt="2025-01-06T07:47:39.509" v="297" actId="47"/>
          <pc:sldLayoutMkLst>
            <pc:docMk/>
            <pc:sldMasterMk cId="712453726" sldId="2147484367"/>
            <pc:sldLayoutMk cId="843770165" sldId="2147484402"/>
          </pc:sldLayoutMkLst>
        </pc:sldLayoutChg>
      </pc:sldMasterChg>
    </pc:docChg>
  </pc:docChgLst>
  <pc:docChgLst>
    <pc:chgData name="Zhu,Dr.,Freya (HP Medicine) BII-CN-S" userId="S::freya.zhu@boehringer-ingelheim.com::ba7ac7f0-888b-42e4-ba04-1b1f5a949861" providerId="AD" clId="Web-{21F7D623-D853-BA04-10AB-C3A6FE791179}"/>
    <pc:docChg chg="modSld">
      <pc:chgData name="Zhu,Dr.,Freya (HP Medicine) BII-CN-S" userId="S::freya.zhu@boehringer-ingelheim.com::ba7ac7f0-888b-42e4-ba04-1b1f5a949861" providerId="AD" clId="Web-{21F7D623-D853-BA04-10AB-C3A6FE791179}" dt="2025-03-14T02:12:44.164" v="1"/>
      <pc:docMkLst>
        <pc:docMk/>
      </pc:docMkLst>
      <pc:sldChg chg="modSp">
        <pc:chgData name="Zhu,Dr.,Freya (HP Medicine) BII-CN-S" userId="S::freya.zhu@boehringer-ingelheim.com::ba7ac7f0-888b-42e4-ba04-1b1f5a949861" providerId="AD" clId="Web-{21F7D623-D853-BA04-10AB-C3A6FE791179}" dt="2025-03-14T02:12:44.164" v="1"/>
        <pc:sldMkLst>
          <pc:docMk/>
          <pc:sldMk cId="1266111625" sldId="2147483645"/>
        </pc:sldMkLst>
      </pc:sldChg>
    </pc:docChg>
  </pc:docChgLst>
  <pc:docChgLst>
    <pc:chgData name="Xiao,Jingbo (HP Medicine) BII-CN-S" userId="S::jingbo.xiao@boehringer-ingelheim.com::240cea10-594f-4a4d-87cc-57b72bd70599" providerId="AD" clId="Web-{C16AC5CF-C6D7-9AEE-5BAC-DDCDF066F5E4}"/>
    <pc:docChg chg="modSld">
      <pc:chgData name="Xiao,Jingbo (HP Medicine) BII-CN-S" userId="S::jingbo.xiao@boehringer-ingelheim.com::240cea10-594f-4a4d-87cc-57b72bd70599" providerId="AD" clId="Web-{C16AC5CF-C6D7-9AEE-5BAC-DDCDF066F5E4}" dt="2025-03-14T01:27:52.127" v="89"/>
      <pc:docMkLst>
        <pc:docMk/>
      </pc:docMkLst>
      <pc:sldChg chg="modSp">
        <pc:chgData name="Xiao,Jingbo (HP Medicine) BII-CN-S" userId="S::jingbo.xiao@boehringer-ingelheim.com::240cea10-594f-4a4d-87cc-57b72bd70599" providerId="AD" clId="Web-{C16AC5CF-C6D7-9AEE-5BAC-DDCDF066F5E4}" dt="2025-03-14T01:27:52.127" v="89"/>
        <pc:sldMkLst>
          <pc:docMk/>
          <pc:sldMk cId="2809235994" sldId="256"/>
        </pc:sldMkLst>
      </pc:sldChg>
    </pc:docChg>
  </pc:docChgLst>
  <pc:docChgLst>
    <pc:chgData name="Zhu,Dr.,Freya (HP Medicine) BII-CN-S" userId="S::freya.zhu@boehringer-ingelheim.com::ba7ac7f0-888b-42e4-ba04-1b1f5a949861" providerId="AD" clId="Web-{C5460D07-7160-E2FD-8AB4-7C637B42F4C8}"/>
    <pc:docChg chg="modSld">
      <pc:chgData name="Zhu,Dr.,Freya (HP Medicine) BII-CN-S" userId="S::freya.zhu@boehringer-ingelheim.com::ba7ac7f0-888b-42e4-ba04-1b1f5a949861" providerId="AD" clId="Web-{C5460D07-7160-E2FD-8AB4-7C637B42F4C8}" dt="2025-03-18T03:15:28.712" v="158" actId="20577"/>
      <pc:docMkLst>
        <pc:docMk/>
      </pc:docMkLst>
      <pc:sldChg chg="modSp">
        <pc:chgData name="Zhu,Dr.,Freya (HP Medicine) BII-CN-S" userId="S::freya.zhu@boehringer-ingelheim.com::ba7ac7f0-888b-42e4-ba04-1b1f5a949861" providerId="AD" clId="Web-{C5460D07-7160-E2FD-8AB4-7C637B42F4C8}" dt="2025-03-18T03:15:28.712" v="158" actId="20577"/>
        <pc:sldMkLst>
          <pc:docMk/>
          <pc:sldMk cId="21358974" sldId="269"/>
        </pc:sldMkLst>
        <pc:spChg chg="mod">
          <ac:chgData name="Zhu,Dr.,Freya (HP Medicine) BII-CN-S" userId="S::freya.zhu@boehringer-ingelheim.com::ba7ac7f0-888b-42e4-ba04-1b1f5a949861" providerId="AD" clId="Web-{C5460D07-7160-E2FD-8AB4-7C637B42F4C8}" dt="2025-03-18T03:15:28.712" v="158" actId="20577"/>
          <ac:spMkLst>
            <pc:docMk/>
            <pc:sldMk cId="21358974" sldId="269"/>
            <ac:spMk id="3" creationId="{E590B296-0876-787E-EEE9-C073B432CCCB}"/>
          </ac:spMkLst>
        </pc:spChg>
      </pc:sldChg>
      <pc:sldChg chg="modSp">
        <pc:chgData name="Zhu,Dr.,Freya (HP Medicine) BII-CN-S" userId="S::freya.zhu@boehringer-ingelheim.com::ba7ac7f0-888b-42e4-ba04-1b1f5a949861" providerId="AD" clId="Web-{C5460D07-7160-E2FD-8AB4-7C637B42F4C8}" dt="2025-03-18T01:20:26.518" v="1"/>
        <pc:sldMkLst>
          <pc:docMk/>
          <pc:sldMk cId="900762479" sldId="2147483556"/>
        </pc:sldMkLst>
        <pc:graphicFrameChg chg="mod modGraphic">
          <ac:chgData name="Zhu,Dr.,Freya (HP Medicine) BII-CN-S" userId="S::freya.zhu@boehringer-ingelheim.com::ba7ac7f0-888b-42e4-ba04-1b1f5a949861" providerId="AD" clId="Web-{C5460D07-7160-E2FD-8AB4-7C637B42F4C8}" dt="2025-03-18T01:20:26.518" v="1"/>
          <ac:graphicFrameMkLst>
            <pc:docMk/>
            <pc:sldMk cId="900762479" sldId="2147483556"/>
            <ac:graphicFrameMk id="15" creationId="{B16C4F7B-FFC9-8C91-F3C2-0272A3D6E47F}"/>
          </ac:graphicFrameMkLst>
        </pc:graphicFrameChg>
      </pc:sldChg>
    </pc:docChg>
  </pc:docChgLst>
  <pc:docChgLst>
    <pc:chgData name="Lu,Dr.,Jiaqi (HP Medicine) BII-CN-S" userId="8b183601-9cff-443d-8730-90ebdb48edb2" providerId="ADAL" clId="{C84C0E21-7C4A-44DA-AC58-2345E3FACC3E}"/>
    <pc:docChg chg="undo redo custSel addSld delSld modSld sldOrd delMainMaster">
      <pc:chgData name="Lu,Dr.,Jiaqi (HP Medicine) BII-CN-S" userId="8b183601-9cff-443d-8730-90ebdb48edb2" providerId="ADAL" clId="{C84C0E21-7C4A-44DA-AC58-2345E3FACC3E}" dt="2024-09-13T01:23:15.479" v="563"/>
      <pc:docMkLst>
        <pc:docMk/>
      </pc:docMkLst>
      <pc:sldChg chg="del mod modShow">
        <pc:chgData name="Lu,Dr.,Jiaqi (HP Medicine) BII-CN-S" userId="8b183601-9cff-443d-8730-90ebdb48edb2" providerId="ADAL" clId="{C84C0E21-7C4A-44DA-AC58-2345E3FACC3E}" dt="2024-09-12T01:40:13.371" v="555" actId="47"/>
        <pc:sldMkLst>
          <pc:docMk/>
          <pc:sldMk cId="1716011912" sldId="257"/>
        </pc:sldMkLst>
      </pc:sldChg>
      <pc:sldChg chg="del">
        <pc:chgData name="Lu,Dr.,Jiaqi (HP Medicine) BII-CN-S" userId="8b183601-9cff-443d-8730-90ebdb48edb2" providerId="ADAL" clId="{C84C0E21-7C4A-44DA-AC58-2345E3FACC3E}" dt="2024-09-11T01:35:13.482" v="454" actId="47"/>
        <pc:sldMkLst>
          <pc:docMk/>
          <pc:sldMk cId="1664049339" sldId="258"/>
        </pc:sldMkLst>
      </pc:sldChg>
      <pc:sldChg chg="modSp add mod modShow">
        <pc:chgData name="Lu,Dr.,Jiaqi (HP Medicine) BII-CN-S" userId="8b183601-9cff-443d-8730-90ebdb48edb2" providerId="ADAL" clId="{C84C0E21-7C4A-44DA-AC58-2345E3FACC3E}" dt="2024-09-12T01:40:24.819" v="556" actId="207"/>
        <pc:sldMkLst>
          <pc:docMk/>
          <pc:sldMk cId="2826272175" sldId="258"/>
        </pc:sldMkLst>
      </pc:sldChg>
      <pc:sldChg chg="del mod modShow">
        <pc:chgData name="Lu,Dr.,Jiaqi (HP Medicine) BII-CN-S" userId="8b183601-9cff-443d-8730-90ebdb48edb2" providerId="ADAL" clId="{C84C0E21-7C4A-44DA-AC58-2345E3FACC3E}" dt="2024-09-11T02:22:03.078" v="466" actId="47"/>
        <pc:sldMkLst>
          <pc:docMk/>
          <pc:sldMk cId="1228983579" sldId="259"/>
        </pc:sldMkLst>
      </pc:sldChg>
      <pc:sldChg chg="add">
        <pc:chgData name="Lu,Dr.,Jiaqi (HP Medicine) BII-CN-S" userId="8b183601-9cff-443d-8730-90ebdb48edb2" providerId="ADAL" clId="{C84C0E21-7C4A-44DA-AC58-2345E3FACC3E}" dt="2024-09-11T01:23:12.156" v="443"/>
        <pc:sldMkLst>
          <pc:docMk/>
          <pc:sldMk cId="695041687" sldId="260"/>
        </pc:sldMkLst>
      </pc:sldChg>
      <pc:sldChg chg="add del">
        <pc:chgData name="Lu,Dr.,Jiaqi (HP Medicine) BII-CN-S" userId="8b183601-9cff-443d-8730-90ebdb48edb2" providerId="ADAL" clId="{C84C0E21-7C4A-44DA-AC58-2345E3FACC3E}" dt="2024-09-10T16:01:58.542" v="252" actId="47"/>
        <pc:sldMkLst>
          <pc:docMk/>
          <pc:sldMk cId="883966983" sldId="260"/>
        </pc:sldMkLst>
      </pc:sldChg>
      <pc:sldChg chg="add del">
        <pc:chgData name="Lu,Dr.,Jiaqi (HP Medicine) BII-CN-S" userId="8b183601-9cff-443d-8730-90ebdb48edb2" providerId="ADAL" clId="{C84C0E21-7C4A-44DA-AC58-2345E3FACC3E}" dt="2024-09-11T01:23:12.053" v="442"/>
        <pc:sldMkLst>
          <pc:docMk/>
          <pc:sldMk cId="1018806120" sldId="260"/>
        </pc:sldMkLst>
      </pc:sldChg>
      <pc:sldChg chg="modSp mod">
        <pc:chgData name="Lu,Dr.,Jiaqi (HP Medicine) BII-CN-S" userId="8b183601-9cff-443d-8730-90ebdb48edb2" providerId="ADAL" clId="{C84C0E21-7C4A-44DA-AC58-2345E3FACC3E}" dt="2024-09-11T08:29:12.614" v="545" actId="14734"/>
        <pc:sldMkLst>
          <pc:docMk/>
          <pc:sldMk cId="2540160232" sldId="261"/>
        </pc:sldMkLst>
      </pc:sldChg>
      <pc:sldChg chg="del">
        <pc:chgData name="Lu,Dr.,Jiaqi (HP Medicine) BII-CN-S" userId="8b183601-9cff-443d-8730-90ebdb48edb2" providerId="ADAL" clId="{C84C0E21-7C4A-44DA-AC58-2345E3FACC3E}" dt="2024-09-11T01:35:11.830" v="453" actId="47"/>
        <pc:sldMkLst>
          <pc:docMk/>
          <pc:sldMk cId="496008070" sldId="262"/>
        </pc:sldMkLst>
      </pc:sldChg>
      <pc:sldChg chg="add del">
        <pc:chgData name="Lu,Dr.,Jiaqi (HP Medicine) BII-CN-S" userId="8b183601-9cff-443d-8730-90ebdb48edb2" providerId="ADAL" clId="{C84C0E21-7C4A-44DA-AC58-2345E3FACC3E}" dt="2024-09-10T15:58:51.352" v="199" actId="47"/>
        <pc:sldMkLst>
          <pc:docMk/>
          <pc:sldMk cId="763459277" sldId="263"/>
        </pc:sldMkLst>
      </pc:sldChg>
      <pc:sldChg chg="modSp add del mod modShow">
        <pc:chgData name="Lu,Dr.,Jiaqi (HP Medicine) BII-CN-S" userId="8b183601-9cff-443d-8730-90ebdb48edb2" providerId="ADAL" clId="{C84C0E21-7C4A-44DA-AC58-2345E3FACC3E}" dt="2024-09-10T16:03:26.708" v="274" actId="729"/>
        <pc:sldMkLst>
          <pc:docMk/>
          <pc:sldMk cId="1896341294" sldId="263"/>
        </pc:sldMkLst>
      </pc:sldChg>
      <pc:sldChg chg="add del">
        <pc:chgData name="Lu,Dr.,Jiaqi (HP Medicine) BII-CN-S" userId="8b183601-9cff-443d-8730-90ebdb48edb2" providerId="ADAL" clId="{C84C0E21-7C4A-44DA-AC58-2345E3FACC3E}" dt="2024-09-10T15:59:37.399" v="209"/>
        <pc:sldMkLst>
          <pc:docMk/>
          <pc:sldMk cId="3767846180" sldId="263"/>
        </pc:sldMkLst>
      </pc:sldChg>
      <pc:sldChg chg="add">
        <pc:chgData name="Lu,Dr.,Jiaqi (HP Medicine) BII-CN-S" userId="8b183601-9cff-443d-8730-90ebdb48edb2" providerId="ADAL" clId="{C84C0E21-7C4A-44DA-AC58-2345E3FACC3E}" dt="2024-09-11T01:34:48.266" v="451"/>
        <pc:sldMkLst>
          <pc:docMk/>
          <pc:sldMk cId="712666199" sldId="264"/>
        </pc:sldMkLst>
      </pc:sldChg>
      <pc:sldChg chg="add del">
        <pc:chgData name="Lu,Dr.,Jiaqi (HP Medicine) BII-CN-S" userId="8b183601-9cff-443d-8730-90ebdb48edb2" providerId="ADAL" clId="{C84C0E21-7C4A-44DA-AC58-2345E3FACC3E}" dt="2024-09-11T01:34:48.229" v="450"/>
        <pc:sldMkLst>
          <pc:docMk/>
          <pc:sldMk cId="2948524233" sldId="264"/>
        </pc:sldMkLst>
      </pc:sldChg>
      <pc:sldChg chg="addSp modSp add del mod modAnim">
        <pc:chgData name="Lu,Dr.,Jiaqi (HP Medicine) BII-CN-S" userId="8b183601-9cff-443d-8730-90ebdb48edb2" providerId="ADAL" clId="{C84C0E21-7C4A-44DA-AC58-2345E3FACC3E}" dt="2024-09-13T01:23:15.479" v="563"/>
        <pc:sldMkLst>
          <pc:docMk/>
          <pc:sldMk cId="628992318" sldId="269"/>
        </pc:sldMkLst>
      </pc:sldChg>
      <pc:sldChg chg="modSp mod modShow">
        <pc:chgData name="Lu,Dr.,Jiaqi (HP Medicine) BII-CN-S" userId="8b183601-9cff-443d-8730-90ebdb48edb2" providerId="ADAL" clId="{C84C0E21-7C4A-44DA-AC58-2345E3FACC3E}" dt="2024-09-11T02:52:55.158" v="538" actId="729"/>
        <pc:sldMkLst>
          <pc:docMk/>
          <pc:sldMk cId="1898389732" sldId="277"/>
        </pc:sldMkLst>
      </pc:sldChg>
      <pc:sldChg chg="del">
        <pc:chgData name="Lu,Dr.,Jiaqi (HP Medicine) BII-CN-S" userId="8b183601-9cff-443d-8730-90ebdb48edb2" providerId="ADAL" clId="{C84C0E21-7C4A-44DA-AC58-2345E3FACC3E}" dt="2024-09-11T01:29:58.012" v="446" actId="47"/>
        <pc:sldMkLst>
          <pc:docMk/>
          <pc:sldMk cId="3374354094" sldId="278"/>
        </pc:sldMkLst>
      </pc:sldChg>
      <pc:sldChg chg="del">
        <pc:chgData name="Lu,Dr.,Jiaqi (HP Medicine) BII-CN-S" userId="8b183601-9cff-443d-8730-90ebdb48edb2" providerId="ADAL" clId="{C84C0E21-7C4A-44DA-AC58-2345E3FACC3E}" dt="2024-09-11T01:35:11.830" v="453" actId="47"/>
        <pc:sldMkLst>
          <pc:docMk/>
          <pc:sldMk cId="1654554706" sldId="3028"/>
        </pc:sldMkLst>
      </pc:sldChg>
      <pc:sldChg chg="add del mod modShow">
        <pc:chgData name="Lu,Dr.,Jiaqi (HP Medicine) BII-CN-S" userId="8b183601-9cff-443d-8730-90ebdb48edb2" providerId="ADAL" clId="{C84C0E21-7C4A-44DA-AC58-2345E3FACC3E}" dt="2024-09-11T02:21:59.340" v="465" actId="729"/>
        <pc:sldMkLst>
          <pc:docMk/>
          <pc:sldMk cId="642655391" sldId="9820"/>
        </pc:sldMkLst>
      </pc:sldChg>
      <pc:sldChg chg="modSp mod">
        <pc:chgData name="Lu,Dr.,Jiaqi (HP Medicine) BII-CN-S" userId="8b183601-9cff-443d-8730-90ebdb48edb2" providerId="ADAL" clId="{C84C0E21-7C4A-44DA-AC58-2345E3FACC3E}" dt="2024-09-11T02:24:35.720" v="495" actId="20577"/>
        <pc:sldMkLst>
          <pc:docMk/>
          <pc:sldMk cId="1922158299" sldId="9848"/>
        </pc:sldMkLst>
      </pc:sldChg>
      <pc:sldChg chg="del">
        <pc:chgData name="Lu,Dr.,Jiaqi (HP Medicine) BII-CN-S" userId="8b183601-9cff-443d-8730-90ebdb48edb2" providerId="ADAL" clId="{C84C0E21-7C4A-44DA-AC58-2345E3FACC3E}" dt="2024-09-11T01:23:32.790" v="444" actId="47"/>
        <pc:sldMkLst>
          <pc:docMk/>
          <pc:sldMk cId="3495809676" sldId="2147377884"/>
        </pc:sldMkLst>
      </pc:sldChg>
      <pc:sldChg chg="addSp delSp modSp mod delAnim modAnim">
        <pc:chgData name="Lu,Dr.,Jiaqi (HP Medicine) BII-CN-S" userId="8b183601-9cff-443d-8730-90ebdb48edb2" providerId="ADAL" clId="{C84C0E21-7C4A-44DA-AC58-2345E3FACC3E}" dt="2024-09-11T02:26:40.206" v="507" actId="20577"/>
        <pc:sldMkLst>
          <pc:docMk/>
          <pc:sldMk cId="2832997277" sldId="2147475076"/>
        </pc:sldMkLst>
      </pc:sldChg>
      <pc:sldChg chg="add del">
        <pc:chgData name="Lu,Dr.,Jiaqi (HP Medicine) BII-CN-S" userId="8b183601-9cff-443d-8730-90ebdb48edb2" providerId="ADAL" clId="{C84C0E21-7C4A-44DA-AC58-2345E3FACC3E}" dt="2024-09-10T16:06:59.427" v="278" actId="47"/>
        <pc:sldMkLst>
          <pc:docMk/>
          <pc:sldMk cId="482933426" sldId="2147475077"/>
        </pc:sldMkLst>
      </pc:sldChg>
      <pc:sldChg chg="add del mod modShow">
        <pc:chgData name="Lu,Dr.,Jiaqi (HP Medicine) BII-CN-S" userId="8b183601-9cff-443d-8730-90ebdb48edb2" providerId="ADAL" clId="{C84C0E21-7C4A-44DA-AC58-2345E3FACC3E}" dt="2024-09-11T02:21:59.340" v="465" actId="729"/>
        <pc:sldMkLst>
          <pc:docMk/>
          <pc:sldMk cId="277349516" sldId="2147479875"/>
        </pc:sldMkLst>
      </pc:sldChg>
      <pc:sldChg chg="addSp modSp add mod ord">
        <pc:chgData name="Lu,Dr.,Jiaqi (HP Medicine) BII-CN-S" userId="8b183601-9cff-443d-8730-90ebdb48edb2" providerId="ADAL" clId="{C84C0E21-7C4A-44DA-AC58-2345E3FACC3E}" dt="2024-09-11T01:21:20.027" v="440"/>
        <pc:sldMkLst>
          <pc:docMk/>
          <pc:sldMk cId="2329137800" sldId="2147482053"/>
        </pc:sldMkLst>
      </pc:sldChg>
      <pc:sldChg chg="ord">
        <pc:chgData name="Lu,Dr.,Jiaqi (HP Medicine) BII-CN-S" userId="8b183601-9cff-443d-8730-90ebdb48edb2" providerId="ADAL" clId="{C84C0E21-7C4A-44DA-AC58-2345E3FACC3E}" dt="2024-09-11T08:31:07.701" v="547"/>
        <pc:sldMkLst>
          <pc:docMk/>
          <pc:sldMk cId="3762622770" sldId="2147482529"/>
        </pc:sldMkLst>
      </pc:sldChg>
      <pc:sldChg chg="del">
        <pc:chgData name="Lu,Dr.,Jiaqi (HP Medicine) BII-CN-S" userId="8b183601-9cff-443d-8730-90ebdb48edb2" providerId="ADAL" clId="{C84C0E21-7C4A-44DA-AC58-2345E3FACC3E}" dt="2024-09-11T01:35:11.830" v="453" actId="47"/>
        <pc:sldMkLst>
          <pc:docMk/>
          <pc:sldMk cId="378889657" sldId="2147482643"/>
        </pc:sldMkLst>
      </pc:sldChg>
      <pc:sldChg chg="ord">
        <pc:chgData name="Lu,Dr.,Jiaqi (HP Medicine) BII-CN-S" userId="8b183601-9cff-443d-8730-90ebdb48edb2" providerId="ADAL" clId="{C84C0E21-7C4A-44DA-AC58-2345E3FACC3E}" dt="2024-09-11T08:31:07.701" v="547"/>
        <pc:sldMkLst>
          <pc:docMk/>
          <pc:sldMk cId="207443527" sldId="2147483503"/>
        </pc:sldMkLst>
      </pc:sldChg>
      <pc:sldChg chg="ord">
        <pc:chgData name="Lu,Dr.,Jiaqi (HP Medicine) BII-CN-S" userId="8b183601-9cff-443d-8730-90ebdb48edb2" providerId="ADAL" clId="{C84C0E21-7C4A-44DA-AC58-2345E3FACC3E}" dt="2024-09-11T08:31:07.701" v="547"/>
        <pc:sldMkLst>
          <pc:docMk/>
          <pc:sldMk cId="3960966284" sldId="2147483504"/>
        </pc:sldMkLst>
      </pc:sldChg>
      <pc:sldChg chg="del">
        <pc:chgData name="Lu,Dr.,Jiaqi (HP Medicine) BII-CN-S" userId="8b183601-9cff-443d-8730-90ebdb48edb2" providerId="ADAL" clId="{C84C0E21-7C4A-44DA-AC58-2345E3FACC3E}" dt="2024-09-11T01:23:34.701" v="445" actId="47"/>
        <pc:sldMkLst>
          <pc:docMk/>
          <pc:sldMk cId="4270769899" sldId="2147483533"/>
        </pc:sldMkLst>
      </pc:sldChg>
      <pc:sldChg chg="addSp delSp modSp add del mod ord modAnim">
        <pc:chgData name="Lu,Dr.,Jiaqi (HP Medicine) BII-CN-S" userId="8b183601-9cff-443d-8730-90ebdb48edb2" providerId="ADAL" clId="{C84C0E21-7C4A-44DA-AC58-2345E3FACC3E}" dt="2024-09-10T16:02:41.030" v="271"/>
        <pc:sldMkLst>
          <pc:docMk/>
          <pc:sldMk cId="763459277" sldId="2147483647"/>
        </pc:sldMkLst>
      </pc:sldChg>
      <pc:sldChg chg="modSp add del mod">
        <pc:chgData name="Lu,Dr.,Jiaqi (HP Medicine) BII-CN-S" userId="8b183601-9cff-443d-8730-90ebdb48edb2" providerId="ADAL" clId="{C84C0E21-7C4A-44DA-AC58-2345E3FACC3E}" dt="2024-09-10T16:01:58.039" v="247" actId="47"/>
        <pc:sldMkLst>
          <pc:docMk/>
          <pc:sldMk cId="3666931936" sldId="2147483647"/>
        </pc:sldMkLst>
      </pc:sldChg>
      <pc:sldMasterChg chg="delSldLayout">
        <pc:chgData name="Lu,Dr.,Jiaqi (HP Medicine) BII-CN-S" userId="8b183601-9cff-443d-8730-90ebdb48edb2" providerId="ADAL" clId="{C84C0E21-7C4A-44DA-AC58-2345E3FACC3E}" dt="2024-09-11T01:29:58.012" v="446" actId="47"/>
        <pc:sldMasterMkLst>
          <pc:docMk/>
          <pc:sldMasterMk cId="3416164213" sldId="2147483695"/>
        </pc:sldMasterMkLst>
        <pc:sldLayoutChg chg="del">
          <pc:chgData name="Lu,Dr.,Jiaqi (HP Medicine) BII-CN-S" userId="8b183601-9cff-443d-8730-90ebdb48edb2" providerId="ADAL" clId="{C84C0E21-7C4A-44DA-AC58-2345E3FACC3E}" dt="2024-09-11T01:29:58.012" v="446" actId="47"/>
          <pc:sldLayoutMkLst>
            <pc:docMk/>
            <pc:sldMasterMk cId="3416164213" sldId="2147483695"/>
            <pc:sldLayoutMk cId="1610696399" sldId="2147483992"/>
          </pc:sldLayoutMkLst>
        </pc:sldLayoutChg>
      </pc:sldMasterChg>
      <pc:sldMasterChg chg="del delSldLayout">
        <pc:chgData name="Lu,Dr.,Jiaqi (HP Medicine) BII-CN-S" userId="8b183601-9cff-443d-8730-90ebdb48edb2" providerId="ADAL" clId="{C84C0E21-7C4A-44DA-AC58-2345E3FACC3E}" dt="2024-09-11T01:35:11.830" v="453" actId="47"/>
        <pc:sldMasterMkLst>
          <pc:docMk/>
          <pc:sldMasterMk cId="2490660683" sldId="2147483801"/>
        </pc:sldMasterMkLst>
        <pc:sldLayoutChg chg="del">
          <pc:chgData name="Lu,Dr.,Jiaqi (HP Medicine) BII-CN-S" userId="8b183601-9cff-443d-8730-90ebdb48edb2" providerId="ADAL" clId="{C84C0E21-7C4A-44DA-AC58-2345E3FACC3E}" dt="2024-09-11T01:35:11.830" v="453" actId="47"/>
          <pc:sldLayoutMkLst>
            <pc:docMk/>
            <pc:sldMasterMk cId="2490660683" sldId="2147483801"/>
            <pc:sldLayoutMk cId="609576849" sldId="2147483802"/>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944016928" sldId="2147483803"/>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463874139" sldId="2147483804"/>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885459005" sldId="2147483805"/>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2699526413" sldId="2147483806"/>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366226478" sldId="2147483807"/>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306969582" sldId="2147483808"/>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2040904308" sldId="2147483809"/>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717937830" sldId="2147483810"/>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721839118" sldId="2147483811"/>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2887644293" sldId="2147483812"/>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554288622" sldId="2147483813"/>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239206257" sldId="2147483814"/>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535014673" sldId="2147483815"/>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341470582" sldId="2147483816"/>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013459419" sldId="2147483817"/>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825168321" sldId="2147483818"/>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659317915" sldId="2147483819"/>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915448873" sldId="2147483820"/>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123329017" sldId="2147483821"/>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4104232413" sldId="2147483822"/>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295661629" sldId="2147483823"/>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300271552" sldId="2147483824"/>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188104620" sldId="2147483825"/>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524847237" sldId="2147483826"/>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852480468" sldId="2147483827"/>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322822698" sldId="2147483828"/>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4049207042" sldId="2147483829"/>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885906253" sldId="2147483830"/>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470270178" sldId="2147483831"/>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2580114590" sldId="2147483832"/>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184055283" sldId="2147483833"/>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901353202" sldId="2147483834"/>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2842452125" sldId="2147483835"/>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028478826" sldId="2147483836"/>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488038682" sldId="2147483837"/>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728052499" sldId="2147483838"/>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499265538" sldId="2147483839"/>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2006993603" sldId="2147483840"/>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274254046" sldId="2147483841"/>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710378786" sldId="2147483842"/>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47131643" sldId="2147483843"/>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363199708" sldId="2147483844"/>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1131612445" sldId="2147483845"/>
          </pc:sldLayoutMkLst>
        </pc:sldLayoutChg>
        <pc:sldLayoutChg chg="del">
          <pc:chgData name="Lu,Dr.,Jiaqi (HP Medicine) BII-CN-S" userId="8b183601-9cff-443d-8730-90ebdb48edb2" providerId="ADAL" clId="{C84C0E21-7C4A-44DA-AC58-2345E3FACC3E}" dt="2024-09-11T01:35:11.830" v="453" actId="47"/>
          <pc:sldLayoutMkLst>
            <pc:docMk/>
            <pc:sldMasterMk cId="2490660683" sldId="2147483801"/>
            <pc:sldLayoutMk cId="3760283073" sldId="2147483847"/>
          </pc:sldLayoutMkLst>
        </pc:sldLayoutChg>
      </pc:sldMasterChg>
    </pc:docChg>
  </pc:docChgLst>
  <pc:docChgLst>
    <pc:chgData name="Liu,Dr.,Meiruo (HP Medicine) BII-CN-S" userId="ece9aa16-5bba-4d2f-b200-019c8e2ba0a0" providerId="ADAL" clId="{60BD4F9A-A194-42E2-B105-9B10B6BFC32E}"/>
    <pc:docChg chg="addSld delSld modSld">
      <pc:chgData name="Liu,Dr.,Meiruo (HP Medicine) BII-CN-S" userId="ece9aa16-5bba-4d2f-b200-019c8e2ba0a0" providerId="ADAL" clId="{60BD4F9A-A194-42E2-B105-9B10B6BFC32E}" dt="2025-03-18T05:38:03.684" v="3"/>
      <pc:docMkLst>
        <pc:docMk/>
      </pc:docMkLst>
      <pc:sldChg chg="modSp add del">
        <pc:chgData name="Liu,Dr.,Meiruo (HP Medicine) BII-CN-S" userId="ece9aa16-5bba-4d2f-b200-019c8e2ba0a0" providerId="ADAL" clId="{60BD4F9A-A194-42E2-B105-9B10B6BFC32E}" dt="2025-03-18T05:38:03.684" v="3"/>
        <pc:sldMkLst>
          <pc:docMk/>
          <pc:sldMk cId="183639629" sldId="264"/>
        </pc:sldMkLst>
      </pc:sldChg>
      <pc:sldChg chg="addSp modSp">
        <pc:chgData name="Liu,Dr.,Meiruo (HP Medicine) BII-CN-S" userId="ece9aa16-5bba-4d2f-b200-019c8e2ba0a0" providerId="ADAL" clId="{60BD4F9A-A194-42E2-B105-9B10B6BFC32E}" dt="2025-03-17T09:02:30.642" v="0"/>
        <pc:sldMkLst>
          <pc:docMk/>
          <pc:sldMk cId="3269721463" sldId="272"/>
        </pc:sldMkLst>
      </pc:sldChg>
    </pc:docChg>
  </pc:docChgLst>
  <pc:docChgLst>
    <pc:chgData name="Liang,Sarah (HP Medicine) BII-CN-S" userId="b5b94567-963a-4c9d-af99-146fb15290a2" providerId="ADAL" clId="{FF538891-CAB5-436A-A906-69418C11BE8D}"/>
    <pc:docChg chg="undo custSel addSld delSld modSld delMainMaster">
      <pc:chgData name="Liang,Sarah (HP Medicine) BII-CN-S" userId="b5b94567-963a-4c9d-af99-146fb15290a2" providerId="ADAL" clId="{FF538891-CAB5-436A-A906-69418C11BE8D}" dt="2024-09-19T10:25:51.513" v="2961" actId="313"/>
      <pc:docMkLst>
        <pc:docMk/>
      </pc:docMkLst>
      <pc:sldChg chg="del">
        <pc:chgData name="Liang,Sarah (HP Medicine) BII-CN-S" userId="b5b94567-963a-4c9d-af99-146fb15290a2" providerId="ADAL" clId="{FF538891-CAB5-436A-A906-69418C11BE8D}" dt="2024-09-10T08:34:52.575" v="442" actId="47"/>
        <pc:sldMkLst>
          <pc:docMk/>
          <pc:sldMk cId="2807526992" sldId="256"/>
        </pc:sldMkLst>
      </pc:sldChg>
      <pc:sldChg chg="modSp add mod">
        <pc:chgData name="Liang,Sarah (HP Medicine) BII-CN-S" userId="b5b94567-963a-4c9d-af99-146fb15290a2" providerId="ADAL" clId="{FF538891-CAB5-436A-A906-69418C11BE8D}" dt="2024-09-18T05:16:40.382" v="2410" actId="20577"/>
        <pc:sldMkLst>
          <pc:docMk/>
          <pc:sldMk cId="2809235994" sldId="256"/>
        </pc:sldMkLst>
      </pc:sldChg>
      <pc:sldChg chg="addSp delSp modSp mod">
        <pc:chgData name="Liang,Sarah (HP Medicine) BII-CN-S" userId="b5b94567-963a-4c9d-af99-146fb15290a2" providerId="ADAL" clId="{FF538891-CAB5-436A-A906-69418C11BE8D}" dt="2024-09-19T06:56:30.127" v="2923" actId="20577"/>
        <pc:sldMkLst>
          <pc:docMk/>
          <pc:sldMk cId="429247405" sldId="257"/>
        </pc:sldMkLst>
      </pc:sldChg>
      <pc:sldChg chg="addSp modSp mod">
        <pc:chgData name="Liang,Sarah (HP Medicine) BII-CN-S" userId="b5b94567-963a-4c9d-af99-146fb15290a2" providerId="ADAL" clId="{FF538891-CAB5-436A-A906-69418C11BE8D}" dt="2024-09-19T10:25:51.513" v="2961" actId="313"/>
        <pc:sldMkLst>
          <pc:docMk/>
          <pc:sldMk cId="275645044" sldId="259"/>
        </pc:sldMkLst>
      </pc:sldChg>
      <pc:sldChg chg="modSp add mod">
        <pc:chgData name="Liang,Sarah (HP Medicine) BII-CN-S" userId="b5b94567-963a-4c9d-af99-146fb15290a2" providerId="ADAL" clId="{FF538891-CAB5-436A-A906-69418C11BE8D}" dt="2024-09-11T09:14:42.265" v="1928" actId="404"/>
        <pc:sldMkLst>
          <pc:docMk/>
          <pc:sldMk cId="2540160232" sldId="261"/>
        </pc:sldMkLst>
      </pc:sldChg>
      <pc:sldChg chg="modSp mod">
        <pc:chgData name="Liang,Sarah (HP Medicine) BII-CN-S" userId="b5b94567-963a-4c9d-af99-146fb15290a2" providerId="ADAL" clId="{FF538891-CAB5-436A-A906-69418C11BE8D}" dt="2024-09-10T08:41:47.719" v="512" actId="313"/>
        <pc:sldMkLst>
          <pc:docMk/>
          <pc:sldMk cId="1898389732" sldId="277"/>
        </pc:sldMkLst>
      </pc:sldChg>
      <pc:sldChg chg="del">
        <pc:chgData name="Liang,Sarah (HP Medicine) BII-CN-S" userId="b5b94567-963a-4c9d-af99-146fb15290a2" providerId="ADAL" clId="{FF538891-CAB5-436A-A906-69418C11BE8D}" dt="2024-09-10T08:58:19.983" v="774" actId="47"/>
        <pc:sldMkLst>
          <pc:docMk/>
          <pc:sldMk cId="884907692" sldId="2147475075"/>
        </pc:sldMkLst>
      </pc:sldChg>
      <pc:sldChg chg="addSp delSp modSp del mod">
        <pc:chgData name="Liang,Sarah (HP Medicine) BII-CN-S" userId="b5b94567-963a-4c9d-af99-146fb15290a2" providerId="ADAL" clId="{FF538891-CAB5-436A-A906-69418C11BE8D}" dt="2024-09-19T10:21:04.602" v="2924" actId="47"/>
        <pc:sldMkLst>
          <pc:docMk/>
          <pc:sldMk cId="2329137800" sldId="2147482053"/>
        </pc:sldMkLst>
      </pc:sldChg>
      <pc:sldChg chg="del">
        <pc:chgData name="Liang,Sarah (HP Medicine) BII-CN-S" userId="b5b94567-963a-4c9d-af99-146fb15290a2" providerId="ADAL" clId="{FF538891-CAB5-436A-A906-69418C11BE8D}" dt="2024-09-10T08:36:35.978" v="444" actId="47"/>
        <pc:sldMkLst>
          <pc:docMk/>
          <pc:sldMk cId="3811286514" sldId="2147482414"/>
        </pc:sldMkLst>
      </pc:sldChg>
      <pc:sldChg chg="addSp modSp del mod modShow">
        <pc:chgData name="Liang,Sarah (HP Medicine) BII-CN-S" userId="b5b94567-963a-4c9d-af99-146fb15290a2" providerId="ADAL" clId="{FF538891-CAB5-436A-A906-69418C11BE8D}" dt="2024-09-18T03:00:34.610" v="2382" actId="47"/>
        <pc:sldMkLst>
          <pc:docMk/>
          <pc:sldMk cId="3762622770" sldId="2147482529"/>
        </pc:sldMkLst>
      </pc:sldChg>
      <pc:sldChg chg="del">
        <pc:chgData name="Liang,Sarah (HP Medicine) BII-CN-S" userId="b5b94567-963a-4c9d-af99-146fb15290a2" providerId="ADAL" clId="{FF538891-CAB5-436A-A906-69418C11BE8D}" dt="2024-09-10T08:36:44.797" v="445" actId="47"/>
        <pc:sldMkLst>
          <pc:docMk/>
          <pc:sldMk cId="513786960" sldId="2147483125"/>
        </pc:sldMkLst>
      </pc:sldChg>
      <pc:sldChg chg="modSp mod modShow">
        <pc:chgData name="Liang,Sarah (HP Medicine) BII-CN-S" userId="b5b94567-963a-4c9d-af99-146fb15290a2" providerId="ADAL" clId="{FF538891-CAB5-436A-A906-69418C11BE8D}" dt="2024-09-11T09:04:35.189" v="1732" actId="729"/>
        <pc:sldMkLst>
          <pc:docMk/>
          <pc:sldMk cId="207443527" sldId="2147483503"/>
        </pc:sldMkLst>
      </pc:sldChg>
      <pc:sldChg chg="mod modShow">
        <pc:chgData name="Liang,Sarah (HP Medicine) BII-CN-S" userId="b5b94567-963a-4c9d-af99-146fb15290a2" providerId="ADAL" clId="{FF538891-CAB5-436A-A906-69418C11BE8D}" dt="2024-09-11T09:04:37.607" v="1733" actId="729"/>
        <pc:sldMkLst>
          <pc:docMk/>
          <pc:sldMk cId="3960966284" sldId="2147483504"/>
        </pc:sldMkLst>
      </pc:sldChg>
      <pc:sldMasterChg chg="delSldLayout">
        <pc:chgData name="Liang,Sarah (HP Medicine) BII-CN-S" userId="b5b94567-963a-4c9d-af99-146fb15290a2" providerId="ADAL" clId="{FF538891-CAB5-436A-A906-69418C11BE8D}" dt="2024-09-10T08:34:52.575" v="442" actId="47"/>
        <pc:sldMasterMkLst>
          <pc:docMk/>
          <pc:sldMasterMk cId="3416164213" sldId="2147483695"/>
        </pc:sldMasterMkLst>
        <pc:sldLayoutChg chg="del">
          <pc:chgData name="Liang,Sarah (HP Medicine) BII-CN-S" userId="b5b94567-963a-4c9d-af99-146fb15290a2" providerId="ADAL" clId="{FF538891-CAB5-436A-A906-69418C11BE8D}" dt="2024-09-10T08:34:52.575" v="442" actId="47"/>
          <pc:sldLayoutMkLst>
            <pc:docMk/>
            <pc:sldMasterMk cId="3416164213" sldId="2147483695"/>
            <pc:sldLayoutMk cId="924270248" sldId="2147483729"/>
          </pc:sldLayoutMkLst>
        </pc:sldLayoutChg>
      </pc:sldMasterChg>
      <pc:sldMasterChg chg="del delSldLayout">
        <pc:chgData name="Liang,Sarah (HP Medicine) BII-CN-S" userId="b5b94567-963a-4c9d-af99-146fb15290a2" providerId="ADAL" clId="{FF538891-CAB5-436A-A906-69418C11BE8D}" dt="2024-09-10T08:34:52.575" v="442" actId="47"/>
        <pc:sldMasterMkLst>
          <pc:docMk/>
          <pc:sldMasterMk cId="4280035536" sldId="2147483887"/>
        </pc:sldMasterMkLst>
        <pc:sldLayoutChg chg="del">
          <pc:chgData name="Liang,Sarah (HP Medicine) BII-CN-S" userId="b5b94567-963a-4c9d-af99-146fb15290a2" providerId="ADAL" clId="{FF538891-CAB5-436A-A906-69418C11BE8D}" dt="2024-09-10T08:34:52.575" v="442" actId="47"/>
          <pc:sldLayoutMkLst>
            <pc:docMk/>
            <pc:sldMasterMk cId="4280035536" sldId="2147483887"/>
            <pc:sldLayoutMk cId="3689754618" sldId="2147483888"/>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549137327" sldId="2147483889"/>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2321682523" sldId="2147483890"/>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2306002838" sldId="2147483891"/>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910391153" sldId="2147483892"/>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3443713527" sldId="2147483893"/>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995830694" sldId="2147483894"/>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3263160432" sldId="2147483895"/>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672388076" sldId="2147483896"/>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2594933025" sldId="2147483897"/>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422649883" sldId="2147483898"/>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4236538759" sldId="2147483899"/>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944657076" sldId="2147483900"/>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3192713644" sldId="2147483901"/>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592690807" sldId="2147483902"/>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809654189" sldId="2147483903"/>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3387535321" sldId="2147483904"/>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3261476963" sldId="2147483905"/>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306597009" sldId="2147483906"/>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666026028" sldId="2147483907"/>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782932290" sldId="2147483908"/>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3241937669" sldId="2147483909"/>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4266177006" sldId="2147483910"/>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46006721" sldId="2147483911"/>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2538103841" sldId="2147483912"/>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172472403" sldId="2147483913"/>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495796855" sldId="2147483914"/>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298135992" sldId="2147483915"/>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3441525163" sldId="2147483916"/>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448037479" sldId="2147483917"/>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3015544740" sldId="2147483918"/>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2823978840" sldId="2147483919"/>
          </pc:sldLayoutMkLst>
        </pc:sldLayoutChg>
        <pc:sldLayoutChg chg="del">
          <pc:chgData name="Liang,Sarah (HP Medicine) BII-CN-S" userId="b5b94567-963a-4c9d-af99-146fb15290a2" providerId="ADAL" clId="{FF538891-CAB5-436A-A906-69418C11BE8D}" dt="2024-09-10T08:34:52.575" v="442" actId="47"/>
          <pc:sldLayoutMkLst>
            <pc:docMk/>
            <pc:sldMasterMk cId="4280035536" sldId="2147483887"/>
            <pc:sldLayoutMk cId="436428143" sldId="2147483920"/>
          </pc:sldLayoutMkLst>
        </pc:sldLayoutChg>
      </pc:sldMasterChg>
      <pc:sldMasterChg chg="del delSldLayout">
        <pc:chgData name="Liang,Sarah (HP Medicine) BII-CN-S" userId="b5b94567-963a-4c9d-af99-146fb15290a2" providerId="ADAL" clId="{FF538891-CAB5-436A-A906-69418C11BE8D}" dt="2024-09-10T08:36:35.978" v="444" actId="47"/>
        <pc:sldMasterMkLst>
          <pc:docMk/>
          <pc:sldMasterMk cId="1617576811" sldId="2147483921"/>
        </pc:sldMasterMkLst>
        <pc:sldLayoutChg chg="del">
          <pc:chgData name="Liang,Sarah (HP Medicine) BII-CN-S" userId="b5b94567-963a-4c9d-af99-146fb15290a2" providerId="ADAL" clId="{FF538891-CAB5-436A-A906-69418C11BE8D}" dt="2024-09-10T08:36:35.978" v="444" actId="47"/>
          <pc:sldLayoutMkLst>
            <pc:docMk/>
            <pc:sldMasterMk cId="1617576811" sldId="2147483921"/>
            <pc:sldLayoutMk cId="957107617" sldId="2147483922"/>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16422620" sldId="2147483923"/>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721593492" sldId="2147483924"/>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3071785465" sldId="2147483925"/>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371761611" sldId="2147483926"/>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544218281" sldId="2147483927"/>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287042256" sldId="2147483928"/>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472603376" sldId="2147483929"/>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261022266" sldId="2147483930"/>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653329921" sldId="2147483931"/>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069321659" sldId="2147483932"/>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3445579271" sldId="2147483933"/>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302225655" sldId="2147483934"/>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984604881" sldId="2147483935"/>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764605262" sldId="2147483936"/>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126961287" sldId="2147483937"/>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65913757" sldId="2147483938"/>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3647581534" sldId="2147483939"/>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83399883" sldId="2147483940"/>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00280876" sldId="2147483941"/>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563796876" sldId="2147483942"/>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503540029" sldId="2147483943"/>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526465836" sldId="2147483944"/>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996812464" sldId="2147483945"/>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943334505" sldId="2147483946"/>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787391075" sldId="2147483947"/>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3818065405" sldId="2147483948"/>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3000704840" sldId="2147483949"/>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792217511" sldId="2147483950"/>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867417641" sldId="2147483951"/>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331968372" sldId="2147483952"/>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1524751350" sldId="2147483953"/>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629716581" sldId="2147483954"/>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2015177815" sldId="2147483955"/>
          </pc:sldLayoutMkLst>
        </pc:sldLayoutChg>
        <pc:sldLayoutChg chg="del">
          <pc:chgData name="Liang,Sarah (HP Medicine) BII-CN-S" userId="b5b94567-963a-4c9d-af99-146fb15290a2" providerId="ADAL" clId="{FF538891-CAB5-436A-A906-69418C11BE8D}" dt="2024-09-10T08:36:35.978" v="444" actId="47"/>
          <pc:sldLayoutMkLst>
            <pc:docMk/>
            <pc:sldMasterMk cId="1617576811" sldId="2147483921"/>
            <pc:sldLayoutMk cId="990056194" sldId="2147483956"/>
          </pc:sldLayoutMkLst>
        </pc:sldLayoutChg>
      </pc:sldMasterChg>
    </pc:docChg>
  </pc:docChgLst>
  <pc:docChgLst>
    <pc:chgData name="Lu,Dr.,Jiaqi (HP Medicine) BII-CN-S" userId="8b183601-9cff-443d-8730-90ebdb48edb2" providerId="ADAL" clId="{83F667E7-D536-4E2E-B491-01307F1D6403}"/>
    <pc:docChg chg="undo redo custSel addSld delSld modSld sldOrd delMainMaster">
      <pc:chgData name="Lu,Dr.,Jiaqi (HP Medicine) BII-CN-S" userId="8b183601-9cff-443d-8730-90ebdb48edb2" providerId="ADAL" clId="{83F667E7-D536-4E2E-B491-01307F1D6403}" dt="2024-11-26T05:16:52.852" v="1508" actId="20577"/>
      <pc:docMkLst>
        <pc:docMk/>
      </pc:docMkLst>
      <pc:sldChg chg="modSp mod ord">
        <pc:chgData name="Lu,Dr.,Jiaqi (HP Medicine) BII-CN-S" userId="8b183601-9cff-443d-8730-90ebdb48edb2" providerId="ADAL" clId="{83F667E7-D536-4E2E-B491-01307F1D6403}" dt="2024-11-26T05:16:52.852" v="1508" actId="20577"/>
        <pc:sldMkLst>
          <pc:docMk/>
          <pc:sldMk cId="2809235994" sldId="256"/>
        </pc:sldMkLst>
      </pc:sldChg>
      <pc:sldChg chg="del">
        <pc:chgData name="Lu,Dr.,Jiaqi (HP Medicine) BII-CN-S" userId="8b183601-9cff-443d-8730-90ebdb48edb2" providerId="ADAL" clId="{83F667E7-D536-4E2E-B491-01307F1D6403}" dt="2024-11-25T02:32:20.645" v="43" actId="47"/>
        <pc:sldMkLst>
          <pc:docMk/>
          <pc:sldMk cId="2826272175" sldId="258"/>
        </pc:sldMkLst>
      </pc:sldChg>
      <pc:sldChg chg="del">
        <pc:chgData name="Lu,Dr.,Jiaqi (HP Medicine) BII-CN-S" userId="8b183601-9cff-443d-8730-90ebdb48edb2" providerId="ADAL" clId="{83F667E7-D536-4E2E-B491-01307F1D6403}" dt="2024-11-25T02:27:32.776" v="26" actId="47"/>
        <pc:sldMkLst>
          <pc:docMk/>
          <pc:sldMk cId="695041687" sldId="260"/>
        </pc:sldMkLst>
      </pc:sldChg>
      <pc:sldChg chg="modSp mod ord">
        <pc:chgData name="Lu,Dr.,Jiaqi (HP Medicine) BII-CN-S" userId="8b183601-9cff-443d-8730-90ebdb48edb2" providerId="ADAL" clId="{83F667E7-D536-4E2E-B491-01307F1D6403}" dt="2024-11-26T02:47:29.478" v="1020"/>
        <pc:sldMkLst>
          <pc:docMk/>
          <pc:sldMk cId="2540160232" sldId="261"/>
        </pc:sldMkLst>
      </pc:sldChg>
      <pc:sldChg chg="add del mod modShow">
        <pc:chgData name="Lu,Dr.,Jiaqi (HP Medicine) BII-CN-S" userId="8b183601-9cff-443d-8730-90ebdb48edb2" providerId="ADAL" clId="{83F667E7-D536-4E2E-B491-01307F1D6403}" dt="2024-11-25T14:35:36.032" v="542" actId="729"/>
        <pc:sldMkLst>
          <pc:docMk/>
          <pc:sldMk cId="496008070" sldId="262"/>
        </pc:sldMkLst>
      </pc:sldChg>
      <pc:sldChg chg="del">
        <pc:chgData name="Lu,Dr.,Jiaqi (HP Medicine) BII-CN-S" userId="8b183601-9cff-443d-8730-90ebdb48edb2" providerId="ADAL" clId="{83F667E7-D536-4E2E-B491-01307F1D6403}" dt="2024-11-25T14:41:28.189" v="731" actId="47"/>
        <pc:sldMkLst>
          <pc:docMk/>
          <pc:sldMk cId="1896341294" sldId="263"/>
        </pc:sldMkLst>
      </pc:sldChg>
      <pc:sldChg chg="del">
        <pc:chgData name="Lu,Dr.,Jiaqi (HP Medicine) BII-CN-S" userId="8b183601-9cff-443d-8730-90ebdb48edb2" providerId="ADAL" clId="{83F667E7-D536-4E2E-B491-01307F1D6403}" dt="2024-11-25T02:27:32.776" v="26" actId="47"/>
        <pc:sldMkLst>
          <pc:docMk/>
          <pc:sldMk cId="712666199" sldId="264"/>
        </pc:sldMkLst>
      </pc:sldChg>
      <pc:sldChg chg="del">
        <pc:chgData name="Lu,Dr.,Jiaqi (HP Medicine) BII-CN-S" userId="8b183601-9cff-443d-8730-90ebdb48edb2" providerId="ADAL" clId="{83F667E7-D536-4E2E-B491-01307F1D6403}" dt="2024-11-25T02:27:32.776" v="26" actId="47"/>
        <pc:sldMkLst>
          <pc:docMk/>
          <pc:sldMk cId="628992318" sldId="269"/>
        </pc:sldMkLst>
      </pc:sldChg>
      <pc:sldChg chg="add del mod modShow">
        <pc:chgData name="Lu,Dr.,Jiaqi (HP Medicine) BII-CN-S" userId="8b183601-9cff-443d-8730-90ebdb48edb2" providerId="ADAL" clId="{83F667E7-D536-4E2E-B491-01307F1D6403}" dt="2024-11-25T14:16:54.209" v="140" actId="729"/>
        <pc:sldMkLst>
          <pc:docMk/>
          <pc:sldMk cId="1898389732" sldId="277"/>
        </pc:sldMkLst>
      </pc:sldChg>
      <pc:sldChg chg="addSp delSp modSp add del mod">
        <pc:chgData name="Lu,Dr.,Jiaqi (HP Medicine) BII-CN-S" userId="8b183601-9cff-443d-8730-90ebdb48edb2" providerId="ADAL" clId="{83F667E7-D536-4E2E-B491-01307F1D6403}" dt="2024-11-26T03:12:07.767" v="1221" actId="6549"/>
        <pc:sldMkLst>
          <pc:docMk/>
          <pc:sldMk cId="3752021710" sldId="284"/>
        </pc:sldMkLst>
      </pc:sldChg>
      <pc:sldChg chg="del">
        <pc:chgData name="Lu,Dr.,Jiaqi (HP Medicine) BII-CN-S" userId="8b183601-9cff-443d-8730-90ebdb48edb2" providerId="ADAL" clId="{83F667E7-D536-4E2E-B491-01307F1D6403}" dt="2024-11-25T14:23:17.590" v="320" actId="47"/>
        <pc:sldMkLst>
          <pc:docMk/>
          <pc:sldMk cId="642655391" sldId="9820"/>
        </pc:sldMkLst>
      </pc:sldChg>
      <pc:sldChg chg="modSp mod">
        <pc:chgData name="Lu,Dr.,Jiaqi (HP Medicine) BII-CN-S" userId="8b183601-9cff-443d-8730-90ebdb48edb2" providerId="ADAL" clId="{83F667E7-D536-4E2E-B491-01307F1D6403}" dt="2024-11-25T02:19:21.191" v="21" actId="20577"/>
        <pc:sldMkLst>
          <pc:docMk/>
          <pc:sldMk cId="1922158299" sldId="9848"/>
        </pc:sldMkLst>
      </pc:sldChg>
      <pc:sldChg chg="add del">
        <pc:chgData name="Lu,Dr.,Jiaqi (HP Medicine) BII-CN-S" userId="8b183601-9cff-443d-8730-90ebdb48edb2" providerId="ADAL" clId="{83F667E7-D536-4E2E-B491-01307F1D6403}" dt="2024-11-25T14:34:36.641" v="538" actId="47"/>
        <pc:sldMkLst>
          <pc:docMk/>
          <pc:sldMk cId="1409916241" sldId="9854"/>
        </pc:sldMkLst>
      </pc:sldChg>
      <pc:sldChg chg="modSp add del mod">
        <pc:chgData name="Lu,Dr.,Jiaqi (HP Medicine) BII-CN-S" userId="8b183601-9cff-443d-8730-90ebdb48edb2" providerId="ADAL" clId="{83F667E7-D536-4E2E-B491-01307F1D6403}" dt="2024-11-25T14:20:48.841" v="311" actId="20577"/>
        <pc:sldMkLst>
          <pc:docMk/>
          <pc:sldMk cId="2017008311" sldId="2147377894"/>
        </pc:sldMkLst>
      </pc:sldChg>
      <pc:sldChg chg="modSp mod">
        <pc:chgData name="Lu,Dr.,Jiaqi (HP Medicine) BII-CN-S" userId="8b183601-9cff-443d-8730-90ebdb48edb2" providerId="ADAL" clId="{83F667E7-D536-4E2E-B491-01307F1D6403}" dt="2024-11-26T03:26:22.561" v="1497" actId="1076"/>
        <pc:sldMkLst>
          <pc:docMk/>
          <pc:sldMk cId="2832997277" sldId="2147475076"/>
        </pc:sldMkLst>
      </pc:sldChg>
      <pc:sldChg chg="del">
        <pc:chgData name="Lu,Dr.,Jiaqi (HP Medicine) BII-CN-S" userId="8b183601-9cff-443d-8730-90ebdb48edb2" providerId="ADAL" clId="{83F667E7-D536-4E2E-B491-01307F1D6403}" dt="2024-11-25T14:23:17.590" v="320" actId="47"/>
        <pc:sldMkLst>
          <pc:docMk/>
          <pc:sldMk cId="277349516" sldId="2147479875"/>
        </pc:sldMkLst>
      </pc:sldChg>
      <pc:sldChg chg="del">
        <pc:chgData name="Lu,Dr.,Jiaqi (HP Medicine) BII-CN-S" userId="8b183601-9cff-443d-8730-90ebdb48edb2" providerId="ADAL" clId="{83F667E7-D536-4E2E-B491-01307F1D6403}" dt="2024-11-25T14:59:35.776" v="894" actId="47"/>
        <pc:sldMkLst>
          <pc:docMk/>
          <pc:sldMk cId="1898695277" sldId="2147481077"/>
        </pc:sldMkLst>
      </pc:sldChg>
      <pc:sldChg chg="add del mod modShow">
        <pc:chgData name="Lu,Dr.,Jiaqi (HP Medicine) BII-CN-S" userId="8b183601-9cff-443d-8730-90ebdb48edb2" providerId="ADAL" clId="{83F667E7-D536-4E2E-B491-01307F1D6403}" dt="2024-11-25T14:35:36.032" v="542" actId="729"/>
        <pc:sldMkLst>
          <pc:docMk/>
          <pc:sldMk cId="37323011" sldId="2147483417"/>
        </pc:sldMkLst>
      </pc:sldChg>
      <pc:sldChg chg="add del mod modShow">
        <pc:chgData name="Lu,Dr.,Jiaqi (HP Medicine) BII-CN-S" userId="8b183601-9cff-443d-8730-90ebdb48edb2" providerId="ADAL" clId="{83F667E7-D536-4E2E-B491-01307F1D6403}" dt="2024-11-25T14:35:36.032" v="542" actId="729"/>
        <pc:sldMkLst>
          <pc:docMk/>
          <pc:sldMk cId="325318185" sldId="2147483418"/>
        </pc:sldMkLst>
      </pc:sldChg>
      <pc:sldChg chg="addSp delSp modSp add del mod">
        <pc:chgData name="Lu,Dr.,Jiaqi (HP Medicine) BII-CN-S" userId="8b183601-9cff-443d-8730-90ebdb48edb2" providerId="ADAL" clId="{83F667E7-D536-4E2E-B491-01307F1D6403}" dt="2024-11-25T14:58:52.954" v="880" actId="47"/>
        <pc:sldMkLst>
          <pc:docMk/>
          <pc:sldMk cId="1931897657" sldId="2147483512"/>
        </pc:sldMkLst>
      </pc:sldChg>
      <pc:sldChg chg="add del mod modShow">
        <pc:chgData name="Lu,Dr.,Jiaqi (HP Medicine) BII-CN-S" userId="8b183601-9cff-443d-8730-90ebdb48edb2" providerId="ADAL" clId="{83F667E7-D536-4E2E-B491-01307F1D6403}" dt="2024-11-25T14:21:48.976" v="318" actId="729"/>
        <pc:sldMkLst>
          <pc:docMk/>
          <pc:sldMk cId="3627611205" sldId="2147483555"/>
        </pc:sldMkLst>
      </pc:sldChg>
      <pc:sldChg chg="modSp add mod">
        <pc:chgData name="Lu,Dr.,Jiaqi (HP Medicine) BII-CN-S" userId="8b183601-9cff-443d-8730-90ebdb48edb2" providerId="ADAL" clId="{83F667E7-D536-4E2E-B491-01307F1D6403}" dt="2024-11-26T03:26:03.274" v="1496" actId="20577"/>
        <pc:sldMkLst>
          <pc:docMk/>
          <pc:sldMk cId="900762479" sldId="2147483556"/>
        </pc:sldMkLst>
      </pc:sldChg>
      <pc:sldChg chg="add del mod modShow">
        <pc:chgData name="Lu,Dr.,Jiaqi (HP Medicine) BII-CN-S" userId="8b183601-9cff-443d-8730-90ebdb48edb2" providerId="ADAL" clId="{83F667E7-D536-4E2E-B491-01307F1D6403}" dt="2024-11-25T14:35:36.032" v="542" actId="729"/>
        <pc:sldMkLst>
          <pc:docMk/>
          <pc:sldMk cId="644831981" sldId="2147483577"/>
        </pc:sldMkLst>
      </pc:sldChg>
      <pc:sldChg chg="addSp delSp modSp new del mod">
        <pc:chgData name="Lu,Dr.,Jiaqi (HP Medicine) BII-CN-S" userId="8b183601-9cff-443d-8730-90ebdb48edb2" providerId="ADAL" clId="{83F667E7-D536-4E2E-B491-01307F1D6403}" dt="2024-11-26T03:09:08.432" v="1199" actId="47"/>
        <pc:sldMkLst>
          <pc:docMk/>
          <pc:sldMk cId="303959894" sldId="2147483578"/>
        </pc:sldMkLst>
      </pc:sldChg>
      <pc:sldChg chg="modSp add del mod">
        <pc:chgData name="Lu,Dr.,Jiaqi (HP Medicine) BII-CN-S" userId="8b183601-9cff-443d-8730-90ebdb48edb2" providerId="ADAL" clId="{83F667E7-D536-4E2E-B491-01307F1D6403}" dt="2024-11-26T03:27:20.884" v="1501" actId="47"/>
        <pc:sldMkLst>
          <pc:docMk/>
          <pc:sldMk cId="997399428" sldId="2147483579"/>
        </pc:sldMkLst>
      </pc:sldChg>
      <pc:sldChg chg="add del">
        <pc:chgData name="Lu,Dr.,Jiaqi (HP Medicine) BII-CN-S" userId="8b183601-9cff-443d-8730-90ebdb48edb2" providerId="ADAL" clId="{83F667E7-D536-4E2E-B491-01307F1D6403}" dt="2024-11-26T03:09:06.417" v="1197"/>
        <pc:sldMkLst>
          <pc:docMk/>
          <pc:sldMk cId="3846456456" sldId="2147483579"/>
        </pc:sldMkLst>
      </pc:sldChg>
      <pc:sldChg chg="add del">
        <pc:chgData name="Lu,Dr.,Jiaqi (HP Medicine) BII-CN-S" userId="8b183601-9cff-443d-8730-90ebdb48edb2" providerId="ADAL" clId="{83F667E7-D536-4E2E-B491-01307F1D6403}" dt="2024-11-26T03:27:18.583" v="1499"/>
        <pc:sldMkLst>
          <pc:docMk/>
          <pc:sldMk cId="2916743018" sldId="2147483580"/>
        </pc:sldMkLst>
      </pc:sldChg>
      <pc:sldChg chg="add">
        <pc:chgData name="Lu,Dr.,Jiaqi (HP Medicine) BII-CN-S" userId="8b183601-9cff-443d-8730-90ebdb48edb2" providerId="ADAL" clId="{83F667E7-D536-4E2E-B491-01307F1D6403}" dt="2024-11-26T03:27:18.617" v="1500"/>
        <pc:sldMkLst>
          <pc:docMk/>
          <pc:sldMk cId="3404989429" sldId="2147483580"/>
        </pc:sldMkLst>
      </pc:sldChg>
      <pc:sldChg chg="del">
        <pc:chgData name="Lu,Dr.,Jiaqi (HP Medicine) BII-CN-S" userId="8b183601-9cff-443d-8730-90ebdb48edb2" providerId="ADAL" clId="{83F667E7-D536-4E2E-B491-01307F1D6403}" dt="2024-11-25T02:19:49.033" v="25" actId="47"/>
        <pc:sldMkLst>
          <pc:docMk/>
          <pc:sldMk cId="763459277" sldId="2147483647"/>
        </pc:sldMkLst>
      </pc:sldChg>
      <pc:sldMasterChg chg="delSldLayout">
        <pc:chgData name="Lu,Dr.,Jiaqi (HP Medicine) BII-CN-S" userId="8b183601-9cff-443d-8730-90ebdb48edb2" providerId="ADAL" clId="{83F667E7-D536-4E2E-B491-01307F1D6403}" dt="2024-11-25T14:16:26.564" v="136" actId="47"/>
        <pc:sldMasterMkLst>
          <pc:docMk/>
          <pc:sldMasterMk cId="3416164213" sldId="2147483695"/>
        </pc:sldMasterMkLst>
        <pc:sldLayoutChg chg="del">
          <pc:chgData name="Lu,Dr.,Jiaqi (HP Medicine) BII-CN-S" userId="8b183601-9cff-443d-8730-90ebdb48edb2" providerId="ADAL" clId="{83F667E7-D536-4E2E-B491-01307F1D6403}" dt="2024-11-25T14:16:26.564" v="136" actId="47"/>
          <pc:sldLayoutMkLst>
            <pc:docMk/>
            <pc:sldMasterMk cId="3416164213" sldId="2147483695"/>
            <pc:sldLayoutMk cId="1405058451" sldId="2147484183"/>
          </pc:sldLayoutMkLst>
        </pc:sldLayoutChg>
      </pc:sldMasterChg>
      <pc:sldMasterChg chg="del delSldLayout">
        <pc:chgData name="Lu,Dr.,Jiaqi (HP Medicine) BII-CN-S" userId="8b183601-9cff-443d-8730-90ebdb48edb2" providerId="ADAL" clId="{83F667E7-D536-4E2E-B491-01307F1D6403}" dt="2024-11-25T14:59:35.776" v="894" actId="47"/>
        <pc:sldMasterMkLst>
          <pc:docMk/>
          <pc:sldMasterMk cId="3609165038" sldId="2147483765"/>
        </pc:sldMasterMkLst>
        <pc:sldLayoutChg chg="del">
          <pc:chgData name="Lu,Dr.,Jiaqi (HP Medicine) BII-CN-S" userId="8b183601-9cff-443d-8730-90ebdb48edb2" providerId="ADAL" clId="{83F667E7-D536-4E2E-B491-01307F1D6403}" dt="2024-11-25T14:59:35.776" v="894" actId="47"/>
          <pc:sldLayoutMkLst>
            <pc:docMk/>
            <pc:sldMasterMk cId="3609165038" sldId="2147483765"/>
            <pc:sldLayoutMk cId="3964093886" sldId="2147483766"/>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2387000450" sldId="2147483767"/>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4148211560" sldId="2147483768"/>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4251183501" sldId="2147483769"/>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4179589532" sldId="2147483770"/>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203062608" sldId="2147483771"/>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2418057019" sldId="2147483772"/>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2127019604" sldId="2147483773"/>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3785102101" sldId="2147483774"/>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862661428" sldId="2147483775"/>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1358471146" sldId="2147483776"/>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3658061846" sldId="2147483777"/>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2483660735" sldId="2147483778"/>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2613373631" sldId="2147483779"/>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3097690179" sldId="2147483780"/>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1525463902" sldId="2147483781"/>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1526229701" sldId="2147483782"/>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2968846614" sldId="2147483783"/>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2216859666" sldId="2147483784"/>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2676871704" sldId="2147483785"/>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3953451101" sldId="2147483786"/>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1351304672" sldId="2147483787"/>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1955830336" sldId="2147483788"/>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1889647333" sldId="2147483789"/>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385301745" sldId="2147483790"/>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4072429053" sldId="2147483791"/>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483857052" sldId="2147483792"/>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3521200640" sldId="2147483793"/>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4052701533" sldId="2147483794"/>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1881669722" sldId="2147483795"/>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3834019528" sldId="2147483796"/>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551137566" sldId="2147483797"/>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3199642217" sldId="2147483798"/>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3111064926" sldId="2147483799"/>
          </pc:sldLayoutMkLst>
        </pc:sldLayoutChg>
        <pc:sldLayoutChg chg="del">
          <pc:chgData name="Lu,Dr.,Jiaqi (HP Medicine) BII-CN-S" userId="8b183601-9cff-443d-8730-90ebdb48edb2" providerId="ADAL" clId="{83F667E7-D536-4E2E-B491-01307F1D6403}" dt="2024-11-25T14:59:35.776" v="894" actId="47"/>
          <pc:sldLayoutMkLst>
            <pc:docMk/>
            <pc:sldMasterMk cId="3609165038" sldId="2147483765"/>
            <pc:sldLayoutMk cId="778496527" sldId="2147483800"/>
          </pc:sldLayoutMkLst>
        </pc:sldLayoutChg>
      </pc:sldMasterChg>
      <pc:sldMasterChg chg="delSldLayout">
        <pc:chgData name="Lu,Dr.,Jiaqi (HP Medicine) BII-CN-S" userId="8b183601-9cff-443d-8730-90ebdb48edb2" providerId="ADAL" clId="{83F667E7-D536-4E2E-B491-01307F1D6403}" dt="2024-11-25T02:27:32.776" v="26" actId="47"/>
        <pc:sldMasterMkLst>
          <pc:docMk/>
          <pc:sldMasterMk cId="3375593536" sldId="2147484075"/>
        </pc:sldMasterMkLst>
        <pc:sldLayoutChg chg="del">
          <pc:chgData name="Lu,Dr.,Jiaqi (HP Medicine) BII-CN-S" userId="8b183601-9cff-443d-8730-90ebdb48edb2" providerId="ADAL" clId="{83F667E7-D536-4E2E-B491-01307F1D6403}" dt="2024-11-25T02:27:32.776" v="26" actId="47"/>
          <pc:sldLayoutMkLst>
            <pc:docMk/>
            <pc:sldMasterMk cId="3375593536" sldId="2147484075"/>
            <pc:sldLayoutMk cId="1326988156" sldId="2147484096"/>
          </pc:sldLayoutMkLst>
        </pc:sldLayoutChg>
      </pc:sldMasterChg>
      <pc:sldMasterChg chg="del delSldLayout">
        <pc:chgData name="Lu,Dr.,Jiaqi (HP Medicine) BII-CN-S" userId="8b183601-9cff-443d-8730-90ebdb48edb2" providerId="ADAL" clId="{83F667E7-D536-4E2E-B491-01307F1D6403}" dt="2024-11-25T14:23:17.590" v="320" actId="47"/>
        <pc:sldMasterMkLst>
          <pc:docMk/>
          <pc:sldMasterMk cId="1402380355" sldId="2147484098"/>
        </pc:sldMasterMkLst>
        <pc:sldLayoutChg chg="del">
          <pc:chgData name="Lu,Dr.,Jiaqi (HP Medicine) BII-CN-S" userId="8b183601-9cff-443d-8730-90ebdb48edb2" providerId="ADAL" clId="{83F667E7-D536-4E2E-B491-01307F1D6403}" dt="2024-11-25T14:23:17.590" v="320" actId="47"/>
          <pc:sldLayoutMkLst>
            <pc:docMk/>
            <pc:sldMasterMk cId="1402380355" sldId="2147484098"/>
            <pc:sldLayoutMk cId="3437926066" sldId="2147484099"/>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536408135" sldId="2147484100"/>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303504396" sldId="2147484101"/>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7373236" sldId="2147484102"/>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3012003" sldId="2147484103"/>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040753282" sldId="2147484104"/>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636272099" sldId="2147484105"/>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466168895" sldId="2147484106"/>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832118971" sldId="2147484107"/>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070399593" sldId="2147484108"/>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522228254" sldId="2147484109"/>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258669686" sldId="2147484110"/>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16002673" sldId="2147484111"/>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556920668" sldId="2147484112"/>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60758152" sldId="2147484113"/>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462729165" sldId="2147484114"/>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859608164" sldId="2147484115"/>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417646232" sldId="2147484116"/>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959849587" sldId="2147484117"/>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578581828" sldId="2147484118"/>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002491197" sldId="2147484119"/>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809624910" sldId="2147484120"/>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550113607" sldId="2147484121"/>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390725276" sldId="2147484122"/>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489497335" sldId="2147484123"/>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725091760" sldId="2147484124"/>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459697234" sldId="2147484125"/>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901343032" sldId="2147484126"/>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791019361" sldId="2147484127"/>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15390127" sldId="2147484128"/>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956863131" sldId="2147484129"/>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929847381" sldId="2147484130"/>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164704128" sldId="2147484131"/>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293208635" sldId="2147484132"/>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608601070" sldId="2147484133"/>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870303479" sldId="2147484134"/>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80539341" sldId="2147484135"/>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509579456" sldId="2147484136"/>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739884009" sldId="2147484137"/>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153578902" sldId="2147484138"/>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286271107" sldId="2147484139"/>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801906705" sldId="2147484140"/>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158905834" sldId="2147484141"/>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3233204247" sldId="2147484142"/>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065881959" sldId="2147484143"/>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1376222167" sldId="2147484144"/>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426655516" sldId="2147484145"/>
          </pc:sldLayoutMkLst>
        </pc:sldLayoutChg>
        <pc:sldLayoutChg chg="del">
          <pc:chgData name="Lu,Dr.,Jiaqi (HP Medicine) BII-CN-S" userId="8b183601-9cff-443d-8730-90ebdb48edb2" providerId="ADAL" clId="{83F667E7-D536-4E2E-B491-01307F1D6403}" dt="2024-11-25T14:23:17.590" v="320" actId="47"/>
          <pc:sldLayoutMkLst>
            <pc:docMk/>
            <pc:sldMasterMk cId="1402380355" sldId="2147484098"/>
            <pc:sldLayoutMk cId="2231219481" sldId="2147484146"/>
          </pc:sldLayoutMkLst>
        </pc:sldLayoutChg>
      </pc:sldMasterChg>
      <pc:sldMasterChg chg="del delSldLayout">
        <pc:chgData name="Lu,Dr.,Jiaqi (HP Medicine) BII-CN-S" userId="8b183601-9cff-443d-8730-90ebdb48edb2" providerId="ADAL" clId="{83F667E7-D536-4E2E-B491-01307F1D6403}" dt="2024-11-25T05:22:48.089" v="133" actId="47"/>
        <pc:sldMasterMkLst>
          <pc:docMk/>
          <pc:sldMasterMk cId="271721325" sldId="2147484183"/>
        </pc:sldMasterMkLst>
        <pc:sldLayoutChg chg="del">
          <pc:chgData name="Lu,Dr.,Jiaqi (HP Medicine) BII-CN-S" userId="8b183601-9cff-443d-8730-90ebdb48edb2" providerId="ADAL" clId="{83F667E7-D536-4E2E-B491-01307F1D6403}" dt="2024-11-25T05:22:48.089" v="133" actId="47"/>
          <pc:sldLayoutMkLst>
            <pc:docMk/>
            <pc:sldMasterMk cId="271721325" sldId="2147484183"/>
            <pc:sldLayoutMk cId="3190810948" sldId="2147484184"/>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1280548064" sldId="2147484185"/>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3767774734" sldId="2147484186"/>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1589006178" sldId="2147484187"/>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3634132804" sldId="2147484188"/>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1336659116" sldId="2147484189"/>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876187203" sldId="2147484190"/>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4919145" sldId="2147484191"/>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709374157" sldId="2147484192"/>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1910649565" sldId="2147484193"/>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3458240117" sldId="2147484194"/>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2547336" sldId="2147484195"/>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3109577760" sldId="2147484196"/>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517493231" sldId="2147484197"/>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971431157" sldId="2147484198"/>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015648070" sldId="2147484199"/>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811676201" sldId="2147484200"/>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084444875" sldId="2147484201"/>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3646015307" sldId="2147484202"/>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1963444479" sldId="2147484203"/>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1510447059" sldId="2147484204"/>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449196710" sldId="2147484205"/>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3005500194" sldId="2147484206"/>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147629291" sldId="2147484207"/>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1817081350" sldId="2147484208"/>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378480473" sldId="2147484209"/>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978191030" sldId="2147484210"/>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822138505" sldId="2147484211"/>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4263589882" sldId="2147484212"/>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548074858" sldId="2147484213"/>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299022270" sldId="2147484214"/>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3889335587" sldId="2147484215"/>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4130349843" sldId="2147484216"/>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2405204201" sldId="2147484217"/>
          </pc:sldLayoutMkLst>
        </pc:sldLayoutChg>
        <pc:sldLayoutChg chg="del">
          <pc:chgData name="Lu,Dr.,Jiaqi (HP Medicine) BII-CN-S" userId="8b183601-9cff-443d-8730-90ebdb48edb2" providerId="ADAL" clId="{83F667E7-D536-4E2E-B491-01307F1D6403}" dt="2024-11-25T05:22:48.089" v="133" actId="47"/>
          <pc:sldLayoutMkLst>
            <pc:docMk/>
            <pc:sldMasterMk cId="271721325" sldId="2147484183"/>
            <pc:sldLayoutMk cId="332669332" sldId="2147484218"/>
          </pc:sldLayoutMkLst>
        </pc:sldLayoutChg>
      </pc:sldMasterChg>
      <pc:sldMasterChg chg="del delSldLayout">
        <pc:chgData name="Lu,Dr.,Jiaqi (HP Medicine) BII-CN-S" userId="8b183601-9cff-443d-8730-90ebdb48edb2" providerId="ADAL" clId="{83F667E7-D536-4E2E-B491-01307F1D6403}" dt="2024-11-25T02:41:21.796" v="44" actId="47"/>
        <pc:sldMasterMkLst>
          <pc:docMk/>
          <pc:sldMasterMk cId="332528545" sldId="2147484183"/>
        </pc:sldMasterMkLst>
        <pc:sldLayoutChg chg="del">
          <pc:chgData name="Lu,Dr.,Jiaqi (HP Medicine) BII-CN-S" userId="8b183601-9cff-443d-8730-90ebdb48edb2" providerId="ADAL" clId="{83F667E7-D536-4E2E-B491-01307F1D6403}" dt="2024-11-25T02:41:21.796" v="44" actId="47"/>
          <pc:sldLayoutMkLst>
            <pc:docMk/>
            <pc:sldMasterMk cId="332528545" sldId="2147484183"/>
            <pc:sldLayoutMk cId="3332881976" sldId="2147484184"/>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1476573436" sldId="2147484185"/>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4127059521" sldId="2147484186"/>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383415370" sldId="2147484187"/>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3155688719" sldId="2147484188"/>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3336245184" sldId="2147484189"/>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3397305726" sldId="2147484190"/>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507151451" sldId="2147484191"/>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595547771" sldId="2147484192"/>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412603638" sldId="2147484193"/>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192670600" sldId="2147484194"/>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919671185" sldId="2147484195"/>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40814815" sldId="2147484196"/>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751863425" sldId="2147484197"/>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1557071658" sldId="2147484198"/>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589691329" sldId="2147484199"/>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873179043" sldId="2147484200"/>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3144153022" sldId="2147484201"/>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124080844" sldId="2147484202"/>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1864790831" sldId="2147484203"/>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3026411067" sldId="2147484204"/>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4175274558" sldId="2147484205"/>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674510309" sldId="2147484206"/>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3220301409" sldId="2147484207"/>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3364199241" sldId="2147484208"/>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114551990" sldId="2147484209"/>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1247023104" sldId="2147484210"/>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424783622" sldId="2147484211"/>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1416514727" sldId="2147484212"/>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669500657" sldId="2147484213"/>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7793685" sldId="2147484214"/>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712108687" sldId="2147484215"/>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389299855" sldId="2147484216"/>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2057899750" sldId="2147484217"/>
          </pc:sldLayoutMkLst>
        </pc:sldLayoutChg>
        <pc:sldLayoutChg chg="del">
          <pc:chgData name="Lu,Dr.,Jiaqi (HP Medicine) BII-CN-S" userId="8b183601-9cff-443d-8730-90ebdb48edb2" providerId="ADAL" clId="{83F667E7-D536-4E2E-B491-01307F1D6403}" dt="2024-11-25T02:41:21.796" v="44" actId="47"/>
          <pc:sldLayoutMkLst>
            <pc:docMk/>
            <pc:sldMasterMk cId="332528545" sldId="2147484183"/>
            <pc:sldLayoutMk cId="1790815244" sldId="2147484218"/>
          </pc:sldLayoutMkLst>
        </pc:sldLayoutChg>
      </pc:sldMasterChg>
      <pc:sldMasterChg chg="del delSldLayout">
        <pc:chgData name="Lu,Dr.,Jiaqi (HP Medicine) BII-CN-S" userId="8b183601-9cff-443d-8730-90ebdb48edb2" providerId="ADAL" clId="{83F667E7-D536-4E2E-B491-01307F1D6403}" dt="2024-11-25T14:58:52.954" v="880" actId="47"/>
        <pc:sldMasterMkLst>
          <pc:docMk/>
          <pc:sldMasterMk cId="2365143420" sldId="2147484218"/>
        </pc:sldMasterMkLst>
        <pc:sldLayoutChg chg="del">
          <pc:chgData name="Lu,Dr.,Jiaqi (HP Medicine) BII-CN-S" userId="8b183601-9cff-443d-8730-90ebdb48edb2" providerId="ADAL" clId="{83F667E7-D536-4E2E-B491-01307F1D6403}" dt="2024-11-25T14:58:52.954" v="880" actId="47"/>
          <pc:sldLayoutMkLst>
            <pc:docMk/>
            <pc:sldMasterMk cId="2365143420" sldId="2147484218"/>
            <pc:sldLayoutMk cId="2905922402" sldId="2147484219"/>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543408830" sldId="2147484220"/>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830491000" sldId="2147484221"/>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439522991" sldId="2147484222"/>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411413303" sldId="2147484223"/>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474500968" sldId="2147484224"/>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844125503" sldId="2147484225"/>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3177676565" sldId="2147484226"/>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533843310" sldId="2147484227"/>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3797958005" sldId="2147484228"/>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476331110" sldId="2147484229"/>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645103196" sldId="2147484230"/>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836516293" sldId="2147484231"/>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4014797315" sldId="2147484232"/>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47284696" sldId="2147484233"/>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389255354" sldId="2147484234"/>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1287421504" sldId="2147484235"/>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004474918" sldId="2147484236"/>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1190918549" sldId="2147484237"/>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123848579" sldId="2147484238"/>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3383721834" sldId="2147484239"/>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1529440650" sldId="2147484240"/>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578768091" sldId="2147484241"/>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1984632054" sldId="2147484242"/>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3222043760" sldId="2147484243"/>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4193193927" sldId="2147484244"/>
          </pc:sldLayoutMkLst>
        </pc:sldLayoutChg>
        <pc:sldLayoutChg chg="del">
          <pc:chgData name="Lu,Dr.,Jiaqi (HP Medicine) BII-CN-S" userId="8b183601-9cff-443d-8730-90ebdb48edb2" providerId="ADAL" clId="{83F667E7-D536-4E2E-B491-01307F1D6403}" dt="2024-11-25T14:58:52.954" v="880" actId="47"/>
          <pc:sldLayoutMkLst>
            <pc:docMk/>
            <pc:sldMasterMk cId="2365143420" sldId="2147484218"/>
            <pc:sldLayoutMk cId="2446248049" sldId="2147484245"/>
          </pc:sldLayoutMkLst>
        </pc:sldLayoutChg>
      </pc:sldMasterChg>
      <pc:sldMasterChg chg="del delSldLayout">
        <pc:chgData name="Lu,Dr.,Jiaqi (HP Medicine) BII-CN-S" userId="8b183601-9cff-443d-8730-90ebdb48edb2" providerId="ADAL" clId="{83F667E7-D536-4E2E-B491-01307F1D6403}" dt="2024-11-25T05:22:48.089" v="133" actId="47"/>
        <pc:sldMasterMkLst>
          <pc:docMk/>
          <pc:sldMasterMk cId="1152162298" sldId="2147484219"/>
        </pc:sldMasterMkLst>
        <pc:sldLayoutChg chg="del">
          <pc:chgData name="Lu,Dr.,Jiaqi (HP Medicine) BII-CN-S" userId="8b183601-9cff-443d-8730-90ebdb48edb2" providerId="ADAL" clId="{83F667E7-D536-4E2E-B491-01307F1D6403}" dt="2024-11-25T05:22:48.089" v="133" actId="47"/>
          <pc:sldLayoutMkLst>
            <pc:docMk/>
            <pc:sldMasterMk cId="1152162298" sldId="2147484219"/>
            <pc:sldLayoutMk cId="4153914866" sldId="2147484220"/>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306011149" sldId="2147484221"/>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1364160619" sldId="2147484222"/>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2815726593" sldId="2147484223"/>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287888850" sldId="2147484224"/>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965941186" sldId="2147484225"/>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2914697482" sldId="2147484226"/>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1983984375" sldId="2147484227"/>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4030309484" sldId="2147484228"/>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1102264919" sldId="2147484229"/>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856325107" sldId="2147484230"/>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3305146097" sldId="2147484231"/>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3322944347" sldId="2147484232"/>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4248471289" sldId="2147484233"/>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252908792" sldId="2147484234"/>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1756992928" sldId="2147484235"/>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1843119573" sldId="2147484236"/>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4150257851" sldId="2147484237"/>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1577962558" sldId="2147484238"/>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3575584179" sldId="2147484239"/>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264618377" sldId="2147484240"/>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2698408452" sldId="2147484241"/>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3741526202" sldId="2147484242"/>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4189872005" sldId="2147484243"/>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1339257073" sldId="2147484244"/>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3494327491" sldId="2147484245"/>
          </pc:sldLayoutMkLst>
        </pc:sldLayoutChg>
        <pc:sldLayoutChg chg="del">
          <pc:chgData name="Lu,Dr.,Jiaqi (HP Medicine) BII-CN-S" userId="8b183601-9cff-443d-8730-90ebdb48edb2" providerId="ADAL" clId="{83F667E7-D536-4E2E-B491-01307F1D6403}" dt="2024-11-25T05:22:48.089" v="133" actId="47"/>
          <pc:sldLayoutMkLst>
            <pc:docMk/>
            <pc:sldMasterMk cId="1152162298" sldId="2147484219"/>
            <pc:sldLayoutMk cId="3504137050" sldId="2147484246"/>
          </pc:sldLayoutMkLst>
        </pc:sldLayoutChg>
      </pc:sldMasterChg>
      <pc:sldMasterChg chg="del delSldLayout">
        <pc:chgData name="Lu,Dr.,Jiaqi (HP Medicine) BII-CN-S" userId="8b183601-9cff-443d-8730-90ebdb48edb2" providerId="ADAL" clId="{83F667E7-D536-4E2E-B491-01307F1D6403}" dt="2024-11-25T14:34:36.641" v="538" actId="47"/>
        <pc:sldMasterMkLst>
          <pc:docMk/>
          <pc:sldMasterMk cId="833319842" sldId="2147484247"/>
        </pc:sldMasterMkLst>
        <pc:sldLayoutChg chg="del">
          <pc:chgData name="Lu,Dr.,Jiaqi (HP Medicine) BII-CN-S" userId="8b183601-9cff-443d-8730-90ebdb48edb2" providerId="ADAL" clId="{83F667E7-D536-4E2E-B491-01307F1D6403}" dt="2024-11-25T14:34:36.641" v="538" actId="47"/>
          <pc:sldLayoutMkLst>
            <pc:docMk/>
            <pc:sldMasterMk cId="833319842" sldId="2147484247"/>
            <pc:sldLayoutMk cId="376591865" sldId="2147484248"/>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2760908590" sldId="2147484249"/>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1246457503" sldId="2147484250"/>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1372275524" sldId="2147484251"/>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3715623384" sldId="2147484252"/>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971681698" sldId="2147484253"/>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1350267739" sldId="2147484254"/>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535110172" sldId="2147484255"/>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9336625" sldId="2147484256"/>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2049164271" sldId="2147484257"/>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756777622" sldId="2147484258"/>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3481341824" sldId="2147484259"/>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666577629" sldId="2147484260"/>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655798978" sldId="2147484261"/>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640336249" sldId="2147484262"/>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1994243526" sldId="2147484263"/>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496719700" sldId="2147484264"/>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2284350657" sldId="2147484265"/>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1700299168" sldId="2147484266"/>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2206456428" sldId="2147484267"/>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2687290004" sldId="2147484268"/>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3534042252" sldId="2147484269"/>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70693630" sldId="2147484270"/>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4256751190" sldId="2147484271"/>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861059355" sldId="2147484272"/>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2782196531" sldId="2147484273"/>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540375185" sldId="2147484274"/>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343520431" sldId="2147484275"/>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1790942136" sldId="2147484276"/>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349984040" sldId="2147484277"/>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669953444" sldId="2147484278"/>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884944474" sldId="2147484279"/>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2028077471" sldId="2147484280"/>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1971418663" sldId="2147484281"/>
          </pc:sldLayoutMkLst>
        </pc:sldLayoutChg>
        <pc:sldLayoutChg chg="del">
          <pc:chgData name="Lu,Dr.,Jiaqi (HP Medicine) BII-CN-S" userId="8b183601-9cff-443d-8730-90ebdb48edb2" providerId="ADAL" clId="{83F667E7-D536-4E2E-B491-01307F1D6403}" dt="2024-11-25T14:34:36.641" v="538" actId="47"/>
          <pc:sldLayoutMkLst>
            <pc:docMk/>
            <pc:sldMasterMk cId="833319842" sldId="2147484247"/>
            <pc:sldLayoutMk cId="2340320975" sldId="2147484282"/>
          </pc:sldLayoutMkLst>
        </pc:sldLayoutChg>
      </pc:sldMasterChg>
    </pc:docChg>
  </pc:docChgLst>
  <pc:docChgLst>
    <pc:chgData name="Liang,Sarah (HP Medicine) BII-CN-S" userId="b5b94567-963a-4c9d-af99-146fb15290a2" providerId="ADAL" clId="{B62F341D-340C-4E6E-9CD8-F1BCE982E123}"/>
    <pc:docChg chg="undo custSel delSld modSld delMainMaster">
      <pc:chgData name="Liang,Sarah (HP Medicine) BII-CN-S" userId="b5b94567-963a-4c9d-af99-146fb15290a2" providerId="ADAL" clId="{B62F341D-340C-4E6E-9CD8-F1BCE982E123}" dt="2025-01-09T09:13:40.570" v="743" actId="20577"/>
      <pc:docMkLst>
        <pc:docMk/>
      </pc:docMkLst>
      <pc:sldChg chg="modSp mod">
        <pc:chgData name="Liang,Sarah (HP Medicine) BII-CN-S" userId="b5b94567-963a-4c9d-af99-146fb15290a2" providerId="ADAL" clId="{B62F341D-340C-4E6E-9CD8-F1BCE982E123}" dt="2025-01-09T09:13:40.570" v="743" actId="20577"/>
        <pc:sldMkLst>
          <pc:docMk/>
          <pc:sldMk cId="2809235994" sldId="256"/>
        </pc:sldMkLst>
      </pc:sldChg>
      <pc:sldChg chg="del">
        <pc:chgData name="Liang,Sarah (HP Medicine) BII-CN-S" userId="b5b94567-963a-4c9d-af99-146fb15290a2" providerId="ADAL" clId="{B62F341D-340C-4E6E-9CD8-F1BCE982E123}" dt="2025-01-07T09:26:15.306" v="0" actId="47"/>
        <pc:sldMkLst>
          <pc:docMk/>
          <pc:sldMk cId="165086219" sldId="9818"/>
        </pc:sldMkLst>
      </pc:sldChg>
      <pc:sldChg chg="del">
        <pc:chgData name="Liang,Sarah (HP Medicine) BII-CN-S" userId="b5b94567-963a-4c9d-af99-146fb15290a2" providerId="ADAL" clId="{B62F341D-340C-4E6E-9CD8-F1BCE982E123}" dt="2025-01-07T09:26:15.306" v="0" actId="47"/>
        <pc:sldMkLst>
          <pc:docMk/>
          <pc:sldMk cId="711438988" sldId="9819"/>
        </pc:sldMkLst>
      </pc:sldChg>
      <pc:sldChg chg="del">
        <pc:chgData name="Liang,Sarah (HP Medicine) BII-CN-S" userId="b5b94567-963a-4c9d-af99-146fb15290a2" providerId="ADAL" clId="{B62F341D-340C-4E6E-9CD8-F1BCE982E123}" dt="2025-01-07T09:26:15.306" v="0" actId="47"/>
        <pc:sldMkLst>
          <pc:docMk/>
          <pc:sldMk cId="248253014" sldId="9820"/>
        </pc:sldMkLst>
      </pc:sldChg>
      <pc:sldChg chg="del">
        <pc:chgData name="Liang,Sarah (HP Medicine) BII-CN-S" userId="b5b94567-963a-4c9d-af99-146fb15290a2" providerId="ADAL" clId="{B62F341D-340C-4E6E-9CD8-F1BCE982E123}" dt="2025-01-07T09:26:15.306" v="0" actId="47"/>
        <pc:sldMkLst>
          <pc:docMk/>
          <pc:sldMk cId="203601184" sldId="2147483551"/>
        </pc:sldMkLst>
      </pc:sldChg>
      <pc:sldMasterChg chg="del delSldLayout">
        <pc:chgData name="Liang,Sarah (HP Medicine) BII-CN-S" userId="b5b94567-963a-4c9d-af99-146fb15290a2" providerId="ADAL" clId="{B62F341D-340C-4E6E-9CD8-F1BCE982E123}" dt="2025-01-07T09:26:15.306" v="0" actId="47"/>
        <pc:sldMasterMkLst>
          <pc:docMk/>
          <pc:sldMasterMk cId="4272085860" sldId="2147484283"/>
        </pc:sldMasterMkLst>
        <pc:sldLayoutChg chg="del">
          <pc:chgData name="Liang,Sarah (HP Medicine) BII-CN-S" userId="b5b94567-963a-4c9d-af99-146fb15290a2" providerId="ADAL" clId="{B62F341D-340C-4E6E-9CD8-F1BCE982E123}" dt="2025-01-07T09:26:15.306" v="0" actId="47"/>
          <pc:sldLayoutMkLst>
            <pc:docMk/>
            <pc:sldMasterMk cId="4272085860" sldId="2147484283"/>
            <pc:sldLayoutMk cId="1642125487" sldId="2147484284"/>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417455730" sldId="2147484285"/>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4290306667" sldId="2147484286"/>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4144117493" sldId="2147484287"/>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1211601374" sldId="2147484288"/>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4278337481" sldId="2147484289"/>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631917102" sldId="2147484290"/>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598819490" sldId="2147484291"/>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110681066" sldId="2147484292"/>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2138185202" sldId="2147484293"/>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2069985396" sldId="2147484294"/>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2879198353" sldId="2147484295"/>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206559238" sldId="2147484296"/>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948100165" sldId="2147484297"/>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860540089" sldId="2147484298"/>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709093394" sldId="2147484299"/>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2441176772" sldId="2147484300"/>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853325226" sldId="2147484301"/>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4097238347" sldId="2147484302"/>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1657390343" sldId="2147484303"/>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831806729" sldId="2147484304"/>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883883363" sldId="2147484305"/>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220175854" sldId="2147484306"/>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4078187623" sldId="2147484307"/>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4155693285" sldId="2147484308"/>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1504251238" sldId="2147484309"/>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295565910" sldId="2147484310"/>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4196442408" sldId="2147484311"/>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2483700324" sldId="2147484312"/>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071556940" sldId="2147484313"/>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454640264" sldId="2147484314"/>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623165973" sldId="2147484315"/>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1248660601" sldId="2147484316"/>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386959966" sldId="2147484317"/>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3159954294" sldId="2147484318"/>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2603646095" sldId="2147484319"/>
          </pc:sldLayoutMkLst>
        </pc:sldLayoutChg>
        <pc:sldLayoutChg chg="del">
          <pc:chgData name="Liang,Sarah (HP Medicine) BII-CN-S" userId="b5b94567-963a-4c9d-af99-146fb15290a2" providerId="ADAL" clId="{B62F341D-340C-4E6E-9CD8-F1BCE982E123}" dt="2025-01-07T09:26:15.306" v="0" actId="47"/>
          <pc:sldLayoutMkLst>
            <pc:docMk/>
            <pc:sldMasterMk cId="4272085860" sldId="2147484283"/>
            <pc:sldLayoutMk cId="409126709" sldId="2147484320"/>
          </pc:sldLayoutMkLst>
        </pc:sldLayoutChg>
      </pc:sldMasterChg>
      <pc:sldMasterChg chg="del delSldLayout">
        <pc:chgData name="Liang,Sarah (HP Medicine) BII-CN-S" userId="b5b94567-963a-4c9d-af99-146fb15290a2" providerId="ADAL" clId="{B62F341D-340C-4E6E-9CD8-F1BCE982E123}" dt="2025-01-07T09:26:15.306" v="0" actId="47"/>
        <pc:sldMasterMkLst>
          <pc:docMk/>
          <pc:sldMasterMk cId="713539350" sldId="2147484321"/>
        </pc:sldMasterMkLst>
        <pc:sldLayoutChg chg="del">
          <pc:chgData name="Liang,Sarah (HP Medicine) BII-CN-S" userId="b5b94567-963a-4c9d-af99-146fb15290a2" providerId="ADAL" clId="{B62F341D-340C-4E6E-9CD8-F1BCE982E123}" dt="2025-01-07T09:26:15.306" v="0" actId="47"/>
          <pc:sldLayoutMkLst>
            <pc:docMk/>
            <pc:sldMasterMk cId="713539350" sldId="2147484321"/>
            <pc:sldLayoutMk cId="2926088249" sldId="2147484322"/>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544604238" sldId="2147484323"/>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1293568632" sldId="2147484324"/>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995487727" sldId="2147484325"/>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16370542" sldId="2147484326"/>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860571113" sldId="2147484327"/>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3943684657" sldId="2147484328"/>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4084371821" sldId="2147484329"/>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986810219" sldId="2147484330"/>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1896028832" sldId="2147484331"/>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1717993685" sldId="2147484332"/>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882021233" sldId="2147484333"/>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661056470" sldId="2147484334"/>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659413021" sldId="2147484335"/>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643923723" sldId="2147484336"/>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1528242942" sldId="2147484337"/>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497615698" sldId="2147484338"/>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3998912911" sldId="2147484339"/>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806494053" sldId="2147484340"/>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948767390" sldId="2147484341"/>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3185003924" sldId="2147484342"/>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941527694" sldId="2147484343"/>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1221675134" sldId="2147484344"/>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4146715927" sldId="2147484345"/>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043388232" sldId="2147484346"/>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655574402" sldId="2147484347"/>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4224795492" sldId="2147484348"/>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137932617" sldId="2147484349"/>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1976849262" sldId="2147484350"/>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3928574215" sldId="2147484351"/>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4240318815" sldId="2147484352"/>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1535085576" sldId="2147484353"/>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50055967" sldId="2147484354"/>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404570808" sldId="2147484355"/>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126959358" sldId="2147484356"/>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315089935" sldId="2147484357"/>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60971977" sldId="2147484358"/>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735395539" sldId="2147484359"/>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020266171" sldId="2147484360"/>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4194394878" sldId="2147484361"/>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2829654227" sldId="2147484362"/>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3361981564" sldId="2147484363"/>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3918960123" sldId="2147484364"/>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3418167372" sldId="2147484365"/>
          </pc:sldLayoutMkLst>
        </pc:sldLayoutChg>
        <pc:sldLayoutChg chg="del">
          <pc:chgData name="Liang,Sarah (HP Medicine) BII-CN-S" userId="b5b94567-963a-4c9d-af99-146fb15290a2" providerId="ADAL" clId="{B62F341D-340C-4E6E-9CD8-F1BCE982E123}" dt="2025-01-07T09:26:15.306" v="0" actId="47"/>
          <pc:sldLayoutMkLst>
            <pc:docMk/>
            <pc:sldMasterMk cId="713539350" sldId="2147484321"/>
            <pc:sldLayoutMk cId="774449562" sldId="2147484366"/>
          </pc:sldLayoutMkLst>
        </pc:sldLayoutChg>
      </pc:sldMasterChg>
    </pc:docChg>
  </pc:docChgLst>
  <pc:docChgLst>
    <pc:chgData name="Liu,Dr.,Meiruo (HP Medicine) BII-CN-S" userId="ece9aa16-5bba-4d2f-b200-019c8e2ba0a0" providerId="ADAL" clId="{26F23272-153D-47F5-90D6-30CCCF6DBDEE}"/>
    <pc:docChg chg="undo custSel addSld delSld modSld sldOrd delMainMaster">
      <pc:chgData name="Liu,Dr.,Meiruo (HP Medicine) BII-CN-S" userId="ece9aa16-5bba-4d2f-b200-019c8e2ba0a0" providerId="ADAL" clId="{26F23272-153D-47F5-90D6-30CCCF6DBDEE}" dt="2025-05-12T15:41:19.993" v="5559" actId="47"/>
      <pc:docMkLst>
        <pc:docMk/>
      </pc:docMkLst>
      <pc:sldChg chg="delSp modSp add mod">
        <pc:chgData name="Liu,Dr.,Meiruo (HP Medicine) BII-CN-S" userId="ece9aa16-5bba-4d2f-b200-019c8e2ba0a0" providerId="ADAL" clId="{26F23272-153D-47F5-90D6-30CCCF6DBDEE}" dt="2025-05-12T15:28:02.114" v="4834" actId="478"/>
        <pc:sldMkLst>
          <pc:docMk/>
          <pc:sldMk cId="334723459" sldId="256"/>
        </pc:sldMkLst>
        <pc:graphicFrameChg chg="mod modGraphic">
          <ac:chgData name="Liu,Dr.,Meiruo (HP Medicine) BII-CN-S" userId="ece9aa16-5bba-4d2f-b200-019c8e2ba0a0" providerId="ADAL" clId="{26F23272-153D-47F5-90D6-30CCCF6DBDEE}" dt="2025-05-12T14:49:41.583" v="3449" actId="20577"/>
          <ac:graphicFrameMkLst>
            <pc:docMk/>
            <pc:sldMk cId="334723459" sldId="256"/>
            <ac:graphicFrameMk id="7" creationId="{1A4775E0-0F34-FD3D-3732-DCC79D58A3F5}"/>
          </ac:graphicFrameMkLst>
        </pc:graphicFrameChg>
      </pc:sldChg>
      <pc:sldChg chg="del ord">
        <pc:chgData name="Liu,Dr.,Meiruo (HP Medicine) BII-CN-S" userId="ece9aa16-5bba-4d2f-b200-019c8e2ba0a0" providerId="ADAL" clId="{26F23272-153D-47F5-90D6-30CCCF6DBDEE}" dt="2025-05-12T13:32:13.046" v="292" actId="47"/>
        <pc:sldMkLst>
          <pc:docMk/>
          <pc:sldMk cId="2809235994" sldId="256"/>
        </pc:sldMkLst>
      </pc:sldChg>
      <pc:sldChg chg="del">
        <pc:chgData name="Liu,Dr.,Meiruo (HP Medicine) BII-CN-S" userId="ece9aa16-5bba-4d2f-b200-019c8e2ba0a0" providerId="ADAL" clId="{26F23272-153D-47F5-90D6-30CCCF6DBDEE}" dt="2025-05-12T15:41:19.993" v="5559" actId="47"/>
        <pc:sldMkLst>
          <pc:docMk/>
          <pc:sldMk cId="1685286726" sldId="257"/>
        </pc:sldMkLst>
      </pc:sldChg>
      <pc:sldChg chg="del">
        <pc:chgData name="Liu,Dr.,Meiruo (HP Medicine) BII-CN-S" userId="ece9aa16-5bba-4d2f-b200-019c8e2ba0a0" providerId="ADAL" clId="{26F23272-153D-47F5-90D6-30CCCF6DBDEE}" dt="2025-05-12T15:41:19.993" v="5559" actId="47"/>
        <pc:sldMkLst>
          <pc:docMk/>
          <pc:sldMk cId="2264566531" sldId="258"/>
        </pc:sldMkLst>
      </pc:sldChg>
      <pc:sldChg chg="del">
        <pc:chgData name="Liu,Dr.,Meiruo (HP Medicine) BII-CN-S" userId="ece9aa16-5bba-4d2f-b200-019c8e2ba0a0" providerId="ADAL" clId="{26F23272-153D-47F5-90D6-30CCCF6DBDEE}" dt="2025-05-12T15:41:19.993" v="5559" actId="47"/>
        <pc:sldMkLst>
          <pc:docMk/>
          <pc:sldMk cId="4067704670" sldId="259"/>
        </pc:sldMkLst>
      </pc:sldChg>
      <pc:sldChg chg="del">
        <pc:chgData name="Liu,Dr.,Meiruo (HP Medicine) BII-CN-S" userId="ece9aa16-5bba-4d2f-b200-019c8e2ba0a0" providerId="ADAL" clId="{26F23272-153D-47F5-90D6-30CCCF6DBDEE}" dt="2025-05-12T15:41:19.993" v="5559" actId="47"/>
        <pc:sldMkLst>
          <pc:docMk/>
          <pc:sldMk cId="1826413952" sldId="260"/>
        </pc:sldMkLst>
      </pc:sldChg>
      <pc:sldChg chg="del">
        <pc:chgData name="Liu,Dr.,Meiruo (HP Medicine) BII-CN-S" userId="ece9aa16-5bba-4d2f-b200-019c8e2ba0a0" providerId="ADAL" clId="{26F23272-153D-47F5-90D6-30CCCF6DBDEE}" dt="2025-05-12T15:41:19.993" v="5559" actId="47"/>
        <pc:sldMkLst>
          <pc:docMk/>
          <pc:sldMk cId="727909845" sldId="261"/>
        </pc:sldMkLst>
      </pc:sldChg>
      <pc:sldChg chg="del">
        <pc:chgData name="Liu,Dr.,Meiruo (HP Medicine) BII-CN-S" userId="ece9aa16-5bba-4d2f-b200-019c8e2ba0a0" providerId="ADAL" clId="{26F23272-153D-47F5-90D6-30CCCF6DBDEE}" dt="2025-05-12T15:41:19.993" v="5559" actId="47"/>
        <pc:sldMkLst>
          <pc:docMk/>
          <pc:sldMk cId="559745565" sldId="262"/>
        </pc:sldMkLst>
      </pc:sldChg>
      <pc:sldChg chg="del">
        <pc:chgData name="Liu,Dr.,Meiruo (HP Medicine) BII-CN-S" userId="ece9aa16-5bba-4d2f-b200-019c8e2ba0a0" providerId="ADAL" clId="{26F23272-153D-47F5-90D6-30CCCF6DBDEE}" dt="2025-05-12T15:41:19.993" v="5559" actId="47"/>
        <pc:sldMkLst>
          <pc:docMk/>
          <pc:sldMk cId="492550569" sldId="263"/>
        </pc:sldMkLst>
      </pc:sldChg>
      <pc:sldChg chg="del">
        <pc:chgData name="Liu,Dr.,Meiruo (HP Medicine) BII-CN-S" userId="ece9aa16-5bba-4d2f-b200-019c8e2ba0a0" providerId="ADAL" clId="{26F23272-153D-47F5-90D6-30CCCF6DBDEE}" dt="2025-05-12T15:41:19.993" v="5559" actId="47"/>
        <pc:sldMkLst>
          <pc:docMk/>
          <pc:sldMk cId="183639629" sldId="264"/>
        </pc:sldMkLst>
      </pc:sldChg>
      <pc:sldChg chg="del">
        <pc:chgData name="Liu,Dr.,Meiruo (HP Medicine) BII-CN-S" userId="ece9aa16-5bba-4d2f-b200-019c8e2ba0a0" providerId="ADAL" clId="{26F23272-153D-47F5-90D6-30CCCF6DBDEE}" dt="2025-05-12T15:41:19.993" v="5559" actId="47"/>
        <pc:sldMkLst>
          <pc:docMk/>
          <pc:sldMk cId="383331299" sldId="265"/>
        </pc:sldMkLst>
      </pc:sldChg>
      <pc:sldChg chg="del ord">
        <pc:chgData name="Liu,Dr.,Meiruo (HP Medicine) BII-CN-S" userId="ece9aa16-5bba-4d2f-b200-019c8e2ba0a0" providerId="ADAL" clId="{26F23272-153D-47F5-90D6-30CCCF6DBDEE}" dt="2025-05-12T14:50:39.098" v="3450" actId="47"/>
        <pc:sldMkLst>
          <pc:docMk/>
          <pc:sldMk cId="2051014255" sldId="266"/>
        </pc:sldMkLst>
      </pc:sldChg>
      <pc:sldChg chg="del">
        <pc:chgData name="Liu,Dr.,Meiruo (HP Medicine) BII-CN-S" userId="ece9aa16-5bba-4d2f-b200-019c8e2ba0a0" providerId="ADAL" clId="{26F23272-153D-47F5-90D6-30CCCF6DBDEE}" dt="2025-05-12T15:41:19.993" v="5559" actId="47"/>
        <pc:sldMkLst>
          <pc:docMk/>
          <pc:sldMk cId="3524166375" sldId="267"/>
        </pc:sldMkLst>
      </pc:sldChg>
      <pc:sldChg chg="modSp del mod ord">
        <pc:chgData name="Liu,Dr.,Meiruo (HP Medicine) BII-CN-S" userId="ece9aa16-5bba-4d2f-b200-019c8e2ba0a0" providerId="ADAL" clId="{26F23272-153D-47F5-90D6-30CCCF6DBDEE}" dt="2025-05-12T13:52:54.710" v="950" actId="47"/>
        <pc:sldMkLst>
          <pc:docMk/>
          <pc:sldMk cId="2567154969" sldId="268"/>
        </pc:sldMkLst>
      </pc:sldChg>
      <pc:sldChg chg="modSp mod ord">
        <pc:chgData name="Liu,Dr.,Meiruo (HP Medicine) BII-CN-S" userId="ece9aa16-5bba-4d2f-b200-019c8e2ba0a0" providerId="ADAL" clId="{26F23272-153D-47F5-90D6-30CCCF6DBDEE}" dt="2025-05-12T15:40:30.894" v="5558" actId="20577"/>
        <pc:sldMkLst>
          <pc:docMk/>
          <pc:sldMk cId="21358974" sldId="269"/>
        </pc:sldMkLst>
        <pc:spChg chg="mod">
          <ac:chgData name="Liu,Dr.,Meiruo (HP Medicine) BII-CN-S" userId="ece9aa16-5bba-4d2f-b200-019c8e2ba0a0" providerId="ADAL" clId="{26F23272-153D-47F5-90D6-30CCCF6DBDEE}" dt="2025-05-12T15:40:30.894" v="5558" actId="20577"/>
          <ac:spMkLst>
            <pc:docMk/>
            <pc:sldMk cId="21358974" sldId="269"/>
            <ac:spMk id="3" creationId="{E590B296-0876-787E-EEE9-C073B432CCCB}"/>
          </ac:spMkLst>
        </pc:spChg>
      </pc:sldChg>
      <pc:sldChg chg="del">
        <pc:chgData name="Liu,Dr.,Meiruo (HP Medicine) BII-CN-S" userId="ece9aa16-5bba-4d2f-b200-019c8e2ba0a0" providerId="ADAL" clId="{26F23272-153D-47F5-90D6-30CCCF6DBDEE}" dt="2025-05-12T15:41:19.993" v="5559" actId="47"/>
        <pc:sldMkLst>
          <pc:docMk/>
          <pc:sldMk cId="1322956593" sldId="270"/>
        </pc:sldMkLst>
      </pc:sldChg>
      <pc:sldChg chg="del">
        <pc:chgData name="Liu,Dr.,Meiruo (HP Medicine) BII-CN-S" userId="ece9aa16-5bba-4d2f-b200-019c8e2ba0a0" providerId="ADAL" clId="{26F23272-153D-47F5-90D6-30CCCF6DBDEE}" dt="2025-05-12T15:41:19.993" v="5559" actId="47"/>
        <pc:sldMkLst>
          <pc:docMk/>
          <pc:sldMk cId="795037816" sldId="271"/>
        </pc:sldMkLst>
      </pc:sldChg>
      <pc:sldChg chg="del">
        <pc:chgData name="Liu,Dr.,Meiruo (HP Medicine) BII-CN-S" userId="ece9aa16-5bba-4d2f-b200-019c8e2ba0a0" providerId="ADAL" clId="{26F23272-153D-47F5-90D6-30CCCF6DBDEE}" dt="2025-05-12T15:41:19.993" v="5559" actId="47"/>
        <pc:sldMkLst>
          <pc:docMk/>
          <pc:sldMk cId="3269721463" sldId="272"/>
        </pc:sldMkLst>
      </pc:sldChg>
      <pc:sldChg chg="add del">
        <pc:chgData name="Liu,Dr.,Meiruo (HP Medicine) BII-CN-S" userId="ece9aa16-5bba-4d2f-b200-019c8e2ba0a0" providerId="ADAL" clId="{26F23272-153D-47F5-90D6-30CCCF6DBDEE}" dt="2025-05-12T13:32:23.049" v="295" actId="47"/>
        <pc:sldMkLst>
          <pc:docMk/>
          <pc:sldMk cId="3233148627" sldId="273"/>
        </pc:sldMkLst>
      </pc:sldChg>
      <pc:sldChg chg="delSp modSp add mod ord">
        <pc:chgData name="Liu,Dr.,Meiruo (HP Medicine) BII-CN-S" userId="ece9aa16-5bba-4d2f-b200-019c8e2ba0a0" providerId="ADAL" clId="{26F23272-153D-47F5-90D6-30CCCF6DBDEE}" dt="2025-05-12T14:13:42.327" v="1794"/>
        <pc:sldMkLst>
          <pc:docMk/>
          <pc:sldMk cId="2607541963" sldId="274"/>
        </pc:sldMkLst>
        <pc:spChg chg="mod">
          <ac:chgData name="Liu,Dr.,Meiruo (HP Medicine) BII-CN-S" userId="ece9aa16-5bba-4d2f-b200-019c8e2ba0a0" providerId="ADAL" clId="{26F23272-153D-47F5-90D6-30CCCF6DBDEE}" dt="2025-05-12T13:09:28.517" v="42" actId="14100"/>
          <ac:spMkLst>
            <pc:docMk/>
            <pc:sldMk cId="2607541963" sldId="274"/>
            <ac:spMk id="2" creationId="{40001529-F3AC-2D2E-BBB7-A3646BF4BC11}"/>
          </ac:spMkLst>
        </pc:spChg>
        <pc:graphicFrameChg chg="mod modGraphic">
          <ac:chgData name="Liu,Dr.,Meiruo (HP Medicine) BII-CN-S" userId="ece9aa16-5bba-4d2f-b200-019c8e2ba0a0" providerId="ADAL" clId="{26F23272-153D-47F5-90D6-30CCCF6DBDEE}" dt="2025-05-12T14:13:27.396" v="1791" actId="1076"/>
          <ac:graphicFrameMkLst>
            <pc:docMk/>
            <pc:sldMk cId="2607541963" sldId="274"/>
            <ac:graphicFrameMk id="7" creationId="{644A6EBE-846E-6368-D55D-96452C0E836C}"/>
          </ac:graphicFrameMkLst>
        </pc:graphicFrameChg>
      </pc:sldChg>
      <pc:sldChg chg="new del">
        <pc:chgData name="Liu,Dr.,Meiruo (HP Medicine) BII-CN-S" userId="ece9aa16-5bba-4d2f-b200-019c8e2ba0a0" providerId="ADAL" clId="{26F23272-153D-47F5-90D6-30CCCF6DBDEE}" dt="2025-05-12T13:13:09.477" v="59" actId="47"/>
        <pc:sldMkLst>
          <pc:docMk/>
          <pc:sldMk cId="1721084696" sldId="275"/>
        </pc:sldMkLst>
      </pc:sldChg>
      <pc:sldChg chg="delSp modSp new del mod ord">
        <pc:chgData name="Liu,Dr.,Meiruo (HP Medicine) BII-CN-S" userId="ece9aa16-5bba-4d2f-b200-019c8e2ba0a0" providerId="ADAL" clId="{26F23272-153D-47F5-90D6-30CCCF6DBDEE}" dt="2025-05-12T15:15:49.604" v="4265" actId="47"/>
        <pc:sldMkLst>
          <pc:docMk/>
          <pc:sldMk cId="3815174010" sldId="275"/>
        </pc:sldMkLst>
      </pc:sldChg>
      <pc:sldChg chg="modSp add mod">
        <pc:chgData name="Liu,Dr.,Meiruo (HP Medicine) BII-CN-S" userId="ece9aa16-5bba-4d2f-b200-019c8e2ba0a0" providerId="ADAL" clId="{26F23272-153D-47F5-90D6-30CCCF6DBDEE}" dt="2025-05-12T14:59:04.828" v="3734" actId="6549"/>
        <pc:sldMkLst>
          <pc:docMk/>
          <pc:sldMk cId="1988523740" sldId="276"/>
        </pc:sldMkLst>
        <pc:graphicFrameChg chg="mod modGraphic">
          <ac:chgData name="Liu,Dr.,Meiruo (HP Medicine) BII-CN-S" userId="ece9aa16-5bba-4d2f-b200-019c8e2ba0a0" providerId="ADAL" clId="{26F23272-153D-47F5-90D6-30CCCF6DBDEE}" dt="2025-05-12T14:59:04.828" v="3734" actId="6549"/>
          <ac:graphicFrameMkLst>
            <pc:docMk/>
            <pc:sldMk cId="1988523740" sldId="276"/>
            <ac:graphicFrameMk id="6" creationId="{1F92A5FB-00BF-1C36-71EE-3B1950EC31E5}"/>
          </ac:graphicFrameMkLst>
        </pc:graphicFrameChg>
      </pc:sldChg>
      <pc:sldChg chg="modSp mod">
        <pc:chgData name="Liu,Dr.,Meiruo (HP Medicine) BII-CN-S" userId="ece9aa16-5bba-4d2f-b200-019c8e2ba0a0" providerId="ADAL" clId="{26F23272-153D-47F5-90D6-30CCCF6DBDEE}" dt="2025-05-12T01:14:52.668" v="21" actId="20577"/>
        <pc:sldMkLst>
          <pc:docMk/>
          <pc:sldMk cId="1922158299" sldId="9848"/>
        </pc:sldMkLst>
        <pc:spChg chg="mod">
          <ac:chgData name="Liu,Dr.,Meiruo (HP Medicine) BII-CN-S" userId="ece9aa16-5bba-4d2f-b200-019c8e2ba0a0" providerId="ADAL" clId="{26F23272-153D-47F5-90D6-30CCCF6DBDEE}" dt="2025-05-12T01:14:05.827" v="17" actId="20577"/>
          <ac:spMkLst>
            <pc:docMk/>
            <pc:sldMk cId="1922158299" sldId="9848"/>
            <ac:spMk id="3" creationId="{692796CB-E2C8-8508-DF5A-FC10693F0AFB}"/>
          </ac:spMkLst>
        </pc:spChg>
        <pc:spChg chg="mod">
          <ac:chgData name="Liu,Dr.,Meiruo (HP Medicine) BII-CN-S" userId="ece9aa16-5bba-4d2f-b200-019c8e2ba0a0" providerId="ADAL" clId="{26F23272-153D-47F5-90D6-30CCCF6DBDEE}" dt="2025-05-12T01:14:52.668" v="21" actId="20577"/>
          <ac:spMkLst>
            <pc:docMk/>
            <pc:sldMk cId="1922158299" sldId="9848"/>
            <ac:spMk id="20" creationId="{8D17EF76-2217-4565-20CD-D65D723EE31F}"/>
          </ac:spMkLst>
        </pc:spChg>
      </pc:sldChg>
      <pc:sldChg chg="del">
        <pc:chgData name="Liu,Dr.,Meiruo (HP Medicine) BII-CN-S" userId="ece9aa16-5bba-4d2f-b200-019c8e2ba0a0" providerId="ADAL" clId="{26F23272-153D-47F5-90D6-30CCCF6DBDEE}" dt="2025-05-12T15:41:19.993" v="5559" actId="47"/>
        <pc:sldMkLst>
          <pc:docMk/>
          <pc:sldMk cId="725207353" sldId="2145705737"/>
        </pc:sldMkLst>
      </pc:sldChg>
      <pc:sldChg chg="modSp mod ord">
        <pc:chgData name="Liu,Dr.,Meiruo (HP Medicine) BII-CN-S" userId="ece9aa16-5bba-4d2f-b200-019c8e2ba0a0" providerId="ADAL" clId="{26F23272-153D-47F5-90D6-30CCCF6DBDEE}" dt="2025-05-12T15:27:49.883" v="4833" actId="1036"/>
        <pc:sldMkLst>
          <pc:docMk/>
          <pc:sldMk cId="2832997277" sldId="2147475076"/>
        </pc:sldMkLst>
        <pc:spChg chg="mod">
          <ac:chgData name="Liu,Dr.,Meiruo (HP Medicine) BII-CN-S" userId="ece9aa16-5bba-4d2f-b200-019c8e2ba0a0" providerId="ADAL" clId="{26F23272-153D-47F5-90D6-30CCCF6DBDEE}" dt="2025-05-12T15:27:49.883" v="4833" actId="1036"/>
          <ac:spMkLst>
            <pc:docMk/>
            <pc:sldMk cId="2832997277" sldId="2147475076"/>
            <ac:spMk id="3" creationId="{74B4EB68-4940-CA60-788A-776149B85632}"/>
          </ac:spMkLst>
        </pc:spChg>
        <pc:graphicFrameChg chg="mod modGraphic">
          <ac:chgData name="Liu,Dr.,Meiruo (HP Medicine) BII-CN-S" userId="ece9aa16-5bba-4d2f-b200-019c8e2ba0a0" providerId="ADAL" clId="{26F23272-153D-47F5-90D6-30CCCF6DBDEE}" dt="2025-05-12T15:27:44.522" v="4820" actId="114"/>
          <ac:graphicFrameMkLst>
            <pc:docMk/>
            <pc:sldMk cId="2832997277" sldId="2147475076"/>
            <ac:graphicFrameMk id="15" creationId="{B16C4F7B-FFC9-8C91-F3C2-0272A3D6E47F}"/>
          </ac:graphicFrameMkLst>
        </pc:graphicFrameChg>
      </pc:sldChg>
      <pc:sldChg chg="del">
        <pc:chgData name="Liu,Dr.,Meiruo (HP Medicine) BII-CN-S" userId="ece9aa16-5bba-4d2f-b200-019c8e2ba0a0" providerId="ADAL" clId="{26F23272-153D-47F5-90D6-30CCCF6DBDEE}" dt="2025-05-12T15:41:19.993" v="5559" actId="47"/>
        <pc:sldMkLst>
          <pc:docMk/>
          <pc:sldMk cId="989080815" sldId="2147482544"/>
        </pc:sldMkLst>
      </pc:sldChg>
      <pc:sldChg chg="addSp delSp modSp add del mod ord">
        <pc:chgData name="Liu,Dr.,Meiruo (HP Medicine) BII-CN-S" userId="ece9aa16-5bba-4d2f-b200-019c8e2ba0a0" providerId="ADAL" clId="{26F23272-153D-47F5-90D6-30CCCF6DBDEE}" dt="2025-05-12T13:13:39.208" v="65" actId="47"/>
        <pc:sldMkLst>
          <pc:docMk/>
          <pc:sldMk cId="2475282553" sldId="2147482970"/>
        </pc:sldMkLst>
      </pc:sldChg>
      <pc:sldChg chg="modSp add del mod">
        <pc:chgData name="Liu,Dr.,Meiruo (HP Medicine) BII-CN-S" userId="ece9aa16-5bba-4d2f-b200-019c8e2ba0a0" providerId="ADAL" clId="{26F23272-153D-47F5-90D6-30CCCF6DBDEE}" dt="2025-05-12T13:14:41.111" v="83" actId="47"/>
        <pc:sldMkLst>
          <pc:docMk/>
          <pc:sldMk cId="561933801" sldId="2147482972"/>
        </pc:sldMkLst>
      </pc:sldChg>
      <pc:sldChg chg="add del">
        <pc:chgData name="Liu,Dr.,Meiruo (HP Medicine) BII-CN-S" userId="ece9aa16-5bba-4d2f-b200-019c8e2ba0a0" providerId="ADAL" clId="{26F23272-153D-47F5-90D6-30CCCF6DBDEE}" dt="2025-05-12T14:16:51.363" v="1801" actId="47"/>
        <pc:sldMkLst>
          <pc:docMk/>
          <pc:sldMk cId="1515627697" sldId="2147482976"/>
        </pc:sldMkLst>
      </pc:sldChg>
      <pc:sldChg chg="modSp add mod">
        <pc:chgData name="Liu,Dr.,Meiruo (HP Medicine) BII-CN-S" userId="ece9aa16-5bba-4d2f-b200-019c8e2ba0a0" providerId="ADAL" clId="{26F23272-153D-47F5-90D6-30CCCF6DBDEE}" dt="2025-05-12T13:52:45.714" v="949" actId="20577"/>
        <pc:sldMkLst>
          <pc:docMk/>
          <pc:sldMk cId="2477761859" sldId="2147482983"/>
        </pc:sldMkLst>
        <pc:spChg chg="mod">
          <ac:chgData name="Liu,Dr.,Meiruo (HP Medicine) BII-CN-S" userId="ece9aa16-5bba-4d2f-b200-019c8e2ba0a0" providerId="ADAL" clId="{26F23272-153D-47F5-90D6-30CCCF6DBDEE}" dt="2025-05-12T13:52:45.714" v="949" actId="20577"/>
          <ac:spMkLst>
            <pc:docMk/>
            <pc:sldMk cId="2477761859" sldId="2147482983"/>
            <ac:spMk id="2" creationId="{C4A466D7-A2CE-C9F1-4B1A-A62310A36826}"/>
          </ac:spMkLst>
        </pc:spChg>
      </pc:sldChg>
      <pc:sldChg chg="del">
        <pc:chgData name="Liu,Dr.,Meiruo (HP Medicine) BII-CN-S" userId="ece9aa16-5bba-4d2f-b200-019c8e2ba0a0" providerId="ADAL" clId="{26F23272-153D-47F5-90D6-30CCCF6DBDEE}" dt="2025-05-12T15:41:19.993" v="5559" actId="47"/>
        <pc:sldMkLst>
          <pc:docMk/>
          <pc:sldMk cId="1736841550" sldId="2147483511"/>
        </pc:sldMkLst>
      </pc:sldChg>
      <pc:sldChg chg="del">
        <pc:chgData name="Liu,Dr.,Meiruo (HP Medicine) BII-CN-S" userId="ece9aa16-5bba-4d2f-b200-019c8e2ba0a0" providerId="ADAL" clId="{26F23272-153D-47F5-90D6-30CCCF6DBDEE}" dt="2025-05-12T15:41:19.993" v="5559" actId="47"/>
        <pc:sldMkLst>
          <pc:docMk/>
          <pc:sldMk cId="2022630942" sldId="2147483524"/>
        </pc:sldMkLst>
      </pc:sldChg>
      <pc:sldChg chg="modSp mod ord">
        <pc:chgData name="Liu,Dr.,Meiruo (HP Medicine) BII-CN-S" userId="ece9aa16-5bba-4d2f-b200-019c8e2ba0a0" providerId="ADAL" clId="{26F23272-153D-47F5-90D6-30CCCF6DBDEE}" dt="2025-05-12T15:35:22.340" v="5157" actId="20577"/>
        <pc:sldMkLst>
          <pc:docMk/>
          <pc:sldMk cId="900762479" sldId="2147483556"/>
        </pc:sldMkLst>
        <pc:spChg chg="mod">
          <ac:chgData name="Liu,Dr.,Meiruo (HP Medicine) BII-CN-S" userId="ece9aa16-5bba-4d2f-b200-019c8e2ba0a0" providerId="ADAL" clId="{26F23272-153D-47F5-90D6-30CCCF6DBDEE}" dt="2025-05-12T14:51:21.183" v="3506" actId="20577"/>
          <ac:spMkLst>
            <pc:docMk/>
            <pc:sldMk cId="900762479" sldId="2147483556"/>
            <ac:spMk id="2" creationId="{1981918F-D4B9-CB22-8347-C74577AED3F9}"/>
          </ac:spMkLst>
        </pc:spChg>
        <pc:graphicFrameChg chg="mod modGraphic">
          <ac:chgData name="Liu,Dr.,Meiruo (HP Medicine) BII-CN-S" userId="ece9aa16-5bba-4d2f-b200-019c8e2ba0a0" providerId="ADAL" clId="{26F23272-153D-47F5-90D6-30CCCF6DBDEE}" dt="2025-05-12T15:35:22.340" v="5157" actId="20577"/>
          <ac:graphicFrameMkLst>
            <pc:docMk/>
            <pc:sldMk cId="900762479" sldId="2147483556"/>
            <ac:graphicFrameMk id="15" creationId="{B16C4F7B-FFC9-8C91-F3C2-0272A3D6E47F}"/>
          </ac:graphicFrameMkLst>
        </pc:graphicFrameChg>
      </pc:sldChg>
      <pc:sldChg chg="del">
        <pc:chgData name="Liu,Dr.,Meiruo (HP Medicine) BII-CN-S" userId="ece9aa16-5bba-4d2f-b200-019c8e2ba0a0" providerId="ADAL" clId="{26F23272-153D-47F5-90D6-30CCCF6DBDEE}" dt="2025-05-12T15:41:19.993" v="5559" actId="47"/>
        <pc:sldMkLst>
          <pc:docMk/>
          <pc:sldMk cId="694993539" sldId="2147483644"/>
        </pc:sldMkLst>
      </pc:sldChg>
      <pc:sldChg chg="del">
        <pc:chgData name="Liu,Dr.,Meiruo (HP Medicine) BII-CN-S" userId="ece9aa16-5bba-4d2f-b200-019c8e2ba0a0" providerId="ADAL" clId="{26F23272-153D-47F5-90D6-30CCCF6DBDEE}" dt="2025-05-12T15:41:19.993" v="5559" actId="47"/>
        <pc:sldMkLst>
          <pc:docMk/>
          <pc:sldMk cId="1266111625" sldId="2147483645"/>
        </pc:sldMkLst>
      </pc:sldChg>
      <pc:sldChg chg="del">
        <pc:chgData name="Liu,Dr.,Meiruo (HP Medicine) BII-CN-S" userId="ece9aa16-5bba-4d2f-b200-019c8e2ba0a0" providerId="ADAL" clId="{26F23272-153D-47F5-90D6-30CCCF6DBDEE}" dt="2025-05-12T15:41:19.993" v="5559" actId="47"/>
        <pc:sldMkLst>
          <pc:docMk/>
          <pc:sldMk cId="569526692" sldId="2147483647"/>
        </pc:sldMkLst>
      </pc:sldChg>
      <pc:sldMasterChg chg="del delSldLayout">
        <pc:chgData name="Liu,Dr.,Meiruo (HP Medicine) BII-CN-S" userId="ece9aa16-5bba-4d2f-b200-019c8e2ba0a0" providerId="ADAL" clId="{26F23272-153D-47F5-90D6-30CCCF6DBDEE}" dt="2025-05-12T15:41:19.993" v="5559" actId="47"/>
        <pc:sldMasterMkLst>
          <pc:docMk/>
          <pc:sldMasterMk cId="3308256360" sldId="2147483849"/>
        </pc:sldMasterMkLst>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2959719294" sldId="2147483850"/>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055228295" sldId="2147483851"/>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2461029868" sldId="2147483852"/>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0984082" sldId="2147483853"/>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723613080" sldId="2147483854"/>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898093844" sldId="2147483855"/>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605094602" sldId="2147483856"/>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980004156" sldId="2147483857"/>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1310800579" sldId="2147483858"/>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666622055" sldId="2147483859"/>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446883284" sldId="2147483860"/>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4251803920" sldId="2147483861"/>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4231997706" sldId="2147483862"/>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2349551688" sldId="2147483863"/>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646412329" sldId="2147483864"/>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2051941350" sldId="2147483865"/>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2675831219" sldId="2147483866"/>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2060969397" sldId="2147483867"/>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1542786939" sldId="2147483868"/>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1278536545" sldId="2147483869"/>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4221933890" sldId="2147483870"/>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530056469" sldId="2147483871"/>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045146999" sldId="2147483872"/>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06477134" sldId="2147483873"/>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528349421" sldId="2147483874"/>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32446236" sldId="2147483875"/>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4195011794" sldId="2147483876"/>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2620253869" sldId="2147483877"/>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688238090" sldId="2147483878"/>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644095698" sldId="2147483879"/>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507778171" sldId="2147483880"/>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3167854312" sldId="2147483881"/>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4083497862" sldId="2147483882"/>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2424867502" sldId="2147483883"/>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550021180" sldId="2147483884"/>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4091617069" sldId="2147483885"/>
          </pc:sldLayoutMkLst>
        </pc:sldLayoutChg>
        <pc:sldLayoutChg chg="del">
          <pc:chgData name="Liu,Dr.,Meiruo (HP Medicine) BII-CN-S" userId="ece9aa16-5bba-4d2f-b200-019c8e2ba0a0" providerId="ADAL" clId="{26F23272-153D-47F5-90D6-30CCCF6DBDEE}" dt="2025-05-12T15:41:19.993" v="5559" actId="47"/>
          <pc:sldLayoutMkLst>
            <pc:docMk/>
            <pc:sldMasterMk cId="3308256360" sldId="2147483849"/>
            <pc:sldLayoutMk cId="271790135" sldId="2147483886"/>
          </pc:sldLayoutMkLst>
        </pc:sldLayoutChg>
      </pc:sldMasterChg>
      <pc:sldMasterChg chg="del delSldLayout">
        <pc:chgData name="Liu,Dr.,Meiruo (HP Medicine) BII-CN-S" userId="ece9aa16-5bba-4d2f-b200-019c8e2ba0a0" providerId="ADAL" clId="{26F23272-153D-47F5-90D6-30CCCF6DBDEE}" dt="2025-05-12T15:41:19.993" v="5559" actId="47"/>
        <pc:sldMasterMkLst>
          <pc:docMk/>
          <pc:sldMasterMk cId="567508080" sldId="2147484403"/>
        </pc:sldMasterMkLst>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730768810" sldId="2147484404"/>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779509583" sldId="2147484405"/>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2617436335" sldId="2147484406"/>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571390255" sldId="2147484407"/>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4271338625" sldId="2147484408"/>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2057148310" sldId="2147484409"/>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325927709" sldId="2147484410"/>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2078982594" sldId="2147484411"/>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752208878" sldId="2147484412"/>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4282884929" sldId="2147484413"/>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614176610" sldId="2147484414"/>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276151325" sldId="2147484415"/>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628581940" sldId="2147484416"/>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2829339821" sldId="2147484417"/>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2268508243" sldId="2147484418"/>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71365841" sldId="2147484419"/>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3700261145" sldId="2147484420"/>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237685814" sldId="2147484421"/>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957315513" sldId="2147484422"/>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419848781" sldId="2147484423"/>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690067148" sldId="2147484424"/>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729712236" sldId="2147484425"/>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185491659" sldId="2147484426"/>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3380100971" sldId="2147484427"/>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2382185084" sldId="2147484428"/>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712523037" sldId="2147484429"/>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478258115" sldId="2147484430"/>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2752563139" sldId="2147484431"/>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3171683906" sldId="2147484432"/>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4259819710" sldId="2147484433"/>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613406327" sldId="2147484434"/>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3660182770" sldId="2147484435"/>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4117616805" sldId="2147484436"/>
          </pc:sldLayoutMkLst>
        </pc:sldLayoutChg>
        <pc:sldLayoutChg chg="del">
          <pc:chgData name="Liu,Dr.,Meiruo (HP Medicine) BII-CN-S" userId="ece9aa16-5bba-4d2f-b200-019c8e2ba0a0" providerId="ADAL" clId="{26F23272-153D-47F5-90D6-30CCCF6DBDEE}" dt="2025-05-12T15:41:19.993" v="5559" actId="47"/>
          <pc:sldLayoutMkLst>
            <pc:docMk/>
            <pc:sldMasterMk cId="567508080" sldId="2147484403"/>
            <pc:sldLayoutMk cId="109027589" sldId="2147484437"/>
          </pc:sldLayoutMkLst>
        </pc:sldLayoutChg>
      </pc:sldMasterChg>
      <pc:sldMasterChg chg="del delSldLayout">
        <pc:chgData name="Liu,Dr.,Meiruo (HP Medicine) BII-CN-S" userId="ece9aa16-5bba-4d2f-b200-019c8e2ba0a0" providerId="ADAL" clId="{26F23272-153D-47F5-90D6-30CCCF6DBDEE}" dt="2025-05-12T15:41:19.993" v="5559" actId="47"/>
        <pc:sldMasterMkLst>
          <pc:docMk/>
          <pc:sldMasterMk cId="187220565" sldId="2147484477"/>
        </pc:sldMasterMkLst>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778101286" sldId="2147484478"/>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893754527" sldId="2147484479"/>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101126548" sldId="2147484480"/>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549736164" sldId="2147484481"/>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846233315" sldId="2147484482"/>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372054024" sldId="2147484483"/>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4171364770" sldId="2147484484"/>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4067670874" sldId="2147484485"/>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560685286" sldId="2147484486"/>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813656198" sldId="2147484487"/>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808692921" sldId="2147484488"/>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151077790" sldId="2147484489"/>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831772274" sldId="2147484490"/>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753554816" sldId="2147484491"/>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581218348" sldId="2147484492"/>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232365996" sldId="2147484493"/>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956361764" sldId="2147484494"/>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796913241" sldId="2147484495"/>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743038186" sldId="2147484496"/>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291286455" sldId="2147484497"/>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280813144" sldId="2147484498"/>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3717552995" sldId="2147484499"/>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984560407" sldId="2147484500"/>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991648670" sldId="2147484501"/>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486591472" sldId="2147484502"/>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3395304656" sldId="2147484503"/>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78927455" sldId="2147484504"/>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533399615" sldId="2147484505"/>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32929923" sldId="2147484506"/>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487585421" sldId="2147484507"/>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3540540087" sldId="2147484508"/>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384196115" sldId="2147484509"/>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3708486876" sldId="2147484510"/>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669589288" sldId="2147484511"/>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366069235" sldId="2147484512"/>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972728454" sldId="2147484513"/>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1830477100" sldId="2147484514"/>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776566102" sldId="2147484515"/>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4012369914" sldId="2147484516"/>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2540890420" sldId="2147484517"/>
          </pc:sldLayoutMkLst>
        </pc:sldLayoutChg>
        <pc:sldLayoutChg chg="del">
          <pc:chgData name="Liu,Dr.,Meiruo (HP Medicine) BII-CN-S" userId="ece9aa16-5bba-4d2f-b200-019c8e2ba0a0" providerId="ADAL" clId="{26F23272-153D-47F5-90D6-30CCCF6DBDEE}" dt="2025-05-12T15:41:19.993" v="5559" actId="47"/>
          <pc:sldLayoutMkLst>
            <pc:docMk/>
            <pc:sldMasterMk cId="187220565" sldId="2147484477"/>
            <pc:sldLayoutMk cId="4178334924" sldId="2147484518"/>
          </pc:sldLayoutMkLst>
        </pc:sldLayoutChg>
      </pc:sldMasterChg>
      <pc:sldMasterChg chg="del delSldLayout">
        <pc:chgData name="Liu,Dr.,Meiruo (HP Medicine) BII-CN-S" userId="ece9aa16-5bba-4d2f-b200-019c8e2ba0a0" providerId="ADAL" clId="{26F23272-153D-47F5-90D6-30CCCF6DBDEE}" dt="2025-05-12T15:41:19.993" v="5559" actId="47"/>
        <pc:sldMasterMkLst>
          <pc:docMk/>
          <pc:sldMasterMk cId="4221828801" sldId="2147484520"/>
        </pc:sldMasterMkLst>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2195299048" sldId="2147484521"/>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2591383301" sldId="2147484522"/>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746810254" sldId="2147484523"/>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287814063" sldId="2147484524"/>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1466866308" sldId="2147484525"/>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3749043222" sldId="2147484526"/>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1649483599" sldId="2147484527"/>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2701036278" sldId="2147484528"/>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3854127485" sldId="2147484529"/>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1153051887" sldId="2147484530"/>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3559222907" sldId="2147484531"/>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2059323519" sldId="2147484532"/>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1483614914" sldId="2147484533"/>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3585191656" sldId="2147484534"/>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434331404" sldId="2147484535"/>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3292538877" sldId="2147484536"/>
          </pc:sldLayoutMkLst>
        </pc:sldLayoutChg>
        <pc:sldLayoutChg chg="del">
          <pc:chgData name="Liu,Dr.,Meiruo (HP Medicine) BII-CN-S" userId="ece9aa16-5bba-4d2f-b200-019c8e2ba0a0" providerId="ADAL" clId="{26F23272-153D-47F5-90D6-30CCCF6DBDEE}" dt="2025-05-12T15:41:19.993" v="5559" actId="47"/>
          <pc:sldLayoutMkLst>
            <pc:docMk/>
            <pc:sldMasterMk cId="4221828801" sldId="2147484520"/>
            <pc:sldLayoutMk cId="885114262" sldId="2147484537"/>
          </pc:sldLayoutMkLst>
        </pc:sldLayoutChg>
      </pc:sldMasterChg>
    </pc:docChg>
  </pc:docChgLst>
  <pc:docChgLst>
    <pc:chgData name="Liang,Sarah (HP Medicine) BII-CN-S" userId="b5b94567-963a-4c9d-af99-146fb15290a2" providerId="ADAL" clId="{D3FEFE8D-23C7-455A-A8B6-0BEA7A4BDFB6}"/>
    <pc:docChg chg="undo custSel delSld modSld sldOrd delMainMaster">
      <pc:chgData name="Liang,Sarah (HP Medicine) BII-CN-S" userId="b5b94567-963a-4c9d-af99-146fb15290a2" providerId="ADAL" clId="{D3FEFE8D-23C7-455A-A8B6-0BEA7A4BDFB6}" dt="2024-11-26T03:03:01.087" v="2781" actId="207"/>
      <pc:docMkLst>
        <pc:docMk/>
      </pc:docMkLst>
      <pc:sldChg chg="modSp mod">
        <pc:chgData name="Liang,Sarah (HP Medicine) BII-CN-S" userId="b5b94567-963a-4c9d-af99-146fb15290a2" providerId="ADAL" clId="{D3FEFE8D-23C7-455A-A8B6-0BEA7A4BDFB6}" dt="2024-11-26T03:03:01.087" v="2781" actId="207"/>
        <pc:sldMkLst>
          <pc:docMk/>
          <pc:sldMk cId="2809235994" sldId="256"/>
        </pc:sldMkLst>
      </pc:sldChg>
      <pc:sldChg chg="del">
        <pc:chgData name="Liang,Sarah (HP Medicine) BII-CN-S" userId="b5b94567-963a-4c9d-af99-146fb15290a2" providerId="ADAL" clId="{D3FEFE8D-23C7-455A-A8B6-0BEA7A4BDFB6}" dt="2024-11-26T01:30:37.841" v="52" actId="47"/>
        <pc:sldMkLst>
          <pc:docMk/>
          <pc:sldMk cId="429247405" sldId="257"/>
        </pc:sldMkLst>
      </pc:sldChg>
      <pc:sldChg chg="modSp mod modShow">
        <pc:chgData name="Liang,Sarah (HP Medicine) BII-CN-S" userId="b5b94567-963a-4c9d-af99-146fb15290a2" providerId="ADAL" clId="{D3FEFE8D-23C7-455A-A8B6-0BEA7A4BDFB6}" dt="2024-11-26T01:30:42.334" v="53" actId="729"/>
        <pc:sldMkLst>
          <pc:docMk/>
          <pc:sldMk cId="275645044" sldId="259"/>
        </pc:sldMkLst>
      </pc:sldChg>
      <pc:sldChg chg="modSp mod">
        <pc:chgData name="Liang,Sarah (HP Medicine) BII-CN-S" userId="b5b94567-963a-4c9d-af99-146fb15290a2" providerId="ADAL" clId="{D3FEFE8D-23C7-455A-A8B6-0BEA7A4BDFB6}" dt="2024-11-26T02:22:58.389" v="2717" actId="207"/>
        <pc:sldMkLst>
          <pc:docMk/>
          <pc:sldMk cId="2540160232" sldId="261"/>
        </pc:sldMkLst>
      </pc:sldChg>
      <pc:sldChg chg="modSp mod">
        <pc:chgData name="Liang,Sarah (HP Medicine) BII-CN-S" userId="b5b94567-963a-4c9d-af99-146fb15290a2" providerId="ADAL" clId="{D3FEFE8D-23C7-455A-A8B6-0BEA7A4BDFB6}" dt="2024-11-26T01:25:39.286" v="48" actId="20577"/>
        <pc:sldMkLst>
          <pc:docMk/>
          <pc:sldMk cId="1898389732" sldId="277"/>
        </pc:sldMkLst>
      </pc:sldChg>
      <pc:sldChg chg="modSp mod">
        <pc:chgData name="Liang,Sarah (HP Medicine) BII-CN-S" userId="b5b94567-963a-4c9d-af99-146fb15290a2" providerId="ADAL" clId="{D3FEFE8D-23C7-455A-A8B6-0BEA7A4BDFB6}" dt="2024-11-26T01:55:32.466" v="1280" actId="207"/>
        <pc:sldMkLst>
          <pc:docMk/>
          <pc:sldMk cId="248253014" sldId="9820"/>
        </pc:sldMkLst>
      </pc:sldChg>
      <pc:sldChg chg="del">
        <pc:chgData name="Liang,Sarah (HP Medicine) BII-CN-S" userId="b5b94567-963a-4c9d-af99-146fb15290a2" providerId="ADAL" clId="{D3FEFE8D-23C7-455A-A8B6-0BEA7A4BDFB6}" dt="2024-11-26T01:29:48.922" v="49" actId="47"/>
        <pc:sldMkLst>
          <pc:docMk/>
          <pc:sldMk cId="1059573111" sldId="2147483501"/>
        </pc:sldMkLst>
      </pc:sldChg>
      <pc:sldChg chg="del mod modShow">
        <pc:chgData name="Liang,Sarah (HP Medicine) BII-CN-S" userId="b5b94567-963a-4c9d-af99-146fb15290a2" providerId="ADAL" clId="{D3FEFE8D-23C7-455A-A8B6-0BEA7A4BDFB6}" dt="2024-11-26T02:57:20.902" v="2778" actId="729"/>
        <pc:sldMkLst>
          <pc:docMk/>
          <pc:sldMk cId="207443527" sldId="2147483503"/>
        </pc:sldMkLst>
      </pc:sldChg>
      <pc:sldChg chg="mod modShow">
        <pc:chgData name="Liang,Sarah (HP Medicine) BII-CN-S" userId="b5b94567-963a-4c9d-af99-146fb15290a2" providerId="ADAL" clId="{D3FEFE8D-23C7-455A-A8B6-0BEA7A4BDFB6}" dt="2024-11-26T01:32:24.302" v="56" actId="729"/>
        <pc:sldMkLst>
          <pc:docMk/>
          <pc:sldMk cId="3960966284" sldId="2147483504"/>
        </pc:sldMkLst>
      </pc:sldChg>
      <pc:sldChg chg="ord">
        <pc:chgData name="Liang,Sarah (HP Medicine) BII-CN-S" userId="b5b94567-963a-4c9d-af99-146fb15290a2" providerId="ADAL" clId="{D3FEFE8D-23C7-455A-A8B6-0BEA7A4BDFB6}" dt="2024-11-26T03:02:44.752" v="2780"/>
        <pc:sldMkLst>
          <pc:docMk/>
          <pc:sldMk cId="1081741964" sldId="2147483530"/>
        </pc:sldMkLst>
      </pc:sldChg>
      <pc:sldChg chg="modSp mod">
        <pc:chgData name="Liang,Sarah (HP Medicine) BII-CN-S" userId="b5b94567-963a-4c9d-af99-146fb15290a2" providerId="ADAL" clId="{D3FEFE8D-23C7-455A-A8B6-0BEA7A4BDFB6}" dt="2024-11-26T01:32:42.043" v="57" actId="207"/>
        <pc:sldMkLst>
          <pc:docMk/>
          <pc:sldMk cId="203601184" sldId="2147483551"/>
        </pc:sldMkLst>
      </pc:sldChg>
      <pc:sldMasterChg chg="del delSldLayout">
        <pc:chgData name="Liang,Sarah (HP Medicine) BII-CN-S" userId="b5b94567-963a-4c9d-af99-146fb15290a2" providerId="ADAL" clId="{D3FEFE8D-23C7-455A-A8B6-0BEA7A4BDFB6}" dt="2024-11-26T01:30:37.841" v="52" actId="47"/>
        <pc:sldMasterMkLst>
          <pc:docMk/>
          <pc:sldMasterMk cId="571391773" sldId="2147483993"/>
        </pc:sldMasterMkLst>
        <pc:sldLayoutChg chg="del">
          <pc:chgData name="Liang,Sarah (HP Medicine) BII-CN-S" userId="b5b94567-963a-4c9d-af99-146fb15290a2" providerId="ADAL" clId="{D3FEFE8D-23C7-455A-A8B6-0BEA7A4BDFB6}" dt="2024-11-26T01:30:37.841" v="52" actId="47"/>
          <pc:sldLayoutMkLst>
            <pc:docMk/>
            <pc:sldMasterMk cId="571391773" sldId="2147483993"/>
            <pc:sldLayoutMk cId="4164676353" sldId="2147483994"/>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466668728" sldId="2147483995"/>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758637166" sldId="2147483996"/>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989718145" sldId="2147483997"/>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743961529" sldId="2147483998"/>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452519568" sldId="2147483999"/>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754823081" sldId="2147484000"/>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539214648" sldId="2147484001"/>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699233224" sldId="2147484002"/>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010477623" sldId="2147484003"/>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088056211" sldId="2147484004"/>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966374735" sldId="2147484005"/>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052946260" sldId="2147484006"/>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904457558" sldId="2147484007"/>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3390235484" sldId="2147484008"/>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3517411838" sldId="2147484009"/>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3668807599" sldId="2147484010"/>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671651740" sldId="2147484011"/>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355934468" sldId="2147484012"/>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454091272" sldId="2147484013"/>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432370119" sldId="2147484014"/>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3343678378" sldId="2147484015"/>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550897981" sldId="2147484016"/>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3259696531" sldId="2147484017"/>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768725081" sldId="2147484018"/>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539305869" sldId="2147484019"/>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479549308" sldId="2147484020"/>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161767249" sldId="2147484021"/>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3442075127" sldId="2147484022"/>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389314233" sldId="2147484023"/>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97130509" sldId="2147484024"/>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542594444" sldId="2147484025"/>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994044266" sldId="2147484026"/>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603735288" sldId="2147484027"/>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621967244" sldId="2147484028"/>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246336945" sldId="2147484029"/>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876951477" sldId="2147484030"/>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276748976" sldId="2147484031"/>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095921632" sldId="2147484032"/>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640522305" sldId="2147484033"/>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1707214187" sldId="2147484034"/>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7437064" sldId="2147484035"/>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774838707" sldId="2147484036"/>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2457303959" sldId="2147484037"/>
          </pc:sldLayoutMkLst>
        </pc:sldLayoutChg>
        <pc:sldLayoutChg chg="del">
          <pc:chgData name="Liang,Sarah (HP Medicine) BII-CN-S" userId="b5b94567-963a-4c9d-af99-146fb15290a2" providerId="ADAL" clId="{D3FEFE8D-23C7-455A-A8B6-0BEA7A4BDFB6}" dt="2024-11-26T01:30:37.841" v="52" actId="47"/>
          <pc:sldLayoutMkLst>
            <pc:docMk/>
            <pc:sldMasterMk cId="571391773" sldId="2147483993"/>
            <pc:sldLayoutMk cId="4044091142" sldId="2147484038"/>
          </pc:sldLayoutMkLst>
        </pc:sldLayoutChg>
      </pc:sldMasterChg>
      <pc:sldMasterChg chg="del delSldLayout">
        <pc:chgData name="Liang,Sarah (HP Medicine) BII-CN-S" userId="b5b94567-963a-4c9d-af99-146fb15290a2" providerId="ADAL" clId="{D3FEFE8D-23C7-455A-A8B6-0BEA7A4BDFB6}" dt="2024-11-26T01:29:48.922" v="49" actId="47"/>
        <pc:sldMasterMkLst>
          <pc:docMk/>
          <pc:sldMasterMk cId="2771993227" sldId="2147484147"/>
        </pc:sldMasterMkLst>
        <pc:sldLayoutChg chg="del">
          <pc:chgData name="Liang,Sarah (HP Medicine) BII-CN-S" userId="b5b94567-963a-4c9d-af99-146fb15290a2" providerId="ADAL" clId="{D3FEFE8D-23C7-455A-A8B6-0BEA7A4BDFB6}" dt="2024-11-26T01:29:48.922" v="49" actId="47"/>
          <pc:sldLayoutMkLst>
            <pc:docMk/>
            <pc:sldMasterMk cId="2771993227" sldId="2147484147"/>
            <pc:sldLayoutMk cId="1379201924" sldId="2147484148"/>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4218115579" sldId="2147484149"/>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196892447" sldId="2147484150"/>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1273870174" sldId="2147484151"/>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792052129" sldId="2147484152"/>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1744304835" sldId="2147484153"/>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575219478" sldId="2147484154"/>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3790045863" sldId="2147484155"/>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477597814" sldId="2147484156"/>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684842949" sldId="2147484157"/>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1115177169" sldId="2147484158"/>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1377048398" sldId="2147484159"/>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3212423436" sldId="2147484160"/>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764560877" sldId="2147484161"/>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3087656535" sldId="2147484162"/>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157918323" sldId="2147484163"/>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87534714" sldId="2147484164"/>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597091967" sldId="2147484165"/>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083426105" sldId="2147484166"/>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1663183272" sldId="2147484167"/>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866709848" sldId="2147484168"/>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36277293" sldId="2147484169"/>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814771738" sldId="2147484170"/>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1331889060" sldId="2147484171"/>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994188493" sldId="2147484172"/>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968603431" sldId="2147484173"/>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3272863820" sldId="2147484174"/>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354971358" sldId="2147484175"/>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383787631" sldId="2147484176"/>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038468423" sldId="2147484177"/>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3088726635" sldId="2147484178"/>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1460941550" sldId="2147484179"/>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3962648515" sldId="2147484180"/>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314463281" sldId="2147484181"/>
          </pc:sldLayoutMkLst>
        </pc:sldLayoutChg>
        <pc:sldLayoutChg chg="del">
          <pc:chgData name="Liang,Sarah (HP Medicine) BII-CN-S" userId="b5b94567-963a-4c9d-af99-146fb15290a2" providerId="ADAL" clId="{D3FEFE8D-23C7-455A-A8B6-0BEA7A4BDFB6}" dt="2024-11-26T01:29:48.922" v="49" actId="47"/>
          <pc:sldLayoutMkLst>
            <pc:docMk/>
            <pc:sldMasterMk cId="2771993227" sldId="2147484147"/>
            <pc:sldLayoutMk cId="2246805655" sldId="214748418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2025/5/14</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a:solidFill>
                <a:schemeClr val="bg2"/>
              </a:solidFill>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89E25-9A6A-01AE-0FCC-29B22B4928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B7B878-DB2B-99A3-7F6B-FE251F46BC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B2C4AB-70E2-CC4D-1E3D-F0CBBF5BC0E8}"/>
              </a:ext>
            </a:extLst>
          </p:cNvPr>
          <p:cNvSpPr>
            <a:spLocks noGrp="1"/>
          </p:cNvSpPr>
          <p:nvPr>
            <p:ph type="body" idx="1"/>
          </p:nvPr>
        </p:nvSpPr>
        <p:spPr/>
        <p:txBody>
          <a:bodyPr/>
          <a:lstStyle/>
          <a:p>
            <a:r>
              <a:rPr lang="en-US" altLang="zh-CN"/>
              <a:t>BJ-PERFECT study: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262626"/>
                </a:solidFill>
                <a:effectLst/>
                <a:uLnTx/>
                <a:uFillTx/>
                <a:latin typeface="Boehringer Forward Text"/>
                <a:ea typeface="+mn-ea"/>
                <a:cs typeface="+mn-cs"/>
              </a:rPr>
              <a:t>BJ-PERFECT is a performance-based functional ecological test for functional capacity evaluation which was first originally generated from Chinese context. Translate into VR will benefit  its clinical application. The primary objective of this study is to examine reliability, validity,</a:t>
            </a:r>
            <a:r>
              <a:rPr kumimoji="0" lang="zh-CN" altLang="en-US" sz="1200" b="0" i="0" u="none" strike="noStrike" kern="1200" cap="none" spc="0" normalizeH="0" baseline="0" noProof="0">
                <a:ln>
                  <a:noFill/>
                </a:ln>
                <a:solidFill>
                  <a:srgbClr val="262626"/>
                </a:solidFill>
                <a:effectLst/>
                <a:uLnTx/>
                <a:uFillTx/>
                <a:latin typeface="Boehringer Forward Text"/>
                <a:ea typeface="+mn-ea"/>
                <a:cs typeface="+mn-cs"/>
              </a:rPr>
              <a:t> </a:t>
            </a:r>
            <a:r>
              <a:rPr kumimoji="0" lang="en-US" altLang="zh-CN" sz="1200" b="0" i="0" u="none" strike="noStrike" kern="1200" cap="none" spc="0" normalizeH="0" baseline="0" noProof="0">
                <a:ln>
                  <a:noFill/>
                </a:ln>
                <a:solidFill>
                  <a:srgbClr val="262626"/>
                </a:solidFill>
                <a:effectLst/>
                <a:uLnTx/>
                <a:uFillTx/>
                <a:latin typeface="Boehringer Forward Text"/>
                <a:ea typeface="+mn-ea"/>
                <a:cs typeface="+mn-cs"/>
              </a:rPr>
              <a:t>the</a:t>
            </a:r>
            <a:r>
              <a:rPr kumimoji="0" lang="zh-CN" altLang="en-US" sz="1200" b="0" i="0" u="none" strike="noStrike" kern="1200" cap="none" spc="0" normalizeH="0" baseline="0" noProof="0">
                <a:ln>
                  <a:noFill/>
                </a:ln>
                <a:solidFill>
                  <a:srgbClr val="262626"/>
                </a:solidFill>
                <a:effectLst/>
                <a:uLnTx/>
                <a:uFillTx/>
                <a:latin typeface="Boehringer Forward Text"/>
                <a:ea typeface="+mn-ea"/>
                <a:cs typeface="+mn-cs"/>
              </a:rPr>
              <a:t> </a:t>
            </a:r>
            <a:r>
              <a:rPr kumimoji="0" lang="en-US" altLang="zh-CN" sz="1200" b="0" i="0" u="none" strike="noStrike" kern="1200" cap="none" spc="0" normalizeH="0" baseline="0" noProof="0">
                <a:ln>
                  <a:noFill/>
                </a:ln>
                <a:solidFill>
                  <a:srgbClr val="262626"/>
                </a:solidFill>
                <a:effectLst/>
                <a:uLnTx/>
                <a:uFillTx/>
                <a:latin typeface="Boehringer Forward Text"/>
                <a:ea typeface="+mn-ea"/>
                <a:cs typeface="+mn-cs"/>
              </a:rPr>
              <a:t>difference</a:t>
            </a:r>
            <a:r>
              <a:rPr kumimoji="0" lang="zh-CN" altLang="en-US" sz="1200" b="0" i="0" u="none" strike="noStrike" kern="1200" cap="none" spc="0" normalizeH="0" baseline="0" noProof="0">
                <a:ln>
                  <a:noFill/>
                </a:ln>
                <a:solidFill>
                  <a:srgbClr val="262626"/>
                </a:solidFill>
                <a:effectLst/>
                <a:uLnTx/>
                <a:uFillTx/>
                <a:latin typeface="Boehringer Forward Text"/>
                <a:ea typeface="+mn-ea"/>
                <a:cs typeface="+mn-cs"/>
              </a:rPr>
              <a:t> </a:t>
            </a:r>
            <a:r>
              <a:rPr kumimoji="0" lang="en-US" altLang="zh-CN" sz="1200" b="0" i="0" u="none" strike="noStrike" kern="1200" cap="none" spc="0" normalizeH="0" baseline="0" noProof="0">
                <a:ln>
                  <a:noFill/>
                </a:ln>
                <a:solidFill>
                  <a:srgbClr val="262626"/>
                </a:solidFill>
                <a:effectLst/>
                <a:uLnTx/>
                <a:uFillTx/>
                <a:latin typeface="Boehringer Forward Text"/>
                <a:ea typeface="+mn-ea"/>
                <a:cs typeface="+mn-cs"/>
              </a:rPr>
              <a:t>between</a:t>
            </a:r>
            <a:r>
              <a:rPr kumimoji="0" lang="zh-CN" altLang="en-US" sz="1200" b="0" i="0" u="none" strike="noStrike" kern="1200" cap="none" spc="0" normalizeH="0" baseline="0" noProof="0">
                <a:ln>
                  <a:noFill/>
                </a:ln>
                <a:solidFill>
                  <a:srgbClr val="262626"/>
                </a:solidFill>
                <a:effectLst/>
                <a:uLnTx/>
                <a:uFillTx/>
                <a:latin typeface="Boehringer Forward Text"/>
                <a:ea typeface="+mn-ea"/>
                <a:cs typeface="+mn-cs"/>
              </a:rPr>
              <a:t> </a:t>
            </a:r>
            <a:r>
              <a:rPr kumimoji="0" lang="en-US" altLang="zh-CN" sz="1200" b="0" i="0" u="none" strike="noStrike" kern="1200" cap="none" spc="0" normalizeH="0" baseline="0" noProof="0">
                <a:ln>
                  <a:noFill/>
                </a:ln>
                <a:solidFill>
                  <a:srgbClr val="262626"/>
                </a:solidFill>
                <a:effectLst/>
                <a:uLnTx/>
                <a:uFillTx/>
                <a:latin typeface="Boehringer Forward Text"/>
                <a:ea typeface="+mn-ea"/>
                <a:cs typeface="+mn-cs"/>
              </a:rPr>
              <a:t>pts</a:t>
            </a:r>
            <a:r>
              <a:rPr kumimoji="0" lang="zh-CN" altLang="en-US" sz="1200" b="0" i="0" u="none" strike="noStrike" kern="1200" cap="none" spc="0" normalizeH="0" baseline="0" noProof="0">
                <a:ln>
                  <a:noFill/>
                </a:ln>
                <a:solidFill>
                  <a:srgbClr val="262626"/>
                </a:solidFill>
                <a:effectLst/>
                <a:uLnTx/>
                <a:uFillTx/>
                <a:latin typeface="Boehringer Forward Text"/>
                <a:ea typeface="+mn-ea"/>
                <a:cs typeface="+mn-cs"/>
              </a:rPr>
              <a:t> </a:t>
            </a:r>
            <a:r>
              <a:rPr kumimoji="0" lang="en-US" altLang="zh-CN" sz="1200" b="0" i="0" u="none" strike="noStrike" kern="1200" cap="none" spc="0" normalizeH="0" baseline="0" noProof="0">
                <a:ln>
                  <a:noFill/>
                </a:ln>
                <a:solidFill>
                  <a:srgbClr val="262626"/>
                </a:solidFill>
                <a:effectLst/>
                <a:uLnTx/>
                <a:uFillTx/>
                <a:latin typeface="Boehringer Forward Text"/>
                <a:ea typeface="+mn-ea"/>
                <a:cs typeface="+mn-cs"/>
              </a:rPr>
              <a:t>with SCZs and HCs of BJ-PERFECT VR. </a:t>
            </a:r>
          </a:p>
          <a:p>
            <a:endParaRPr lang="en-US" altLang="zh-CN"/>
          </a:p>
          <a:p>
            <a:r>
              <a:rPr lang="en-US" altLang="zh-CN"/>
              <a:t>FES study: </a:t>
            </a:r>
          </a:p>
          <a:p>
            <a:r>
              <a:rPr lang="en-US" altLang="zh-CN" sz="1200">
                <a:latin typeface="+mj-lt"/>
                <a:ea typeface="+mj-ea"/>
                <a:cs typeface="+mj-cs"/>
              </a:rPr>
              <a:t>This is a cross-sectional study of Chinese adult patients with first episode of schizophrenia (FES) based on existed data</a:t>
            </a:r>
          </a:p>
          <a:p>
            <a:r>
              <a:rPr lang="en-US" altLang="zh-CN"/>
              <a:t>The primary objective is </a:t>
            </a:r>
            <a:r>
              <a:rPr lang="en-US" altLang="zh-CN">
                <a:solidFill>
                  <a:schemeClr val="bg1"/>
                </a:solidFill>
              </a:rPr>
              <a:t>to explore the relationship pattern between subdomain of cognition and current global functioning in Chinese patients with FES. It’s under protocol review process before termination.</a:t>
            </a:r>
            <a:endParaRPr lang="zh-CN" altLang="en-US"/>
          </a:p>
        </p:txBody>
      </p:sp>
      <p:sp>
        <p:nvSpPr>
          <p:cNvPr id="4" name="灯片编号占位符 3">
            <a:extLst>
              <a:ext uri="{FF2B5EF4-FFF2-40B4-BE49-F238E27FC236}">
                <a16:creationId xmlns:a16="http://schemas.microsoft.com/office/drawing/2014/main" id="{9B5E05A3-EA11-4E7D-DA77-D72FD0C41703}"/>
              </a:ext>
            </a:extLst>
          </p:cNvPr>
          <p:cNvSpPr>
            <a:spLocks noGrp="1"/>
          </p:cNvSpPr>
          <p:nvPr>
            <p:ph type="sldNum" sz="quarter" idx="5"/>
          </p:nvPr>
        </p:nvSpPr>
        <p:spPr/>
        <p:txBody>
          <a:bodyPr/>
          <a:lstStyle/>
          <a:p>
            <a:fld id="{F6CB4BB5-E309-45E5-BB7A-A4E8DEB85991}" type="slidenum">
              <a:rPr lang="zh-CN" altLang="en-US" smtClean="0"/>
              <a:t>4</a:t>
            </a:fld>
            <a:endParaRPr lang="zh-CN" altLang="en-US"/>
          </a:p>
        </p:txBody>
      </p:sp>
    </p:spTree>
    <p:extLst>
      <p:ext uri="{BB962C8B-B14F-4D97-AF65-F5344CB8AC3E}">
        <p14:creationId xmlns:p14="http://schemas.microsoft.com/office/powerpoint/2010/main" val="1886701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21.svg"/><Relationship Id="rId4"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21.svg"/><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 Id="rId4" Type="http://schemas.openxmlformats.org/officeDocument/2006/relationships/image" Target="../media/image26.emf"/></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 Id="rId4" Type="http://schemas.openxmlformats.org/officeDocument/2006/relationships/image" Target="../media/image27.emf"/></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 Id="rId4" Type="http://schemas.openxmlformats.org/officeDocument/2006/relationships/image" Target="../media/image28.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 Id="rId4" Type="http://schemas.openxmlformats.org/officeDocument/2006/relationships/image" Target="../media/image26.emf"/></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 Id="rId4" Type="http://schemas.openxmlformats.org/officeDocument/2006/relationships/image" Target="../media/image27.emf"/></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 Id="rId4" Type="http://schemas.openxmlformats.org/officeDocument/2006/relationships/image" Target="../media/image28.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Master" Target="../slideMasters/slideMaster3.xml"/><Relationship Id="rId5" Type="http://schemas.openxmlformats.org/officeDocument/2006/relationships/image" Target="../media/image32.emf"/><Relationship Id="rId4" Type="http://schemas.openxmlformats.org/officeDocument/2006/relationships/image" Target="../media/image31.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Master" Target="../slideMasters/slideMaster3.xml"/><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1.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Master" Target="../slideMasters/slideMaster3.xml"/><Relationship Id="rId5" Type="http://schemas.openxmlformats.org/officeDocument/2006/relationships/image" Target="../media/image35.png"/><Relationship Id="rId4" Type="http://schemas.openxmlformats.org/officeDocument/2006/relationships/image" Target="../media/image31.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2.emf"/><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1.jpe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42.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2.png"/><Relationship Id="rId5" Type="http://schemas.openxmlformats.org/officeDocument/2006/relationships/image" Target="../media/image21.svg"/><Relationship Id="rId4" Type="http://schemas.openxmlformats.org/officeDocument/2006/relationships/image" Target="../media/image5.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 Id="rId6" Type="http://schemas.openxmlformats.org/officeDocument/2006/relationships/image" Target="../media/image42.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 Id="rId4" Type="http://schemas.openxmlformats.org/officeDocument/2006/relationships/image" Target="../media/image42.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7022956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1594334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6281037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9098181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8216303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MAP</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357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4748852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25540777"/>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31206158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2203213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MAP</a:t>
            </a:r>
            <a:r>
              <a:rPr lang="en-US"/>
              <a:t>|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762468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324573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74178353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1789918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867471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8037640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MAP </a:t>
            </a:r>
            <a:r>
              <a:rPr lang="en-US"/>
              <a:t>|    ONLY FOR INTERNAL USE</a:t>
            </a:r>
          </a:p>
        </p:txBody>
      </p:sp>
    </p:spTree>
    <p:extLst>
      <p:ext uri="{BB962C8B-B14F-4D97-AF65-F5344CB8AC3E}">
        <p14:creationId xmlns:p14="http://schemas.microsoft.com/office/powerpoint/2010/main" val="703606034"/>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80836630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4813123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3317082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4024118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04792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7634716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5383837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841462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69071367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21007831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882558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97824397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MAP </a:t>
            </a:r>
            <a:r>
              <a:rPr lang="en-US"/>
              <a:t>|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6670209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049304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9068801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2348667501"/>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14/05/2025</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571112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888370356"/>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9001631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7739849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50430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MAP</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9462490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05749907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211476339"/>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92039077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6432732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7814068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064280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19384329"/>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0492790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44997848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286460429"/>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60223598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32370175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9808174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053454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2851057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7016225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148236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7048168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4337463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4819327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561068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4945826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09712852"/>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126787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775900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cstate="hqprint">
              <a:extLst>
                <a:ext uri="{28A0092B-C50C-407E-A947-70E740481C1C}">
                  <a14:useLocalDpi xmlns:a14="http://schemas.microsoft.com/office/drawing/2010/main"/>
                </a:ext>
              </a:extLst>
            </a:blip>
            <a:srcRect/>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1006198"/>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4158041312"/>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2025/5/14</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740127793"/>
      </p:ext>
    </p:extLst>
  </p:cSld>
  <p:clrMapOvr>
    <a:masterClrMapping/>
  </p:clrMapOvr>
  <p:transition spd="med">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tx" preserve="1">
  <p:cSld name="Title slide (Mia_Warm Gray)">
    <p:bg>
      <p:bgPr>
        <a:solidFill>
          <a:srgbClr val="E5E3DE"/>
        </a:solidFill>
        <a:effectLst/>
      </p:bgPr>
    </p:bg>
    <p:spTree>
      <p:nvGrpSpPr>
        <p:cNvPr id="1" name=""/>
        <p:cNvGrpSpPr/>
        <p:nvPr/>
      </p:nvGrpSpPr>
      <p:grpSpPr>
        <a:xfrm>
          <a:off x="0" y="0"/>
          <a:ext cx="0" cy="0"/>
          <a:chOff x="0" y="0"/>
          <a:chExt cx="0" cy="0"/>
        </a:xfrm>
      </p:grpSpPr>
      <p:grpSp>
        <p:nvGrpSpPr>
          <p:cNvPr id="82" name="Gruppieren 2081"/>
          <p:cNvGrpSpPr/>
          <p:nvPr/>
        </p:nvGrpSpPr>
        <p:grpSpPr>
          <a:xfrm>
            <a:off x="479999" y="-171401"/>
            <a:ext cx="11232626" cy="72001"/>
            <a:chOff x="0" y="0"/>
            <a:chExt cx="11232624" cy="72000"/>
          </a:xfrm>
        </p:grpSpPr>
        <p:sp>
          <p:nvSpPr>
            <p:cNvPr id="74" name="Gerader Verbinder 12"/>
            <p:cNvSpPr/>
            <p:nvPr/>
          </p:nvSpPr>
          <p:spPr>
            <a:xfrm flipH="1">
              <a:off x="-1"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5" name="Gerader Verbinder 13"/>
            <p:cNvSpPr/>
            <p:nvPr/>
          </p:nvSpPr>
          <p:spPr>
            <a:xfrm>
              <a:off x="3563375"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6" name="Gerader Verbinder 14"/>
            <p:cNvSpPr/>
            <p:nvPr/>
          </p:nvSpPr>
          <p:spPr>
            <a:xfrm>
              <a:off x="3851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7" name="Gerader Verbinder 15"/>
            <p:cNvSpPr/>
            <p:nvPr/>
          </p:nvSpPr>
          <p:spPr>
            <a:xfrm>
              <a:off x="5471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8" name="Gerader Verbinder 16"/>
            <p:cNvSpPr/>
            <p:nvPr/>
          </p:nvSpPr>
          <p:spPr>
            <a:xfrm>
              <a:off x="5759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9" name="Gerader Verbinder 17"/>
            <p:cNvSpPr/>
            <p:nvPr/>
          </p:nvSpPr>
          <p:spPr>
            <a:xfrm>
              <a:off x="7379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80" name="Gerader Verbinder 18"/>
            <p:cNvSpPr/>
            <p:nvPr/>
          </p:nvSpPr>
          <p:spPr>
            <a:xfrm>
              <a:off x="7667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81" name="Gerader Verbinder 19"/>
            <p:cNvSpPr/>
            <p:nvPr/>
          </p:nvSpPr>
          <p:spPr>
            <a:xfrm>
              <a:off x="11232623"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grpSp>
        <p:nvGrpSpPr>
          <p:cNvPr id="85" name="Gruppieren 24"/>
          <p:cNvGrpSpPr/>
          <p:nvPr/>
        </p:nvGrpSpPr>
        <p:grpSpPr>
          <a:xfrm>
            <a:off x="-168688" y="1412999"/>
            <a:ext cx="72001" cy="4536001"/>
            <a:chOff x="0" y="0"/>
            <a:chExt cx="72000" cy="4535999"/>
          </a:xfrm>
        </p:grpSpPr>
        <p:sp>
          <p:nvSpPr>
            <p:cNvPr id="83" name="Gerader Verbinder 22"/>
            <p:cNvSpPr/>
            <p:nvPr/>
          </p:nvSpPr>
          <p:spPr>
            <a:xfrm>
              <a:off x="-1" y="0"/>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84" name="Gerader Verbinder 23"/>
            <p:cNvSpPr/>
            <p:nvPr/>
          </p:nvSpPr>
          <p:spPr>
            <a:xfrm>
              <a:off x="-1" y="4535999"/>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sp>
        <p:nvSpPr>
          <p:cNvPr id="87" name="Presentation title"/>
          <p:cNvSpPr txBox="1">
            <a:spLocks noGrp="1"/>
          </p:cNvSpPr>
          <p:nvPr>
            <p:ph type="title" hasCustomPrompt="1"/>
          </p:nvPr>
        </p:nvSpPr>
        <p:spPr>
          <a:xfrm>
            <a:off x="479425" y="2637000"/>
            <a:ext cx="6602093" cy="1584001"/>
          </a:xfrm>
          <a:prstGeom prst="rect">
            <a:avLst/>
          </a:prstGeom>
        </p:spPr>
        <p:txBody>
          <a:bodyPr anchor="b"/>
          <a:lstStyle>
            <a:lvl1pPr>
              <a:defRPr sz="4800"/>
            </a:lvl1pPr>
          </a:lstStyle>
          <a:p>
            <a:r>
              <a:t>Presentation title</a:t>
            </a:r>
          </a:p>
        </p:txBody>
      </p:sp>
      <p:sp>
        <p:nvSpPr>
          <p:cNvPr id="88" name="Body Level One…"/>
          <p:cNvSpPr txBox="1">
            <a:spLocks noGrp="1"/>
          </p:cNvSpPr>
          <p:nvPr>
            <p:ph type="body" sz="quarter" idx="1" hasCustomPrompt="1"/>
          </p:nvPr>
        </p:nvSpPr>
        <p:spPr>
          <a:xfrm>
            <a:off x="479425" y="4437119"/>
            <a:ext cx="6602587" cy="936001"/>
          </a:xfrm>
          <a:prstGeom prst="rect">
            <a:avLst/>
          </a:prstGeom>
        </p:spPr>
        <p:txBody>
          <a:bodyPr/>
          <a:lstStyle>
            <a:lvl1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1pPr>
            <a:lvl2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2pPr>
            <a:lvl3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3pPr>
            <a:lvl4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4pPr>
            <a:lvl5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5pPr>
          </a:lstStyle>
          <a:p>
            <a:r>
              <a:t>Subtitle of the presentatio</a:t>
            </a:r>
            <a:r>
              <a:rPr lang="en-US"/>
              <a:t>n</a:t>
            </a:r>
            <a:endParaRPr/>
          </a:p>
          <a:p>
            <a:pPr lvl="4"/>
            <a:endParaRPr/>
          </a:p>
        </p:txBody>
      </p:sp>
      <p:pic>
        <p:nvPicPr>
          <p:cNvPr id="90" name="Grafik 7" descr="Grafik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8799" y="476672"/>
            <a:ext cx="1645201" cy="496609"/>
          </a:xfrm>
          <a:prstGeom prst="rect">
            <a:avLst/>
          </a:prstGeom>
          <a:ln w="12700">
            <a:miter lim="400000"/>
          </a:ln>
        </p:spPr>
      </p:pic>
      <p:pic>
        <p:nvPicPr>
          <p:cNvPr id="91" name="Grafik 8" descr="Grafik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94400" y="6166372"/>
            <a:ext cx="1620001" cy="214957"/>
          </a:xfrm>
          <a:prstGeom prst="rect">
            <a:avLst/>
          </a:prstGeom>
          <a:ln w="12700">
            <a:miter lim="400000"/>
          </a:ln>
        </p:spPr>
      </p:pic>
      <p:sp>
        <p:nvSpPr>
          <p:cNvPr id="3" name="Fußzeilenplatzhalter 3">
            <a:extLst>
              <a:ext uri="{FF2B5EF4-FFF2-40B4-BE49-F238E27FC236}">
                <a16:creationId xmlns:a16="http://schemas.microsoft.com/office/drawing/2014/main" id="{F58E67E0-A190-FE8E-71DD-D5893EBED32A}"/>
              </a:ext>
            </a:extLst>
          </p:cNvPr>
          <p:cNvSpPr txBox="1"/>
          <p:nvPr userDrawn="1"/>
        </p:nvSpPr>
        <p:spPr>
          <a:xfrm>
            <a:off x="479935" y="6254327"/>
            <a:ext cx="504000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spcBef>
                <a:spcPts val="300"/>
              </a:spcBef>
              <a:defRPr sz="800">
                <a:solidFill>
                  <a:schemeClr val="accent1"/>
                </a:solidFill>
              </a:defRPr>
            </a:lvl1pPr>
          </a:lstStyle>
          <a:p>
            <a:r>
              <a:t>Mental health    |     ONLY FOR INTERNAL USE</a:t>
            </a:r>
          </a:p>
        </p:txBody>
      </p:sp>
      <p:pic>
        <p:nvPicPr>
          <p:cNvPr id="4" name="Picture 3">
            <a:extLst>
              <a:ext uri="{FF2B5EF4-FFF2-40B4-BE49-F238E27FC236}">
                <a16:creationId xmlns:a16="http://schemas.microsoft.com/office/drawing/2014/main" id="{04FD7649-A27C-2D48-1BCE-C6383A83C9D0}"/>
              </a:ext>
            </a:extLst>
          </p:cNvPr>
          <p:cNvPicPr>
            <a:picLocks noChangeAspect="1"/>
          </p:cNvPicPr>
          <p:nvPr userDrawn="1"/>
        </p:nvPicPr>
        <p:blipFill>
          <a:blip r:embed="rId4"/>
          <a:stretch>
            <a:fillRect/>
          </a:stretch>
        </p:blipFill>
        <p:spPr>
          <a:xfrm>
            <a:off x="7570283" y="356921"/>
            <a:ext cx="3567797" cy="5592079"/>
          </a:xfrm>
          <a:prstGeom prst="rect">
            <a:avLst/>
          </a:prstGeom>
        </p:spPr>
      </p:pic>
    </p:spTree>
    <p:extLst>
      <p:ext uri="{BB962C8B-B14F-4D97-AF65-F5344CB8AC3E}">
        <p14:creationId xmlns:p14="http://schemas.microsoft.com/office/powerpoint/2010/main" val="323904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itle slide (Aya_Warm Gray)">
    <p:bg>
      <p:bgPr>
        <a:solidFill>
          <a:srgbClr val="E5E3DE"/>
        </a:solidFill>
        <a:effectLst/>
      </p:bgPr>
    </p:bg>
    <p:spTree>
      <p:nvGrpSpPr>
        <p:cNvPr id="1" name=""/>
        <p:cNvGrpSpPr/>
        <p:nvPr/>
      </p:nvGrpSpPr>
      <p:grpSpPr>
        <a:xfrm>
          <a:off x="0" y="0"/>
          <a:ext cx="0" cy="0"/>
          <a:chOff x="0" y="0"/>
          <a:chExt cx="0" cy="0"/>
        </a:xfrm>
      </p:grpSpPr>
      <p:grpSp>
        <p:nvGrpSpPr>
          <p:cNvPr id="82" name="Gruppieren 2081"/>
          <p:cNvGrpSpPr/>
          <p:nvPr/>
        </p:nvGrpSpPr>
        <p:grpSpPr>
          <a:xfrm>
            <a:off x="479999" y="-171401"/>
            <a:ext cx="11232626" cy="72001"/>
            <a:chOff x="0" y="0"/>
            <a:chExt cx="11232624" cy="72000"/>
          </a:xfrm>
        </p:grpSpPr>
        <p:sp>
          <p:nvSpPr>
            <p:cNvPr id="74" name="Gerader Verbinder 12"/>
            <p:cNvSpPr/>
            <p:nvPr/>
          </p:nvSpPr>
          <p:spPr>
            <a:xfrm flipH="1">
              <a:off x="-1"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5" name="Gerader Verbinder 13"/>
            <p:cNvSpPr/>
            <p:nvPr/>
          </p:nvSpPr>
          <p:spPr>
            <a:xfrm>
              <a:off x="3563375"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6" name="Gerader Verbinder 14"/>
            <p:cNvSpPr/>
            <p:nvPr/>
          </p:nvSpPr>
          <p:spPr>
            <a:xfrm>
              <a:off x="3851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7" name="Gerader Verbinder 15"/>
            <p:cNvSpPr/>
            <p:nvPr/>
          </p:nvSpPr>
          <p:spPr>
            <a:xfrm>
              <a:off x="5471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8" name="Gerader Verbinder 16"/>
            <p:cNvSpPr/>
            <p:nvPr/>
          </p:nvSpPr>
          <p:spPr>
            <a:xfrm>
              <a:off x="5759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9" name="Gerader Verbinder 17"/>
            <p:cNvSpPr/>
            <p:nvPr/>
          </p:nvSpPr>
          <p:spPr>
            <a:xfrm>
              <a:off x="7379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80" name="Gerader Verbinder 18"/>
            <p:cNvSpPr/>
            <p:nvPr/>
          </p:nvSpPr>
          <p:spPr>
            <a:xfrm>
              <a:off x="7667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81" name="Gerader Verbinder 19"/>
            <p:cNvSpPr/>
            <p:nvPr/>
          </p:nvSpPr>
          <p:spPr>
            <a:xfrm>
              <a:off x="11232623"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grpSp>
        <p:nvGrpSpPr>
          <p:cNvPr id="85" name="Gruppieren 24"/>
          <p:cNvGrpSpPr/>
          <p:nvPr/>
        </p:nvGrpSpPr>
        <p:grpSpPr>
          <a:xfrm>
            <a:off x="-168688" y="1412999"/>
            <a:ext cx="72001" cy="4536001"/>
            <a:chOff x="0" y="0"/>
            <a:chExt cx="72000" cy="4535999"/>
          </a:xfrm>
        </p:grpSpPr>
        <p:sp>
          <p:nvSpPr>
            <p:cNvPr id="83" name="Gerader Verbinder 22"/>
            <p:cNvSpPr/>
            <p:nvPr/>
          </p:nvSpPr>
          <p:spPr>
            <a:xfrm>
              <a:off x="-1" y="0"/>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84" name="Gerader Verbinder 23"/>
            <p:cNvSpPr/>
            <p:nvPr/>
          </p:nvSpPr>
          <p:spPr>
            <a:xfrm>
              <a:off x="-1" y="4535999"/>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pic>
        <p:nvPicPr>
          <p:cNvPr id="90" name="Grafik 7" descr="Grafik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8799" y="476672"/>
            <a:ext cx="1645201" cy="496609"/>
          </a:xfrm>
          <a:prstGeom prst="rect">
            <a:avLst/>
          </a:prstGeom>
          <a:ln w="12700">
            <a:miter lim="400000"/>
          </a:ln>
        </p:spPr>
      </p:pic>
      <p:pic>
        <p:nvPicPr>
          <p:cNvPr id="91" name="Grafik 8" descr="Grafik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94400" y="6166372"/>
            <a:ext cx="1620001" cy="214957"/>
          </a:xfrm>
          <a:prstGeom prst="rect">
            <a:avLst/>
          </a:prstGeom>
          <a:ln w="12700">
            <a:miter lim="400000"/>
          </a:ln>
        </p:spPr>
      </p:pic>
      <p:sp>
        <p:nvSpPr>
          <p:cNvPr id="3" name="Fußzeilenplatzhalter 3">
            <a:extLst>
              <a:ext uri="{FF2B5EF4-FFF2-40B4-BE49-F238E27FC236}">
                <a16:creationId xmlns:a16="http://schemas.microsoft.com/office/drawing/2014/main" id="{F58E67E0-A190-FE8E-71DD-D5893EBED32A}"/>
              </a:ext>
            </a:extLst>
          </p:cNvPr>
          <p:cNvSpPr txBox="1"/>
          <p:nvPr userDrawn="1"/>
        </p:nvSpPr>
        <p:spPr>
          <a:xfrm>
            <a:off x="479935" y="6254327"/>
            <a:ext cx="504000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spcBef>
                <a:spcPts val="300"/>
              </a:spcBef>
              <a:defRPr sz="800">
                <a:solidFill>
                  <a:schemeClr val="accent1"/>
                </a:solidFill>
              </a:defRPr>
            </a:lvl1pPr>
          </a:lstStyle>
          <a:p>
            <a:r>
              <a:t>Mental health    |     ONLY FOR INTERNAL USE</a:t>
            </a:r>
          </a:p>
        </p:txBody>
      </p:sp>
      <p:sp>
        <p:nvSpPr>
          <p:cNvPr id="2" name="Presentation title">
            <a:extLst>
              <a:ext uri="{FF2B5EF4-FFF2-40B4-BE49-F238E27FC236}">
                <a16:creationId xmlns:a16="http://schemas.microsoft.com/office/drawing/2014/main" id="{9207850D-8AE8-571A-D147-10897A98E823}"/>
              </a:ext>
            </a:extLst>
          </p:cNvPr>
          <p:cNvSpPr txBox="1">
            <a:spLocks noGrp="1"/>
          </p:cNvSpPr>
          <p:nvPr>
            <p:ph type="title" hasCustomPrompt="1"/>
          </p:nvPr>
        </p:nvSpPr>
        <p:spPr>
          <a:xfrm>
            <a:off x="479425" y="2637000"/>
            <a:ext cx="6602093" cy="1584001"/>
          </a:xfrm>
          <a:prstGeom prst="rect">
            <a:avLst/>
          </a:prstGeom>
        </p:spPr>
        <p:txBody>
          <a:bodyPr anchor="b"/>
          <a:lstStyle>
            <a:lvl1pPr>
              <a:defRPr sz="4800"/>
            </a:lvl1pPr>
          </a:lstStyle>
          <a:p>
            <a:r>
              <a:t>Presentation title</a:t>
            </a:r>
          </a:p>
        </p:txBody>
      </p:sp>
      <p:sp>
        <p:nvSpPr>
          <p:cNvPr id="5" name="Body Level One…">
            <a:extLst>
              <a:ext uri="{FF2B5EF4-FFF2-40B4-BE49-F238E27FC236}">
                <a16:creationId xmlns:a16="http://schemas.microsoft.com/office/drawing/2014/main" id="{9A9EEA37-5C60-8169-32B7-B3AD66D2AABA}"/>
              </a:ext>
            </a:extLst>
          </p:cNvPr>
          <p:cNvSpPr txBox="1">
            <a:spLocks noGrp="1"/>
          </p:cNvSpPr>
          <p:nvPr>
            <p:ph type="body" sz="quarter" idx="1" hasCustomPrompt="1"/>
          </p:nvPr>
        </p:nvSpPr>
        <p:spPr>
          <a:xfrm>
            <a:off x="479425" y="4437119"/>
            <a:ext cx="6602587" cy="936001"/>
          </a:xfrm>
          <a:prstGeom prst="rect">
            <a:avLst/>
          </a:prstGeom>
        </p:spPr>
        <p:txBody>
          <a:bodyPr/>
          <a:lstStyle>
            <a:lvl1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1pPr>
            <a:lvl2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2pPr>
            <a:lvl3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3pPr>
            <a:lvl4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4pPr>
            <a:lvl5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5pPr>
          </a:lstStyle>
          <a:p>
            <a:r>
              <a:t>Subtitle of the presentatio</a:t>
            </a:r>
            <a:r>
              <a:rPr lang="en-US"/>
              <a:t>n</a:t>
            </a:r>
            <a:endParaRPr/>
          </a:p>
          <a:p>
            <a:pPr lvl="4"/>
            <a:endParaRPr/>
          </a:p>
        </p:txBody>
      </p:sp>
      <p:pic>
        <p:nvPicPr>
          <p:cNvPr id="6" name="Picture 5">
            <a:extLst>
              <a:ext uri="{FF2B5EF4-FFF2-40B4-BE49-F238E27FC236}">
                <a16:creationId xmlns:a16="http://schemas.microsoft.com/office/drawing/2014/main" id="{1E266DEA-0C4F-983A-97F6-6F228AC6B95F}"/>
              </a:ext>
            </a:extLst>
          </p:cNvPr>
          <p:cNvPicPr>
            <a:picLocks noChangeAspect="1"/>
          </p:cNvPicPr>
          <p:nvPr userDrawn="1"/>
        </p:nvPicPr>
        <p:blipFill>
          <a:blip r:embed="rId4"/>
          <a:stretch>
            <a:fillRect/>
          </a:stretch>
        </p:blipFill>
        <p:spPr>
          <a:xfrm>
            <a:off x="7859687" y="550320"/>
            <a:ext cx="3733800" cy="5270500"/>
          </a:xfrm>
          <a:prstGeom prst="rect">
            <a:avLst/>
          </a:prstGeom>
        </p:spPr>
      </p:pic>
    </p:spTree>
    <p:extLst>
      <p:ext uri="{BB962C8B-B14F-4D97-AF65-F5344CB8AC3E}">
        <p14:creationId xmlns:p14="http://schemas.microsoft.com/office/powerpoint/2010/main" val="27179600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slide (Ken_Warm Gray)">
    <p:bg>
      <p:bgPr>
        <a:solidFill>
          <a:srgbClr val="E5E3DE"/>
        </a:solidFill>
        <a:effectLst/>
      </p:bgPr>
    </p:bg>
    <p:spTree>
      <p:nvGrpSpPr>
        <p:cNvPr id="1" name=""/>
        <p:cNvGrpSpPr/>
        <p:nvPr/>
      </p:nvGrpSpPr>
      <p:grpSpPr>
        <a:xfrm>
          <a:off x="0" y="0"/>
          <a:ext cx="0" cy="0"/>
          <a:chOff x="0" y="0"/>
          <a:chExt cx="0" cy="0"/>
        </a:xfrm>
      </p:grpSpPr>
      <p:grpSp>
        <p:nvGrpSpPr>
          <p:cNvPr id="82" name="Gruppieren 2081"/>
          <p:cNvGrpSpPr/>
          <p:nvPr/>
        </p:nvGrpSpPr>
        <p:grpSpPr>
          <a:xfrm>
            <a:off x="479999" y="-171401"/>
            <a:ext cx="11232626" cy="72001"/>
            <a:chOff x="0" y="0"/>
            <a:chExt cx="11232624" cy="72000"/>
          </a:xfrm>
        </p:grpSpPr>
        <p:sp>
          <p:nvSpPr>
            <p:cNvPr id="74" name="Gerader Verbinder 12"/>
            <p:cNvSpPr/>
            <p:nvPr/>
          </p:nvSpPr>
          <p:spPr>
            <a:xfrm flipH="1">
              <a:off x="-1"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5" name="Gerader Verbinder 13"/>
            <p:cNvSpPr/>
            <p:nvPr/>
          </p:nvSpPr>
          <p:spPr>
            <a:xfrm>
              <a:off x="3563375"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6" name="Gerader Verbinder 14"/>
            <p:cNvSpPr/>
            <p:nvPr/>
          </p:nvSpPr>
          <p:spPr>
            <a:xfrm>
              <a:off x="3851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7" name="Gerader Verbinder 15"/>
            <p:cNvSpPr/>
            <p:nvPr/>
          </p:nvSpPr>
          <p:spPr>
            <a:xfrm>
              <a:off x="5471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8" name="Gerader Verbinder 16"/>
            <p:cNvSpPr/>
            <p:nvPr/>
          </p:nvSpPr>
          <p:spPr>
            <a:xfrm>
              <a:off x="5759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79" name="Gerader Verbinder 17"/>
            <p:cNvSpPr/>
            <p:nvPr/>
          </p:nvSpPr>
          <p:spPr>
            <a:xfrm>
              <a:off x="7379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80" name="Gerader Verbinder 18"/>
            <p:cNvSpPr/>
            <p:nvPr/>
          </p:nvSpPr>
          <p:spPr>
            <a:xfrm>
              <a:off x="7667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81" name="Gerader Verbinder 19"/>
            <p:cNvSpPr/>
            <p:nvPr/>
          </p:nvSpPr>
          <p:spPr>
            <a:xfrm>
              <a:off x="11232623"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grpSp>
        <p:nvGrpSpPr>
          <p:cNvPr id="85" name="Gruppieren 24"/>
          <p:cNvGrpSpPr/>
          <p:nvPr/>
        </p:nvGrpSpPr>
        <p:grpSpPr>
          <a:xfrm>
            <a:off x="-168688" y="1412999"/>
            <a:ext cx="72001" cy="4536001"/>
            <a:chOff x="0" y="0"/>
            <a:chExt cx="72000" cy="4535999"/>
          </a:xfrm>
        </p:grpSpPr>
        <p:sp>
          <p:nvSpPr>
            <p:cNvPr id="83" name="Gerader Verbinder 22"/>
            <p:cNvSpPr/>
            <p:nvPr/>
          </p:nvSpPr>
          <p:spPr>
            <a:xfrm>
              <a:off x="-1" y="0"/>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84" name="Gerader Verbinder 23"/>
            <p:cNvSpPr/>
            <p:nvPr/>
          </p:nvSpPr>
          <p:spPr>
            <a:xfrm>
              <a:off x="-1" y="4535999"/>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pic>
        <p:nvPicPr>
          <p:cNvPr id="90" name="Grafik 7" descr="Grafik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8799" y="476672"/>
            <a:ext cx="1645201" cy="496609"/>
          </a:xfrm>
          <a:prstGeom prst="rect">
            <a:avLst/>
          </a:prstGeom>
          <a:ln w="12700">
            <a:miter lim="400000"/>
          </a:ln>
        </p:spPr>
      </p:pic>
      <p:pic>
        <p:nvPicPr>
          <p:cNvPr id="91" name="Grafik 8" descr="Grafik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94400" y="6166372"/>
            <a:ext cx="1620001" cy="214957"/>
          </a:xfrm>
          <a:prstGeom prst="rect">
            <a:avLst/>
          </a:prstGeom>
          <a:ln w="12700">
            <a:miter lim="400000"/>
          </a:ln>
        </p:spPr>
      </p:pic>
      <p:sp>
        <p:nvSpPr>
          <p:cNvPr id="3" name="Fußzeilenplatzhalter 3">
            <a:extLst>
              <a:ext uri="{FF2B5EF4-FFF2-40B4-BE49-F238E27FC236}">
                <a16:creationId xmlns:a16="http://schemas.microsoft.com/office/drawing/2014/main" id="{F58E67E0-A190-FE8E-71DD-D5893EBED32A}"/>
              </a:ext>
            </a:extLst>
          </p:cNvPr>
          <p:cNvSpPr txBox="1"/>
          <p:nvPr userDrawn="1"/>
        </p:nvSpPr>
        <p:spPr>
          <a:xfrm>
            <a:off x="479935" y="6254327"/>
            <a:ext cx="504000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spcBef>
                <a:spcPts val="300"/>
              </a:spcBef>
              <a:defRPr sz="800">
                <a:solidFill>
                  <a:schemeClr val="accent1"/>
                </a:solidFill>
              </a:defRPr>
            </a:lvl1pPr>
          </a:lstStyle>
          <a:p>
            <a:r>
              <a:t>Mental health    |     ONLY FOR INTERNAL USE</a:t>
            </a:r>
          </a:p>
        </p:txBody>
      </p:sp>
      <p:sp>
        <p:nvSpPr>
          <p:cNvPr id="2" name="Presentation title">
            <a:extLst>
              <a:ext uri="{FF2B5EF4-FFF2-40B4-BE49-F238E27FC236}">
                <a16:creationId xmlns:a16="http://schemas.microsoft.com/office/drawing/2014/main" id="{77EB4BCB-09D9-CAF8-41C6-09B43C59F630}"/>
              </a:ext>
            </a:extLst>
          </p:cNvPr>
          <p:cNvSpPr txBox="1">
            <a:spLocks noGrp="1"/>
          </p:cNvSpPr>
          <p:nvPr>
            <p:ph type="title" hasCustomPrompt="1"/>
          </p:nvPr>
        </p:nvSpPr>
        <p:spPr>
          <a:xfrm>
            <a:off x="479425" y="2637000"/>
            <a:ext cx="6602093" cy="1584001"/>
          </a:xfrm>
          <a:prstGeom prst="rect">
            <a:avLst/>
          </a:prstGeom>
        </p:spPr>
        <p:txBody>
          <a:bodyPr anchor="b"/>
          <a:lstStyle>
            <a:lvl1pPr>
              <a:defRPr sz="4800"/>
            </a:lvl1pPr>
          </a:lstStyle>
          <a:p>
            <a:r>
              <a:t>Presentation title</a:t>
            </a:r>
          </a:p>
        </p:txBody>
      </p:sp>
      <p:sp>
        <p:nvSpPr>
          <p:cNvPr id="4" name="Body Level One…">
            <a:extLst>
              <a:ext uri="{FF2B5EF4-FFF2-40B4-BE49-F238E27FC236}">
                <a16:creationId xmlns:a16="http://schemas.microsoft.com/office/drawing/2014/main" id="{67AB596F-7679-1A89-715C-BBA766A90BBD}"/>
              </a:ext>
            </a:extLst>
          </p:cNvPr>
          <p:cNvSpPr txBox="1">
            <a:spLocks noGrp="1"/>
          </p:cNvSpPr>
          <p:nvPr>
            <p:ph type="body" sz="quarter" idx="1" hasCustomPrompt="1"/>
          </p:nvPr>
        </p:nvSpPr>
        <p:spPr>
          <a:xfrm>
            <a:off x="479425" y="4437119"/>
            <a:ext cx="6602587" cy="936001"/>
          </a:xfrm>
          <a:prstGeom prst="rect">
            <a:avLst/>
          </a:prstGeom>
        </p:spPr>
        <p:txBody>
          <a:bodyPr/>
          <a:lstStyle>
            <a:lvl1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1pPr>
            <a:lvl2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2pPr>
            <a:lvl3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3pPr>
            <a:lvl4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4pPr>
            <a:lvl5pPr marL="0" indent="0">
              <a:lnSpc>
                <a:spcPct val="100000"/>
              </a:lnSpc>
              <a:spcBef>
                <a:spcPts val="2400"/>
              </a:spcBef>
              <a:buSzTx/>
              <a:buNone/>
              <a:defRPr sz="2400">
                <a:solidFill>
                  <a:schemeClr val="accent1"/>
                </a:solidFill>
                <a:latin typeface="Boehringer Forward Head"/>
                <a:ea typeface="Boehringer Forward Head"/>
                <a:cs typeface="Boehringer Forward Head"/>
                <a:sym typeface="Boehringer Forward Head"/>
              </a:defRPr>
            </a:lvl5pPr>
          </a:lstStyle>
          <a:p>
            <a:r>
              <a:t>Subtitle of the presentatio</a:t>
            </a:r>
            <a:r>
              <a:rPr lang="en-US"/>
              <a:t>n</a:t>
            </a:r>
            <a:endParaRPr/>
          </a:p>
          <a:p>
            <a:pPr lvl="4"/>
            <a:endParaRPr/>
          </a:p>
        </p:txBody>
      </p:sp>
      <p:pic>
        <p:nvPicPr>
          <p:cNvPr id="5" name="Picture 4" descr="A person with a wifi symbol above his head&#10;&#10;Description automatically generated">
            <a:extLst>
              <a:ext uri="{FF2B5EF4-FFF2-40B4-BE49-F238E27FC236}">
                <a16:creationId xmlns:a16="http://schemas.microsoft.com/office/drawing/2014/main" id="{C32A934A-FCC2-047C-956B-11F8269B10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381580" y="-323871"/>
            <a:ext cx="4884138" cy="6691270"/>
          </a:xfrm>
          <a:prstGeom prst="rect">
            <a:avLst/>
          </a:prstGeom>
        </p:spPr>
      </p:pic>
    </p:spTree>
    <p:extLst>
      <p:ext uri="{BB962C8B-B14F-4D97-AF65-F5344CB8AC3E}">
        <p14:creationId xmlns:p14="http://schemas.microsoft.com/office/powerpoint/2010/main" val="38189695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slide (Mia_Accent Green)">
    <p:bg>
      <p:bgPr>
        <a:solidFill>
          <a:schemeClr val="accent2"/>
        </a:solidFill>
        <a:effectLst/>
      </p:bgPr>
    </p:bg>
    <p:spTree>
      <p:nvGrpSpPr>
        <p:cNvPr id="1" name=""/>
        <p:cNvGrpSpPr/>
        <p:nvPr/>
      </p:nvGrpSpPr>
      <p:grpSpPr>
        <a:xfrm>
          <a:off x="0" y="0"/>
          <a:ext cx="0" cy="0"/>
          <a:chOff x="0" y="0"/>
          <a:chExt cx="0" cy="0"/>
        </a:xfrm>
      </p:grpSpPr>
      <p:grpSp>
        <p:nvGrpSpPr>
          <p:cNvPr id="32" name="Gruppieren 2081"/>
          <p:cNvGrpSpPr/>
          <p:nvPr/>
        </p:nvGrpSpPr>
        <p:grpSpPr>
          <a:xfrm>
            <a:off x="479999" y="-171401"/>
            <a:ext cx="11232626" cy="72001"/>
            <a:chOff x="0" y="0"/>
            <a:chExt cx="11232624" cy="72000"/>
          </a:xfrm>
        </p:grpSpPr>
        <p:sp>
          <p:nvSpPr>
            <p:cNvPr id="24" name="Gerader Verbinder 12"/>
            <p:cNvSpPr/>
            <p:nvPr/>
          </p:nvSpPr>
          <p:spPr>
            <a:xfrm flipH="1">
              <a:off x="-1"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5" name="Gerader Verbinder 13"/>
            <p:cNvSpPr/>
            <p:nvPr/>
          </p:nvSpPr>
          <p:spPr>
            <a:xfrm>
              <a:off x="3563375"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6" name="Gerader Verbinder 14"/>
            <p:cNvSpPr/>
            <p:nvPr/>
          </p:nvSpPr>
          <p:spPr>
            <a:xfrm>
              <a:off x="3851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7" name="Gerader Verbinder 15"/>
            <p:cNvSpPr/>
            <p:nvPr/>
          </p:nvSpPr>
          <p:spPr>
            <a:xfrm>
              <a:off x="5471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8" name="Gerader Verbinder 16"/>
            <p:cNvSpPr/>
            <p:nvPr/>
          </p:nvSpPr>
          <p:spPr>
            <a:xfrm>
              <a:off x="5759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9" name="Gerader Verbinder 17"/>
            <p:cNvSpPr/>
            <p:nvPr/>
          </p:nvSpPr>
          <p:spPr>
            <a:xfrm>
              <a:off x="7379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30" name="Gerader Verbinder 18"/>
            <p:cNvSpPr/>
            <p:nvPr/>
          </p:nvSpPr>
          <p:spPr>
            <a:xfrm>
              <a:off x="7667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31" name="Gerader Verbinder 19"/>
            <p:cNvSpPr/>
            <p:nvPr/>
          </p:nvSpPr>
          <p:spPr>
            <a:xfrm>
              <a:off x="11232623"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grpSp>
        <p:nvGrpSpPr>
          <p:cNvPr id="35" name="Gruppieren 24"/>
          <p:cNvGrpSpPr/>
          <p:nvPr/>
        </p:nvGrpSpPr>
        <p:grpSpPr>
          <a:xfrm>
            <a:off x="-168688" y="1412999"/>
            <a:ext cx="72001" cy="4536001"/>
            <a:chOff x="0" y="0"/>
            <a:chExt cx="72000" cy="4535999"/>
          </a:xfrm>
        </p:grpSpPr>
        <p:sp>
          <p:nvSpPr>
            <p:cNvPr id="33" name="Gerader Verbinder 22"/>
            <p:cNvSpPr/>
            <p:nvPr/>
          </p:nvSpPr>
          <p:spPr>
            <a:xfrm>
              <a:off x="-1" y="0"/>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34" name="Gerader Verbinder 23"/>
            <p:cNvSpPr/>
            <p:nvPr/>
          </p:nvSpPr>
          <p:spPr>
            <a:xfrm>
              <a:off x="-1" y="4535999"/>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pic>
        <p:nvPicPr>
          <p:cNvPr id="40" name="Grafik 7" descr="Grafik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8799" y="476672"/>
            <a:ext cx="1645201" cy="496609"/>
          </a:xfrm>
          <a:prstGeom prst="rect">
            <a:avLst/>
          </a:prstGeom>
          <a:ln w="12700">
            <a:miter lim="400000"/>
          </a:ln>
        </p:spPr>
      </p:pic>
      <p:pic>
        <p:nvPicPr>
          <p:cNvPr id="41" name="Grafik 8" descr="Grafik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94400" y="6166372"/>
            <a:ext cx="1620001" cy="214957"/>
          </a:xfrm>
          <a:prstGeom prst="rect">
            <a:avLst/>
          </a:prstGeom>
          <a:ln w="12700">
            <a:miter lim="400000"/>
          </a:ln>
        </p:spPr>
      </p:pic>
      <p:sp>
        <p:nvSpPr>
          <p:cNvPr id="5" name="Fußzeilenplatzhalter 3">
            <a:extLst>
              <a:ext uri="{FF2B5EF4-FFF2-40B4-BE49-F238E27FC236}">
                <a16:creationId xmlns:a16="http://schemas.microsoft.com/office/drawing/2014/main" id="{8CBEF63F-F841-FA9A-9820-8E1AE2BA6FFA}"/>
              </a:ext>
            </a:extLst>
          </p:cNvPr>
          <p:cNvSpPr txBox="1"/>
          <p:nvPr userDrawn="1"/>
        </p:nvSpPr>
        <p:spPr>
          <a:xfrm>
            <a:off x="479935" y="6254327"/>
            <a:ext cx="504000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spcBef>
                <a:spcPts val="300"/>
              </a:spcBef>
              <a:defRPr sz="800">
                <a:solidFill>
                  <a:schemeClr val="accent1"/>
                </a:solidFill>
              </a:defRPr>
            </a:lvl1pPr>
          </a:lstStyle>
          <a:p>
            <a:r>
              <a:t>Mental health    |     ONLY FOR INTERNAL USE</a:t>
            </a:r>
          </a:p>
        </p:txBody>
      </p:sp>
      <p:sp>
        <p:nvSpPr>
          <p:cNvPr id="2" name="Presentation title">
            <a:extLst>
              <a:ext uri="{FF2B5EF4-FFF2-40B4-BE49-F238E27FC236}">
                <a16:creationId xmlns:a16="http://schemas.microsoft.com/office/drawing/2014/main" id="{1411B840-5FF6-817D-1787-DEC3461606DA}"/>
              </a:ext>
            </a:extLst>
          </p:cNvPr>
          <p:cNvSpPr txBox="1">
            <a:spLocks noGrp="1"/>
          </p:cNvSpPr>
          <p:nvPr>
            <p:ph type="title" hasCustomPrompt="1"/>
          </p:nvPr>
        </p:nvSpPr>
        <p:spPr>
          <a:xfrm>
            <a:off x="479425" y="2637000"/>
            <a:ext cx="6602086" cy="1584001"/>
          </a:xfrm>
          <a:prstGeom prst="rect">
            <a:avLst/>
          </a:prstGeom>
        </p:spPr>
        <p:txBody>
          <a:bodyPr anchor="b"/>
          <a:lstStyle>
            <a:lvl1pPr>
              <a:defRPr sz="4800">
                <a:solidFill>
                  <a:schemeClr val="bg2"/>
                </a:solidFill>
              </a:defRPr>
            </a:lvl1pPr>
          </a:lstStyle>
          <a:p>
            <a:r>
              <a:t>Presentation title</a:t>
            </a:r>
          </a:p>
        </p:txBody>
      </p:sp>
      <p:sp>
        <p:nvSpPr>
          <p:cNvPr id="3" name="Body Level One…">
            <a:extLst>
              <a:ext uri="{FF2B5EF4-FFF2-40B4-BE49-F238E27FC236}">
                <a16:creationId xmlns:a16="http://schemas.microsoft.com/office/drawing/2014/main" id="{C885F65B-8F76-1356-1D1E-AC84706E80F3}"/>
              </a:ext>
            </a:extLst>
          </p:cNvPr>
          <p:cNvSpPr txBox="1">
            <a:spLocks noGrp="1"/>
          </p:cNvSpPr>
          <p:nvPr>
            <p:ph type="body" sz="quarter" idx="1" hasCustomPrompt="1"/>
          </p:nvPr>
        </p:nvSpPr>
        <p:spPr>
          <a:xfrm>
            <a:off x="479425" y="4437119"/>
            <a:ext cx="6602580" cy="936001"/>
          </a:xfrm>
          <a:prstGeom prst="rect">
            <a:avLst/>
          </a:prstGeom>
        </p:spPr>
        <p:txBody>
          <a:bodyPr/>
          <a:lstStyle>
            <a:lvl1pPr marL="0" indent="0">
              <a:lnSpc>
                <a:spcPct val="100000"/>
              </a:lnSpc>
              <a:spcBef>
                <a:spcPts val="2400"/>
              </a:spcBef>
              <a:buSzTx/>
              <a:buNone/>
              <a:defRPr sz="2400">
                <a:solidFill>
                  <a:schemeClr val="bg2"/>
                </a:solidFill>
                <a:latin typeface="Boehringer Forward Head"/>
                <a:ea typeface="Boehringer Forward Head"/>
                <a:cs typeface="Boehringer Forward Head"/>
                <a:sym typeface="Boehringer Forward Head"/>
              </a:defRPr>
            </a:lvl1pPr>
            <a:lvl2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2pPr>
            <a:lvl3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3pPr>
            <a:lvl4pPr marL="0" indent="0">
              <a:lnSpc>
                <a:spcPct val="100000"/>
              </a:lnSpc>
              <a:spcBef>
                <a:spcPts val="2400"/>
              </a:spcBef>
              <a:buSzTx/>
              <a:buNone/>
              <a:defRPr sz="2400">
                <a:solidFill>
                  <a:schemeClr val="bg2"/>
                </a:solidFill>
                <a:latin typeface="Boehringer Forward Head"/>
                <a:ea typeface="Boehringer Forward Head"/>
                <a:cs typeface="Boehringer Forward Head"/>
                <a:sym typeface="Boehringer Forward Head"/>
              </a:defRPr>
            </a:lvl4pPr>
            <a:lvl5pPr marL="0" indent="0">
              <a:lnSpc>
                <a:spcPct val="100000"/>
              </a:lnSpc>
              <a:spcBef>
                <a:spcPts val="2400"/>
              </a:spcBef>
              <a:buSzTx/>
              <a:buNone/>
              <a:defRPr sz="2400">
                <a:solidFill>
                  <a:schemeClr val="bg2"/>
                </a:solidFill>
                <a:latin typeface="Boehringer Forward Head"/>
                <a:ea typeface="Boehringer Forward Head"/>
                <a:cs typeface="Boehringer Forward Head"/>
                <a:sym typeface="Boehringer Forward Head"/>
              </a:defRPr>
            </a:lvl5pPr>
          </a:lstStyle>
          <a:p>
            <a:r>
              <a:t>Subtitle of the presentation</a:t>
            </a:r>
          </a:p>
          <a:p>
            <a:pPr lvl="3"/>
            <a:endParaRPr/>
          </a:p>
          <a:p>
            <a:pPr lvl="4"/>
            <a:endParaRPr/>
          </a:p>
        </p:txBody>
      </p:sp>
      <p:pic>
        <p:nvPicPr>
          <p:cNvPr id="4" name="Picture 3">
            <a:extLst>
              <a:ext uri="{FF2B5EF4-FFF2-40B4-BE49-F238E27FC236}">
                <a16:creationId xmlns:a16="http://schemas.microsoft.com/office/drawing/2014/main" id="{CCD22251-37F5-B31B-EDE8-EF0A4873E0E3}"/>
              </a:ext>
            </a:extLst>
          </p:cNvPr>
          <p:cNvPicPr>
            <a:picLocks noChangeAspect="1"/>
          </p:cNvPicPr>
          <p:nvPr userDrawn="1"/>
        </p:nvPicPr>
        <p:blipFill>
          <a:blip r:embed="rId4"/>
          <a:stretch>
            <a:fillRect/>
          </a:stretch>
        </p:blipFill>
        <p:spPr>
          <a:xfrm>
            <a:off x="7570283" y="356921"/>
            <a:ext cx="3567797" cy="5592079"/>
          </a:xfrm>
          <a:prstGeom prst="rect">
            <a:avLst/>
          </a:prstGeom>
        </p:spPr>
      </p:pic>
    </p:spTree>
    <p:extLst>
      <p:ext uri="{BB962C8B-B14F-4D97-AF65-F5344CB8AC3E}">
        <p14:creationId xmlns:p14="http://schemas.microsoft.com/office/powerpoint/2010/main" val="22388616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Title slide (Aya_Accent Green)">
    <p:bg>
      <p:bgPr>
        <a:solidFill>
          <a:schemeClr val="accent2"/>
        </a:solidFill>
        <a:effectLst/>
      </p:bgPr>
    </p:bg>
    <p:spTree>
      <p:nvGrpSpPr>
        <p:cNvPr id="1" name=""/>
        <p:cNvGrpSpPr/>
        <p:nvPr/>
      </p:nvGrpSpPr>
      <p:grpSpPr>
        <a:xfrm>
          <a:off x="0" y="0"/>
          <a:ext cx="0" cy="0"/>
          <a:chOff x="0" y="0"/>
          <a:chExt cx="0" cy="0"/>
        </a:xfrm>
      </p:grpSpPr>
      <p:grpSp>
        <p:nvGrpSpPr>
          <p:cNvPr id="32" name="Gruppieren 2081"/>
          <p:cNvGrpSpPr/>
          <p:nvPr/>
        </p:nvGrpSpPr>
        <p:grpSpPr>
          <a:xfrm>
            <a:off x="479999" y="-171401"/>
            <a:ext cx="11232626" cy="72001"/>
            <a:chOff x="0" y="0"/>
            <a:chExt cx="11232624" cy="72000"/>
          </a:xfrm>
        </p:grpSpPr>
        <p:sp>
          <p:nvSpPr>
            <p:cNvPr id="24" name="Gerader Verbinder 12"/>
            <p:cNvSpPr/>
            <p:nvPr/>
          </p:nvSpPr>
          <p:spPr>
            <a:xfrm flipH="1">
              <a:off x="-1"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5" name="Gerader Verbinder 13"/>
            <p:cNvSpPr/>
            <p:nvPr/>
          </p:nvSpPr>
          <p:spPr>
            <a:xfrm>
              <a:off x="3563375"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6" name="Gerader Verbinder 14"/>
            <p:cNvSpPr/>
            <p:nvPr/>
          </p:nvSpPr>
          <p:spPr>
            <a:xfrm>
              <a:off x="3851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7" name="Gerader Verbinder 15"/>
            <p:cNvSpPr/>
            <p:nvPr/>
          </p:nvSpPr>
          <p:spPr>
            <a:xfrm>
              <a:off x="5471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8" name="Gerader Verbinder 16"/>
            <p:cNvSpPr/>
            <p:nvPr/>
          </p:nvSpPr>
          <p:spPr>
            <a:xfrm>
              <a:off x="5759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9" name="Gerader Verbinder 17"/>
            <p:cNvSpPr/>
            <p:nvPr/>
          </p:nvSpPr>
          <p:spPr>
            <a:xfrm>
              <a:off x="7379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30" name="Gerader Verbinder 18"/>
            <p:cNvSpPr/>
            <p:nvPr/>
          </p:nvSpPr>
          <p:spPr>
            <a:xfrm>
              <a:off x="7667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31" name="Gerader Verbinder 19"/>
            <p:cNvSpPr/>
            <p:nvPr/>
          </p:nvSpPr>
          <p:spPr>
            <a:xfrm>
              <a:off x="11232623"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grpSp>
        <p:nvGrpSpPr>
          <p:cNvPr id="35" name="Gruppieren 24"/>
          <p:cNvGrpSpPr/>
          <p:nvPr/>
        </p:nvGrpSpPr>
        <p:grpSpPr>
          <a:xfrm>
            <a:off x="-168688" y="1412999"/>
            <a:ext cx="72001" cy="4536001"/>
            <a:chOff x="0" y="0"/>
            <a:chExt cx="72000" cy="4535999"/>
          </a:xfrm>
        </p:grpSpPr>
        <p:sp>
          <p:nvSpPr>
            <p:cNvPr id="33" name="Gerader Verbinder 22"/>
            <p:cNvSpPr/>
            <p:nvPr/>
          </p:nvSpPr>
          <p:spPr>
            <a:xfrm>
              <a:off x="-1" y="0"/>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34" name="Gerader Verbinder 23"/>
            <p:cNvSpPr/>
            <p:nvPr/>
          </p:nvSpPr>
          <p:spPr>
            <a:xfrm>
              <a:off x="-1" y="4535999"/>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pic>
        <p:nvPicPr>
          <p:cNvPr id="40" name="Grafik 7" descr="Grafik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8799" y="476672"/>
            <a:ext cx="1645201" cy="496609"/>
          </a:xfrm>
          <a:prstGeom prst="rect">
            <a:avLst/>
          </a:prstGeom>
          <a:ln w="12700">
            <a:miter lim="400000"/>
          </a:ln>
        </p:spPr>
      </p:pic>
      <p:pic>
        <p:nvPicPr>
          <p:cNvPr id="41" name="Grafik 8" descr="Grafik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94400" y="6166372"/>
            <a:ext cx="1620001" cy="214957"/>
          </a:xfrm>
          <a:prstGeom prst="rect">
            <a:avLst/>
          </a:prstGeom>
          <a:ln w="12700">
            <a:miter lim="400000"/>
          </a:ln>
        </p:spPr>
      </p:pic>
      <p:sp>
        <p:nvSpPr>
          <p:cNvPr id="5" name="Fußzeilenplatzhalter 3">
            <a:extLst>
              <a:ext uri="{FF2B5EF4-FFF2-40B4-BE49-F238E27FC236}">
                <a16:creationId xmlns:a16="http://schemas.microsoft.com/office/drawing/2014/main" id="{8CBEF63F-F841-FA9A-9820-8E1AE2BA6FFA}"/>
              </a:ext>
            </a:extLst>
          </p:cNvPr>
          <p:cNvSpPr txBox="1"/>
          <p:nvPr userDrawn="1"/>
        </p:nvSpPr>
        <p:spPr>
          <a:xfrm>
            <a:off x="479935" y="6254327"/>
            <a:ext cx="504000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spcBef>
                <a:spcPts val="300"/>
              </a:spcBef>
              <a:defRPr sz="800">
                <a:solidFill>
                  <a:schemeClr val="accent1"/>
                </a:solidFill>
              </a:defRPr>
            </a:lvl1pPr>
          </a:lstStyle>
          <a:p>
            <a:r>
              <a:t>Mental health    |     ONLY FOR INTERNAL USE</a:t>
            </a:r>
          </a:p>
        </p:txBody>
      </p:sp>
      <p:sp>
        <p:nvSpPr>
          <p:cNvPr id="2" name="Presentation title">
            <a:extLst>
              <a:ext uri="{FF2B5EF4-FFF2-40B4-BE49-F238E27FC236}">
                <a16:creationId xmlns:a16="http://schemas.microsoft.com/office/drawing/2014/main" id="{1411B840-5FF6-817D-1787-DEC3461606DA}"/>
              </a:ext>
            </a:extLst>
          </p:cNvPr>
          <p:cNvSpPr txBox="1">
            <a:spLocks noGrp="1"/>
          </p:cNvSpPr>
          <p:nvPr>
            <p:ph type="title" hasCustomPrompt="1"/>
          </p:nvPr>
        </p:nvSpPr>
        <p:spPr>
          <a:xfrm>
            <a:off x="479425" y="2637000"/>
            <a:ext cx="6602086" cy="1584001"/>
          </a:xfrm>
          <a:prstGeom prst="rect">
            <a:avLst/>
          </a:prstGeom>
        </p:spPr>
        <p:txBody>
          <a:bodyPr anchor="b"/>
          <a:lstStyle>
            <a:lvl1pPr>
              <a:defRPr sz="4800">
                <a:solidFill>
                  <a:schemeClr val="bg2"/>
                </a:solidFill>
              </a:defRPr>
            </a:lvl1pPr>
          </a:lstStyle>
          <a:p>
            <a:r>
              <a:t>Presentation title</a:t>
            </a:r>
          </a:p>
        </p:txBody>
      </p:sp>
      <p:sp>
        <p:nvSpPr>
          <p:cNvPr id="3" name="Body Level One…">
            <a:extLst>
              <a:ext uri="{FF2B5EF4-FFF2-40B4-BE49-F238E27FC236}">
                <a16:creationId xmlns:a16="http://schemas.microsoft.com/office/drawing/2014/main" id="{C885F65B-8F76-1356-1D1E-AC84706E80F3}"/>
              </a:ext>
            </a:extLst>
          </p:cNvPr>
          <p:cNvSpPr txBox="1">
            <a:spLocks noGrp="1"/>
          </p:cNvSpPr>
          <p:nvPr>
            <p:ph type="body" sz="quarter" idx="1" hasCustomPrompt="1"/>
          </p:nvPr>
        </p:nvSpPr>
        <p:spPr>
          <a:xfrm>
            <a:off x="479425" y="4437119"/>
            <a:ext cx="6602580" cy="936001"/>
          </a:xfrm>
          <a:prstGeom prst="rect">
            <a:avLst/>
          </a:prstGeom>
        </p:spPr>
        <p:txBody>
          <a:bodyPr/>
          <a:lstStyle>
            <a:lvl1pPr marL="0" indent="0">
              <a:lnSpc>
                <a:spcPct val="100000"/>
              </a:lnSpc>
              <a:spcBef>
                <a:spcPts val="2400"/>
              </a:spcBef>
              <a:buSzTx/>
              <a:buNone/>
              <a:defRPr sz="2400">
                <a:solidFill>
                  <a:schemeClr val="bg2"/>
                </a:solidFill>
                <a:latin typeface="Boehringer Forward Head"/>
                <a:ea typeface="Boehringer Forward Head"/>
                <a:cs typeface="Boehringer Forward Head"/>
                <a:sym typeface="Boehringer Forward Head"/>
              </a:defRPr>
            </a:lvl1pPr>
            <a:lvl2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2pPr>
            <a:lvl3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3pPr>
            <a:lvl4pPr marL="0" indent="0">
              <a:lnSpc>
                <a:spcPct val="100000"/>
              </a:lnSpc>
              <a:spcBef>
                <a:spcPts val="2400"/>
              </a:spcBef>
              <a:buSzTx/>
              <a:buNone/>
              <a:defRPr sz="2400">
                <a:solidFill>
                  <a:schemeClr val="bg2"/>
                </a:solidFill>
                <a:latin typeface="Boehringer Forward Head"/>
                <a:ea typeface="Boehringer Forward Head"/>
                <a:cs typeface="Boehringer Forward Head"/>
                <a:sym typeface="Boehringer Forward Head"/>
              </a:defRPr>
            </a:lvl4pPr>
            <a:lvl5pPr marL="0" indent="0">
              <a:lnSpc>
                <a:spcPct val="100000"/>
              </a:lnSpc>
              <a:spcBef>
                <a:spcPts val="2400"/>
              </a:spcBef>
              <a:buSzTx/>
              <a:buNone/>
              <a:defRPr sz="2400">
                <a:solidFill>
                  <a:schemeClr val="bg2"/>
                </a:solidFill>
                <a:latin typeface="Boehringer Forward Head"/>
                <a:ea typeface="Boehringer Forward Head"/>
                <a:cs typeface="Boehringer Forward Head"/>
                <a:sym typeface="Boehringer Forward Head"/>
              </a:defRPr>
            </a:lvl5pPr>
          </a:lstStyle>
          <a:p>
            <a:r>
              <a:t>Subtitle of the presentation</a:t>
            </a:r>
          </a:p>
          <a:p>
            <a:pPr lvl="3"/>
            <a:endParaRPr/>
          </a:p>
          <a:p>
            <a:pPr lvl="4"/>
            <a:endParaRPr/>
          </a:p>
        </p:txBody>
      </p:sp>
      <p:pic>
        <p:nvPicPr>
          <p:cNvPr id="6" name="Picture 5">
            <a:extLst>
              <a:ext uri="{FF2B5EF4-FFF2-40B4-BE49-F238E27FC236}">
                <a16:creationId xmlns:a16="http://schemas.microsoft.com/office/drawing/2014/main" id="{311D7B05-DDB6-900C-5776-F139BD342C2D}"/>
              </a:ext>
            </a:extLst>
          </p:cNvPr>
          <p:cNvPicPr>
            <a:picLocks noChangeAspect="1"/>
          </p:cNvPicPr>
          <p:nvPr userDrawn="1"/>
        </p:nvPicPr>
        <p:blipFill>
          <a:blip r:embed="rId4"/>
          <a:stretch>
            <a:fillRect/>
          </a:stretch>
        </p:blipFill>
        <p:spPr>
          <a:xfrm>
            <a:off x="7859687" y="550320"/>
            <a:ext cx="3733800" cy="5270500"/>
          </a:xfrm>
          <a:prstGeom prst="rect">
            <a:avLst/>
          </a:prstGeom>
        </p:spPr>
      </p:pic>
    </p:spTree>
    <p:extLst>
      <p:ext uri="{BB962C8B-B14F-4D97-AF65-F5344CB8AC3E}">
        <p14:creationId xmlns:p14="http://schemas.microsoft.com/office/powerpoint/2010/main" val="17571683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Title slide (Ken_Accent Green)">
    <p:bg>
      <p:bgPr>
        <a:solidFill>
          <a:schemeClr val="accent2"/>
        </a:solidFill>
        <a:effectLst/>
      </p:bgPr>
    </p:bg>
    <p:spTree>
      <p:nvGrpSpPr>
        <p:cNvPr id="1" name=""/>
        <p:cNvGrpSpPr/>
        <p:nvPr/>
      </p:nvGrpSpPr>
      <p:grpSpPr>
        <a:xfrm>
          <a:off x="0" y="0"/>
          <a:ext cx="0" cy="0"/>
          <a:chOff x="0" y="0"/>
          <a:chExt cx="0" cy="0"/>
        </a:xfrm>
      </p:grpSpPr>
      <p:grpSp>
        <p:nvGrpSpPr>
          <p:cNvPr id="32" name="Gruppieren 2081"/>
          <p:cNvGrpSpPr/>
          <p:nvPr/>
        </p:nvGrpSpPr>
        <p:grpSpPr>
          <a:xfrm>
            <a:off x="479999" y="-171401"/>
            <a:ext cx="11232626" cy="72001"/>
            <a:chOff x="0" y="0"/>
            <a:chExt cx="11232624" cy="72000"/>
          </a:xfrm>
        </p:grpSpPr>
        <p:sp>
          <p:nvSpPr>
            <p:cNvPr id="24" name="Gerader Verbinder 12"/>
            <p:cNvSpPr/>
            <p:nvPr/>
          </p:nvSpPr>
          <p:spPr>
            <a:xfrm flipH="1">
              <a:off x="-1"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5" name="Gerader Verbinder 13"/>
            <p:cNvSpPr/>
            <p:nvPr/>
          </p:nvSpPr>
          <p:spPr>
            <a:xfrm>
              <a:off x="3563375"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6" name="Gerader Verbinder 14"/>
            <p:cNvSpPr/>
            <p:nvPr/>
          </p:nvSpPr>
          <p:spPr>
            <a:xfrm>
              <a:off x="3851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7" name="Gerader Verbinder 15"/>
            <p:cNvSpPr/>
            <p:nvPr/>
          </p:nvSpPr>
          <p:spPr>
            <a:xfrm>
              <a:off x="5471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8" name="Gerader Verbinder 16"/>
            <p:cNvSpPr/>
            <p:nvPr/>
          </p:nvSpPr>
          <p:spPr>
            <a:xfrm>
              <a:off x="5759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29" name="Gerader Verbinder 17"/>
            <p:cNvSpPr/>
            <p:nvPr/>
          </p:nvSpPr>
          <p:spPr>
            <a:xfrm>
              <a:off x="7379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30" name="Gerader Verbinder 18"/>
            <p:cNvSpPr/>
            <p:nvPr/>
          </p:nvSpPr>
          <p:spPr>
            <a:xfrm>
              <a:off x="7667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31" name="Gerader Verbinder 19"/>
            <p:cNvSpPr/>
            <p:nvPr/>
          </p:nvSpPr>
          <p:spPr>
            <a:xfrm>
              <a:off x="11232623"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grpSp>
        <p:nvGrpSpPr>
          <p:cNvPr id="35" name="Gruppieren 24"/>
          <p:cNvGrpSpPr/>
          <p:nvPr/>
        </p:nvGrpSpPr>
        <p:grpSpPr>
          <a:xfrm>
            <a:off x="-168688" y="1412999"/>
            <a:ext cx="72001" cy="4536001"/>
            <a:chOff x="0" y="0"/>
            <a:chExt cx="72000" cy="4535999"/>
          </a:xfrm>
        </p:grpSpPr>
        <p:sp>
          <p:nvSpPr>
            <p:cNvPr id="33" name="Gerader Verbinder 22"/>
            <p:cNvSpPr/>
            <p:nvPr/>
          </p:nvSpPr>
          <p:spPr>
            <a:xfrm>
              <a:off x="-1" y="0"/>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34" name="Gerader Verbinder 23"/>
            <p:cNvSpPr/>
            <p:nvPr/>
          </p:nvSpPr>
          <p:spPr>
            <a:xfrm>
              <a:off x="-1" y="4535999"/>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pic>
        <p:nvPicPr>
          <p:cNvPr id="40" name="Grafik 7" descr="Grafik 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8799" y="476672"/>
            <a:ext cx="1645201" cy="496609"/>
          </a:xfrm>
          <a:prstGeom prst="rect">
            <a:avLst/>
          </a:prstGeom>
          <a:ln w="12700">
            <a:miter lim="400000"/>
          </a:ln>
        </p:spPr>
      </p:pic>
      <p:pic>
        <p:nvPicPr>
          <p:cNvPr id="41" name="Grafik 8" descr="Grafik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94400" y="6166372"/>
            <a:ext cx="1620001" cy="214957"/>
          </a:xfrm>
          <a:prstGeom prst="rect">
            <a:avLst/>
          </a:prstGeom>
          <a:ln w="12700">
            <a:miter lim="400000"/>
          </a:ln>
        </p:spPr>
      </p:pic>
      <p:sp>
        <p:nvSpPr>
          <p:cNvPr id="3" name="Fußzeilenplatzhalter 3">
            <a:extLst>
              <a:ext uri="{FF2B5EF4-FFF2-40B4-BE49-F238E27FC236}">
                <a16:creationId xmlns:a16="http://schemas.microsoft.com/office/drawing/2014/main" id="{CC93C063-5991-CAD5-9014-0157E8AEDD13}"/>
              </a:ext>
            </a:extLst>
          </p:cNvPr>
          <p:cNvSpPr txBox="1"/>
          <p:nvPr userDrawn="1"/>
        </p:nvSpPr>
        <p:spPr>
          <a:xfrm>
            <a:off x="479935" y="6254327"/>
            <a:ext cx="504000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spcBef>
                <a:spcPts val="300"/>
              </a:spcBef>
              <a:defRPr sz="800">
                <a:solidFill>
                  <a:schemeClr val="accent1"/>
                </a:solidFill>
              </a:defRPr>
            </a:lvl1pPr>
          </a:lstStyle>
          <a:p>
            <a:r>
              <a:t>Mental health    |     ONLY FOR INTERNAL USE</a:t>
            </a:r>
          </a:p>
        </p:txBody>
      </p:sp>
      <p:sp>
        <p:nvSpPr>
          <p:cNvPr id="4" name="Presentation title">
            <a:extLst>
              <a:ext uri="{FF2B5EF4-FFF2-40B4-BE49-F238E27FC236}">
                <a16:creationId xmlns:a16="http://schemas.microsoft.com/office/drawing/2014/main" id="{E9C75F9F-C2BB-ACA4-3FBD-DB2FCB3E5F80}"/>
              </a:ext>
            </a:extLst>
          </p:cNvPr>
          <p:cNvSpPr txBox="1">
            <a:spLocks noGrp="1"/>
          </p:cNvSpPr>
          <p:nvPr>
            <p:ph type="title" hasCustomPrompt="1"/>
          </p:nvPr>
        </p:nvSpPr>
        <p:spPr>
          <a:xfrm>
            <a:off x="479425" y="2637000"/>
            <a:ext cx="6602086" cy="1584001"/>
          </a:xfrm>
          <a:prstGeom prst="rect">
            <a:avLst/>
          </a:prstGeom>
        </p:spPr>
        <p:txBody>
          <a:bodyPr anchor="b"/>
          <a:lstStyle>
            <a:lvl1pPr>
              <a:defRPr sz="4800">
                <a:solidFill>
                  <a:schemeClr val="bg2"/>
                </a:solidFill>
              </a:defRPr>
            </a:lvl1pPr>
          </a:lstStyle>
          <a:p>
            <a:r>
              <a:t>Presentation title</a:t>
            </a:r>
          </a:p>
        </p:txBody>
      </p:sp>
      <p:sp>
        <p:nvSpPr>
          <p:cNvPr id="5" name="Body Level One…">
            <a:extLst>
              <a:ext uri="{FF2B5EF4-FFF2-40B4-BE49-F238E27FC236}">
                <a16:creationId xmlns:a16="http://schemas.microsoft.com/office/drawing/2014/main" id="{F950C66C-4909-5DE9-4FAF-E3AFEB2C4E76}"/>
              </a:ext>
            </a:extLst>
          </p:cNvPr>
          <p:cNvSpPr txBox="1">
            <a:spLocks noGrp="1"/>
          </p:cNvSpPr>
          <p:nvPr>
            <p:ph type="body" sz="quarter" idx="1" hasCustomPrompt="1"/>
          </p:nvPr>
        </p:nvSpPr>
        <p:spPr>
          <a:xfrm>
            <a:off x="479425" y="4437119"/>
            <a:ext cx="6602580" cy="936001"/>
          </a:xfrm>
          <a:prstGeom prst="rect">
            <a:avLst/>
          </a:prstGeom>
        </p:spPr>
        <p:txBody>
          <a:bodyPr/>
          <a:lstStyle>
            <a:lvl1pPr marL="0" indent="0">
              <a:lnSpc>
                <a:spcPct val="100000"/>
              </a:lnSpc>
              <a:spcBef>
                <a:spcPts val="2400"/>
              </a:spcBef>
              <a:buSzTx/>
              <a:buNone/>
              <a:defRPr sz="2400">
                <a:solidFill>
                  <a:schemeClr val="bg2"/>
                </a:solidFill>
                <a:latin typeface="Boehringer Forward Head"/>
                <a:ea typeface="Boehringer Forward Head"/>
                <a:cs typeface="Boehringer Forward Head"/>
                <a:sym typeface="Boehringer Forward Head"/>
              </a:defRPr>
            </a:lvl1pPr>
            <a:lvl2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2pPr>
            <a:lvl3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3pPr>
            <a:lvl4pPr marL="0" indent="0">
              <a:lnSpc>
                <a:spcPct val="100000"/>
              </a:lnSpc>
              <a:spcBef>
                <a:spcPts val="2400"/>
              </a:spcBef>
              <a:buSzTx/>
              <a:buNone/>
              <a:defRPr sz="2400">
                <a:solidFill>
                  <a:schemeClr val="bg2"/>
                </a:solidFill>
                <a:latin typeface="Boehringer Forward Head"/>
                <a:ea typeface="Boehringer Forward Head"/>
                <a:cs typeface="Boehringer Forward Head"/>
                <a:sym typeface="Boehringer Forward Head"/>
              </a:defRPr>
            </a:lvl4pPr>
            <a:lvl5pPr marL="0" indent="0">
              <a:lnSpc>
                <a:spcPct val="100000"/>
              </a:lnSpc>
              <a:spcBef>
                <a:spcPts val="2400"/>
              </a:spcBef>
              <a:buSzTx/>
              <a:buNone/>
              <a:defRPr sz="2400">
                <a:solidFill>
                  <a:schemeClr val="bg2"/>
                </a:solidFill>
                <a:latin typeface="Boehringer Forward Head"/>
                <a:ea typeface="Boehringer Forward Head"/>
                <a:cs typeface="Boehringer Forward Head"/>
                <a:sym typeface="Boehringer Forward Head"/>
              </a:defRPr>
            </a:lvl5pPr>
          </a:lstStyle>
          <a:p>
            <a:r>
              <a:t>Subtitle of the presentation</a:t>
            </a:r>
          </a:p>
          <a:p>
            <a:pPr lvl="3"/>
            <a:endParaRPr/>
          </a:p>
          <a:p>
            <a:pPr lvl="4"/>
            <a:endParaRPr/>
          </a:p>
        </p:txBody>
      </p:sp>
      <p:pic>
        <p:nvPicPr>
          <p:cNvPr id="6" name="Picture 5" descr="A person with a wifi symbol above his head&#10;&#10;Description automatically generated">
            <a:extLst>
              <a:ext uri="{FF2B5EF4-FFF2-40B4-BE49-F238E27FC236}">
                <a16:creationId xmlns:a16="http://schemas.microsoft.com/office/drawing/2014/main" id="{28078DB8-3D2A-AB54-21E2-87002283A71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381580" y="-323871"/>
            <a:ext cx="4884138" cy="6691270"/>
          </a:xfrm>
          <a:prstGeom prst="rect">
            <a:avLst/>
          </a:prstGeom>
        </p:spPr>
      </p:pic>
    </p:spTree>
    <p:extLst>
      <p:ext uri="{BB962C8B-B14F-4D97-AF65-F5344CB8AC3E}">
        <p14:creationId xmlns:p14="http://schemas.microsoft.com/office/powerpoint/2010/main" val="18050828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le slide (Mia_Dark Green)">
    <p:bg>
      <p:bgPr>
        <a:solidFill>
          <a:schemeClr val="accent1"/>
        </a:solidFill>
        <a:effectLst/>
      </p:bgPr>
    </p:bg>
    <p:spTree>
      <p:nvGrpSpPr>
        <p:cNvPr id="1" name=""/>
        <p:cNvGrpSpPr/>
        <p:nvPr/>
      </p:nvGrpSpPr>
      <p:grpSpPr>
        <a:xfrm>
          <a:off x="0" y="0"/>
          <a:ext cx="0" cy="0"/>
          <a:chOff x="0" y="0"/>
          <a:chExt cx="0" cy="0"/>
        </a:xfrm>
      </p:grpSpPr>
      <p:grpSp>
        <p:nvGrpSpPr>
          <p:cNvPr id="57" name="Gruppieren 2081"/>
          <p:cNvGrpSpPr/>
          <p:nvPr/>
        </p:nvGrpSpPr>
        <p:grpSpPr>
          <a:xfrm>
            <a:off x="479999" y="-171401"/>
            <a:ext cx="11232626" cy="72001"/>
            <a:chOff x="0" y="0"/>
            <a:chExt cx="11232624" cy="72000"/>
          </a:xfrm>
        </p:grpSpPr>
        <p:sp>
          <p:nvSpPr>
            <p:cNvPr id="49" name="Gerader Verbinder 12"/>
            <p:cNvSpPr/>
            <p:nvPr/>
          </p:nvSpPr>
          <p:spPr>
            <a:xfrm flipH="1">
              <a:off x="-1"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0" name="Gerader Verbinder 13"/>
            <p:cNvSpPr/>
            <p:nvPr/>
          </p:nvSpPr>
          <p:spPr>
            <a:xfrm>
              <a:off x="3563375"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1" name="Gerader Verbinder 14"/>
            <p:cNvSpPr/>
            <p:nvPr/>
          </p:nvSpPr>
          <p:spPr>
            <a:xfrm>
              <a:off x="3851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2" name="Gerader Verbinder 15"/>
            <p:cNvSpPr/>
            <p:nvPr/>
          </p:nvSpPr>
          <p:spPr>
            <a:xfrm>
              <a:off x="5471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3" name="Gerader Verbinder 16"/>
            <p:cNvSpPr/>
            <p:nvPr/>
          </p:nvSpPr>
          <p:spPr>
            <a:xfrm>
              <a:off x="5759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4" name="Gerader Verbinder 17"/>
            <p:cNvSpPr/>
            <p:nvPr/>
          </p:nvSpPr>
          <p:spPr>
            <a:xfrm>
              <a:off x="7379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5" name="Gerader Verbinder 18"/>
            <p:cNvSpPr/>
            <p:nvPr/>
          </p:nvSpPr>
          <p:spPr>
            <a:xfrm>
              <a:off x="7667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6" name="Gerader Verbinder 19"/>
            <p:cNvSpPr/>
            <p:nvPr/>
          </p:nvSpPr>
          <p:spPr>
            <a:xfrm>
              <a:off x="11232623"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grpSp>
        <p:nvGrpSpPr>
          <p:cNvPr id="60" name="Gruppieren 24"/>
          <p:cNvGrpSpPr/>
          <p:nvPr/>
        </p:nvGrpSpPr>
        <p:grpSpPr>
          <a:xfrm>
            <a:off x="-168688" y="1412999"/>
            <a:ext cx="72001" cy="4536001"/>
            <a:chOff x="0" y="0"/>
            <a:chExt cx="72000" cy="4535999"/>
          </a:xfrm>
        </p:grpSpPr>
        <p:sp>
          <p:nvSpPr>
            <p:cNvPr id="58" name="Gerader Verbinder 22"/>
            <p:cNvSpPr/>
            <p:nvPr/>
          </p:nvSpPr>
          <p:spPr>
            <a:xfrm>
              <a:off x="-1" y="0"/>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9" name="Gerader Verbinder 23"/>
            <p:cNvSpPr/>
            <p:nvPr/>
          </p:nvSpPr>
          <p:spPr>
            <a:xfrm>
              <a:off x="-1" y="4535999"/>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pic>
        <p:nvPicPr>
          <p:cNvPr id="61" name="Grafik 2068" descr="Grafik 206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423" y="6165000"/>
            <a:ext cx="1234801" cy="372728"/>
          </a:xfrm>
          <a:prstGeom prst="rect">
            <a:avLst/>
          </a:prstGeom>
          <a:ln w="12700">
            <a:miter lim="400000"/>
          </a:ln>
        </p:spPr>
      </p:pic>
      <p:pic>
        <p:nvPicPr>
          <p:cNvPr id="65" name="Grafik 7" descr="Grafik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8799" y="476672"/>
            <a:ext cx="1645201" cy="496609"/>
          </a:xfrm>
          <a:prstGeom prst="rect">
            <a:avLst/>
          </a:prstGeom>
          <a:ln w="12700">
            <a:miter lim="400000"/>
          </a:ln>
        </p:spPr>
      </p:pic>
      <p:pic>
        <p:nvPicPr>
          <p:cNvPr id="66" name="Grafik 8" descr="Grafik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094400" y="6166372"/>
            <a:ext cx="1620001" cy="214957"/>
          </a:xfrm>
          <a:prstGeom prst="rect">
            <a:avLst/>
          </a:prstGeom>
          <a:ln w="12700">
            <a:miter lim="400000"/>
          </a:ln>
        </p:spPr>
      </p:pic>
      <p:sp>
        <p:nvSpPr>
          <p:cNvPr id="2" name="Fußzeilenplatzhalter 3">
            <a:extLst>
              <a:ext uri="{FF2B5EF4-FFF2-40B4-BE49-F238E27FC236}">
                <a16:creationId xmlns:a16="http://schemas.microsoft.com/office/drawing/2014/main" id="{FA14035A-96ED-0B0D-1D08-96262F3D8416}"/>
              </a:ext>
            </a:extLst>
          </p:cNvPr>
          <p:cNvSpPr txBox="1"/>
          <p:nvPr userDrawn="1"/>
        </p:nvSpPr>
        <p:spPr>
          <a:xfrm>
            <a:off x="479935" y="6254327"/>
            <a:ext cx="504000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spcBef>
                <a:spcPts val="300"/>
              </a:spcBef>
              <a:defRPr sz="800">
                <a:solidFill>
                  <a:schemeClr val="accent1"/>
                </a:solidFill>
              </a:defRPr>
            </a:lvl1pPr>
          </a:lstStyle>
          <a:p>
            <a:r>
              <a:rPr>
                <a:solidFill>
                  <a:schemeClr val="accent2"/>
                </a:solidFill>
              </a:rPr>
              <a:t>Mental health    |     ONLY FOR INTERNAL USE</a:t>
            </a:r>
          </a:p>
        </p:txBody>
      </p:sp>
      <p:sp>
        <p:nvSpPr>
          <p:cNvPr id="4" name="Presentation title">
            <a:extLst>
              <a:ext uri="{FF2B5EF4-FFF2-40B4-BE49-F238E27FC236}">
                <a16:creationId xmlns:a16="http://schemas.microsoft.com/office/drawing/2014/main" id="{41222596-B08E-6E0B-FEAC-CDF775520652}"/>
              </a:ext>
            </a:extLst>
          </p:cNvPr>
          <p:cNvSpPr txBox="1">
            <a:spLocks noGrp="1"/>
          </p:cNvSpPr>
          <p:nvPr>
            <p:ph type="title" hasCustomPrompt="1"/>
          </p:nvPr>
        </p:nvSpPr>
        <p:spPr>
          <a:xfrm>
            <a:off x="479425" y="2637000"/>
            <a:ext cx="6602086" cy="1584001"/>
          </a:xfrm>
          <a:prstGeom prst="rect">
            <a:avLst/>
          </a:prstGeom>
        </p:spPr>
        <p:txBody>
          <a:bodyPr anchor="b"/>
          <a:lstStyle>
            <a:lvl1pPr>
              <a:defRPr sz="4800">
                <a:solidFill>
                  <a:schemeClr val="accent2"/>
                </a:solidFill>
              </a:defRPr>
            </a:lvl1pPr>
          </a:lstStyle>
          <a:p>
            <a:r>
              <a:t>Presentation title</a:t>
            </a:r>
          </a:p>
        </p:txBody>
      </p:sp>
      <p:sp>
        <p:nvSpPr>
          <p:cNvPr id="5" name="Body Level One…">
            <a:extLst>
              <a:ext uri="{FF2B5EF4-FFF2-40B4-BE49-F238E27FC236}">
                <a16:creationId xmlns:a16="http://schemas.microsoft.com/office/drawing/2014/main" id="{3001233B-98DE-FF51-CCD5-A1A90F8800F4}"/>
              </a:ext>
            </a:extLst>
          </p:cNvPr>
          <p:cNvSpPr txBox="1">
            <a:spLocks noGrp="1"/>
          </p:cNvSpPr>
          <p:nvPr>
            <p:ph type="body" sz="quarter" idx="1" hasCustomPrompt="1"/>
          </p:nvPr>
        </p:nvSpPr>
        <p:spPr>
          <a:xfrm>
            <a:off x="479425" y="4437119"/>
            <a:ext cx="6602580" cy="936001"/>
          </a:xfrm>
          <a:prstGeom prst="rect">
            <a:avLst/>
          </a:prstGeom>
        </p:spPr>
        <p:txBody>
          <a:bodyPr/>
          <a:lstStyle>
            <a:lvl1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1pPr>
            <a:lvl2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2pPr>
            <a:lvl3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3pPr>
            <a:lvl4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4pPr>
            <a:lvl5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5pPr>
          </a:lstStyle>
          <a:p>
            <a:r>
              <a:t>Subtitle of the presentation</a:t>
            </a:r>
          </a:p>
          <a:p>
            <a:pPr lvl="3"/>
            <a:endParaRPr/>
          </a:p>
          <a:p>
            <a:pPr lvl="4"/>
            <a:endParaRPr/>
          </a:p>
        </p:txBody>
      </p:sp>
      <p:pic>
        <p:nvPicPr>
          <p:cNvPr id="3" name="Picture 2">
            <a:extLst>
              <a:ext uri="{FF2B5EF4-FFF2-40B4-BE49-F238E27FC236}">
                <a16:creationId xmlns:a16="http://schemas.microsoft.com/office/drawing/2014/main" id="{6E100E58-BC78-8CCE-3C3C-6DAB3B965C9A}"/>
              </a:ext>
            </a:extLst>
          </p:cNvPr>
          <p:cNvPicPr>
            <a:picLocks noChangeAspect="1"/>
          </p:cNvPicPr>
          <p:nvPr userDrawn="1"/>
        </p:nvPicPr>
        <p:blipFill>
          <a:blip r:embed="rId5"/>
          <a:stretch>
            <a:fillRect/>
          </a:stretch>
        </p:blipFill>
        <p:spPr>
          <a:xfrm>
            <a:off x="7571099" y="356921"/>
            <a:ext cx="3566981" cy="5590800"/>
          </a:xfrm>
          <a:prstGeom prst="rect">
            <a:avLst/>
          </a:prstGeom>
        </p:spPr>
      </p:pic>
    </p:spTree>
    <p:extLst>
      <p:ext uri="{BB962C8B-B14F-4D97-AF65-F5344CB8AC3E}">
        <p14:creationId xmlns:p14="http://schemas.microsoft.com/office/powerpoint/2010/main" val="75412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Title slide (Aya_Dark Green)">
    <p:bg>
      <p:bgPr>
        <a:solidFill>
          <a:schemeClr val="accent1"/>
        </a:solidFill>
        <a:effectLst/>
      </p:bgPr>
    </p:bg>
    <p:spTree>
      <p:nvGrpSpPr>
        <p:cNvPr id="1" name=""/>
        <p:cNvGrpSpPr/>
        <p:nvPr/>
      </p:nvGrpSpPr>
      <p:grpSpPr>
        <a:xfrm>
          <a:off x="0" y="0"/>
          <a:ext cx="0" cy="0"/>
          <a:chOff x="0" y="0"/>
          <a:chExt cx="0" cy="0"/>
        </a:xfrm>
      </p:grpSpPr>
      <p:grpSp>
        <p:nvGrpSpPr>
          <p:cNvPr id="57" name="Gruppieren 2081"/>
          <p:cNvGrpSpPr/>
          <p:nvPr/>
        </p:nvGrpSpPr>
        <p:grpSpPr>
          <a:xfrm>
            <a:off x="479999" y="-171401"/>
            <a:ext cx="11232626" cy="72001"/>
            <a:chOff x="0" y="0"/>
            <a:chExt cx="11232624" cy="72000"/>
          </a:xfrm>
        </p:grpSpPr>
        <p:sp>
          <p:nvSpPr>
            <p:cNvPr id="49" name="Gerader Verbinder 12"/>
            <p:cNvSpPr/>
            <p:nvPr/>
          </p:nvSpPr>
          <p:spPr>
            <a:xfrm flipH="1">
              <a:off x="-1"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0" name="Gerader Verbinder 13"/>
            <p:cNvSpPr/>
            <p:nvPr/>
          </p:nvSpPr>
          <p:spPr>
            <a:xfrm>
              <a:off x="3563375"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1" name="Gerader Verbinder 14"/>
            <p:cNvSpPr/>
            <p:nvPr/>
          </p:nvSpPr>
          <p:spPr>
            <a:xfrm>
              <a:off x="3851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2" name="Gerader Verbinder 15"/>
            <p:cNvSpPr/>
            <p:nvPr/>
          </p:nvSpPr>
          <p:spPr>
            <a:xfrm>
              <a:off x="5471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3" name="Gerader Verbinder 16"/>
            <p:cNvSpPr/>
            <p:nvPr/>
          </p:nvSpPr>
          <p:spPr>
            <a:xfrm>
              <a:off x="5759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4" name="Gerader Verbinder 17"/>
            <p:cNvSpPr/>
            <p:nvPr/>
          </p:nvSpPr>
          <p:spPr>
            <a:xfrm>
              <a:off x="7379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5" name="Gerader Verbinder 18"/>
            <p:cNvSpPr/>
            <p:nvPr/>
          </p:nvSpPr>
          <p:spPr>
            <a:xfrm>
              <a:off x="7667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6" name="Gerader Verbinder 19"/>
            <p:cNvSpPr/>
            <p:nvPr/>
          </p:nvSpPr>
          <p:spPr>
            <a:xfrm>
              <a:off x="11232623"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grpSp>
        <p:nvGrpSpPr>
          <p:cNvPr id="60" name="Gruppieren 24"/>
          <p:cNvGrpSpPr/>
          <p:nvPr/>
        </p:nvGrpSpPr>
        <p:grpSpPr>
          <a:xfrm>
            <a:off x="-168688" y="1412999"/>
            <a:ext cx="72001" cy="4536001"/>
            <a:chOff x="0" y="0"/>
            <a:chExt cx="72000" cy="4535999"/>
          </a:xfrm>
        </p:grpSpPr>
        <p:sp>
          <p:nvSpPr>
            <p:cNvPr id="58" name="Gerader Verbinder 22"/>
            <p:cNvSpPr/>
            <p:nvPr/>
          </p:nvSpPr>
          <p:spPr>
            <a:xfrm>
              <a:off x="-1" y="0"/>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9" name="Gerader Verbinder 23"/>
            <p:cNvSpPr/>
            <p:nvPr/>
          </p:nvSpPr>
          <p:spPr>
            <a:xfrm>
              <a:off x="-1" y="4535999"/>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pic>
        <p:nvPicPr>
          <p:cNvPr id="61" name="Grafik 2068" descr="Grafik 206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423" y="6165000"/>
            <a:ext cx="1234801" cy="372728"/>
          </a:xfrm>
          <a:prstGeom prst="rect">
            <a:avLst/>
          </a:prstGeom>
          <a:ln w="12700">
            <a:miter lim="400000"/>
          </a:ln>
        </p:spPr>
      </p:pic>
      <p:pic>
        <p:nvPicPr>
          <p:cNvPr id="65" name="Grafik 7" descr="Grafik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8799" y="476672"/>
            <a:ext cx="1645201" cy="496609"/>
          </a:xfrm>
          <a:prstGeom prst="rect">
            <a:avLst/>
          </a:prstGeom>
          <a:ln w="12700">
            <a:miter lim="400000"/>
          </a:ln>
        </p:spPr>
      </p:pic>
      <p:pic>
        <p:nvPicPr>
          <p:cNvPr id="66" name="Grafik 8" descr="Grafik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094400" y="6166372"/>
            <a:ext cx="1620001" cy="214957"/>
          </a:xfrm>
          <a:prstGeom prst="rect">
            <a:avLst/>
          </a:prstGeom>
          <a:ln w="12700">
            <a:miter lim="400000"/>
          </a:ln>
        </p:spPr>
      </p:pic>
      <p:sp>
        <p:nvSpPr>
          <p:cNvPr id="2" name="Fußzeilenplatzhalter 3">
            <a:extLst>
              <a:ext uri="{FF2B5EF4-FFF2-40B4-BE49-F238E27FC236}">
                <a16:creationId xmlns:a16="http://schemas.microsoft.com/office/drawing/2014/main" id="{4D823902-14D0-53E8-5894-527258565FEA}"/>
              </a:ext>
            </a:extLst>
          </p:cNvPr>
          <p:cNvSpPr txBox="1"/>
          <p:nvPr userDrawn="1"/>
        </p:nvSpPr>
        <p:spPr>
          <a:xfrm>
            <a:off x="479935" y="6254327"/>
            <a:ext cx="504000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spcBef>
                <a:spcPts val="300"/>
              </a:spcBef>
              <a:defRPr sz="800">
                <a:solidFill>
                  <a:schemeClr val="accent1"/>
                </a:solidFill>
              </a:defRPr>
            </a:lvl1pPr>
          </a:lstStyle>
          <a:p>
            <a:r>
              <a:rPr>
                <a:solidFill>
                  <a:schemeClr val="accent2"/>
                </a:solidFill>
              </a:rPr>
              <a:t>Mental health    |     ONLY FOR INTERNAL USE</a:t>
            </a:r>
          </a:p>
        </p:txBody>
      </p:sp>
      <p:sp>
        <p:nvSpPr>
          <p:cNvPr id="6" name="Presentation title">
            <a:extLst>
              <a:ext uri="{FF2B5EF4-FFF2-40B4-BE49-F238E27FC236}">
                <a16:creationId xmlns:a16="http://schemas.microsoft.com/office/drawing/2014/main" id="{5C97D873-5C3B-1591-F460-BA58C8B431C6}"/>
              </a:ext>
            </a:extLst>
          </p:cNvPr>
          <p:cNvSpPr txBox="1">
            <a:spLocks noGrp="1"/>
          </p:cNvSpPr>
          <p:nvPr>
            <p:ph type="title" hasCustomPrompt="1"/>
          </p:nvPr>
        </p:nvSpPr>
        <p:spPr>
          <a:xfrm>
            <a:off x="479425" y="2637000"/>
            <a:ext cx="6602086" cy="1584001"/>
          </a:xfrm>
          <a:prstGeom prst="rect">
            <a:avLst/>
          </a:prstGeom>
        </p:spPr>
        <p:txBody>
          <a:bodyPr anchor="b"/>
          <a:lstStyle>
            <a:lvl1pPr>
              <a:defRPr sz="4800">
                <a:solidFill>
                  <a:schemeClr val="accent2"/>
                </a:solidFill>
              </a:defRPr>
            </a:lvl1pPr>
          </a:lstStyle>
          <a:p>
            <a:r>
              <a:t>Presentation title</a:t>
            </a:r>
          </a:p>
        </p:txBody>
      </p:sp>
      <p:sp>
        <p:nvSpPr>
          <p:cNvPr id="7" name="Body Level One…">
            <a:extLst>
              <a:ext uri="{FF2B5EF4-FFF2-40B4-BE49-F238E27FC236}">
                <a16:creationId xmlns:a16="http://schemas.microsoft.com/office/drawing/2014/main" id="{126A2B07-488C-3D80-34CF-07E6588A96E1}"/>
              </a:ext>
            </a:extLst>
          </p:cNvPr>
          <p:cNvSpPr txBox="1">
            <a:spLocks noGrp="1"/>
          </p:cNvSpPr>
          <p:nvPr>
            <p:ph type="body" sz="quarter" idx="1" hasCustomPrompt="1"/>
          </p:nvPr>
        </p:nvSpPr>
        <p:spPr>
          <a:xfrm>
            <a:off x="479425" y="4437119"/>
            <a:ext cx="6602580" cy="936001"/>
          </a:xfrm>
          <a:prstGeom prst="rect">
            <a:avLst/>
          </a:prstGeom>
        </p:spPr>
        <p:txBody>
          <a:bodyPr/>
          <a:lstStyle>
            <a:lvl1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1pPr>
            <a:lvl2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2pPr>
            <a:lvl3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3pPr>
            <a:lvl4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4pPr>
            <a:lvl5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5pPr>
          </a:lstStyle>
          <a:p>
            <a:r>
              <a:t>Subtitle of the presentation</a:t>
            </a:r>
          </a:p>
          <a:p>
            <a:pPr lvl="3"/>
            <a:endParaRPr/>
          </a:p>
          <a:p>
            <a:pPr lvl="4"/>
            <a:endParaRPr/>
          </a:p>
        </p:txBody>
      </p:sp>
      <p:grpSp>
        <p:nvGrpSpPr>
          <p:cNvPr id="3" name="Group 2">
            <a:extLst>
              <a:ext uri="{FF2B5EF4-FFF2-40B4-BE49-F238E27FC236}">
                <a16:creationId xmlns:a16="http://schemas.microsoft.com/office/drawing/2014/main" id="{31B981B9-D494-751C-5CC4-CA504ADB9790}"/>
              </a:ext>
            </a:extLst>
          </p:cNvPr>
          <p:cNvGrpSpPr/>
          <p:nvPr userDrawn="1"/>
        </p:nvGrpSpPr>
        <p:grpSpPr>
          <a:xfrm>
            <a:off x="7898629" y="576892"/>
            <a:ext cx="3694858" cy="5254088"/>
            <a:chOff x="6524707" y="922956"/>
            <a:chExt cx="3694858" cy="5254088"/>
          </a:xfrm>
        </p:grpSpPr>
        <p:pic>
          <p:nvPicPr>
            <p:cNvPr id="4" name="Picture 3">
              <a:extLst>
                <a:ext uri="{FF2B5EF4-FFF2-40B4-BE49-F238E27FC236}">
                  <a16:creationId xmlns:a16="http://schemas.microsoft.com/office/drawing/2014/main" id="{AFE1BE48-7540-57DE-9F65-F1BD3008B44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114032" y="2637000"/>
              <a:ext cx="3105533" cy="3540044"/>
            </a:xfrm>
            <a:prstGeom prst="rect">
              <a:avLst/>
            </a:prstGeom>
          </p:spPr>
        </p:pic>
        <p:pic>
          <p:nvPicPr>
            <p:cNvPr id="5" name="Picture 4">
              <a:extLst>
                <a:ext uri="{FF2B5EF4-FFF2-40B4-BE49-F238E27FC236}">
                  <a16:creationId xmlns:a16="http://schemas.microsoft.com/office/drawing/2014/main" id="{C8C39B6F-0733-BC78-E9FF-B2B1A5F4C1A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rot="20864580">
              <a:off x="6524707" y="922956"/>
              <a:ext cx="2003725" cy="1518660"/>
            </a:xfrm>
            <a:prstGeom prst="rect">
              <a:avLst/>
            </a:prstGeom>
          </p:spPr>
        </p:pic>
      </p:grpSp>
    </p:spTree>
    <p:extLst>
      <p:ext uri="{BB962C8B-B14F-4D97-AF65-F5344CB8AC3E}">
        <p14:creationId xmlns:p14="http://schemas.microsoft.com/office/powerpoint/2010/main" val="35857342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le slide (Ken_Dark Green)">
    <p:bg>
      <p:bgPr>
        <a:solidFill>
          <a:schemeClr val="accent1"/>
        </a:solidFill>
        <a:effectLst/>
      </p:bgPr>
    </p:bg>
    <p:spTree>
      <p:nvGrpSpPr>
        <p:cNvPr id="1" name=""/>
        <p:cNvGrpSpPr/>
        <p:nvPr/>
      </p:nvGrpSpPr>
      <p:grpSpPr>
        <a:xfrm>
          <a:off x="0" y="0"/>
          <a:ext cx="0" cy="0"/>
          <a:chOff x="0" y="0"/>
          <a:chExt cx="0" cy="0"/>
        </a:xfrm>
      </p:grpSpPr>
      <p:grpSp>
        <p:nvGrpSpPr>
          <p:cNvPr id="57" name="Gruppieren 2081"/>
          <p:cNvGrpSpPr/>
          <p:nvPr/>
        </p:nvGrpSpPr>
        <p:grpSpPr>
          <a:xfrm>
            <a:off x="479999" y="-171401"/>
            <a:ext cx="11232626" cy="72001"/>
            <a:chOff x="0" y="0"/>
            <a:chExt cx="11232624" cy="72000"/>
          </a:xfrm>
        </p:grpSpPr>
        <p:sp>
          <p:nvSpPr>
            <p:cNvPr id="49" name="Gerader Verbinder 12"/>
            <p:cNvSpPr/>
            <p:nvPr/>
          </p:nvSpPr>
          <p:spPr>
            <a:xfrm flipH="1">
              <a:off x="-1"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0" name="Gerader Verbinder 13"/>
            <p:cNvSpPr/>
            <p:nvPr/>
          </p:nvSpPr>
          <p:spPr>
            <a:xfrm>
              <a:off x="3563375"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1" name="Gerader Verbinder 14"/>
            <p:cNvSpPr/>
            <p:nvPr/>
          </p:nvSpPr>
          <p:spPr>
            <a:xfrm>
              <a:off x="3851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2" name="Gerader Verbinder 15"/>
            <p:cNvSpPr/>
            <p:nvPr/>
          </p:nvSpPr>
          <p:spPr>
            <a:xfrm>
              <a:off x="5471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3" name="Gerader Verbinder 16"/>
            <p:cNvSpPr/>
            <p:nvPr/>
          </p:nvSpPr>
          <p:spPr>
            <a:xfrm>
              <a:off x="5759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4" name="Gerader Verbinder 17"/>
            <p:cNvSpPr/>
            <p:nvPr/>
          </p:nvSpPr>
          <p:spPr>
            <a:xfrm>
              <a:off x="7379687"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5" name="Gerader Verbinder 18"/>
            <p:cNvSpPr/>
            <p:nvPr/>
          </p:nvSpPr>
          <p:spPr>
            <a:xfrm>
              <a:off x="7667999"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6" name="Gerader Verbinder 19"/>
            <p:cNvSpPr/>
            <p:nvPr/>
          </p:nvSpPr>
          <p:spPr>
            <a:xfrm>
              <a:off x="11232623" y="-1"/>
              <a:ext cx="1" cy="72002"/>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grpSp>
        <p:nvGrpSpPr>
          <p:cNvPr id="60" name="Gruppieren 24"/>
          <p:cNvGrpSpPr/>
          <p:nvPr/>
        </p:nvGrpSpPr>
        <p:grpSpPr>
          <a:xfrm>
            <a:off x="-168688" y="1412999"/>
            <a:ext cx="72001" cy="4536001"/>
            <a:chOff x="0" y="0"/>
            <a:chExt cx="72000" cy="4535999"/>
          </a:xfrm>
        </p:grpSpPr>
        <p:sp>
          <p:nvSpPr>
            <p:cNvPr id="58" name="Gerader Verbinder 22"/>
            <p:cNvSpPr/>
            <p:nvPr/>
          </p:nvSpPr>
          <p:spPr>
            <a:xfrm>
              <a:off x="-1" y="0"/>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sp>
          <p:nvSpPr>
            <p:cNvPr id="59" name="Gerader Verbinder 23"/>
            <p:cNvSpPr/>
            <p:nvPr/>
          </p:nvSpPr>
          <p:spPr>
            <a:xfrm>
              <a:off x="-1" y="4535999"/>
              <a:ext cx="72002" cy="1"/>
            </a:xfrm>
            <a:prstGeom prst="line">
              <a:avLst/>
            </a:prstGeom>
            <a:noFill/>
            <a:ln w="6350" cap="flat">
              <a:solidFill>
                <a:srgbClr val="000000"/>
              </a:solidFill>
              <a:prstDash val="solid"/>
              <a:miter lim="800000"/>
            </a:ln>
            <a:effectLst/>
          </p:spPr>
          <p:txBody>
            <a:bodyPr wrap="square" lIns="45719" tIns="45719" rIns="45719" bIns="45719" numCol="1" anchor="t">
              <a:noAutofit/>
            </a:bodyPr>
            <a:lstStyle/>
            <a:p>
              <a:endParaRPr/>
            </a:p>
          </p:txBody>
        </p:sp>
      </p:grpSp>
      <p:pic>
        <p:nvPicPr>
          <p:cNvPr id="61" name="Grafik 2068" descr="Grafik 206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423" y="6165000"/>
            <a:ext cx="1234801" cy="372728"/>
          </a:xfrm>
          <a:prstGeom prst="rect">
            <a:avLst/>
          </a:prstGeom>
          <a:ln w="12700">
            <a:miter lim="400000"/>
          </a:ln>
        </p:spPr>
      </p:pic>
      <p:sp>
        <p:nvSpPr>
          <p:cNvPr id="62" name="Presentation title"/>
          <p:cNvSpPr txBox="1">
            <a:spLocks noGrp="1"/>
          </p:cNvSpPr>
          <p:nvPr>
            <p:ph type="title" hasCustomPrompt="1"/>
          </p:nvPr>
        </p:nvSpPr>
        <p:spPr>
          <a:xfrm>
            <a:off x="479425" y="2637000"/>
            <a:ext cx="6602086" cy="1584001"/>
          </a:xfrm>
          <a:prstGeom prst="rect">
            <a:avLst/>
          </a:prstGeom>
        </p:spPr>
        <p:txBody>
          <a:bodyPr anchor="b"/>
          <a:lstStyle>
            <a:lvl1pPr>
              <a:defRPr sz="4800">
                <a:solidFill>
                  <a:schemeClr val="accent2"/>
                </a:solidFill>
              </a:defRPr>
            </a:lvl1pPr>
          </a:lstStyle>
          <a:p>
            <a:r>
              <a:t>Presentation title</a:t>
            </a:r>
          </a:p>
        </p:txBody>
      </p:sp>
      <p:sp>
        <p:nvSpPr>
          <p:cNvPr id="63" name="Body Level One…"/>
          <p:cNvSpPr txBox="1">
            <a:spLocks noGrp="1"/>
          </p:cNvSpPr>
          <p:nvPr>
            <p:ph type="body" sz="quarter" idx="1" hasCustomPrompt="1"/>
          </p:nvPr>
        </p:nvSpPr>
        <p:spPr>
          <a:xfrm>
            <a:off x="479425" y="4437119"/>
            <a:ext cx="6602580" cy="936001"/>
          </a:xfrm>
          <a:prstGeom prst="rect">
            <a:avLst/>
          </a:prstGeom>
        </p:spPr>
        <p:txBody>
          <a:bodyPr/>
          <a:lstStyle>
            <a:lvl1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1pPr>
            <a:lvl2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2pPr>
            <a:lvl3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3pPr>
            <a:lvl4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4pPr>
            <a:lvl5pPr marL="0" indent="0">
              <a:lnSpc>
                <a:spcPct val="100000"/>
              </a:lnSpc>
              <a:spcBef>
                <a:spcPts val="2400"/>
              </a:spcBef>
              <a:buSzTx/>
              <a:buNone/>
              <a:defRPr sz="2400">
                <a:solidFill>
                  <a:srgbClr val="FFFFFF"/>
                </a:solidFill>
                <a:latin typeface="Boehringer Forward Head"/>
                <a:ea typeface="Boehringer Forward Head"/>
                <a:cs typeface="Boehringer Forward Head"/>
                <a:sym typeface="Boehringer Forward Head"/>
              </a:defRPr>
            </a:lvl5pPr>
          </a:lstStyle>
          <a:p>
            <a:r>
              <a:t>Subtitle of the presentation</a:t>
            </a:r>
          </a:p>
          <a:p>
            <a:pPr lvl="3"/>
            <a:endParaRPr/>
          </a:p>
          <a:p>
            <a:pPr lvl="4"/>
            <a:endParaRPr/>
          </a:p>
        </p:txBody>
      </p:sp>
      <p:pic>
        <p:nvPicPr>
          <p:cNvPr id="65" name="Grafik 7" descr="Grafik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8799" y="476672"/>
            <a:ext cx="1645201" cy="496609"/>
          </a:xfrm>
          <a:prstGeom prst="rect">
            <a:avLst/>
          </a:prstGeom>
          <a:ln w="12700">
            <a:miter lim="400000"/>
          </a:ln>
        </p:spPr>
      </p:pic>
      <p:pic>
        <p:nvPicPr>
          <p:cNvPr id="66" name="Grafik 8" descr="Grafik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094400" y="6166372"/>
            <a:ext cx="1620001" cy="214957"/>
          </a:xfrm>
          <a:prstGeom prst="rect">
            <a:avLst/>
          </a:prstGeom>
          <a:ln w="12700">
            <a:miter lim="400000"/>
          </a:ln>
        </p:spPr>
      </p:pic>
      <p:sp>
        <p:nvSpPr>
          <p:cNvPr id="2" name="Fußzeilenplatzhalter 3">
            <a:extLst>
              <a:ext uri="{FF2B5EF4-FFF2-40B4-BE49-F238E27FC236}">
                <a16:creationId xmlns:a16="http://schemas.microsoft.com/office/drawing/2014/main" id="{CE46D290-5A5E-CF7B-C1C3-EBF84777B44D}"/>
              </a:ext>
            </a:extLst>
          </p:cNvPr>
          <p:cNvSpPr txBox="1"/>
          <p:nvPr userDrawn="1"/>
        </p:nvSpPr>
        <p:spPr>
          <a:xfrm>
            <a:off x="479935" y="6254327"/>
            <a:ext cx="504000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spcBef>
                <a:spcPts val="300"/>
              </a:spcBef>
              <a:defRPr sz="800">
                <a:solidFill>
                  <a:schemeClr val="accent1"/>
                </a:solidFill>
              </a:defRPr>
            </a:lvl1pPr>
          </a:lstStyle>
          <a:p>
            <a:r>
              <a:rPr>
                <a:solidFill>
                  <a:schemeClr val="accent2"/>
                </a:solidFill>
              </a:rPr>
              <a:t>Mental health    |     ONLY FOR INTERNAL USE</a:t>
            </a:r>
          </a:p>
        </p:txBody>
      </p:sp>
      <p:pic>
        <p:nvPicPr>
          <p:cNvPr id="4" name="Picture 3" descr="A person with a wifi signal above his head&#10;&#10;Description automatically generated">
            <a:extLst>
              <a:ext uri="{FF2B5EF4-FFF2-40B4-BE49-F238E27FC236}">
                <a16:creationId xmlns:a16="http://schemas.microsoft.com/office/drawing/2014/main" id="{CDD0A378-1C51-9720-F1D2-79DD880175E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7381580" y="-325001"/>
            <a:ext cx="4884964" cy="6692400"/>
          </a:xfrm>
          <a:prstGeom prst="rect">
            <a:avLst/>
          </a:prstGeom>
        </p:spPr>
      </p:pic>
    </p:spTree>
    <p:extLst>
      <p:ext uri="{BB962C8B-B14F-4D97-AF65-F5344CB8AC3E}">
        <p14:creationId xmlns:p14="http://schemas.microsoft.com/office/powerpoint/2010/main" val="1008319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Agenda primary ">
    <p:bg>
      <p:bgPr>
        <a:solidFill>
          <a:schemeClr val="accent1"/>
        </a:solidFill>
        <a:effectLst/>
      </p:bgPr>
    </p:bg>
    <p:spTree>
      <p:nvGrpSpPr>
        <p:cNvPr id="1" name=""/>
        <p:cNvGrpSpPr/>
        <p:nvPr/>
      </p:nvGrpSpPr>
      <p:grpSpPr>
        <a:xfrm>
          <a:off x="0" y="0"/>
          <a:ext cx="0" cy="0"/>
          <a:chOff x="0" y="0"/>
          <a:chExt cx="0" cy="0"/>
        </a:xfrm>
      </p:grpSpPr>
      <p:pic>
        <p:nvPicPr>
          <p:cNvPr id="185" name="Picture 184">
            <a:extLst>
              <a:ext uri="{FF2B5EF4-FFF2-40B4-BE49-F238E27FC236}">
                <a16:creationId xmlns:a16="http://schemas.microsoft.com/office/drawing/2014/main" id="{83BC1910-1152-B7FA-0AAB-FE96D437B820}"/>
              </a:ext>
            </a:extLst>
          </p:cNvPr>
          <p:cNvPicPr>
            <a:picLocks noChangeAspect="1"/>
          </p:cNvPicPr>
          <p:nvPr userDrawn="1"/>
        </p:nvPicPr>
        <p:blipFill>
          <a:blip r:embed="rId2"/>
          <a:stretch>
            <a:fillRect/>
          </a:stretch>
        </p:blipFill>
        <p:spPr>
          <a:xfrm>
            <a:off x="8478340" y="1503121"/>
            <a:ext cx="2874245" cy="4505023"/>
          </a:xfrm>
          <a:prstGeom prst="rect">
            <a:avLst/>
          </a:prstGeom>
        </p:spPr>
      </p:pic>
      <p:sp>
        <p:nvSpPr>
          <p:cNvPr id="163" name="Add agenda title"/>
          <p:cNvSpPr txBox="1">
            <a:spLocks noGrp="1"/>
          </p:cNvSpPr>
          <p:nvPr>
            <p:ph type="title" hasCustomPrompt="1"/>
          </p:nvPr>
        </p:nvSpPr>
        <p:spPr>
          <a:prstGeom prst="rect">
            <a:avLst/>
          </a:prstGeom>
        </p:spPr>
        <p:txBody>
          <a:bodyPr/>
          <a:lstStyle>
            <a:lvl1pPr>
              <a:defRPr>
                <a:solidFill>
                  <a:schemeClr val="accent2"/>
                </a:solidFill>
              </a:defRPr>
            </a:lvl1pPr>
          </a:lstStyle>
          <a:p>
            <a:r>
              <a:t>Add agenda titl</a:t>
            </a:r>
            <a:r>
              <a:rPr lang="en-US"/>
              <a:t>e</a:t>
            </a:r>
            <a:endParaRPr/>
          </a:p>
        </p:txBody>
      </p:sp>
      <p:sp>
        <p:nvSpPr>
          <p:cNvPr id="164"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
        <p:nvSpPr>
          <p:cNvPr id="165" name="Body Level One…"/>
          <p:cNvSpPr txBox="1">
            <a:spLocks noGrp="1"/>
          </p:cNvSpPr>
          <p:nvPr>
            <p:ph type="body" sz="quarter" idx="1" hasCustomPrompt="1"/>
          </p:nvPr>
        </p:nvSpPr>
        <p:spPr>
          <a:xfrm>
            <a:off x="491918" y="1503121"/>
            <a:ext cx="792001" cy="540001"/>
          </a:xfrm>
          <a:prstGeom prst="rect">
            <a:avLst/>
          </a:prstGeom>
          <a:solidFill>
            <a:schemeClr val="accent1"/>
          </a:solidFill>
        </p:spPr>
        <p:txBody>
          <a:bodyPr anchor="ctr">
            <a:noAutofit/>
          </a:bodyPr>
          <a:lstStyle>
            <a:lvl1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1pPr>
            <a:lvl2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2pPr>
            <a:lvl3pPr marL="0" indent="0">
              <a:spcBef>
                <a:spcPts val="600"/>
              </a:spcBef>
              <a:buSzTx/>
              <a:buNone/>
              <a:defRPr sz="3260" b="1">
                <a:solidFill>
                  <a:schemeClr val="accent2"/>
                </a:solidFill>
                <a:latin typeface="Boehringer Forward Head"/>
                <a:ea typeface="Boehringer Forward Head"/>
                <a:cs typeface="Boehringer Forward Head"/>
                <a:sym typeface="Boehringer Forward Head"/>
              </a:defRPr>
            </a:lvl3pPr>
            <a:lvl4pPr marL="0" indent="0">
              <a:spcBef>
                <a:spcPts val="600"/>
              </a:spcBef>
              <a:buSzTx/>
              <a:buNone/>
              <a:defRPr sz="3200" b="1">
                <a:solidFill>
                  <a:schemeClr val="accent2"/>
                </a:solidFill>
                <a:latin typeface="Boehringer Forward Head"/>
                <a:ea typeface="Boehringer Forward Head"/>
                <a:cs typeface="Boehringer Forward Head"/>
                <a:sym typeface="Boehringer Forward Head"/>
              </a:defRPr>
            </a:lvl4pPr>
            <a:lvl5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5pPr>
          </a:lstStyle>
          <a:p>
            <a:pPr marL="0" marR="0" lvl="3" indent="0" algn="l" defTabSz="914400" rtl="0" eaLnBrk="1" fontAlgn="auto" latinLnBrk="0" hangingPunct="1">
              <a:lnSpc>
                <a:spcPct val="120000"/>
              </a:lnSpc>
              <a:spcBef>
                <a:spcPts val="600"/>
              </a:spcBef>
              <a:spcAft>
                <a:spcPts val="0"/>
              </a:spcAft>
              <a:buClrTx/>
              <a:buSzTx/>
              <a:buFontTx/>
              <a:buNone/>
              <a:tabLst/>
              <a:defRPr/>
            </a:pPr>
            <a:r>
              <a:rPr lang="en-US"/>
              <a:t>00</a:t>
            </a:r>
          </a:p>
        </p:txBody>
      </p:sp>
      <p:sp>
        <p:nvSpPr>
          <p:cNvPr id="166" name="Textplatzhalter 8"/>
          <p:cNvSpPr>
            <a:spLocks noGrp="1"/>
          </p:cNvSpPr>
          <p:nvPr>
            <p:ph type="body" sz="quarter" idx="21" hasCustomPrompt="1"/>
          </p:nvPr>
        </p:nvSpPr>
        <p:spPr>
          <a:xfrm>
            <a:off x="483009" y="2164647"/>
            <a:ext cx="2035618" cy="707508"/>
          </a:xfrm>
          <a:prstGeom prst="rect">
            <a:avLst/>
          </a:prstGeom>
        </p:spPr>
        <p:txBody>
          <a:bodyPr/>
          <a:lstStyle>
            <a:lvl1pPr marL="0" indent="0">
              <a:lnSpc>
                <a:spcPct val="120000"/>
              </a:lnSpc>
              <a:spcBef>
                <a:spcPts val="0"/>
              </a:spcBef>
              <a:spcAft>
                <a:spcPts val="0"/>
              </a:spcAft>
              <a:buSzTx/>
              <a:buNone/>
              <a:defRPr sz="1600" b="1" kern="1200" dirty="0">
                <a:solidFill>
                  <a:srgbClr val="FFFFFF"/>
                </a:solidFill>
                <a:latin typeface="+mn-lt"/>
                <a:ea typeface="+mn-ea"/>
                <a:cs typeface="+mn-cs"/>
              </a:defRPr>
            </a:lvl1pPr>
          </a:lstStyle>
          <a:p>
            <a:r>
              <a:t>First level
Second level</a:t>
            </a:r>
          </a:p>
        </p:txBody>
      </p:sp>
      <p:pic>
        <p:nvPicPr>
          <p:cNvPr id="181" name="Grafik 3" descr="Grafik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423" y="6165000"/>
            <a:ext cx="1234801" cy="372728"/>
          </a:xfrm>
          <a:prstGeom prst="rect">
            <a:avLst/>
          </a:prstGeom>
          <a:ln w="12700">
            <a:miter lim="400000"/>
          </a:ln>
        </p:spPr>
      </p:pic>
      <p:sp>
        <p:nvSpPr>
          <p:cNvPr id="132" name="Straight Connector 178">
            <a:extLst>
              <a:ext uri="{FF2B5EF4-FFF2-40B4-BE49-F238E27FC236}">
                <a16:creationId xmlns:a16="http://schemas.microsoft.com/office/drawing/2014/main" id="{74DC7536-AEB7-FF6B-F569-469113C3BD6F}"/>
              </a:ext>
            </a:extLst>
          </p:cNvPr>
          <p:cNvSpPr/>
          <p:nvPr userDrawn="1"/>
        </p:nvSpPr>
        <p:spPr>
          <a:xfrm>
            <a:off x="491918" y="1367292"/>
            <a:ext cx="396001"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134" name="Textplatzhalter 8">
            <a:extLst>
              <a:ext uri="{FF2B5EF4-FFF2-40B4-BE49-F238E27FC236}">
                <a16:creationId xmlns:a16="http://schemas.microsoft.com/office/drawing/2014/main" id="{7ACC7D8A-E50B-4B79-19BB-C280B28CCD78}"/>
              </a:ext>
            </a:extLst>
          </p:cNvPr>
          <p:cNvSpPr>
            <a:spLocks noGrp="1"/>
          </p:cNvSpPr>
          <p:nvPr>
            <p:ph type="body" sz="quarter" idx="37" hasCustomPrompt="1"/>
          </p:nvPr>
        </p:nvSpPr>
        <p:spPr>
          <a:xfrm>
            <a:off x="3050363" y="2164647"/>
            <a:ext cx="2035618" cy="707508"/>
          </a:xfrm>
          <a:prstGeom prst="rect">
            <a:avLst/>
          </a:prstGeom>
        </p:spPr>
        <p:txBody>
          <a:bodyPr/>
          <a:lstStyle>
            <a:lvl1pPr marL="0" indent="0" algn="l" defTabSz="914400" rtl="0" eaLnBrk="1" latinLnBrk="0" hangingPunct="1">
              <a:lnSpc>
                <a:spcPct val="120000"/>
              </a:lnSpc>
              <a:spcBef>
                <a:spcPts val="0"/>
              </a:spcBef>
              <a:spcAft>
                <a:spcPts val="0"/>
              </a:spcAft>
              <a:buSzTx/>
              <a:buFont typeface="Arial" panose="020B0604020202020204" pitchFamily="34" charset="0"/>
              <a:buNone/>
              <a:defRPr sz="1600" b="1" kern="1200" dirty="0">
                <a:solidFill>
                  <a:srgbClr val="FFFFFF"/>
                </a:solidFill>
                <a:latin typeface="+mn-lt"/>
                <a:ea typeface="+mn-ea"/>
                <a:cs typeface="+mn-cs"/>
              </a:defRPr>
            </a:lvl1pPr>
          </a:lstStyle>
          <a:p>
            <a:r>
              <a:t>First level
Second level</a:t>
            </a:r>
          </a:p>
        </p:txBody>
      </p:sp>
      <p:sp>
        <p:nvSpPr>
          <p:cNvPr id="135" name="Straight Connector 178">
            <a:extLst>
              <a:ext uri="{FF2B5EF4-FFF2-40B4-BE49-F238E27FC236}">
                <a16:creationId xmlns:a16="http://schemas.microsoft.com/office/drawing/2014/main" id="{F8B96AC6-429D-F721-EDBB-4BF5AD994CB6}"/>
              </a:ext>
            </a:extLst>
          </p:cNvPr>
          <p:cNvSpPr/>
          <p:nvPr userDrawn="1"/>
        </p:nvSpPr>
        <p:spPr>
          <a:xfrm>
            <a:off x="3059272" y="1367292"/>
            <a:ext cx="396001"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136" name="Body Level One…">
            <a:extLst>
              <a:ext uri="{FF2B5EF4-FFF2-40B4-BE49-F238E27FC236}">
                <a16:creationId xmlns:a16="http://schemas.microsoft.com/office/drawing/2014/main" id="{101ABE2F-3BC7-6D1B-1A78-A0184C8F3CAD}"/>
              </a:ext>
            </a:extLst>
          </p:cNvPr>
          <p:cNvSpPr txBox="1">
            <a:spLocks noGrp="1"/>
          </p:cNvSpPr>
          <p:nvPr>
            <p:ph type="body" sz="quarter" idx="38" hasCustomPrompt="1"/>
          </p:nvPr>
        </p:nvSpPr>
        <p:spPr>
          <a:xfrm>
            <a:off x="5638349" y="1503121"/>
            <a:ext cx="792001" cy="540001"/>
          </a:xfrm>
          <a:prstGeom prst="rect">
            <a:avLst/>
          </a:prstGeom>
          <a:solidFill>
            <a:schemeClr val="accent1"/>
          </a:solidFill>
        </p:spPr>
        <p:txBody>
          <a:bodyPr anchor="ctr">
            <a:noAutofit/>
          </a:bodyPr>
          <a:lstStyle>
            <a:lvl1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1pPr>
            <a:lvl2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2pPr>
            <a:lvl3pPr marL="0" indent="0">
              <a:spcBef>
                <a:spcPts val="600"/>
              </a:spcBef>
              <a:buSzTx/>
              <a:buNone/>
              <a:defRPr sz="3200" b="1">
                <a:solidFill>
                  <a:schemeClr val="accent2"/>
                </a:solidFill>
                <a:latin typeface="Boehringer Forward Head"/>
                <a:ea typeface="Boehringer Forward Head"/>
                <a:cs typeface="Boehringer Forward Head"/>
                <a:sym typeface="Boehringer Forward Head"/>
              </a:defRPr>
            </a:lvl3pPr>
            <a:lvl4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4pPr>
            <a:lvl5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5pPr>
          </a:lstStyle>
          <a:p>
            <a:pPr marL="0" marR="0" lvl="2" indent="0" algn="l" defTabSz="914400" rtl="0" eaLnBrk="1" fontAlgn="auto" latinLnBrk="0" hangingPunct="1">
              <a:lnSpc>
                <a:spcPct val="120000"/>
              </a:lnSpc>
              <a:spcBef>
                <a:spcPts val="600"/>
              </a:spcBef>
              <a:spcAft>
                <a:spcPts val="0"/>
              </a:spcAft>
              <a:buClrTx/>
              <a:buSzTx/>
              <a:buFontTx/>
              <a:buNone/>
              <a:tabLst/>
              <a:defRPr/>
            </a:pPr>
            <a:r>
              <a:rPr lang="en-US"/>
              <a:t>00</a:t>
            </a:r>
          </a:p>
        </p:txBody>
      </p:sp>
      <p:sp>
        <p:nvSpPr>
          <p:cNvPr id="137" name="Textplatzhalter 8">
            <a:extLst>
              <a:ext uri="{FF2B5EF4-FFF2-40B4-BE49-F238E27FC236}">
                <a16:creationId xmlns:a16="http://schemas.microsoft.com/office/drawing/2014/main" id="{06C7F83D-2A59-5114-B8CD-EF15005890EA}"/>
              </a:ext>
            </a:extLst>
          </p:cNvPr>
          <p:cNvSpPr>
            <a:spLocks noGrp="1"/>
          </p:cNvSpPr>
          <p:nvPr>
            <p:ph type="body" sz="quarter" idx="39" hasCustomPrompt="1"/>
          </p:nvPr>
        </p:nvSpPr>
        <p:spPr>
          <a:xfrm>
            <a:off x="5629440" y="2164647"/>
            <a:ext cx="2035618" cy="707508"/>
          </a:xfrm>
          <a:prstGeom prst="rect">
            <a:avLst/>
          </a:prstGeom>
        </p:spPr>
        <p:txBody>
          <a:bodyPr/>
          <a:lstStyle>
            <a:lvl1pPr marL="0" indent="0" algn="l" defTabSz="914400" rtl="0" eaLnBrk="1" latinLnBrk="0" hangingPunct="1">
              <a:lnSpc>
                <a:spcPct val="120000"/>
              </a:lnSpc>
              <a:spcBef>
                <a:spcPts val="0"/>
              </a:spcBef>
              <a:spcAft>
                <a:spcPts val="0"/>
              </a:spcAft>
              <a:buSzTx/>
              <a:buFont typeface="Arial" panose="020B0604020202020204" pitchFamily="34" charset="0"/>
              <a:buNone/>
              <a:defRPr sz="1600" b="1" kern="1200" dirty="0">
                <a:solidFill>
                  <a:srgbClr val="FFFFFF"/>
                </a:solidFill>
                <a:latin typeface="+mn-lt"/>
                <a:ea typeface="+mn-ea"/>
                <a:cs typeface="+mn-cs"/>
              </a:defRPr>
            </a:lvl1pPr>
          </a:lstStyle>
          <a:p>
            <a:r>
              <a:t>First level
Second level</a:t>
            </a:r>
          </a:p>
        </p:txBody>
      </p:sp>
      <p:sp>
        <p:nvSpPr>
          <p:cNvPr id="138" name="Straight Connector 178">
            <a:extLst>
              <a:ext uri="{FF2B5EF4-FFF2-40B4-BE49-F238E27FC236}">
                <a16:creationId xmlns:a16="http://schemas.microsoft.com/office/drawing/2014/main" id="{2D3BA8C4-5500-97C7-4080-348B9CCAF684}"/>
              </a:ext>
            </a:extLst>
          </p:cNvPr>
          <p:cNvSpPr/>
          <p:nvPr userDrawn="1"/>
        </p:nvSpPr>
        <p:spPr>
          <a:xfrm>
            <a:off x="5638349" y="1367292"/>
            <a:ext cx="396001"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148" name="Body Level One…">
            <a:extLst>
              <a:ext uri="{FF2B5EF4-FFF2-40B4-BE49-F238E27FC236}">
                <a16:creationId xmlns:a16="http://schemas.microsoft.com/office/drawing/2014/main" id="{B34D3340-EA12-4E28-63EA-A3EF73AAC9FD}"/>
              </a:ext>
            </a:extLst>
          </p:cNvPr>
          <p:cNvSpPr txBox="1">
            <a:spLocks noGrp="1"/>
          </p:cNvSpPr>
          <p:nvPr>
            <p:ph type="body" sz="quarter" idx="40" hasCustomPrompt="1"/>
          </p:nvPr>
        </p:nvSpPr>
        <p:spPr>
          <a:xfrm>
            <a:off x="491918" y="3110142"/>
            <a:ext cx="792001" cy="540001"/>
          </a:xfrm>
          <a:prstGeom prst="rect">
            <a:avLst/>
          </a:prstGeom>
          <a:solidFill>
            <a:schemeClr val="accent1"/>
          </a:solidFill>
        </p:spPr>
        <p:txBody>
          <a:bodyPr anchor="ctr">
            <a:noAutofit/>
          </a:bodyPr>
          <a:lstStyle>
            <a:lvl1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1pPr>
            <a:lvl2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2pPr>
            <a:lvl3pPr marL="0" indent="0">
              <a:spcBef>
                <a:spcPts val="600"/>
              </a:spcBef>
              <a:buSzTx/>
              <a:buNone/>
              <a:defRPr sz="3200" b="1">
                <a:solidFill>
                  <a:schemeClr val="accent2"/>
                </a:solidFill>
                <a:latin typeface="Boehringer Forward Head"/>
                <a:ea typeface="Boehringer Forward Head"/>
                <a:cs typeface="Boehringer Forward Head"/>
                <a:sym typeface="Boehringer Forward Head"/>
              </a:defRPr>
            </a:lvl3pPr>
            <a:lvl4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4pPr>
            <a:lvl5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5pPr>
          </a:lstStyle>
          <a:p>
            <a:pPr marL="0" marR="0" lvl="2" indent="0" algn="l" defTabSz="914400" rtl="0" eaLnBrk="1" fontAlgn="auto" latinLnBrk="0" hangingPunct="1">
              <a:lnSpc>
                <a:spcPct val="120000"/>
              </a:lnSpc>
              <a:spcBef>
                <a:spcPts val="600"/>
              </a:spcBef>
              <a:spcAft>
                <a:spcPts val="0"/>
              </a:spcAft>
              <a:buClrTx/>
              <a:buSzTx/>
              <a:buFontTx/>
              <a:buNone/>
              <a:tabLst/>
              <a:defRPr/>
            </a:pPr>
            <a:r>
              <a:rPr lang="en-US"/>
              <a:t>00</a:t>
            </a:r>
          </a:p>
        </p:txBody>
      </p:sp>
      <p:sp>
        <p:nvSpPr>
          <p:cNvPr id="149" name="Textplatzhalter 8">
            <a:extLst>
              <a:ext uri="{FF2B5EF4-FFF2-40B4-BE49-F238E27FC236}">
                <a16:creationId xmlns:a16="http://schemas.microsoft.com/office/drawing/2014/main" id="{9AAC400D-A929-EC09-D14F-DDE27DB04031}"/>
              </a:ext>
            </a:extLst>
          </p:cNvPr>
          <p:cNvSpPr>
            <a:spLocks noGrp="1"/>
          </p:cNvSpPr>
          <p:nvPr>
            <p:ph type="body" sz="quarter" idx="41" hasCustomPrompt="1"/>
          </p:nvPr>
        </p:nvSpPr>
        <p:spPr>
          <a:xfrm>
            <a:off x="483009" y="3735540"/>
            <a:ext cx="2035618" cy="707508"/>
          </a:xfrm>
          <a:prstGeom prst="rect">
            <a:avLst/>
          </a:prstGeom>
        </p:spPr>
        <p:txBody>
          <a:bodyPr/>
          <a:lstStyle>
            <a:lvl1pPr marL="0" indent="0" algn="l" defTabSz="914400" rtl="0" eaLnBrk="1" latinLnBrk="0" hangingPunct="1">
              <a:lnSpc>
                <a:spcPct val="120000"/>
              </a:lnSpc>
              <a:spcBef>
                <a:spcPts val="0"/>
              </a:spcBef>
              <a:spcAft>
                <a:spcPts val="0"/>
              </a:spcAft>
              <a:buSzTx/>
              <a:buFont typeface="Arial" panose="020B0604020202020204" pitchFamily="34" charset="0"/>
              <a:buNone/>
              <a:defRPr sz="1600" b="1" kern="1200" dirty="0">
                <a:solidFill>
                  <a:srgbClr val="FFFFFF"/>
                </a:solidFill>
                <a:latin typeface="+mn-lt"/>
                <a:ea typeface="+mn-ea"/>
                <a:cs typeface="+mn-cs"/>
              </a:defRPr>
            </a:lvl1pPr>
          </a:lstStyle>
          <a:p>
            <a:r>
              <a:t>First level
Second level</a:t>
            </a:r>
          </a:p>
        </p:txBody>
      </p:sp>
      <p:sp>
        <p:nvSpPr>
          <p:cNvPr id="150" name="Straight Connector 178">
            <a:extLst>
              <a:ext uri="{FF2B5EF4-FFF2-40B4-BE49-F238E27FC236}">
                <a16:creationId xmlns:a16="http://schemas.microsoft.com/office/drawing/2014/main" id="{470F8D52-3F52-85C8-1DB1-95EE57CC13D2}"/>
              </a:ext>
            </a:extLst>
          </p:cNvPr>
          <p:cNvSpPr/>
          <p:nvPr userDrawn="1"/>
        </p:nvSpPr>
        <p:spPr>
          <a:xfrm>
            <a:off x="491918" y="2938185"/>
            <a:ext cx="396001"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151" name="Body Level One…">
            <a:extLst>
              <a:ext uri="{FF2B5EF4-FFF2-40B4-BE49-F238E27FC236}">
                <a16:creationId xmlns:a16="http://schemas.microsoft.com/office/drawing/2014/main" id="{CFED5917-14A1-6D66-3010-FBBAB6069873}"/>
              </a:ext>
            </a:extLst>
          </p:cNvPr>
          <p:cNvSpPr txBox="1">
            <a:spLocks noGrp="1"/>
          </p:cNvSpPr>
          <p:nvPr>
            <p:ph type="body" sz="quarter" idx="42" hasCustomPrompt="1"/>
          </p:nvPr>
        </p:nvSpPr>
        <p:spPr>
          <a:xfrm>
            <a:off x="3059272" y="3074014"/>
            <a:ext cx="792001" cy="540001"/>
          </a:xfrm>
          <a:prstGeom prst="rect">
            <a:avLst/>
          </a:prstGeom>
          <a:solidFill>
            <a:schemeClr val="accent1"/>
          </a:solidFill>
        </p:spPr>
        <p:txBody>
          <a:bodyPr anchor="ctr">
            <a:noAutofit/>
          </a:bodyPr>
          <a:lstStyle>
            <a:lvl1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1pPr>
            <a:lvl2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2pPr>
            <a:lvl3pPr marL="0" indent="0">
              <a:spcBef>
                <a:spcPts val="600"/>
              </a:spcBef>
              <a:buSzTx/>
              <a:buNone/>
              <a:defRPr sz="3260" b="1">
                <a:solidFill>
                  <a:schemeClr val="accent2"/>
                </a:solidFill>
                <a:latin typeface="Boehringer Forward Head"/>
                <a:ea typeface="Boehringer Forward Head"/>
                <a:cs typeface="Boehringer Forward Head"/>
                <a:sym typeface="Boehringer Forward Head"/>
              </a:defRPr>
            </a:lvl3pPr>
            <a:lvl4pPr marL="0" indent="0">
              <a:spcBef>
                <a:spcPts val="600"/>
              </a:spcBef>
              <a:buSzTx/>
              <a:buNone/>
              <a:defRPr sz="3200" b="1">
                <a:solidFill>
                  <a:schemeClr val="accent2"/>
                </a:solidFill>
                <a:latin typeface="Boehringer Forward Head"/>
                <a:ea typeface="Boehringer Forward Head"/>
                <a:cs typeface="Boehringer Forward Head"/>
                <a:sym typeface="Boehringer Forward Head"/>
              </a:defRPr>
            </a:lvl4pPr>
            <a:lvl5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5pPr>
          </a:lstStyle>
          <a:p>
            <a:pPr marL="0" marR="0" lvl="3" indent="0" algn="l" defTabSz="914400" rtl="0" eaLnBrk="1" fontAlgn="auto" latinLnBrk="0" hangingPunct="1">
              <a:lnSpc>
                <a:spcPct val="120000"/>
              </a:lnSpc>
              <a:spcBef>
                <a:spcPts val="600"/>
              </a:spcBef>
              <a:spcAft>
                <a:spcPts val="0"/>
              </a:spcAft>
              <a:buClrTx/>
              <a:buSzTx/>
              <a:buFontTx/>
              <a:buNone/>
              <a:tabLst/>
              <a:defRPr/>
            </a:pPr>
            <a:r>
              <a:rPr lang="en-US"/>
              <a:t>00</a:t>
            </a:r>
          </a:p>
        </p:txBody>
      </p:sp>
      <p:sp>
        <p:nvSpPr>
          <p:cNvPr id="152" name="Textplatzhalter 8">
            <a:extLst>
              <a:ext uri="{FF2B5EF4-FFF2-40B4-BE49-F238E27FC236}">
                <a16:creationId xmlns:a16="http://schemas.microsoft.com/office/drawing/2014/main" id="{80AE950B-456A-09DC-E931-F3DB38A1415D}"/>
              </a:ext>
            </a:extLst>
          </p:cNvPr>
          <p:cNvSpPr>
            <a:spLocks noGrp="1"/>
          </p:cNvSpPr>
          <p:nvPr>
            <p:ph type="body" sz="quarter" idx="43" hasCustomPrompt="1"/>
          </p:nvPr>
        </p:nvSpPr>
        <p:spPr>
          <a:xfrm>
            <a:off x="3050363" y="3735540"/>
            <a:ext cx="2035618" cy="707508"/>
          </a:xfrm>
          <a:prstGeom prst="rect">
            <a:avLst/>
          </a:prstGeom>
        </p:spPr>
        <p:txBody>
          <a:bodyPr/>
          <a:lstStyle>
            <a:lvl1pPr marL="0" indent="0" algn="l" defTabSz="914400" rtl="0" eaLnBrk="1" latinLnBrk="0" hangingPunct="1">
              <a:lnSpc>
                <a:spcPct val="120000"/>
              </a:lnSpc>
              <a:spcBef>
                <a:spcPts val="0"/>
              </a:spcBef>
              <a:spcAft>
                <a:spcPts val="0"/>
              </a:spcAft>
              <a:buSzTx/>
              <a:buFont typeface="Arial" panose="020B0604020202020204" pitchFamily="34" charset="0"/>
              <a:buNone/>
              <a:defRPr sz="1600" b="1" kern="1200" dirty="0">
                <a:solidFill>
                  <a:srgbClr val="FFFFFF"/>
                </a:solidFill>
                <a:latin typeface="+mn-lt"/>
                <a:ea typeface="+mn-ea"/>
                <a:cs typeface="+mn-cs"/>
              </a:defRPr>
            </a:lvl1pPr>
          </a:lstStyle>
          <a:p>
            <a:r>
              <a:t>First level
Second level</a:t>
            </a:r>
          </a:p>
        </p:txBody>
      </p:sp>
      <p:sp>
        <p:nvSpPr>
          <p:cNvPr id="153" name="Straight Connector 178">
            <a:extLst>
              <a:ext uri="{FF2B5EF4-FFF2-40B4-BE49-F238E27FC236}">
                <a16:creationId xmlns:a16="http://schemas.microsoft.com/office/drawing/2014/main" id="{77F03489-265D-F9CD-EADF-092DE6E5D016}"/>
              </a:ext>
            </a:extLst>
          </p:cNvPr>
          <p:cNvSpPr/>
          <p:nvPr userDrawn="1"/>
        </p:nvSpPr>
        <p:spPr>
          <a:xfrm>
            <a:off x="3059272" y="2938185"/>
            <a:ext cx="396001"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154" name="Body Level One…">
            <a:extLst>
              <a:ext uri="{FF2B5EF4-FFF2-40B4-BE49-F238E27FC236}">
                <a16:creationId xmlns:a16="http://schemas.microsoft.com/office/drawing/2014/main" id="{36400D43-F486-259C-D8CF-D5E98291BA1D}"/>
              </a:ext>
            </a:extLst>
          </p:cNvPr>
          <p:cNvSpPr txBox="1">
            <a:spLocks noGrp="1"/>
          </p:cNvSpPr>
          <p:nvPr>
            <p:ph type="body" sz="quarter" idx="44" hasCustomPrompt="1"/>
          </p:nvPr>
        </p:nvSpPr>
        <p:spPr>
          <a:xfrm>
            <a:off x="5638349" y="3074014"/>
            <a:ext cx="792001" cy="540001"/>
          </a:xfrm>
          <a:prstGeom prst="rect">
            <a:avLst/>
          </a:prstGeom>
          <a:solidFill>
            <a:schemeClr val="accent1"/>
          </a:solidFill>
        </p:spPr>
        <p:txBody>
          <a:bodyPr anchor="ctr">
            <a:noAutofit/>
          </a:bodyPr>
          <a:lstStyle>
            <a:lvl1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1pPr>
            <a:lvl2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2pPr>
            <a:lvl3pPr marL="0" indent="0">
              <a:spcBef>
                <a:spcPts val="600"/>
              </a:spcBef>
              <a:buSzTx/>
              <a:buNone/>
              <a:defRPr sz="3200" b="1">
                <a:solidFill>
                  <a:schemeClr val="accent2"/>
                </a:solidFill>
                <a:latin typeface="Boehringer Forward Head"/>
                <a:ea typeface="Boehringer Forward Head"/>
                <a:cs typeface="Boehringer Forward Head"/>
                <a:sym typeface="Boehringer Forward Head"/>
              </a:defRPr>
            </a:lvl3pPr>
            <a:lvl4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4pPr>
            <a:lvl5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5pPr>
          </a:lstStyle>
          <a:p>
            <a:pPr marL="0" marR="0" lvl="2" indent="0" algn="l" defTabSz="914400" rtl="0" eaLnBrk="1" fontAlgn="auto" latinLnBrk="0" hangingPunct="1">
              <a:lnSpc>
                <a:spcPct val="120000"/>
              </a:lnSpc>
              <a:spcBef>
                <a:spcPts val="600"/>
              </a:spcBef>
              <a:spcAft>
                <a:spcPts val="0"/>
              </a:spcAft>
              <a:buClrTx/>
              <a:buSzTx/>
              <a:buFontTx/>
              <a:buNone/>
              <a:tabLst/>
              <a:defRPr/>
            </a:pPr>
            <a:r>
              <a:rPr lang="en-US"/>
              <a:t>00</a:t>
            </a:r>
          </a:p>
        </p:txBody>
      </p:sp>
      <p:sp>
        <p:nvSpPr>
          <p:cNvPr id="155" name="Textplatzhalter 8">
            <a:extLst>
              <a:ext uri="{FF2B5EF4-FFF2-40B4-BE49-F238E27FC236}">
                <a16:creationId xmlns:a16="http://schemas.microsoft.com/office/drawing/2014/main" id="{91569DA4-E0D8-2AF5-CAD6-051EB2CEDEE1}"/>
              </a:ext>
            </a:extLst>
          </p:cNvPr>
          <p:cNvSpPr>
            <a:spLocks noGrp="1"/>
          </p:cNvSpPr>
          <p:nvPr>
            <p:ph type="body" sz="quarter" idx="45" hasCustomPrompt="1"/>
          </p:nvPr>
        </p:nvSpPr>
        <p:spPr>
          <a:xfrm>
            <a:off x="5629440" y="3735540"/>
            <a:ext cx="2035618" cy="707508"/>
          </a:xfrm>
          <a:prstGeom prst="rect">
            <a:avLst/>
          </a:prstGeom>
        </p:spPr>
        <p:txBody>
          <a:bodyPr/>
          <a:lstStyle>
            <a:lvl1pPr marL="0" indent="0" algn="l" defTabSz="914400" rtl="0" eaLnBrk="1" latinLnBrk="0" hangingPunct="1">
              <a:lnSpc>
                <a:spcPct val="120000"/>
              </a:lnSpc>
              <a:spcBef>
                <a:spcPts val="0"/>
              </a:spcBef>
              <a:spcAft>
                <a:spcPts val="0"/>
              </a:spcAft>
              <a:buSzTx/>
              <a:buFont typeface="Arial" panose="020B0604020202020204" pitchFamily="34" charset="0"/>
              <a:buNone/>
              <a:defRPr sz="1600" b="1" kern="1200" dirty="0">
                <a:solidFill>
                  <a:srgbClr val="FFFFFF"/>
                </a:solidFill>
                <a:latin typeface="+mn-lt"/>
                <a:ea typeface="+mn-ea"/>
                <a:cs typeface="+mn-cs"/>
              </a:defRPr>
            </a:lvl1pPr>
          </a:lstStyle>
          <a:p>
            <a:r>
              <a:t>First level
Second level</a:t>
            </a:r>
          </a:p>
        </p:txBody>
      </p:sp>
      <p:sp>
        <p:nvSpPr>
          <p:cNvPr id="156" name="Straight Connector 178">
            <a:extLst>
              <a:ext uri="{FF2B5EF4-FFF2-40B4-BE49-F238E27FC236}">
                <a16:creationId xmlns:a16="http://schemas.microsoft.com/office/drawing/2014/main" id="{F30701FF-DD09-B4FB-E8C6-1B61CD012B11}"/>
              </a:ext>
            </a:extLst>
          </p:cNvPr>
          <p:cNvSpPr/>
          <p:nvPr userDrawn="1"/>
        </p:nvSpPr>
        <p:spPr>
          <a:xfrm>
            <a:off x="5638349" y="2938185"/>
            <a:ext cx="396001"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157" name="Body Level One…">
            <a:extLst>
              <a:ext uri="{FF2B5EF4-FFF2-40B4-BE49-F238E27FC236}">
                <a16:creationId xmlns:a16="http://schemas.microsoft.com/office/drawing/2014/main" id="{3FF8199B-24C3-DCFB-FA94-0536423CB7EA}"/>
              </a:ext>
            </a:extLst>
          </p:cNvPr>
          <p:cNvSpPr txBox="1">
            <a:spLocks noGrp="1"/>
          </p:cNvSpPr>
          <p:nvPr>
            <p:ph type="body" sz="quarter" idx="46" hasCustomPrompt="1"/>
          </p:nvPr>
        </p:nvSpPr>
        <p:spPr>
          <a:xfrm>
            <a:off x="491918" y="4656628"/>
            <a:ext cx="792001" cy="540001"/>
          </a:xfrm>
          <a:prstGeom prst="rect">
            <a:avLst/>
          </a:prstGeom>
          <a:solidFill>
            <a:schemeClr val="accent1"/>
          </a:solidFill>
        </p:spPr>
        <p:txBody>
          <a:bodyPr anchor="ctr">
            <a:noAutofit/>
          </a:bodyPr>
          <a:lstStyle>
            <a:lvl1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1pPr>
            <a:lvl2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2pPr>
            <a:lvl3pPr marL="0" indent="0">
              <a:spcBef>
                <a:spcPts val="600"/>
              </a:spcBef>
              <a:buSzTx/>
              <a:buNone/>
              <a:defRPr sz="3200" b="1">
                <a:solidFill>
                  <a:schemeClr val="accent2"/>
                </a:solidFill>
                <a:latin typeface="Boehringer Forward Head"/>
                <a:ea typeface="Boehringer Forward Head"/>
                <a:cs typeface="Boehringer Forward Head"/>
                <a:sym typeface="Boehringer Forward Head"/>
              </a:defRPr>
            </a:lvl3pPr>
            <a:lvl4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4pPr>
            <a:lvl5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5pPr>
          </a:lstStyle>
          <a:p>
            <a:pPr lvl="2"/>
            <a:r>
              <a:rPr lang="en-US"/>
              <a:t>00</a:t>
            </a:r>
          </a:p>
        </p:txBody>
      </p:sp>
      <p:sp>
        <p:nvSpPr>
          <p:cNvPr id="158" name="Textplatzhalter 8">
            <a:extLst>
              <a:ext uri="{FF2B5EF4-FFF2-40B4-BE49-F238E27FC236}">
                <a16:creationId xmlns:a16="http://schemas.microsoft.com/office/drawing/2014/main" id="{25AD4747-140F-12ED-41E8-245900E6241E}"/>
              </a:ext>
            </a:extLst>
          </p:cNvPr>
          <p:cNvSpPr>
            <a:spLocks noGrp="1"/>
          </p:cNvSpPr>
          <p:nvPr>
            <p:ph type="body" sz="quarter" idx="47" hasCustomPrompt="1"/>
          </p:nvPr>
        </p:nvSpPr>
        <p:spPr>
          <a:xfrm>
            <a:off x="483009" y="5318154"/>
            <a:ext cx="2035618" cy="707508"/>
          </a:xfrm>
          <a:prstGeom prst="rect">
            <a:avLst/>
          </a:prstGeom>
        </p:spPr>
        <p:txBody>
          <a:bodyPr/>
          <a:lstStyle>
            <a:lvl1pPr marL="0" indent="0" algn="l" defTabSz="914400" rtl="0" eaLnBrk="1" latinLnBrk="0" hangingPunct="1">
              <a:lnSpc>
                <a:spcPct val="120000"/>
              </a:lnSpc>
              <a:spcBef>
                <a:spcPts val="0"/>
              </a:spcBef>
              <a:spcAft>
                <a:spcPts val="0"/>
              </a:spcAft>
              <a:buSzTx/>
              <a:buFont typeface="Arial" panose="020B0604020202020204" pitchFamily="34" charset="0"/>
              <a:buNone/>
              <a:defRPr sz="1600" b="1" kern="1200" dirty="0">
                <a:solidFill>
                  <a:srgbClr val="FFFFFF"/>
                </a:solidFill>
                <a:latin typeface="+mn-lt"/>
                <a:ea typeface="+mn-ea"/>
                <a:cs typeface="+mn-cs"/>
              </a:defRPr>
            </a:lvl1pPr>
          </a:lstStyle>
          <a:p>
            <a:r>
              <a:t>First level
Second level</a:t>
            </a:r>
          </a:p>
        </p:txBody>
      </p:sp>
      <p:sp>
        <p:nvSpPr>
          <p:cNvPr id="159" name="Straight Connector 178">
            <a:extLst>
              <a:ext uri="{FF2B5EF4-FFF2-40B4-BE49-F238E27FC236}">
                <a16:creationId xmlns:a16="http://schemas.microsoft.com/office/drawing/2014/main" id="{AD23D49E-B1D3-01E3-9EED-1717AF9FF822}"/>
              </a:ext>
            </a:extLst>
          </p:cNvPr>
          <p:cNvSpPr/>
          <p:nvPr userDrawn="1"/>
        </p:nvSpPr>
        <p:spPr>
          <a:xfrm>
            <a:off x="491918" y="4520799"/>
            <a:ext cx="396001"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160" name="Body Level One…">
            <a:extLst>
              <a:ext uri="{FF2B5EF4-FFF2-40B4-BE49-F238E27FC236}">
                <a16:creationId xmlns:a16="http://schemas.microsoft.com/office/drawing/2014/main" id="{5E81B00D-6E67-ACD2-4C6A-4DAA54549347}"/>
              </a:ext>
            </a:extLst>
          </p:cNvPr>
          <p:cNvSpPr txBox="1">
            <a:spLocks noGrp="1"/>
          </p:cNvSpPr>
          <p:nvPr>
            <p:ph type="body" sz="quarter" idx="48" hasCustomPrompt="1"/>
          </p:nvPr>
        </p:nvSpPr>
        <p:spPr>
          <a:xfrm>
            <a:off x="3059272" y="4656628"/>
            <a:ext cx="792001" cy="540001"/>
          </a:xfrm>
          <a:prstGeom prst="rect">
            <a:avLst/>
          </a:prstGeom>
          <a:solidFill>
            <a:schemeClr val="accent1"/>
          </a:solidFill>
        </p:spPr>
        <p:txBody>
          <a:bodyPr anchor="ctr">
            <a:noAutofit/>
          </a:bodyPr>
          <a:lstStyle>
            <a:lvl1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1pPr>
            <a:lvl2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2pPr>
            <a:lvl3pPr marL="0" indent="0">
              <a:spcBef>
                <a:spcPts val="600"/>
              </a:spcBef>
              <a:buSzTx/>
              <a:buNone/>
              <a:defRPr sz="3260" b="1">
                <a:solidFill>
                  <a:schemeClr val="accent2"/>
                </a:solidFill>
                <a:latin typeface="Boehringer Forward Head"/>
                <a:ea typeface="Boehringer Forward Head"/>
                <a:cs typeface="Boehringer Forward Head"/>
                <a:sym typeface="Boehringer Forward Head"/>
              </a:defRPr>
            </a:lvl3pPr>
            <a:lvl4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4pPr>
            <a:lvl5pPr marL="0" indent="0">
              <a:spcBef>
                <a:spcPts val="600"/>
              </a:spcBef>
              <a:buSzTx/>
              <a:buNone/>
              <a:defRPr sz="3200" b="1">
                <a:solidFill>
                  <a:schemeClr val="accent2"/>
                </a:solidFill>
                <a:latin typeface="Boehringer Forward Head"/>
                <a:ea typeface="Boehringer Forward Head"/>
                <a:cs typeface="Boehringer Forward Head"/>
                <a:sym typeface="Boehringer Forward Head"/>
              </a:defRPr>
            </a:lvl5pPr>
          </a:lstStyle>
          <a:p>
            <a:pPr marL="0" marR="0" lvl="4" indent="0" algn="l" defTabSz="914400" rtl="0" eaLnBrk="1" fontAlgn="auto" latinLnBrk="0" hangingPunct="1">
              <a:lnSpc>
                <a:spcPct val="120000"/>
              </a:lnSpc>
              <a:spcBef>
                <a:spcPts val="600"/>
              </a:spcBef>
              <a:spcAft>
                <a:spcPts val="0"/>
              </a:spcAft>
              <a:buClrTx/>
              <a:buSzTx/>
              <a:buFontTx/>
              <a:buNone/>
              <a:tabLst/>
              <a:defRPr/>
            </a:pPr>
            <a:r>
              <a:rPr lang="en-US"/>
              <a:t>00</a:t>
            </a:r>
          </a:p>
        </p:txBody>
      </p:sp>
      <p:sp>
        <p:nvSpPr>
          <p:cNvPr id="161" name="Textplatzhalter 8">
            <a:extLst>
              <a:ext uri="{FF2B5EF4-FFF2-40B4-BE49-F238E27FC236}">
                <a16:creationId xmlns:a16="http://schemas.microsoft.com/office/drawing/2014/main" id="{E30C0BC0-904A-0E25-C46C-6CBE882CAC19}"/>
              </a:ext>
            </a:extLst>
          </p:cNvPr>
          <p:cNvSpPr>
            <a:spLocks noGrp="1"/>
          </p:cNvSpPr>
          <p:nvPr>
            <p:ph type="body" sz="quarter" idx="49" hasCustomPrompt="1"/>
          </p:nvPr>
        </p:nvSpPr>
        <p:spPr>
          <a:xfrm>
            <a:off x="3050363" y="5318154"/>
            <a:ext cx="2035618" cy="707508"/>
          </a:xfrm>
          <a:prstGeom prst="rect">
            <a:avLst/>
          </a:prstGeom>
        </p:spPr>
        <p:txBody>
          <a:bodyPr/>
          <a:lstStyle>
            <a:lvl1pPr marL="0" indent="0" algn="l" defTabSz="914400" rtl="0" eaLnBrk="1" latinLnBrk="0" hangingPunct="1">
              <a:lnSpc>
                <a:spcPct val="120000"/>
              </a:lnSpc>
              <a:spcBef>
                <a:spcPts val="0"/>
              </a:spcBef>
              <a:spcAft>
                <a:spcPts val="0"/>
              </a:spcAft>
              <a:buSzTx/>
              <a:buFont typeface="Arial" panose="020B0604020202020204" pitchFamily="34" charset="0"/>
              <a:buNone/>
              <a:defRPr sz="1600" b="1" kern="1200" dirty="0">
                <a:solidFill>
                  <a:srgbClr val="FFFFFF"/>
                </a:solidFill>
                <a:latin typeface="+mn-lt"/>
                <a:ea typeface="+mn-ea"/>
                <a:cs typeface="+mn-cs"/>
              </a:defRPr>
            </a:lvl1pPr>
          </a:lstStyle>
          <a:p>
            <a:r>
              <a:t>First level
Second level</a:t>
            </a:r>
          </a:p>
        </p:txBody>
      </p:sp>
      <p:sp>
        <p:nvSpPr>
          <p:cNvPr id="162" name="Straight Connector 178">
            <a:extLst>
              <a:ext uri="{FF2B5EF4-FFF2-40B4-BE49-F238E27FC236}">
                <a16:creationId xmlns:a16="http://schemas.microsoft.com/office/drawing/2014/main" id="{DE4B8572-6B28-203E-B202-C5B3CF7CAE79}"/>
              </a:ext>
            </a:extLst>
          </p:cNvPr>
          <p:cNvSpPr/>
          <p:nvPr userDrawn="1"/>
        </p:nvSpPr>
        <p:spPr>
          <a:xfrm>
            <a:off x="3059272" y="4520799"/>
            <a:ext cx="396001"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182" name="Body Level One…">
            <a:extLst>
              <a:ext uri="{FF2B5EF4-FFF2-40B4-BE49-F238E27FC236}">
                <a16:creationId xmlns:a16="http://schemas.microsoft.com/office/drawing/2014/main" id="{75B9B2CF-30D9-B673-4054-C476A309C0B2}"/>
              </a:ext>
            </a:extLst>
          </p:cNvPr>
          <p:cNvSpPr txBox="1">
            <a:spLocks noGrp="1"/>
          </p:cNvSpPr>
          <p:nvPr>
            <p:ph type="body" sz="quarter" idx="50" hasCustomPrompt="1"/>
          </p:nvPr>
        </p:nvSpPr>
        <p:spPr>
          <a:xfrm>
            <a:off x="5638349" y="4656628"/>
            <a:ext cx="792001" cy="540001"/>
          </a:xfrm>
          <a:prstGeom prst="rect">
            <a:avLst/>
          </a:prstGeom>
          <a:solidFill>
            <a:schemeClr val="accent1"/>
          </a:solidFill>
        </p:spPr>
        <p:txBody>
          <a:bodyPr anchor="ctr">
            <a:noAutofit/>
          </a:bodyPr>
          <a:lstStyle>
            <a:lvl1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1pPr>
            <a:lvl2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2pPr>
            <a:lvl3pPr marL="0" indent="0">
              <a:spcBef>
                <a:spcPts val="600"/>
              </a:spcBef>
              <a:buSzTx/>
              <a:buNone/>
              <a:defRPr sz="3200" b="1">
                <a:solidFill>
                  <a:schemeClr val="accent2"/>
                </a:solidFill>
                <a:latin typeface="Boehringer Forward Head"/>
                <a:ea typeface="Boehringer Forward Head"/>
                <a:cs typeface="Boehringer Forward Head"/>
                <a:sym typeface="Boehringer Forward Head"/>
              </a:defRPr>
            </a:lvl3pPr>
            <a:lvl4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4pPr>
            <a:lvl5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5pPr>
          </a:lstStyle>
          <a:p>
            <a:pPr lvl="2"/>
            <a:r>
              <a:rPr lang="en-US"/>
              <a:t>00</a:t>
            </a:r>
          </a:p>
        </p:txBody>
      </p:sp>
      <p:sp>
        <p:nvSpPr>
          <p:cNvPr id="183" name="Textplatzhalter 8">
            <a:extLst>
              <a:ext uri="{FF2B5EF4-FFF2-40B4-BE49-F238E27FC236}">
                <a16:creationId xmlns:a16="http://schemas.microsoft.com/office/drawing/2014/main" id="{7EFB0C3C-7696-7D4D-D24F-EFF19923DCE2}"/>
              </a:ext>
            </a:extLst>
          </p:cNvPr>
          <p:cNvSpPr>
            <a:spLocks noGrp="1"/>
          </p:cNvSpPr>
          <p:nvPr>
            <p:ph type="body" sz="quarter" idx="51" hasCustomPrompt="1"/>
          </p:nvPr>
        </p:nvSpPr>
        <p:spPr>
          <a:xfrm>
            <a:off x="5629440" y="5318154"/>
            <a:ext cx="2035618" cy="707508"/>
          </a:xfrm>
          <a:prstGeom prst="rect">
            <a:avLst/>
          </a:prstGeom>
        </p:spPr>
        <p:txBody>
          <a:bodyPr/>
          <a:lstStyle>
            <a:lvl1pPr marL="0" indent="0" algn="l" defTabSz="914400" rtl="0" eaLnBrk="1" latinLnBrk="0" hangingPunct="1">
              <a:lnSpc>
                <a:spcPct val="120000"/>
              </a:lnSpc>
              <a:spcBef>
                <a:spcPts val="0"/>
              </a:spcBef>
              <a:spcAft>
                <a:spcPts val="0"/>
              </a:spcAft>
              <a:buSzTx/>
              <a:buFont typeface="Arial" panose="020B0604020202020204" pitchFamily="34" charset="0"/>
              <a:buNone/>
              <a:defRPr sz="1600" b="1" kern="1200" dirty="0">
                <a:solidFill>
                  <a:srgbClr val="FFFFFF"/>
                </a:solidFill>
                <a:latin typeface="+mn-lt"/>
                <a:ea typeface="+mn-ea"/>
                <a:cs typeface="+mn-cs"/>
              </a:defRPr>
            </a:lvl1pPr>
          </a:lstStyle>
          <a:p>
            <a:r>
              <a:t>First level
Second level</a:t>
            </a:r>
          </a:p>
        </p:txBody>
      </p:sp>
      <p:sp>
        <p:nvSpPr>
          <p:cNvPr id="184" name="Straight Connector 178">
            <a:extLst>
              <a:ext uri="{FF2B5EF4-FFF2-40B4-BE49-F238E27FC236}">
                <a16:creationId xmlns:a16="http://schemas.microsoft.com/office/drawing/2014/main" id="{74EBAD0E-8530-08F9-0D8F-5D0B71DDEAFC}"/>
              </a:ext>
            </a:extLst>
          </p:cNvPr>
          <p:cNvSpPr/>
          <p:nvPr userDrawn="1"/>
        </p:nvSpPr>
        <p:spPr>
          <a:xfrm>
            <a:off x="5638349" y="4520799"/>
            <a:ext cx="396001"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2" name="Body Level One…">
            <a:extLst>
              <a:ext uri="{FF2B5EF4-FFF2-40B4-BE49-F238E27FC236}">
                <a16:creationId xmlns:a16="http://schemas.microsoft.com/office/drawing/2014/main" id="{B140BC18-7554-839B-8C02-5D6B47DA3856}"/>
              </a:ext>
            </a:extLst>
          </p:cNvPr>
          <p:cNvSpPr txBox="1">
            <a:spLocks noGrp="1"/>
          </p:cNvSpPr>
          <p:nvPr>
            <p:ph type="body" sz="quarter" idx="52" hasCustomPrompt="1"/>
          </p:nvPr>
        </p:nvSpPr>
        <p:spPr>
          <a:xfrm>
            <a:off x="3059272" y="1503121"/>
            <a:ext cx="792001" cy="540001"/>
          </a:xfrm>
          <a:prstGeom prst="rect">
            <a:avLst/>
          </a:prstGeom>
          <a:solidFill>
            <a:schemeClr val="accent1"/>
          </a:solidFill>
        </p:spPr>
        <p:txBody>
          <a:bodyPr anchor="ctr">
            <a:noAutofit/>
          </a:bodyPr>
          <a:lstStyle>
            <a:lvl1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1pPr>
            <a:lvl2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2pPr>
            <a:lvl3pPr marL="0" indent="0">
              <a:spcBef>
                <a:spcPts val="600"/>
              </a:spcBef>
              <a:buSzTx/>
              <a:buNone/>
              <a:defRPr sz="3260" b="1">
                <a:solidFill>
                  <a:schemeClr val="accent2"/>
                </a:solidFill>
                <a:latin typeface="Boehringer Forward Head"/>
                <a:ea typeface="Boehringer Forward Head"/>
                <a:cs typeface="Boehringer Forward Head"/>
                <a:sym typeface="Boehringer Forward Head"/>
              </a:defRPr>
            </a:lvl3pPr>
            <a:lvl4pPr marL="0" indent="0">
              <a:spcBef>
                <a:spcPts val="600"/>
              </a:spcBef>
              <a:buSzTx/>
              <a:buNone/>
              <a:defRPr sz="3200" b="1">
                <a:solidFill>
                  <a:schemeClr val="accent2"/>
                </a:solidFill>
                <a:latin typeface="Boehringer Forward Head"/>
                <a:ea typeface="Boehringer Forward Head"/>
                <a:cs typeface="Boehringer Forward Head"/>
                <a:sym typeface="Boehringer Forward Head"/>
              </a:defRPr>
            </a:lvl4pPr>
            <a:lvl5pPr marL="0" indent="0">
              <a:spcBef>
                <a:spcPts val="600"/>
              </a:spcBef>
              <a:buSzTx/>
              <a:buNone/>
              <a:defRPr sz="4400" b="1">
                <a:solidFill>
                  <a:schemeClr val="accent2"/>
                </a:solidFill>
                <a:latin typeface="Boehringer Forward Head"/>
                <a:ea typeface="Boehringer Forward Head"/>
                <a:cs typeface="Boehringer Forward Head"/>
                <a:sym typeface="Boehringer Forward Head"/>
              </a:defRPr>
            </a:lvl5pPr>
          </a:lstStyle>
          <a:p>
            <a:pPr marL="0" marR="0" lvl="3" indent="0" algn="l" defTabSz="914400" rtl="0" eaLnBrk="1" fontAlgn="auto" latinLnBrk="0" hangingPunct="1">
              <a:lnSpc>
                <a:spcPct val="120000"/>
              </a:lnSpc>
              <a:spcBef>
                <a:spcPts val="600"/>
              </a:spcBef>
              <a:spcAft>
                <a:spcPts val="0"/>
              </a:spcAft>
              <a:buClrTx/>
              <a:buSzTx/>
              <a:buFontTx/>
              <a:buNone/>
              <a:tabLst/>
              <a:defRPr/>
            </a:pPr>
            <a:r>
              <a:rPr lang="en-US"/>
              <a:t>00</a:t>
            </a:r>
          </a:p>
        </p:txBody>
      </p:sp>
      <p:sp>
        <p:nvSpPr>
          <p:cNvPr id="3" name="Footer Placeholder 2">
            <a:extLst>
              <a:ext uri="{FF2B5EF4-FFF2-40B4-BE49-F238E27FC236}">
                <a16:creationId xmlns:a16="http://schemas.microsoft.com/office/drawing/2014/main" id="{66AF877C-6A4A-6D51-5589-E063031D25B3}"/>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lgn="r">
              <a:spcBef>
                <a:spcPts val="300"/>
              </a:spcBef>
              <a:defRPr sz="800">
                <a:solidFill>
                  <a:srgbClr val="FFFFFF"/>
                </a:solidFill>
              </a:defRPr>
            </a:lvl1pPr>
          </a:lstStyle>
          <a:p>
            <a:r>
              <a:t>Mental health    |     ONLY FOR INTERNAL USE</a:t>
            </a:r>
          </a:p>
        </p:txBody>
      </p:sp>
    </p:spTree>
    <p:extLst>
      <p:ext uri="{BB962C8B-B14F-4D97-AF65-F5344CB8AC3E}">
        <p14:creationId xmlns:p14="http://schemas.microsoft.com/office/powerpoint/2010/main" val="15443528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Agenda alternative">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852E5C6-AFEF-59AF-5E7B-65F75274BC28}"/>
              </a:ext>
            </a:extLst>
          </p:cNvPr>
          <p:cNvSpPr/>
          <p:nvPr userDrawn="1"/>
        </p:nvSpPr>
        <p:spPr>
          <a:xfrm>
            <a:off x="479423" y="1410823"/>
            <a:ext cx="11233152" cy="632299"/>
          </a:xfrm>
          <a:prstGeom prst="rect">
            <a:avLst/>
          </a:prstGeom>
          <a:solidFill>
            <a:schemeClr val="accent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Boehringer Forward Text"/>
            </a:endParaRPr>
          </a:p>
        </p:txBody>
      </p:sp>
      <p:sp>
        <p:nvSpPr>
          <p:cNvPr id="163" name="Add agenda title"/>
          <p:cNvSpPr txBox="1">
            <a:spLocks noGrp="1"/>
          </p:cNvSpPr>
          <p:nvPr>
            <p:ph type="title" hasCustomPrompt="1"/>
          </p:nvPr>
        </p:nvSpPr>
        <p:spPr>
          <a:prstGeom prst="rect">
            <a:avLst/>
          </a:prstGeom>
        </p:spPr>
        <p:txBody>
          <a:bodyPr/>
          <a:lstStyle>
            <a:lvl1pPr>
              <a:defRPr>
                <a:solidFill>
                  <a:schemeClr val="accent2"/>
                </a:solidFill>
              </a:defRPr>
            </a:lvl1pPr>
          </a:lstStyle>
          <a:p>
            <a:r>
              <a:t>Add agenda titl</a:t>
            </a:r>
            <a:r>
              <a:rPr lang="en-US"/>
              <a:t>e</a:t>
            </a:r>
            <a:endParaRPr/>
          </a:p>
        </p:txBody>
      </p:sp>
      <p:sp>
        <p:nvSpPr>
          <p:cNvPr id="164"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
        <p:nvSpPr>
          <p:cNvPr id="165" name="Body Level One…"/>
          <p:cNvSpPr txBox="1">
            <a:spLocks noGrp="1"/>
          </p:cNvSpPr>
          <p:nvPr>
            <p:ph type="body" sz="quarter" idx="1"/>
          </p:nvPr>
        </p:nvSpPr>
        <p:spPr>
          <a:xfrm>
            <a:off x="605405" y="1442358"/>
            <a:ext cx="2318980" cy="540001"/>
          </a:xfrm>
          <a:prstGeom prst="rect">
            <a:avLst/>
          </a:prstGeom>
          <a:noFill/>
        </p:spPr>
        <p:txBody>
          <a:bodyPr anchor="ctr"/>
          <a:lstStyle>
            <a:lvl1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1pPr>
            <a:lvl2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2pPr>
            <a:lvl3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3pPr>
            <a:lvl4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4pPr>
            <a:lvl5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6" name="Textplatzhalter 8"/>
          <p:cNvSpPr>
            <a:spLocks noGrp="1"/>
          </p:cNvSpPr>
          <p:nvPr>
            <p:ph type="body" sz="quarter" idx="21" hasCustomPrompt="1"/>
          </p:nvPr>
        </p:nvSpPr>
        <p:spPr>
          <a:xfrm>
            <a:off x="483009" y="2164647"/>
            <a:ext cx="2035618" cy="707508"/>
          </a:xfrm>
          <a:prstGeom prst="rect">
            <a:avLst/>
          </a:prstGeom>
        </p:spPr>
        <p:txBody>
          <a:bodyPr/>
          <a:lstStyle>
            <a:lvl1pPr marL="0" indent="0">
              <a:lnSpc>
                <a:spcPct val="120000"/>
              </a:lnSpc>
              <a:spcBef>
                <a:spcPts val="0"/>
              </a:spcBef>
              <a:spcAft>
                <a:spcPts val="0"/>
              </a:spcAft>
              <a:buSzTx/>
              <a:buNone/>
              <a:defRPr sz="1600" b="0">
                <a:solidFill>
                  <a:srgbClr val="FFFFFF"/>
                </a:solidFill>
              </a:defRPr>
            </a:lvl1pPr>
          </a:lstStyle>
          <a:p>
            <a:pPr algn="l">
              <a:defRPr sz="1800"/>
            </a:pPr>
            <a:r>
              <a:rPr lang="en-GB" sz="1600">
                <a:solidFill>
                  <a:srgbClr val="FFFFFF"/>
                </a:solidFill>
              </a:rPr>
              <a:t>5 minutes</a:t>
            </a:r>
          </a:p>
        </p:txBody>
      </p:sp>
      <p:pic>
        <p:nvPicPr>
          <p:cNvPr id="181" name="Grafik 3" descr="Grafik 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423" y="6165000"/>
            <a:ext cx="1234801" cy="372728"/>
          </a:xfrm>
          <a:prstGeom prst="rect">
            <a:avLst/>
          </a:prstGeom>
          <a:ln w="12700">
            <a:miter lim="400000"/>
          </a:ln>
        </p:spPr>
      </p:pic>
      <p:sp>
        <p:nvSpPr>
          <p:cNvPr id="133" name="Body Level One…">
            <a:extLst>
              <a:ext uri="{FF2B5EF4-FFF2-40B4-BE49-F238E27FC236}">
                <a16:creationId xmlns:a16="http://schemas.microsoft.com/office/drawing/2014/main" id="{C306016A-86F0-7A9A-2193-0F2AE6656832}"/>
              </a:ext>
            </a:extLst>
          </p:cNvPr>
          <p:cNvSpPr txBox="1">
            <a:spLocks noGrp="1"/>
          </p:cNvSpPr>
          <p:nvPr>
            <p:ph type="body" sz="quarter" idx="36"/>
          </p:nvPr>
        </p:nvSpPr>
        <p:spPr>
          <a:xfrm>
            <a:off x="3050363" y="1442358"/>
            <a:ext cx="5987679" cy="540001"/>
          </a:xfrm>
          <a:prstGeom prst="rect">
            <a:avLst/>
          </a:prstGeom>
          <a:noFill/>
        </p:spPr>
        <p:txBody>
          <a:bodyPr anchor="ctr"/>
          <a:lstStyle>
            <a:lvl1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1pPr>
            <a:lvl2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2pPr>
            <a:lvl3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3pPr>
            <a:lvl4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4pPr>
            <a:lvl5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5pPr>
          </a:lstStyle>
          <a:p>
            <a:pPr lvl="0"/>
            <a:r>
              <a:rPr lang="en-US"/>
              <a:t>Click to edit Master text styles</a:t>
            </a:r>
          </a:p>
          <a:p>
            <a:pPr lvl="1"/>
            <a:r>
              <a:rPr lang="en-US"/>
              <a:t>Second level</a:t>
            </a:r>
          </a:p>
          <a:p>
            <a:pPr lvl="2"/>
            <a:r>
              <a:rPr lang="en-US"/>
              <a:t>Third level</a:t>
            </a:r>
          </a:p>
        </p:txBody>
      </p:sp>
      <p:sp>
        <p:nvSpPr>
          <p:cNvPr id="134" name="Textplatzhalter 8">
            <a:extLst>
              <a:ext uri="{FF2B5EF4-FFF2-40B4-BE49-F238E27FC236}">
                <a16:creationId xmlns:a16="http://schemas.microsoft.com/office/drawing/2014/main" id="{7ACC7D8A-E50B-4B79-19BB-C280B28CCD78}"/>
              </a:ext>
            </a:extLst>
          </p:cNvPr>
          <p:cNvSpPr>
            <a:spLocks noGrp="1"/>
          </p:cNvSpPr>
          <p:nvPr>
            <p:ph type="body" sz="quarter" idx="37" hasCustomPrompt="1"/>
          </p:nvPr>
        </p:nvSpPr>
        <p:spPr>
          <a:xfrm>
            <a:off x="3050362" y="2164646"/>
            <a:ext cx="5815313" cy="789491"/>
          </a:xfrm>
          <a:prstGeom prst="rect">
            <a:avLst/>
          </a:prstGeom>
        </p:spPr>
        <p:txBody>
          <a:bodyPr/>
          <a:lstStyle>
            <a:lvl1pPr marL="0" indent="0">
              <a:lnSpc>
                <a:spcPct val="120000"/>
              </a:lnSpc>
              <a:spcBef>
                <a:spcPts val="0"/>
              </a:spcBef>
              <a:spcAft>
                <a:spcPts val="0"/>
              </a:spcAft>
              <a:buSzTx/>
              <a:buNone/>
              <a:defRPr sz="1600" b="0">
                <a:solidFill>
                  <a:srgbClr val="FFFFFF"/>
                </a:solidFill>
              </a:defRPr>
            </a:lvl1pPr>
          </a:lstStyle>
          <a:p>
            <a:pPr algn="l">
              <a:defRPr sz="1400" b="1">
                <a:solidFill>
                  <a:srgbClr val="FFFFFF"/>
                </a:solidFill>
              </a:defRPr>
            </a:pPr>
            <a:r>
              <a:rPr lang="en-GB"/>
              <a:t>Welcome and introduction</a:t>
            </a:r>
          </a:p>
          <a:p>
            <a:pPr marL="285750" indent="-285750" algn="l">
              <a:buSzPct val="100000"/>
              <a:buFont typeface="Arial"/>
              <a:buChar char="•"/>
              <a:defRPr sz="1400">
                <a:solidFill>
                  <a:srgbClr val="FFFFFF"/>
                </a:solidFill>
              </a:defRPr>
            </a:pPr>
            <a:r>
              <a:rPr lang="en-GB"/>
              <a:t>Sub text here</a:t>
            </a:r>
          </a:p>
          <a:p>
            <a:pPr marL="285750" indent="-285750" algn="l">
              <a:buSzPct val="100000"/>
              <a:buFont typeface="Arial"/>
              <a:buChar char="•"/>
              <a:defRPr sz="1400">
                <a:solidFill>
                  <a:srgbClr val="FFFFFF"/>
                </a:solidFill>
              </a:defRPr>
            </a:pPr>
            <a:r>
              <a:rPr lang="en-GB"/>
              <a:t>Sub text here</a:t>
            </a:r>
          </a:p>
        </p:txBody>
      </p:sp>
      <p:sp>
        <p:nvSpPr>
          <p:cNvPr id="137" name="Textplatzhalter 8">
            <a:extLst>
              <a:ext uri="{FF2B5EF4-FFF2-40B4-BE49-F238E27FC236}">
                <a16:creationId xmlns:a16="http://schemas.microsoft.com/office/drawing/2014/main" id="{06C7F83D-2A59-5114-B8CD-EF15005890EA}"/>
              </a:ext>
            </a:extLst>
          </p:cNvPr>
          <p:cNvSpPr>
            <a:spLocks noGrp="1"/>
          </p:cNvSpPr>
          <p:nvPr>
            <p:ph type="body" sz="quarter" idx="39" hasCustomPrompt="1"/>
          </p:nvPr>
        </p:nvSpPr>
        <p:spPr>
          <a:xfrm>
            <a:off x="9210397" y="2164647"/>
            <a:ext cx="2035618" cy="707508"/>
          </a:xfrm>
          <a:prstGeom prst="rect">
            <a:avLst/>
          </a:prstGeom>
        </p:spPr>
        <p:txBody>
          <a:bodyPr/>
          <a:lstStyle>
            <a:lvl1pPr marL="0" indent="0">
              <a:lnSpc>
                <a:spcPct val="120000"/>
              </a:lnSpc>
              <a:spcBef>
                <a:spcPts val="0"/>
              </a:spcBef>
              <a:spcAft>
                <a:spcPts val="0"/>
              </a:spcAft>
              <a:buSzTx/>
              <a:buNone/>
              <a:defRPr sz="1600" b="0">
                <a:solidFill>
                  <a:srgbClr val="FFFFFF"/>
                </a:solidFill>
              </a:defRPr>
            </a:lvl1pPr>
          </a:lstStyle>
          <a:p>
            <a:pPr algn="l">
              <a:defRPr sz="1800"/>
            </a:pPr>
            <a:r>
              <a:rPr lang="en-GB" sz="1600">
                <a:solidFill>
                  <a:srgbClr val="FFFFFF"/>
                </a:solidFill>
              </a:rPr>
              <a:t>Insert name here</a:t>
            </a:r>
          </a:p>
        </p:txBody>
      </p:sp>
      <p:grpSp>
        <p:nvGrpSpPr>
          <p:cNvPr id="3" name="Group 2">
            <a:extLst>
              <a:ext uri="{FF2B5EF4-FFF2-40B4-BE49-F238E27FC236}">
                <a16:creationId xmlns:a16="http://schemas.microsoft.com/office/drawing/2014/main" id="{09B8AFB2-C676-E37E-F8AF-CE781D6A5BBC}"/>
              </a:ext>
            </a:extLst>
          </p:cNvPr>
          <p:cNvGrpSpPr/>
          <p:nvPr userDrawn="1"/>
        </p:nvGrpSpPr>
        <p:grpSpPr>
          <a:xfrm>
            <a:off x="295437" y="2043122"/>
            <a:ext cx="11244875" cy="3962400"/>
            <a:chOff x="295437" y="1503120"/>
            <a:chExt cx="11244875" cy="4522817"/>
          </a:xfrm>
        </p:grpSpPr>
        <p:sp>
          <p:nvSpPr>
            <p:cNvPr id="138" name="Straight Connector 178">
              <a:extLst>
                <a:ext uri="{FF2B5EF4-FFF2-40B4-BE49-F238E27FC236}">
                  <a16:creationId xmlns:a16="http://schemas.microsoft.com/office/drawing/2014/main" id="{2D3BA8C4-5500-97C7-4080-348B9CCAF684}"/>
                </a:ext>
              </a:extLst>
            </p:cNvPr>
            <p:cNvSpPr/>
            <p:nvPr userDrawn="1"/>
          </p:nvSpPr>
          <p:spPr>
            <a:xfrm>
              <a:off x="2871704" y="1503120"/>
              <a:ext cx="0" cy="4522817"/>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2" name="Straight Connector 178">
              <a:extLst>
                <a:ext uri="{FF2B5EF4-FFF2-40B4-BE49-F238E27FC236}">
                  <a16:creationId xmlns:a16="http://schemas.microsoft.com/office/drawing/2014/main" id="{343F1DD8-45F1-8E88-A00B-B81FE2FF6A10}"/>
                </a:ext>
              </a:extLst>
            </p:cNvPr>
            <p:cNvSpPr/>
            <p:nvPr userDrawn="1"/>
          </p:nvSpPr>
          <p:spPr>
            <a:xfrm>
              <a:off x="9038042" y="1503120"/>
              <a:ext cx="0" cy="4522817"/>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sp>
          <p:nvSpPr>
            <p:cNvPr id="9" name="Straight Connector 178">
              <a:extLst>
                <a:ext uri="{FF2B5EF4-FFF2-40B4-BE49-F238E27FC236}">
                  <a16:creationId xmlns:a16="http://schemas.microsoft.com/office/drawing/2014/main" id="{51174B70-4748-E69A-788A-3658DFE878AF}"/>
                </a:ext>
              </a:extLst>
            </p:cNvPr>
            <p:cNvSpPr/>
            <p:nvPr userDrawn="1"/>
          </p:nvSpPr>
          <p:spPr>
            <a:xfrm flipH="1">
              <a:off x="295437" y="6025937"/>
              <a:ext cx="11244875" cy="0"/>
            </a:xfrm>
            <a:prstGeom prst="line">
              <a:avLst/>
            </a:prstGeom>
            <a:noFill/>
            <a:ln w="9525" cap="flat">
              <a:solidFill>
                <a:schemeClr val="accent2"/>
              </a:solidFill>
              <a:prstDash val="solid"/>
              <a:miter lim="800000"/>
            </a:ln>
            <a:effectLst/>
          </p:spPr>
          <p:txBody>
            <a:bodyPr wrap="square" lIns="45719" tIns="45719" rIns="45719" bIns="45719" numCol="1" anchor="t">
              <a:noAutofit/>
            </a:bodyPr>
            <a:lstStyle/>
            <a:p>
              <a:endParaRPr/>
            </a:p>
          </p:txBody>
        </p:sp>
      </p:grpSp>
      <p:sp>
        <p:nvSpPr>
          <p:cNvPr id="10" name="Textplatzhalter 8">
            <a:extLst>
              <a:ext uri="{FF2B5EF4-FFF2-40B4-BE49-F238E27FC236}">
                <a16:creationId xmlns:a16="http://schemas.microsoft.com/office/drawing/2014/main" id="{D7752973-C4D2-3116-8048-BF1FC641698E}"/>
              </a:ext>
            </a:extLst>
          </p:cNvPr>
          <p:cNvSpPr>
            <a:spLocks noGrp="1"/>
          </p:cNvSpPr>
          <p:nvPr>
            <p:ph type="body" sz="quarter" idx="40" hasCustomPrompt="1"/>
          </p:nvPr>
        </p:nvSpPr>
        <p:spPr>
          <a:xfrm>
            <a:off x="483009" y="3407293"/>
            <a:ext cx="2035618" cy="707508"/>
          </a:xfrm>
          <a:prstGeom prst="rect">
            <a:avLst/>
          </a:prstGeom>
        </p:spPr>
        <p:txBody>
          <a:bodyPr/>
          <a:lstStyle>
            <a:lvl1pPr marL="0" indent="0">
              <a:lnSpc>
                <a:spcPct val="120000"/>
              </a:lnSpc>
              <a:spcBef>
                <a:spcPts val="0"/>
              </a:spcBef>
              <a:spcAft>
                <a:spcPts val="0"/>
              </a:spcAft>
              <a:buSzTx/>
              <a:buNone/>
              <a:defRPr sz="1600" b="0">
                <a:solidFill>
                  <a:srgbClr val="FFFFFF"/>
                </a:solidFill>
              </a:defRPr>
            </a:lvl1pPr>
          </a:lstStyle>
          <a:p>
            <a:pPr algn="l">
              <a:defRPr sz="1800"/>
            </a:pPr>
            <a:r>
              <a:rPr lang="en-GB" sz="1600">
                <a:solidFill>
                  <a:srgbClr val="FFFFFF"/>
                </a:solidFill>
              </a:rPr>
              <a:t>XX minutes</a:t>
            </a:r>
          </a:p>
        </p:txBody>
      </p:sp>
      <p:sp>
        <p:nvSpPr>
          <p:cNvPr id="11" name="Textplatzhalter 8">
            <a:extLst>
              <a:ext uri="{FF2B5EF4-FFF2-40B4-BE49-F238E27FC236}">
                <a16:creationId xmlns:a16="http://schemas.microsoft.com/office/drawing/2014/main" id="{3FAC6BB9-8ED8-6B28-C5E5-5991B738D460}"/>
              </a:ext>
            </a:extLst>
          </p:cNvPr>
          <p:cNvSpPr>
            <a:spLocks noGrp="1"/>
          </p:cNvSpPr>
          <p:nvPr>
            <p:ph type="body" sz="quarter" idx="41" hasCustomPrompt="1"/>
          </p:nvPr>
        </p:nvSpPr>
        <p:spPr>
          <a:xfrm>
            <a:off x="3050362" y="3407292"/>
            <a:ext cx="5815313" cy="789491"/>
          </a:xfrm>
          <a:prstGeom prst="rect">
            <a:avLst/>
          </a:prstGeom>
        </p:spPr>
        <p:txBody>
          <a:bodyPr/>
          <a:lstStyle>
            <a:lvl1pPr marL="0" indent="0">
              <a:lnSpc>
                <a:spcPct val="120000"/>
              </a:lnSpc>
              <a:spcBef>
                <a:spcPts val="0"/>
              </a:spcBef>
              <a:spcAft>
                <a:spcPts val="0"/>
              </a:spcAft>
              <a:buSzTx/>
              <a:buNone/>
              <a:defRPr sz="1600" b="0">
                <a:solidFill>
                  <a:srgbClr val="FFFFFF"/>
                </a:solidFill>
              </a:defRPr>
            </a:lvl1pPr>
          </a:lstStyle>
          <a:p>
            <a:pPr algn="l">
              <a:defRPr sz="1400" b="1">
                <a:solidFill>
                  <a:srgbClr val="FFFFFF"/>
                </a:solidFill>
              </a:defRPr>
            </a:pPr>
            <a:r>
              <a:rPr lang="en-GB"/>
              <a:t>Section 2 text</a:t>
            </a:r>
          </a:p>
          <a:p>
            <a:pPr marL="285750" indent="-285750" algn="l">
              <a:buSzPct val="100000"/>
              <a:buFont typeface="Arial"/>
              <a:buChar char="•"/>
              <a:defRPr sz="1400">
                <a:solidFill>
                  <a:srgbClr val="FFFFFF"/>
                </a:solidFill>
              </a:defRPr>
            </a:pPr>
            <a:r>
              <a:rPr lang="en-GB"/>
              <a:t>Sub text here</a:t>
            </a:r>
          </a:p>
          <a:p>
            <a:pPr marL="285750" indent="-285750" algn="l">
              <a:buSzPct val="100000"/>
              <a:buFont typeface="Arial"/>
              <a:buChar char="•"/>
              <a:defRPr sz="1400">
                <a:solidFill>
                  <a:srgbClr val="FFFFFF"/>
                </a:solidFill>
              </a:defRPr>
            </a:pPr>
            <a:r>
              <a:rPr lang="en-GB"/>
              <a:t>Sub text here</a:t>
            </a:r>
          </a:p>
        </p:txBody>
      </p:sp>
      <p:sp>
        <p:nvSpPr>
          <p:cNvPr id="12" name="Textplatzhalter 8">
            <a:extLst>
              <a:ext uri="{FF2B5EF4-FFF2-40B4-BE49-F238E27FC236}">
                <a16:creationId xmlns:a16="http://schemas.microsoft.com/office/drawing/2014/main" id="{05DBA58F-C035-0AC9-9B39-ACED9871E035}"/>
              </a:ext>
            </a:extLst>
          </p:cNvPr>
          <p:cNvSpPr>
            <a:spLocks noGrp="1"/>
          </p:cNvSpPr>
          <p:nvPr>
            <p:ph type="body" sz="quarter" idx="42" hasCustomPrompt="1"/>
          </p:nvPr>
        </p:nvSpPr>
        <p:spPr>
          <a:xfrm>
            <a:off x="9210397" y="3407293"/>
            <a:ext cx="2035618" cy="707508"/>
          </a:xfrm>
          <a:prstGeom prst="rect">
            <a:avLst/>
          </a:prstGeom>
        </p:spPr>
        <p:txBody>
          <a:bodyPr/>
          <a:lstStyle>
            <a:lvl1pPr marL="0" indent="0">
              <a:lnSpc>
                <a:spcPct val="120000"/>
              </a:lnSpc>
              <a:spcBef>
                <a:spcPts val="0"/>
              </a:spcBef>
              <a:spcAft>
                <a:spcPts val="0"/>
              </a:spcAft>
              <a:buSzTx/>
              <a:buNone/>
              <a:defRPr sz="1600" b="0">
                <a:solidFill>
                  <a:srgbClr val="FFFFFF"/>
                </a:solidFill>
              </a:defRPr>
            </a:lvl1pPr>
          </a:lstStyle>
          <a:p>
            <a:pPr algn="l">
              <a:defRPr sz="1800"/>
            </a:pPr>
            <a:r>
              <a:rPr lang="en-GB" sz="1600">
                <a:solidFill>
                  <a:srgbClr val="FFFFFF"/>
                </a:solidFill>
              </a:rPr>
              <a:t>Insert name here</a:t>
            </a:r>
          </a:p>
        </p:txBody>
      </p:sp>
      <p:sp>
        <p:nvSpPr>
          <p:cNvPr id="13" name="Textplatzhalter 8">
            <a:extLst>
              <a:ext uri="{FF2B5EF4-FFF2-40B4-BE49-F238E27FC236}">
                <a16:creationId xmlns:a16="http://schemas.microsoft.com/office/drawing/2014/main" id="{BB7186A3-EADC-F4E4-98B6-054830CEA9A7}"/>
              </a:ext>
            </a:extLst>
          </p:cNvPr>
          <p:cNvSpPr>
            <a:spLocks noGrp="1"/>
          </p:cNvSpPr>
          <p:nvPr>
            <p:ph type="body" sz="quarter" idx="43" hasCustomPrompt="1"/>
          </p:nvPr>
        </p:nvSpPr>
        <p:spPr>
          <a:xfrm>
            <a:off x="483009" y="4462370"/>
            <a:ext cx="2035618" cy="707508"/>
          </a:xfrm>
          <a:prstGeom prst="rect">
            <a:avLst/>
          </a:prstGeom>
        </p:spPr>
        <p:txBody>
          <a:bodyPr/>
          <a:lstStyle>
            <a:lvl1pPr marL="0" indent="0">
              <a:lnSpc>
                <a:spcPct val="120000"/>
              </a:lnSpc>
              <a:spcBef>
                <a:spcPts val="0"/>
              </a:spcBef>
              <a:spcAft>
                <a:spcPts val="0"/>
              </a:spcAft>
              <a:buSzTx/>
              <a:buNone/>
              <a:defRPr sz="1600" b="0">
                <a:solidFill>
                  <a:srgbClr val="FFFFFF"/>
                </a:solidFill>
              </a:defRPr>
            </a:lvl1pPr>
          </a:lstStyle>
          <a:p>
            <a:pPr algn="l">
              <a:defRPr sz="1800"/>
            </a:pPr>
            <a:r>
              <a:rPr lang="en-GB" sz="1600">
                <a:solidFill>
                  <a:srgbClr val="FFFFFF"/>
                </a:solidFill>
              </a:rPr>
              <a:t>XX minutes</a:t>
            </a:r>
          </a:p>
        </p:txBody>
      </p:sp>
      <p:sp>
        <p:nvSpPr>
          <p:cNvPr id="14" name="Textplatzhalter 8">
            <a:extLst>
              <a:ext uri="{FF2B5EF4-FFF2-40B4-BE49-F238E27FC236}">
                <a16:creationId xmlns:a16="http://schemas.microsoft.com/office/drawing/2014/main" id="{C4BD2A57-3330-FEC9-A257-096252A6916A}"/>
              </a:ext>
            </a:extLst>
          </p:cNvPr>
          <p:cNvSpPr>
            <a:spLocks noGrp="1"/>
          </p:cNvSpPr>
          <p:nvPr>
            <p:ph type="body" sz="quarter" idx="44" hasCustomPrompt="1"/>
          </p:nvPr>
        </p:nvSpPr>
        <p:spPr>
          <a:xfrm>
            <a:off x="3050362" y="4462369"/>
            <a:ext cx="5815313" cy="789491"/>
          </a:xfrm>
          <a:prstGeom prst="rect">
            <a:avLst/>
          </a:prstGeom>
        </p:spPr>
        <p:txBody>
          <a:bodyPr/>
          <a:lstStyle>
            <a:lvl1pPr marL="0" indent="0">
              <a:lnSpc>
                <a:spcPct val="120000"/>
              </a:lnSpc>
              <a:spcBef>
                <a:spcPts val="0"/>
              </a:spcBef>
              <a:spcAft>
                <a:spcPts val="0"/>
              </a:spcAft>
              <a:buSzTx/>
              <a:buNone/>
              <a:defRPr sz="1600" b="0">
                <a:solidFill>
                  <a:srgbClr val="FFFFFF"/>
                </a:solidFill>
              </a:defRPr>
            </a:lvl1pPr>
          </a:lstStyle>
          <a:p>
            <a:pPr algn="l">
              <a:defRPr sz="1400" b="1">
                <a:solidFill>
                  <a:srgbClr val="FFFFFF"/>
                </a:solidFill>
              </a:defRPr>
            </a:pPr>
            <a:r>
              <a:rPr lang="en-GB"/>
              <a:t>Section 3 text</a:t>
            </a:r>
          </a:p>
          <a:p>
            <a:pPr marL="285750" indent="-285750" algn="l">
              <a:buSzPct val="100000"/>
              <a:buFont typeface="Arial"/>
              <a:buChar char="•"/>
              <a:defRPr sz="1400">
                <a:solidFill>
                  <a:srgbClr val="FFFFFF"/>
                </a:solidFill>
              </a:defRPr>
            </a:pPr>
            <a:r>
              <a:rPr lang="en-GB"/>
              <a:t>Sub text here</a:t>
            </a:r>
          </a:p>
          <a:p>
            <a:pPr marL="285750" indent="-285750" algn="l">
              <a:buSzPct val="100000"/>
              <a:buFont typeface="Arial"/>
              <a:buChar char="•"/>
              <a:defRPr sz="1400">
                <a:solidFill>
                  <a:srgbClr val="FFFFFF"/>
                </a:solidFill>
              </a:defRPr>
            </a:pPr>
            <a:r>
              <a:rPr lang="en-GB"/>
              <a:t>Sub text here</a:t>
            </a:r>
          </a:p>
        </p:txBody>
      </p:sp>
      <p:sp>
        <p:nvSpPr>
          <p:cNvPr id="15" name="Textplatzhalter 8">
            <a:extLst>
              <a:ext uri="{FF2B5EF4-FFF2-40B4-BE49-F238E27FC236}">
                <a16:creationId xmlns:a16="http://schemas.microsoft.com/office/drawing/2014/main" id="{BF799788-2304-95E7-6F13-BE48CBAC13BE}"/>
              </a:ext>
            </a:extLst>
          </p:cNvPr>
          <p:cNvSpPr>
            <a:spLocks noGrp="1"/>
          </p:cNvSpPr>
          <p:nvPr>
            <p:ph type="body" sz="quarter" idx="45" hasCustomPrompt="1"/>
          </p:nvPr>
        </p:nvSpPr>
        <p:spPr>
          <a:xfrm>
            <a:off x="9210397" y="4462370"/>
            <a:ext cx="2035618" cy="707508"/>
          </a:xfrm>
          <a:prstGeom prst="rect">
            <a:avLst/>
          </a:prstGeom>
        </p:spPr>
        <p:txBody>
          <a:bodyPr/>
          <a:lstStyle>
            <a:lvl1pPr marL="0" indent="0">
              <a:lnSpc>
                <a:spcPct val="120000"/>
              </a:lnSpc>
              <a:spcBef>
                <a:spcPts val="0"/>
              </a:spcBef>
              <a:spcAft>
                <a:spcPts val="0"/>
              </a:spcAft>
              <a:buSzTx/>
              <a:buNone/>
              <a:defRPr sz="1600" b="0">
                <a:solidFill>
                  <a:srgbClr val="FFFFFF"/>
                </a:solidFill>
              </a:defRPr>
            </a:lvl1pPr>
          </a:lstStyle>
          <a:p>
            <a:pPr algn="l">
              <a:defRPr sz="1800"/>
            </a:pPr>
            <a:r>
              <a:rPr lang="en-GB" sz="1600">
                <a:solidFill>
                  <a:srgbClr val="FFFFFF"/>
                </a:solidFill>
              </a:rPr>
              <a:t>Insert name here</a:t>
            </a:r>
          </a:p>
        </p:txBody>
      </p:sp>
      <p:sp>
        <p:nvSpPr>
          <p:cNvPr id="4" name="Body Level One…">
            <a:extLst>
              <a:ext uri="{FF2B5EF4-FFF2-40B4-BE49-F238E27FC236}">
                <a16:creationId xmlns:a16="http://schemas.microsoft.com/office/drawing/2014/main" id="{8B55052B-B547-2141-FF1D-5BB79D6C7EB9}"/>
              </a:ext>
            </a:extLst>
          </p:cNvPr>
          <p:cNvSpPr txBox="1">
            <a:spLocks noGrp="1"/>
          </p:cNvSpPr>
          <p:nvPr>
            <p:ph type="body" sz="quarter" idx="46"/>
          </p:nvPr>
        </p:nvSpPr>
        <p:spPr>
          <a:xfrm>
            <a:off x="9229492" y="1442358"/>
            <a:ext cx="2016524" cy="540001"/>
          </a:xfrm>
          <a:prstGeom prst="rect">
            <a:avLst/>
          </a:prstGeom>
          <a:noFill/>
        </p:spPr>
        <p:txBody>
          <a:bodyPr anchor="ctr"/>
          <a:lstStyle>
            <a:lvl1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1pPr>
            <a:lvl2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2pPr>
            <a:lvl3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3pPr>
            <a:lvl4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4pPr>
            <a:lvl5pPr marL="0" indent="0">
              <a:spcBef>
                <a:spcPts val="600"/>
              </a:spcBef>
              <a:buSzTx/>
              <a:buNone/>
              <a:defRPr sz="1600" b="1">
                <a:solidFill>
                  <a:schemeClr val="accent1"/>
                </a:solidFill>
                <a:latin typeface="Boehringer Forward Head"/>
                <a:ea typeface="Boehringer Forward Head"/>
                <a:cs typeface="Boehringer Forward Head"/>
                <a:sym typeface="Boehringer Forward Head"/>
              </a:defRPr>
            </a:lvl5pPr>
          </a:lstStyle>
          <a:p>
            <a:pPr lvl="0"/>
            <a:r>
              <a:rPr lang="en-US"/>
              <a:t>Click to edit Master text styles</a:t>
            </a:r>
          </a:p>
          <a:p>
            <a:pPr lvl="1"/>
            <a:r>
              <a:rPr lang="en-US"/>
              <a:t>Second level</a:t>
            </a:r>
          </a:p>
          <a:p>
            <a:pPr lvl="2"/>
            <a:r>
              <a:rPr lang="en-US"/>
              <a:t>Third level</a:t>
            </a:r>
          </a:p>
        </p:txBody>
      </p:sp>
      <p:sp>
        <p:nvSpPr>
          <p:cNvPr id="5" name="Footer Placeholder 2">
            <a:extLst>
              <a:ext uri="{FF2B5EF4-FFF2-40B4-BE49-F238E27FC236}">
                <a16:creationId xmlns:a16="http://schemas.microsoft.com/office/drawing/2014/main" id="{78774339-BC6B-48CC-AEE0-609ECAE23988}"/>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lgn="r">
              <a:spcBef>
                <a:spcPts val="300"/>
              </a:spcBef>
              <a:defRPr sz="800">
                <a:solidFill>
                  <a:srgbClr val="FFFFFF"/>
                </a:solidFill>
              </a:defRPr>
            </a:lvl1pPr>
          </a:lstStyle>
          <a:p>
            <a:r>
              <a:t>Mental health    |     ONLY FOR INTERNAL USE</a:t>
            </a:r>
          </a:p>
        </p:txBody>
      </p:sp>
    </p:spTree>
    <p:extLst>
      <p:ext uri="{BB962C8B-B14F-4D97-AF65-F5344CB8AC3E}">
        <p14:creationId xmlns:p14="http://schemas.microsoft.com/office/powerpoint/2010/main" val="31121102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Chapter divider (Mia scene)">
    <p:bg>
      <p:bgPr>
        <a:solidFill>
          <a:srgbClr val="A3E5EE"/>
        </a:solidFill>
        <a:effectLst/>
      </p:bgPr>
    </p:bg>
    <p:spTree>
      <p:nvGrpSpPr>
        <p:cNvPr id="1" name=""/>
        <p:cNvGrpSpPr/>
        <p:nvPr/>
      </p:nvGrpSpPr>
      <p:grpSpPr>
        <a:xfrm>
          <a:off x="0" y="0"/>
          <a:ext cx="0" cy="0"/>
          <a:chOff x="0" y="0"/>
          <a:chExt cx="0" cy="0"/>
        </a:xfrm>
      </p:grpSpPr>
      <p:pic>
        <p:nvPicPr>
          <p:cNvPr id="11" name="Picture 10" descr="A group of women sitting and talking&#10;&#10;Description automatically generated">
            <a:extLst>
              <a:ext uri="{FF2B5EF4-FFF2-40B4-BE49-F238E27FC236}">
                <a16:creationId xmlns:a16="http://schemas.microsoft.com/office/drawing/2014/main" id="{1EDFCC6D-702C-7CF4-EB1A-7B13393B42A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355474" y="2532929"/>
            <a:ext cx="6836526" cy="4325071"/>
          </a:xfrm>
          <a:prstGeom prst="rect">
            <a:avLst/>
          </a:prstGeom>
        </p:spPr>
      </p:pic>
      <p:sp>
        <p:nvSpPr>
          <p:cNvPr id="188" name="Name of the current chapter"/>
          <p:cNvSpPr txBox="1">
            <a:spLocks noGrp="1"/>
          </p:cNvSpPr>
          <p:nvPr>
            <p:ph type="title" hasCustomPrompt="1"/>
          </p:nvPr>
        </p:nvSpPr>
        <p:spPr>
          <a:xfrm>
            <a:off x="479423" y="1412874"/>
            <a:ext cx="5616577" cy="1799862"/>
          </a:xfrm>
          <a:prstGeom prst="rect">
            <a:avLst/>
          </a:prstGeom>
        </p:spPr>
        <p:txBody>
          <a:bodyPr anchor="b"/>
          <a:lstStyle>
            <a:lvl1pPr>
              <a:defRPr sz="4000">
                <a:solidFill>
                  <a:srgbClr val="076D7E"/>
                </a:solidFill>
              </a:defRPr>
            </a:lvl1pPr>
          </a:lstStyle>
          <a:p>
            <a:r>
              <a:t>Name of the current chapter</a:t>
            </a:r>
          </a:p>
        </p:txBody>
      </p:sp>
      <p:sp>
        <p:nvSpPr>
          <p:cNvPr id="189" name="Body Level One…"/>
          <p:cNvSpPr txBox="1">
            <a:spLocks noGrp="1"/>
          </p:cNvSpPr>
          <p:nvPr>
            <p:ph type="body" sz="quarter" idx="1" hasCustomPrompt="1"/>
          </p:nvPr>
        </p:nvSpPr>
        <p:spPr>
          <a:xfrm>
            <a:off x="479423" y="3573016"/>
            <a:ext cx="5616577" cy="792089"/>
          </a:xfrm>
          <a:prstGeom prst="rect">
            <a:avLst/>
          </a:prstGeom>
        </p:spPr>
        <p:txBody>
          <a:bodyPr/>
          <a:lstStyle>
            <a:lvl1pPr marL="0" indent="0">
              <a:spcBef>
                <a:spcPts val="0"/>
              </a:spcBef>
              <a:buSzTx/>
              <a:buNone/>
              <a:defRPr sz="1600">
                <a:solidFill>
                  <a:schemeClr val="accent1"/>
                </a:solidFill>
              </a:defRPr>
            </a:lvl1pPr>
            <a:lvl2pPr marL="0" indent="0">
              <a:spcBef>
                <a:spcPts val="0"/>
              </a:spcBef>
              <a:buSzTx/>
              <a:buNone/>
              <a:defRPr sz="1600">
                <a:solidFill>
                  <a:schemeClr val="accent1"/>
                </a:solidFill>
              </a:defRPr>
            </a:lvl2pPr>
            <a:lvl3pPr marL="0" indent="0">
              <a:spcBef>
                <a:spcPts val="0"/>
              </a:spcBef>
              <a:buSzTx/>
              <a:buNone/>
              <a:defRPr sz="1600">
                <a:solidFill>
                  <a:schemeClr val="accent1"/>
                </a:solidFill>
              </a:defRPr>
            </a:lvl3pPr>
            <a:lvl4pPr marL="0" indent="0">
              <a:spcBef>
                <a:spcPts val="0"/>
              </a:spcBef>
              <a:buSzTx/>
              <a:buNone/>
              <a:defRPr sz="1600">
                <a:solidFill>
                  <a:schemeClr val="accent1"/>
                </a:solidFill>
              </a:defRPr>
            </a:lvl4pPr>
            <a:lvl5pPr marL="0" indent="0">
              <a:spcBef>
                <a:spcPts val="0"/>
              </a:spcBef>
              <a:buSzTx/>
              <a:buNone/>
              <a:defRPr sz="1600">
                <a:solidFill>
                  <a:schemeClr val="accent1"/>
                </a:solidFill>
              </a:defRPr>
            </a:lvl5pPr>
          </a:lstStyle>
          <a:p>
            <a:r>
              <a:t>Optional short description</a:t>
            </a:r>
          </a:p>
          <a:p>
            <a:pPr lvl="1"/>
            <a:endParaRPr/>
          </a:p>
          <a:p>
            <a:pPr lvl="2"/>
            <a:endParaRPr/>
          </a:p>
          <a:p>
            <a:pPr lvl="3"/>
            <a:endParaRPr/>
          </a:p>
          <a:p>
            <a:pPr lvl="4"/>
            <a:endParaRPr/>
          </a:p>
        </p:txBody>
      </p:sp>
      <p:sp>
        <p:nvSpPr>
          <p:cNvPr id="1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6" name="Fußzeilenplatzhalter 4">
            <a:extLst>
              <a:ext uri="{FF2B5EF4-FFF2-40B4-BE49-F238E27FC236}">
                <a16:creationId xmlns:a16="http://schemas.microsoft.com/office/drawing/2014/main" id="{1ECCCF5F-B077-758F-85E4-E0EC6F5FCE43}"/>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lgn="r">
              <a:spcBef>
                <a:spcPts val="300"/>
              </a:spcBef>
              <a:defRPr sz="800">
                <a:solidFill>
                  <a:srgbClr val="FFFFFF"/>
                </a:solidFill>
              </a:defRPr>
            </a:lvl1pPr>
          </a:lstStyle>
          <a:p>
            <a:r>
              <a:rPr>
                <a:solidFill>
                  <a:schemeClr val="accent1"/>
                </a:solidFill>
              </a:rPr>
              <a:t>Mental health    |     ONLY FOR INTERNAL USE</a:t>
            </a:r>
          </a:p>
        </p:txBody>
      </p:sp>
    </p:spTree>
    <p:extLst>
      <p:ext uri="{BB962C8B-B14F-4D97-AF65-F5344CB8AC3E}">
        <p14:creationId xmlns:p14="http://schemas.microsoft.com/office/powerpoint/2010/main" val="41239117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type="tx" preserve="1">
  <p:cSld name="1_Chapter divider (Ken scene)">
    <p:bg>
      <p:bgPr>
        <a:solidFill>
          <a:srgbClr val="C6C3EF"/>
        </a:solidFill>
        <a:effectLst/>
      </p:bgPr>
    </p:bg>
    <p:spTree>
      <p:nvGrpSpPr>
        <p:cNvPr id="1" name=""/>
        <p:cNvGrpSpPr/>
        <p:nvPr/>
      </p:nvGrpSpPr>
      <p:grpSpPr>
        <a:xfrm>
          <a:off x="0" y="0"/>
          <a:ext cx="0" cy="0"/>
          <a:chOff x="0" y="0"/>
          <a:chExt cx="0" cy="0"/>
        </a:xfrm>
      </p:grpSpPr>
      <p:pic>
        <p:nvPicPr>
          <p:cNvPr id="2" name="Picture 1" descr="A person standing in front of a black background&#10;&#10;Description automatically generated">
            <a:extLst>
              <a:ext uri="{FF2B5EF4-FFF2-40B4-BE49-F238E27FC236}">
                <a16:creationId xmlns:a16="http://schemas.microsoft.com/office/drawing/2014/main" id="{A5635CA3-BF8F-771E-4C90-CFCD76F9932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807968" y="1601223"/>
            <a:ext cx="6384033" cy="5256777"/>
          </a:xfrm>
          <a:prstGeom prst="rect">
            <a:avLst/>
          </a:prstGeom>
        </p:spPr>
      </p:pic>
      <p:sp>
        <p:nvSpPr>
          <p:cNvPr id="188" name="Name of the current chapter"/>
          <p:cNvSpPr txBox="1">
            <a:spLocks noGrp="1"/>
          </p:cNvSpPr>
          <p:nvPr>
            <p:ph type="title" hasCustomPrompt="1"/>
          </p:nvPr>
        </p:nvSpPr>
        <p:spPr>
          <a:xfrm>
            <a:off x="479423" y="1412874"/>
            <a:ext cx="5616577" cy="1799862"/>
          </a:xfrm>
          <a:prstGeom prst="rect">
            <a:avLst/>
          </a:prstGeom>
        </p:spPr>
        <p:txBody>
          <a:bodyPr anchor="b"/>
          <a:lstStyle>
            <a:lvl1pPr>
              <a:defRPr sz="4000">
                <a:solidFill>
                  <a:srgbClr val="5D4495"/>
                </a:solidFill>
              </a:defRPr>
            </a:lvl1pPr>
          </a:lstStyle>
          <a:p>
            <a:r>
              <a:t>Name of the current chapter</a:t>
            </a:r>
          </a:p>
        </p:txBody>
      </p:sp>
      <p:sp>
        <p:nvSpPr>
          <p:cNvPr id="189" name="Body Level One…"/>
          <p:cNvSpPr txBox="1">
            <a:spLocks noGrp="1"/>
          </p:cNvSpPr>
          <p:nvPr>
            <p:ph type="body" sz="quarter" idx="1" hasCustomPrompt="1"/>
          </p:nvPr>
        </p:nvSpPr>
        <p:spPr>
          <a:xfrm>
            <a:off x="479423" y="3573016"/>
            <a:ext cx="5616577" cy="792089"/>
          </a:xfrm>
          <a:prstGeom prst="rect">
            <a:avLst/>
          </a:prstGeom>
        </p:spPr>
        <p:txBody>
          <a:bodyPr/>
          <a:lstStyle>
            <a:lvl1pPr marL="0" indent="0">
              <a:spcBef>
                <a:spcPts val="0"/>
              </a:spcBef>
              <a:buSzTx/>
              <a:buNone/>
              <a:defRPr sz="1600">
                <a:solidFill>
                  <a:schemeClr val="accent1"/>
                </a:solidFill>
              </a:defRPr>
            </a:lvl1pPr>
            <a:lvl2pPr marL="0" indent="0">
              <a:spcBef>
                <a:spcPts val="0"/>
              </a:spcBef>
              <a:buSzTx/>
              <a:buNone/>
              <a:defRPr sz="1600">
                <a:solidFill>
                  <a:schemeClr val="accent1"/>
                </a:solidFill>
              </a:defRPr>
            </a:lvl2pPr>
            <a:lvl3pPr marL="0" indent="0">
              <a:spcBef>
                <a:spcPts val="0"/>
              </a:spcBef>
              <a:buSzTx/>
              <a:buNone/>
              <a:defRPr sz="1600">
                <a:solidFill>
                  <a:schemeClr val="accent1"/>
                </a:solidFill>
              </a:defRPr>
            </a:lvl3pPr>
            <a:lvl4pPr marL="0" indent="0">
              <a:spcBef>
                <a:spcPts val="0"/>
              </a:spcBef>
              <a:buSzTx/>
              <a:buNone/>
              <a:defRPr sz="1600">
                <a:solidFill>
                  <a:schemeClr val="accent1"/>
                </a:solidFill>
              </a:defRPr>
            </a:lvl4pPr>
            <a:lvl5pPr marL="0" indent="0">
              <a:spcBef>
                <a:spcPts val="0"/>
              </a:spcBef>
              <a:buSzTx/>
              <a:buNone/>
              <a:defRPr sz="1600">
                <a:solidFill>
                  <a:schemeClr val="accent1"/>
                </a:solidFill>
              </a:defRPr>
            </a:lvl5pPr>
          </a:lstStyle>
          <a:p>
            <a:r>
              <a:t>Optional short description</a:t>
            </a:r>
          </a:p>
          <a:p>
            <a:pPr lvl="1"/>
            <a:endParaRPr/>
          </a:p>
          <a:p>
            <a:pPr lvl="2"/>
            <a:endParaRPr/>
          </a:p>
          <a:p>
            <a:pPr lvl="3"/>
            <a:endParaRPr/>
          </a:p>
          <a:p>
            <a:pPr lvl="4"/>
            <a:endParaRPr/>
          </a:p>
        </p:txBody>
      </p:sp>
      <p:sp>
        <p:nvSpPr>
          <p:cNvPr id="1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7" name="Fußzeilenplatzhalter 4">
            <a:extLst>
              <a:ext uri="{FF2B5EF4-FFF2-40B4-BE49-F238E27FC236}">
                <a16:creationId xmlns:a16="http://schemas.microsoft.com/office/drawing/2014/main" id="{76FDE7AD-A537-7745-5604-344B812CA9A6}"/>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lgn="r">
              <a:spcBef>
                <a:spcPts val="300"/>
              </a:spcBef>
              <a:defRPr sz="800">
                <a:solidFill>
                  <a:srgbClr val="FFFFFF"/>
                </a:solidFill>
              </a:defRPr>
            </a:lvl1pPr>
          </a:lstStyle>
          <a:p>
            <a:r>
              <a:t>Mental health    |     ONLY FOR INTERNAL USE</a:t>
            </a:r>
          </a:p>
        </p:txBody>
      </p:sp>
    </p:spTree>
    <p:extLst>
      <p:ext uri="{BB962C8B-B14F-4D97-AF65-F5344CB8AC3E}">
        <p14:creationId xmlns:p14="http://schemas.microsoft.com/office/powerpoint/2010/main" val="3196842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tx" preserve="1">
  <p:cSld name="Chapter divider (Aya scene)">
    <p:bg>
      <p:bgPr>
        <a:solidFill>
          <a:srgbClr val="FCF9AA"/>
        </a:solidFill>
        <a:effectLst/>
      </p:bgPr>
    </p:bg>
    <p:spTree>
      <p:nvGrpSpPr>
        <p:cNvPr id="1" name=""/>
        <p:cNvGrpSpPr/>
        <p:nvPr/>
      </p:nvGrpSpPr>
      <p:grpSpPr>
        <a:xfrm>
          <a:off x="0" y="0"/>
          <a:ext cx="0" cy="0"/>
          <a:chOff x="0" y="0"/>
          <a:chExt cx="0" cy="0"/>
        </a:xfrm>
      </p:grpSpPr>
      <p:pic>
        <p:nvPicPr>
          <p:cNvPr id="2" name="Picture 1" descr="A person sitting at a table with another person in the background&#10;&#10;Description automatically generated">
            <a:extLst>
              <a:ext uri="{FF2B5EF4-FFF2-40B4-BE49-F238E27FC236}">
                <a16:creationId xmlns:a16="http://schemas.microsoft.com/office/drawing/2014/main" id="{75DDE408-BEE2-C251-9647-B6E904FD034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761604" y="2420888"/>
            <a:ext cx="6430396" cy="4437112"/>
          </a:xfrm>
          <a:prstGeom prst="rect">
            <a:avLst/>
          </a:prstGeom>
        </p:spPr>
      </p:pic>
      <p:sp>
        <p:nvSpPr>
          <p:cNvPr id="188" name="Name of the current chapter"/>
          <p:cNvSpPr txBox="1">
            <a:spLocks noGrp="1"/>
          </p:cNvSpPr>
          <p:nvPr>
            <p:ph type="title" hasCustomPrompt="1"/>
          </p:nvPr>
        </p:nvSpPr>
        <p:spPr>
          <a:xfrm>
            <a:off x="479423" y="1412874"/>
            <a:ext cx="5616577" cy="1799862"/>
          </a:xfrm>
          <a:prstGeom prst="rect">
            <a:avLst/>
          </a:prstGeom>
        </p:spPr>
        <p:txBody>
          <a:bodyPr anchor="b"/>
          <a:lstStyle>
            <a:lvl1pPr>
              <a:defRPr sz="4000">
                <a:solidFill>
                  <a:srgbClr val="E18600"/>
                </a:solidFill>
              </a:defRPr>
            </a:lvl1pPr>
          </a:lstStyle>
          <a:p>
            <a:r>
              <a:t>Name of the current chapter</a:t>
            </a:r>
          </a:p>
        </p:txBody>
      </p:sp>
      <p:sp>
        <p:nvSpPr>
          <p:cNvPr id="189" name="Body Level One…"/>
          <p:cNvSpPr txBox="1">
            <a:spLocks noGrp="1"/>
          </p:cNvSpPr>
          <p:nvPr>
            <p:ph type="body" sz="quarter" idx="1" hasCustomPrompt="1"/>
          </p:nvPr>
        </p:nvSpPr>
        <p:spPr>
          <a:xfrm>
            <a:off x="479423" y="3573016"/>
            <a:ext cx="5616577" cy="792089"/>
          </a:xfrm>
          <a:prstGeom prst="rect">
            <a:avLst/>
          </a:prstGeom>
        </p:spPr>
        <p:txBody>
          <a:bodyPr/>
          <a:lstStyle>
            <a:lvl1pPr marL="0" indent="0">
              <a:spcBef>
                <a:spcPts val="0"/>
              </a:spcBef>
              <a:buSzTx/>
              <a:buNone/>
              <a:defRPr sz="1600">
                <a:solidFill>
                  <a:schemeClr val="accent1"/>
                </a:solidFill>
              </a:defRPr>
            </a:lvl1pPr>
            <a:lvl2pPr marL="0" indent="0">
              <a:spcBef>
                <a:spcPts val="0"/>
              </a:spcBef>
              <a:buSzTx/>
              <a:buNone/>
              <a:defRPr sz="1600">
                <a:solidFill>
                  <a:schemeClr val="accent1"/>
                </a:solidFill>
              </a:defRPr>
            </a:lvl2pPr>
            <a:lvl3pPr marL="0" indent="0">
              <a:spcBef>
                <a:spcPts val="0"/>
              </a:spcBef>
              <a:buSzTx/>
              <a:buNone/>
              <a:defRPr sz="1600">
                <a:solidFill>
                  <a:schemeClr val="accent1"/>
                </a:solidFill>
              </a:defRPr>
            </a:lvl3pPr>
            <a:lvl4pPr marL="0" indent="0">
              <a:spcBef>
                <a:spcPts val="0"/>
              </a:spcBef>
              <a:buSzTx/>
              <a:buNone/>
              <a:defRPr sz="1600">
                <a:solidFill>
                  <a:schemeClr val="accent1"/>
                </a:solidFill>
              </a:defRPr>
            </a:lvl4pPr>
            <a:lvl5pPr marL="0" indent="0">
              <a:spcBef>
                <a:spcPts val="0"/>
              </a:spcBef>
              <a:buSzTx/>
              <a:buNone/>
              <a:defRPr sz="1600">
                <a:solidFill>
                  <a:schemeClr val="accent1"/>
                </a:solidFill>
              </a:defRPr>
            </a:lvl5pPr>
          </a:lstStyle>
          <a:p>
            <a:r>
              <a:t>Optional short description</a:t>
            </a:r>
          </a:p>
          <a:p>
            <a:pPr lvl="1"/>
            <a:endParaRPr/>
          </a:p>
          <a:p>
            <a:pPr lvl="2"/>
            <a:endParaRPr/>
          </a:p>
          <a:p>
            <a:pPr lvl="3"/>
            <a:endParaRPr/>
          </a:p>
          <a:p>
            <a:pPr lvl="4"/>
            <a:endParaRPr/>
          </a:p>
        </p:txBody>
      </p:sp>
      <p:sp>
        <p:nvSpPr>
          <p:cNvPr id="1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7" name="Fußzeilenplatzhalter 4">
            <a:extLst>
              <a:ext uri="{FF2B5EF4-FFF2-40B4-BE49-F238E27FC236}">
                <a16:creationId xmlns:a16="http://schemas.microsoft.com/office/drawing/2014/main" id="{76FDE7AD-A537-7745-5604-344B812CA9A6}"/>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lvl1pPr algn="r">
              <a:spcBef>
                <a:spcPts val="300"/>
              </a:spcBef>
              <a:defRPr sz="800">
                <a:solidFill>
                  <a:srgbClr val="FFFFFF"/>
                </a:solidFill>
              </a:defRPr>
            </a:lvl1pPr>
          </a:lstStyle>
          <a:p>
            <a:r>
              <a:rPr>
                <a:solidFill>
                  <a:schemeClr val="accent1"/>
                </a:solidFill>
              </a:rPr>
              <a:t>Mental health    |     ONLY FOR INTERNAL USE</a:t>
            </a:r>
          </a:p>
        </p:txBody>
      </p:sp>
    </p:spTree>
    <p:extLst>
      <p:ext uri="{BB962C8B-B14F-4D97-AF65-F5344CB8AC3E}">
        <p14:creationId xmlns:p14="http://schemas.microsoft.com/office/powerpoint/2010/main" val="16020038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Break slide">
    <p:bg>
      <p:bgPr>
        <a:solidFill>
          <a:srgbClr val="FCF9AA"/>
        </a:solidFill>
        <a:effectLst/>
      </p:bgPr>
    </p:bg>
    <p:spTree>
      <p:nvGrpSpPr>
        <p:cNvPr id="1" name=""/>
        <p:cNvGrpSpPr/>
        <p:nvPr/>
      </p:nvGrpSpPr>
      <p:grpSpPr>
        <a:xfrm>
          <a:off x="0" y="0"/>
          <a:ext cx="0" cy="0"/>
          <a:chOff x="0" y="0"/>
          <a:chExt cx="0" cy="0"/>
        </a:xfrm>
      </p:grpSpPr>
      <p:pic>
        <p:nvPicPr>
          <p:cNvPr id="2" name="Picture 1" descr="A person sitting at a table with another person in the background&#10;&#10;Description automatically generated">
            <a:extLst>
              <a:ext uri="{FF2B5EF4-FFF2-40B4-BE49-F238E27FC236}">
                <a16:creationId xmlns:a16="http://schemas.microsoft.com/office/drawing/2014/main" id="{B1B38563-DCEB-092E-0343-5CBB912C7CC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7" name="Fußzeilenplatzhalter 4">
            <a:extLst>
              <a:ext uri="{FF2B5EF4-FFF2-40B4-BE49-F238E27FC236}">
                <a16:creationId xmlns:a16="http://schemas.microsoft.com/office/drawing/2014/main" id="{76FDE7AD-A537-7745-5604-344B812CA9A6}"/>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lgn="r">
              <a:spcBef>
                <a:spcPts val="300"/>
              </a:spcBef>
              <a:defRPr sz="800">
                <a:solidFill>
                  <a:srgbClr val="FFFFFF"/>
                </a:solidFill>
              </a:defRPr>
            </a:lvl1pPr>
          </a:lstStyle>
          <a:p>
            <a:r>
              <a:rPr>
                <a:solidFill>
                  <a:schemeClr val="accent1"/>
                </a:solidFill>
              </a:rPr>
              <a:t>Mental health    |     ONLY FOR INTERNAL USE</a:t>
            </a:r>
          </a:p>
        </p:txBody>
      </p:sp>
      <p:sp>
        <p:nvSpPr>
          <p:cNvPr id="8" name="TextBox 7">
            <a:extLst>
              <a:ext uri="{FF2B5EF4-FFF2-40B4-BE49-F238E27FC236}">
                <a16:creationId xmlns:a16="http://schemas.microsoft.com/office/drawing/2014/main" id="{FC5BEEC6-3DAF-9B31-7E22-48BF40B85DB4}"/>
              </a:ext>
            </a:extLst>
          </p:cNvPr>
          <p:cNvSpPr txBox="1"/>
          <p:nvPr userDrawn="1"/>
        </p:nvSpPr>
        <p:spPr>
          <a:xfrm>
            <a:off x="353693" y="2597183"/>
            <a:ext cx="3159760" cy="6155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4000" b="1">
                <a:solidFill>
                  <a:srgbClr val="E18600"/>
                </a:solidFill>
                <a:latin typeface="Boehringer Forward Head" panose="02000500000000020000" pitchFamily="2" charset="77"/>
              </a:rPr>
              <a:t>Break</a:t>
            </a:r>
            <a:endParaRPr kumimoji="0" lang="en-US" sz="4000" b="1" i="0" u="none" strike="noStrike" cap="none" spc="0" normalizeH="0" baseline="0">
              <a:ln>
                <a:noFill/>
              </a:ln>
              <a:solidFill>
                <a:srgbClr val="E18600"/>
              </a:solidFill>
              <a:effectLst/>
              <a:uFillTx/>
              <a:latin typeface="Boehringer Forward Head" panose="02000500000000020000" pitchFamily="2" charset="77"/>
              <a:ea typeface="+mj-ea"/>
              <a:cs typeface="+mj-cs"/>
              <a:sym typeface="Boehringer Forward Text"/>
            </a:endParaRPr>
          </a:p>
        </p:txBody>
      </p:sp>
      <p:pic>
        <p:nvPicPr>
          <p:cNvPr id="9" name="Grafik 2068" descr="Grafik 2068">
            <a:extLst>
              <a:ext uri="{FF2B5EF4-FFF2-40B4-BE49-F238E27FC236}">
                <a16:creationId xmlns:a16="http://schemas.microsoft.com/office/drawing/2014/main" id="{40A6DF92-4831-D411-F0F5-B92AD2B8A1C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79423" y="6165000"/>
            <a:ext cx="1234801" cy="372728"/>
          </a:xfrm>
          <a:prstGeom prst="rect">
            <a:avLst/>
          </a:prstGeom>
          <a:ln w="12700">
            <a:miter lim="400000"/>
          </a:ln>
        </p:spPr>
      </p:pic>
    </p:spTree>
    <p:extLst>
      <p:ext uri="{BB962C8B-B14F-4D97-AF65-F5344CB8AC3E}">
        <p14:creationId xmlns:p14="http://schemas.microsoft.com/office/powerpoint/2010/main" val="31639969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type="tx" preserve="1">
  <p:cSld name="1_One content">
    <p:spTree>
      <p:nvGrpSpPr>
        <p:cNvPr id="1" name=""/>
        <p:cNvGrpSpPr/>
        <p:nvPr/>
      </p:nvGrpSpPr>
      <p:grpSpPr>
        <a:xfrm>
          <a:off x="0" y="0"/>
          <a:ext cx="0" cy="0"/>
          <a:chOff x="0" y="0"/>
          <a:chExt cx="0" cy="0"/>
        </a:xfrm>
      </p:grpSpPr>
      <p:sp>
        <p:nvSpPr>
          <p:cNvPr id="224" name="Add  title of the slide"/>
          <p:cNvSpPr txBox="1">
            <a:spLocks noGrp="1"/>
          </p:cNvSpPr>
          <p:nvPr>
            <p:ph type="title" hasCustomPrompt="1"/>
          </p:nvPr>
        </p:nvSpPr>
        <p:spPr>
          <a:prstGeom prst="rect">
            <a:avLst/>
          </a:prstGeom>
        </p:spPr>
        <p:txBody>
          <a:bodyPr/>
          <a:lstStyle/>
          <a:p>
            <a:r>
              <a:t>Add  title of the slide</a:t>
            </a:r>
          </a:p>
        </p:txBody>
      </p:sp>
      <p:sp>
        <p:nvSpPr>
          <p:cNvPr id="225" name="Body Level One…"/>
          <p:cNvSpPr txBox="1">
            <a:spLocks noGrp="1"/>
          </p:cNvSpPr>
          <p:nvPr>
            <p:ph type="body" idx="1" hasCustomPrompt="1"/>
          </p:nvPr>
        </p:nvSpPr>
        <p:spPr>
          <a:xfrm>
            <a:off x="479423" y="1412875"/>
            <a:ext cx="11233152" cy="4392002"/>
          </a:xfrm>
          <a:prstGeom prst="rect">
            <a:avLst/>
          </a:prstGeom>
        </p:spPr>
        <p:txBody>
          <a:bodyPr/>
          <a:lstStyle>
            <a:lvl1pPr marL="215999" indent="-215999">
              <a:spcBef>
                <a:spcPts val="600"/>
              </a:spcBef>
              <a:buFont typeface="Arial"/>
              <a:buChar char="•"/>
              <a:defRPr sz="1500"/>
            </a:lvl1pPr>
            <a:lvl2pPr marL="431999" indent="-215999">
              <a:spcBef>
                <a:spcPts val="600"/>
              </a:spcBef>
              <a:buFont typeface="Arial"/>
              <a:defRPr sz="1500"/>
            </a:lvl2pPr>
            <a:lvl3pPr marL="576000" indent="-215999">
              <a:spcBef>
                <a:spcPts val="600"/>
              </a:spcBef>
              <a:buFont typeface="Arial"/>
              <a:defRPr sz="1500"/>
            </a:lvl3pPr>
            <a:lvl4pPr marL="792000" indent="-215999">
              <a:spcBef>
                <a:spcPts val="600"/>
              </a:spcBef>
              <a:buFont typeface="Arial"/>
              <a:defRPr sz="1500"/>
            </a:lvl4pPr>
            <a:lvl5pPr marL="180000" indent="-180000">
              <a:spcBef>
                <a:spcPts val="600"/>
              </a:spcBef>
              <a:buFont typeface="Arial"/>
              <a:defRPr sz="1500"/>
            </a:lvl5pPr>
          </a:lstStyle>
          <a:p>
            <a:r>
              <a:t>Edit text by clicking. Use the "Increase/decrease list level" buttons on the Start tab to switch between the set up text levels. For an optional subheading, set the text in bold.</a:t>
            </a:r>
          </a:p>
          <a:p>
            <a:pPr lvl="1"/>
            <a:endParaRPr/>
          </a:p>
          <a:p>
            <a:pPr lvl="2"/>
            <a:endParaRPr/>
          </a:p>
          <a:p>
            <a:pPr lvl="3"/>
            <a:endParaRPr/>
          </a:p>
          <a:p>
            <a:pPr lvl="4"/>
            <a:endParaRPr/>
          </a:p>
        </p:txBody>
      </p:sp>
      <p:sp>
        <p:nvSpPr>
          <p:cNvPr id="226" name="Textplatzhalter 7"/>
          <p:cNvSpPr>
            <a:spLocks noGrp="1"/>
          </p:cNvSpPr>
          <p:nvPr>
            <p:ph type="body" sz="quarter" idx="21" hasCustomPrompt="1"/>
          </p:nvPr>
        </p:nvSpPr>
        <p:spPr>
          <a:xfrm>
            <a:off x="479999" y="5805263"/>
            <a:ext cx="11232002" cy="144001"/>
          </a:xfrm>
          <a:prstGeom prst="rect">
            <a:avLst/>
          </a:prstGeom>
        </p:spPr>
        <p:txBody>
          <a:bodyPr anchor="b"/>
          <a:lstStyle>
            <a:lvl1pPr marL="0" indent="0">
              <a:lnSpc>
                <a:spcPct val="100000"/>
              </a:lnSpc>
              <a:spcBef>
                <a:spcPts val="0"/>
              </a:spcBef>
              <a:buSzTx/>
              <a:buNone/>
              <a:defRPr sz="800"/>
            </a:lvl1pPr>
          </a:lstStyle>
          <a:p>
            <a:r>
              <a:t>Footnote/Source</a:t>
            </a:r>
          </a:p>
        </p:txBody>
      </p:sp>
      <p:sp>
        <p:nvSpPr>
          <p:cNvPr id="2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Footer Placeholder 5">
            <a:extLst>
              <a:ext uri="{FF2B5EF4-FFF2-40B4-BE49-F238E27FC236}">
                <a16:creationId xmlns:a16="http://schemas.microsoft.com/office/drawing/2014/main" id="{C987BCD6-22F8-349E-6360-CAA4677C4152}"/>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lgn="r">
              <a:spcBef>
                <a:spcPts val="300"/>
              </a:spcBef>
              <a:defRPr sz="800">
                <a:solidFill>
                  <a:schemeClr val="accent1"/>
                </a:solidFill>
              </a:defRPr>
            </a:lvl1pPr>
          </a:lstStyle>
          <a:p>
            <a:r>
              <a:t>Mental health    |     ONLY FOR INTERNAL USE</a:t>
            </a:r>
          </a:p>
        </p:txBody>
      </p:sp>
    </p:spTree>
    <p:extLst>
      <p:ext uri="{BB962C8B-B14F-4D97-AF65-F5344CB8AC3E}">
        <p14:creationId xmlns:p14="http://schemas.microsoft.com/office/powerpoint/2010/main" val="38034063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type="tx" preserve="1">
  <p:cSld name="1_One content dark">
    <p:bg>
      <p:bgPr>
        <a:solidFill>
          <a:schemeClr val="accent1"/>
        </a:solidFill>
        <a:effectLst/>
      </p:bgPr>
    </p:bg>
    <p:spTree>
      <p:nvGrpSpPr>
        <p:cNvPr id="1" name=""/>
        <p:cNvGrpSpPr/>
        <p:nvPr/>
      </p:nvGrpSpPr>
      <p:grpSpPr>
        <a:xfrm>
          <a:off x="0" y="0"/>
          <a:ext cx="0" cy="0"/>
          <a:chOff x="0" y="0"/>
          <a:chExt cx="0" cy="0"/>
        </a:xfrm>
      </p:grpSpPr>
      <p:sp>
        <p:nvSpPr>
          <p:cNvPr id="234" name="Folientitel"/>
          <p:cNvSpPr txBox="1">
            <a:spLocks noGrp="1"/>
          </p:cNvSpPr>
          <p:nvPr>
            <p:ph type="title" hasCustomPrompt="1"/>
          </p:nvPr>
        </p:nvSpPr>
        <p:spPr>
          <a:prstGeom prst="rect">
            <a:avLst/>
          </a:prstGeom>
        </p:spPr>
        <p:txBody>
          <a:bodyPr/>
          <a:lstStyle>
            <a:lvl1pPr>
              <a:defRPr>
                <a:solidFill>
                  <a:schemeClr val="accent2"/>
                </a:solidFill>
              </a:defRPr>
            </a:lvl1pPr>
          </a:lstStyle>
          <a:p>
            <a:r>
              <a:t>Folientitel</a:t>
            </a:r>
          </a:p>
        </p:txBody>
      </p:sp>
      <p:sp>
        <p:nvSpPr>
          <p:cNvPr id="235" name="Body Level One…"/>
          <p:cNvSpPr txBox="1">
            <a:spLocks noGrp="1"/>
          </p:cNvSpPr>
          <p:nvPr>
            <p:ph type="body" idx="1" hasCustomPrompt="1"/>
          </p:nvPr>
        </p:nvSpPr>
        <p:spPr>
          <a:xfrm>
            <a:off x="479423" y="1412875"/>
            <a:ext cx="11233152" cy="4392002"/>
          </a:xfrm>
          <a:prstGeom prst="rect">
            <a:avLst/>
          </a:prstGeom>
        </p:spPr>
        <p:txBody>
          <a:bodyPr/>
          <a:lstStyle>
            <a:lvl1pPr marL="215999" indent="-215999">
              <a:spcBef>
                <a:spcPts val="600"/>
              </a:spcBef>
              <a:buClr>
                <a:schemeClr val="accent2"/>
              </a:buClr>
              <a:buFont typeface="Arial"/>
              <a:buChar char="•"/>
              <a:defRPr sz="1500">
                <a:solidFill>
                  <a:srgbClr val="FFFFFF"/>
                </a:solidFill>
              </a:defRPr>
            </a:lvl1pPr>
            <a:lvl2pPr marL="431999" indent="-215999">
              <a:spcBef>
                <a:spcPts val="600"/>
              </a:spcBef>
              <a:buClr>
                <a:schemeClr val="accent2"/>
              </a:buClr>
              <a:buFont typeface="Arial"/>
              <a:defRPr sz="1500">
                <a:solidFill>
                  <a:srgbClr val="FFFFFF"/>
                </a:solidFill>
              </a:defRPr>
            </a:lvl2pPr>
            <a:lvl3pPr marL="576000" indent="-215999">
              <a:spcBef>
                <a:spcPts val="600"/>
              </a:spcBef>
              <a:buClr>
                <a:schemeClr val="accent2"/>
              </a:buClr>
              <a:buFont typeface="Arial"/>
              <a:defRPr sz="1500">
                <a:solidFill>
                  <a:srgbClr val="FFFFFF"/>
                </a:solidFill>
              </a:defRPr>
            </a:lvl3pPr>
            <a:lvl4pPr marL="792000" indent="-215999">
              <a:spcBef>
                <a:spcPts val="600"/>
              </a:spcBef>
              <a:buClr>
                <a:schemeClr val="accent2"/>
              </a:buClr>
              <a:buFont typeface="Arial"/>
              <a:defRPr sz="1500">
                <a:solidFill>
                  <a:srgbClr val="FFFFFF"/>
                </a:solidFill>
              </a:defRPr>
            </a:lvl4pPr>
            <a:lvl5pPr marL="180000" indent="-180000">
              <a:spcBef>
                <a:spcPts val="600"/>
              </a:spcBef>
              <a:buClr>
                <a:schemeClr val="accent2"/>
              </a:buClr>
              <a:buFont typeface="Arial"/>
              <a:defRPr sz="1500">
                <a:solidFill>
                  <a:srgbClr val="FFFFFF"/>
                </a:solidFill>
              </a:defRPr>
            </a:lvl5pPr>
          </a:lstStyle>
          <a:p>
            <a:r>
              <a:t>Edit text by clicking. Use the "Increase/decrease list level" buttons on the Start tab to switch between the set up text levels. For an optional subheading, set the text in bold.</a:t>
            </a:r>
          </a:p>
          <a:p>
            <a:pPr lvl="1"/>
            <a:endParaRPr/>
          </a:p>
          <a:p>
            <a:pPr lvl="2"/>
            <a:endParaRPr/>
          </a:p>
          <a:p>
            <a:pPr lvl="3"/>
            <a:endParaRPr/>
          </a:p>
          <a:p>
            <a:pPr lvl="4"/>
            <a:endParaRPr/>
          </a:p>
        </p:txBody>
      </p:sp>
      <p:sp>
        <p:nvSpPr>
          <p:cNvPr id="236" name="Textplatzhalter 7"/>
          <p:cNvSpPr>
            <a:spLocks noGrp="1"/>
          </p:cNvSpPr>
          <p:nvPr>
            <p:ph type="body" sz="quarter" idx="21" hasCustomPrompt="1"/>
          </p:nvPr>
        </p:nvSpPr>
        <p:spPr>
          <a:xfrm>
            <a:off x="479999" y="5805280"/>
            <a:ext cx="11232002" cy="144001"/>
          </a:xfrm>
          <a:prstGeom prst="rect">
            <a:avLst/>
          </a:prstGeom>
        </p:spPr>
        <p:txBody>
          <a:bodyPr anchor="b"/>
          <a:lstStyle>
            <a:lvl1pPr marL="0" indent="0">
              <a:lnSpc>
                <a:spcPct val="100000"/>
              </a:lnSpc>
              <a:spcBef>
                <a:spcPts val="0"/>
              </a:spcBef>
              <a:buSzTx/>
              <a:buNone/>
              <a:defRPr sz="800">
                <a:solidFill>
                  <a:srgbClr val="FFFFFF"/>
                </a:solidFill>
              </a:defRPr>
            </a:lvl1pPr>
          </a:lstStyle>
          <a:p>
            <a:r>
              <a:t>Footnote/Source</a:t>
            </a:r>
          </a:p>
        </p:txBody>
      </p:sp>
      <p:sp>
        <p:nvSpPr>
          <p:cNvPr id="237"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pic>
        <p:nvPicPr>
          <p:cNvPr id="238" name="Grafik 5" descr="Grafik 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423" y="6165000"/>
            <a:ext cx="1234801" cy="372728"/>
          </a:xfrm>
          <a:prstGeom prst="rect">
            <a:avLst/>
          </a:prstGeom>
          <a:ln w="12700">
            <a:miter lim="400000"/>
          </a:ln>
        </p:spPr>
      </p:pic>
      <p:sp>
        <p:nvSpPr>
          <p:cNvPr id="2" name="Slide Number">
            <a:extLst>
              <a:ext uri="{FF2B5EF4-FFF2-40B4-BE49-F238E27FC236}">
                <a16:creationId xmlns:a16="http://schemas.microsoft.com/office/drawing/2014/main" id="{B89F47FF-FADC-2D27-78C7-B230644F9D1D}"/>
              </a:ext>
            </a:extLst>
          </p:cNvPr>
          <p:cNvSpPr txBox="1">
            <a:spLocks/>
          </p:cNvSpPr>
          <p:nvPr userDrawn="1"/>
        </p:nvSpPr>
        <p:spPr>
          <a:xfrm>
            <a:off x="11568322" y="6411726"/>
            <a:ext cx="144270" cy="123111"/>
          </a:xfrm>
          <a:prstGeom prst="rect">
            <a:avLst/>
          </a:prstGeom>
          <a:ln w="12700">
            <a:miter lim="400000"/>
          </a:ln>
        </p:spPr>
        <p:txBody>
          <a:bodyPr wrap="none" lIns="0" tIns="0" rIns="0" bIns="0"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800" b="0" i="0" u="none" strike="noStrike" cap="none" spc="0" normalizeH="0" baseline="0">
                <a:ln>
                  <a:noFill/>
                </a:ln>
                <a:solidFill>
                  <a:schemeClr val="accent1"/>
                </a:solidFill>
                <a:effectLst/>
                <a:uFillTx/>
                <a:latin typeface="+mj-lt"/>
                <a:ea typeface="+mj-ea"/>
                <a:cs typeface="+mj-cs"/>
                <a:sym typeface="Boehringer Forward Text"/>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Boehringer Forward Text"/>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Boehringer Forward Text"/>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Boehringer Forward Text"/>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Boehringer Forward Text"/>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Boehringer Forward Text"/>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Boehringer Forward Text"/>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Boehringer Forward Text"/>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Boehringer Forward Text"/>
              </a:defRPr>
            </a:lvl9pPr>
          </a:lstStyle>
          <a:p>
            <a:fld id="{86CB4B4D-7CA3-9044-876B-883B54F8677D}" type="slidenum">
              <a:rPr lang="en-GB" smtClean="0">
                <a:solidFill>
                  <a:srgbClr val="FFFFFF"/>
                </a:solidFill>
              </a:rPr>
              <a:pPr/>
              <a:t>‹#›</a:t>
            </a:fld>
            <a:endParaRPr lang="en-GB">
              <a:solidFill>
                <a:srgbClr val="FFFFFF"/>
              </a:solidFill>
            </a:endParaRPr>
          </a:p>
        </p:txBody>
      </p:sp>
      <p:sp>
        <p:nvSpPr>
          <p:cNvPr id="3" name="Footer Placeholder 5">
            <a:extLst>
              <a:ext uri="{FF2B5EF4-FFF2-40B4-BE49-F238E27FC236}">
                <a16:creationId xmlns:a16="http://schemas.microsoft.com/office/drawing/2014/main" id="{EA439A06-8642-59A2-B270-CA9D22AFAFB2}"/>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lgn="r">
              <a:spcBef>
                <a:spcPts val="300"/>
              </a:spcBef>
              <a:defRPr sz="800">
                <a:solidFill>
                  <a:schemeClr val="accent1"/>
                </a:solidFill>
              </a:defRPr>
            </a:lvl1pPr>
          </a:lstStyle>
          <a:p>
            <a:r>
              <a:rPr>
                <a:solidFill>
                  <a:srgbClr val="FFFFFF"/>
                </a:solidFill>
              </a:rPr>
              <a:t>Mental health    |     ONLY FOR INTERNAL USE</a:t>
            </a:r>
          </a:p>
        </p:txBody>
      </p:sp>
    </p:spTree>
    <p:extLst>
      <p:ext uri="{BB962C8B-B14F-4D97-AF65-F5344CB8AC3E}">
        <p14:creationId xmlns:p14="http://schemas.microsoft.com/office/powerpoint/2010/main" val="17629842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type="tx" preserve="1">
  <p:cSld name="Content and margin dark with illustration">
    <p:spTree>
      <p:nvGrpSpPr>
        <p:cNvPr id="1" name=""/>
        <p:cNvGrpSpPr/>
        <p:nvPr/>
      </p:nvGrpSpPr>
      <p:grpSpPr>
        <a:xfrm>
          <a:off x="0" y="0"/>
          <a:ext cx="0" cy="0"/>
          <a:chOff x="0" y="0"/>
          <a:chExt cx="0" cy="0"/>
        </a:xfrm>
      </p:grpSpPr>
      <p:sp>
        <p:nvSpPr>
          <p:cNvPr id="271" name="Folientitel"/>
          <p:cNvSpPr txBox="1">
            <a:spLocks noGrp="1"/>
          </p:cNvSpPr>
          <p:nvPr>
            <p:ph type="title" hasCustomPrompt="1"/>
          </p:nvPr>
        </p:nvSpPr>
        <p:spPr>
          <a:xfrm>
            <a:off x="4008437" y="475420"/>
            <a:ext cx="7704577" cy="720001"/>
          </a:xfrm>
          <a:prstGeom prst="rect">
            <a:avLst/>
          </a:prstGeom>
        </p:spPr>
        <p:txBody>
          <a:bodyPr/>
          <a:lstStyle/>
          <a:p>
            <a:r>
              <a:t>Folientitel</a:t>
            </a:r>
          </a:p>
        </p:txBody>
      </p:sp>
      <p:sp>
        <p:nvSpPr>
          <p:cNvPr id="272" name="Body Level One…"/>
          <p:cNvSpPr txBox="1">
            <a:spLocks noGrp="1"/>
          </p:cNvSpPr>
          <p:nvPr>
            <p:ph type="body" idx="1" hasCustomPrompt="1"/>
          </p:nvPr>
        </p:nvSpPr>
        <p:spPr>
          <a:xfrm>
            <a:off x="4008437" y="1412874"/>
            <a:ext cx="7704139" cy="4392001"/>
          </a:xfrm>
          <a:prstGeom prst="rect">
            <a:avLst/>
          </a:prstGeom>
        </p:spPr>
        <p:txBody>
          <a:bodyPr/>
          <a:lstStyle>
            <a:lvl1pPr marL="215999" indent="-215999">
              <a:spcBef>
                <a:spcPts val="600"/>
              </a:spcBef>
              <a:buFont typeface="Arial"/>
              <a:buChar char="•"/>
              <a:defRPr sz="1500"/>
            </a:lvl1pPr>
            <a:lvl2pPr marL="431999" indent="-215999">
              <a:spcBef>
                <a:spcPts val="600"/>
              </a:spcBef>
              <a:buFont typeface="Arial"/>
              <a:defRPr sz="1500"/>
            </a:lvl2pPr>
            <a:lvl3pPr marL="576000" indent="-215999">
              <a:spcBef>
                <a:spcPts val="600"/>
              </a:spcBef>
              <a:buFont typeface="Arial"/>
              <a:defRPr sz="1500"/>
            </a:lvl3pPr>
            <a:lvl4pPr marL="792000" indent="-215999">
              <a:spcBef>
                <a:spcPts val="600"/>
              </a:spcBef>
              <a:buFont typeface="Arial"/>
              <a:defRPr sz="1500"/>
            </a:lvl4pPr>
            <a:lvl5pPr marL="180000" indent="-180000">
              <a:spcBef>
                <a:spcPts val="600"/>
              </a:spcBef>
              <a:buFont typeface="Arial"/>
              <a:defRPr sz="1500"/>
            </a:lvl5pPr>
          </a:lstStyle>
          <a:p>
            <a:r>
              <a:t>Edit text by clicking. Use the "Increase/decrease list level" buttons on the Start tab to switch between the set up text levels. For an optional subheading, set the text in bold.</a:t>
            </a:r>
          </a:p>
          <a:p>
            <a:pPr lvl="1"/>
            <a:endParaRPr/>
          </a:p>
          <a:p>
            <a:pPr lvl="2"/>
            <a:endParaRPr/>
          </a:p>
          <a:p>
            <a:pPr lvl="3"/>
            <a:endParaRPr/>
          </a:p>
          <a:p>
            <a:pPr lvl="4"/>
            <a:endParaRPr/>
          </a:p>
        </p:txBody>
      </p:sp>
      <p:sp>
        <p:nvSpPr>
          <p:cNvPr id="273" name="Textplatzhalter 7"/>
          <p:cNvSpPr>
            <a:spLocks noGrp="1"/>
          </p:cNvSpPr>
          <p:nvPr>
            <p:ph type="body" sz="quarter" idx="21" hasCustomPrompt="1"/>
          </p:nvPr>
        </p:nvSpPr>
        <p:spPr>
          <a:xfrm>
            <a:off x="4008436" y="5805280"/>
            <a:ext cx="7704002" cy="144001"/>
          </a:xfrm>
          <a:prstGeom prst="rect">
            <a:avLst/>
          </a:prstGeom>
        </p:spPr>
        <p:txBody>
          <a:bodyPr anchor="b"/>
          <a:lstStyle>
            <a:lvl1pPr marL="0" indent="0">
              <a:lnSpc>
                <a:spcPct val="100000"/>
              </a:lnSpc>
              <a:spcBef>
                <a:spcPts val="0"/>
              </a:spcBef>
              <a:buSzTx/>
              <a:buNone/>
              <a:defRPr sz="800"/>
            </a:lvl1pPr>
          </a:lstStyle>
          <a:p>
            <a:r>
              <a:t>Footnote/Source</a:t>
            </a:r>
          </a:p>
        </p:txBody>
      </p:sp>
      <p:sp>
        <p:nvSpPr>
          <p:cNvPr id="274" name="Rechteck 1"/>
          <p:cNvSpPr/>
          <p:nvPr/>
        </p:nvSpPr>
        <p:spPr>
          <a:xfrm>
            <a:off x="-1" y="0"/>
            <a:ext cx="3574802" cy="6858000"/>
          </a:xfrm>
          <a:prstGeom prst="rect">
            <a:avLst/>
          </a:prstGeom>
          <a:solidFill>
            <a:schemeClr val="accent1"/>
          </a:solidFill>
          <a:ln w="12700">
            <a:miter lim="400000"/>
          </a:ln>
        </p:spPr>
        <p:txBody>
          <a:bodyPr lIns="45719" rIns="45719" anchor="ctr"/>
          <a:lstStyle/>
          <a:p>
            <a:pPr algn="ctr">
              <a:defRPr sz="1600"/>
            </a:pPr>
            <a:endParaRPr/>
          </a:p>
        </p:txBody>
      </p:sp>
      <p:sp>
        <p:nvSpPr>
          <p:cNvPr id="275"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76" name="Grafik 10" descr="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423" y="6165000"/>
            <a:ext cx="1234801" cy="372728"/>
          </a:xfrm>
          <a:prstGeom prst="rect">
            <a:avLst/>
          </a:prstGeom>
          <a:ln w="12700">
            <a:miter lim="400000"/>
          </a:ln>
        </p:spPr>
      </p:pic>
      <p:sp>
        <p:nvSpPr>
          <p:cNvPr id="5" name="Footer Placeholder 5">
            <a:extLst>
              <a:ext uri="{FF2B5EF4-FFF2-40B4-BE49-F238E27FC236}">
                <a16:creationId xmlns:a16="http://schemas.microsoft.com/office/drawing/2014/main" id="{C518CFE6-392D-77E3-8384-FC0D730BAEEA}"/>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lgn="r">
              <a:spcBef>
                <a:spcPts val="300"/>
              </a:spcBef>
              <a:defRPr sz="800">
                <a:solidFill>
                  <a:schemeClr val="accent1"/>
                </a:solidFill>
              </a:defRPr>
            </a:lvl1pPr>
          </a:lstStyle>
          <a:p>
            <a:r>
              <a:t>Mental health    |     ONLY FOR INTERNAL USE</a:t>
            </a:r>
          </a:p>
        </p:txBody>
      </p:sp>
      <p:pic>
        <p:nvPicPr>
          <p:cNvPr id="2" name="Picture 1" descr="A person with a wifi signal above his head&#10;&#10;Description automatically generated">
            <a:extLst>
              <a:ext uri="{FF2B5EF4-FFF2-40B4-BE49-F238E27FC236}">
                <a16:creationId xmlns:a16="http://schemas.microsoft.com/office/drawing/2014/main" id="{3CDD4B76-614D-070D-2DAE-3046FD410C2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81933" y="343718"/>
            <a:ext cx="3994160" cy="5472000"/>
          </a:xfrm>
          <a:prstGeom prst="rect">
            <a:avLst/>
          </a:prstGeom>
        </p:spPr>
      </p:pic>
    </p:spTree>
    <p:extLst>
      <p:ext uri="{BB962C8B-B14F-4D97-AF65-F5344CB8AC3E}">
        <p14:creationId xmlns:p14="http://schemas.microsoft.com/office/powerpoint/2010/main" val="10885313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Content with image">
    <p:spTree>
      <p:nvGrpSpPr>
        <p:cNvPr id="1" name=""/>
        <p:cNvGrpSpPr/>
        <p:nvPr/>
      </p:nvGrpSpPr>
      <p:grpSpPr>
        <a:xfrm>
          <a:off x="0" y="0"/>
          <a:ext cx="0" cy="0"/>
          <a:chOff x="0" y="0"/>
          <a:chExt cx="0" cy="0"/>
        </a:xfrm>
      </p:grpSpPr>
      <p:grpSp>
        <p:nvGrpSpPr>
          <p:cNvPr id="5" name="Picture Placeholder 13">
            <a:extLst>
              <a:ext uri="{FF2B5EF4-FFF2-40B4-BE49-F238E27FC236}">
                <a16:creationId xmlns:a16="http://schemas.microsoft.com/office/drawing/2014/main" id="{4D51B3CC-27EB-6163-AE4D-97277C4FFB0A}"/>
              </a:ext>
            </a:extLst>
          </p:cNvPr>
          <p:cNvGrpSpPr/>
          <p:nvPr userDrawn="1"/>
        </p:nvGrpSpPr>
        <p:grpSpPr>
          <a:xfrm>
            <a:off x="0" y="0"/>
            <a:ext cx="3574801" cy="6858000"/>
            <a:chOff x="0" y="0"/>
            <a:chExt cx="3574800" cy="6858000"/>
          </a:xfrm>
        </p:grpSpPr>
        <p:sp>
          <p:nvSpPr>
            <p:cNvPr id="6" name="Rectangle">
              <a:extLst>
                <a:ext uri="{FF2B5EF4-FFF2-40B4-BE49-F238E27FC236}">
                  <a16:creationId xmlns:a16="http://schemas.microsoft.com/office/drawing/2014/main" id="{243288F7-0769-50DF-92C7-269C2EB532F0}"/>
                </a:ext>
              </a:extLst>
            </p:cNvPr>
            <p:cNvSpPr/>
            <p:nvPr/>
          </p:nvSpPr>
          <p:spPr>
            <a:xfrm flipH="1">
              <a:off x="0" y="0"/>
              <a:ext cx="3574801" cy="6858000"/>
            </a:xfrm>
            <a:prstGeom prst="rect">
              <a:avLst/>
            </a:prstGeom>
            <a:solidFill>
              <a:schemeClr val="accent1"/>
            </a:solidFill>
            <a:ln w="12700" cap="flat">
              <a:noFill/>
              <a:miter lim="400000"/>
            </a:ln>
            <a:effectLst/>
          </p:spPr>
          <p:txBody>
            <a:bodyPr wrap="square" lIns="45719" tIns="45719" rIns="45719" bIns="45719" numCol="1" anchor="ctr">
              <a:noAutofit/>
            </a:bodyPr>
            <a:lstStyle/>
            <a:p>
              <a:endParaRPr/>
            </a:p>
          </p:txBody>
        </p:sp>
        <p:pic>
          <p:nvPicPr>
            <p:cNvPr id="7" name="image28.png" descr="image28.png">
              <a:extLst>
                <a:ext uri="{FF2B5EF4-FFF2-40B4-BE49-F238E27FC236}">
                  <a16:creationId xmlns:a16="http://schemas.microsoft.com/office/drawing/2014/main" id="{030D3299-BFB7-D8D5-D4F2-607A31E847D0}"/>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flipH="1">
              <a:off x="0" y="0"/>
              <a:ext cx="3574800" cy="6858000"/>
            </a:xfrm>
            <a:prstGeom prst="rect">
              <a:avLst/>
            </a:prstGeom>
            <a:ln w="12700" cap="flat">
              <a:noFill/>
              <a:miter lim="400000"/>
            </a:ln>
            <a:effectLst/>
          </p:spPr>
        </p:pic>
      </p:grpSp>
      <p:sp>
        <p:nvSpPr>
          <p:cNvPr id="284" name="Folientitel"/>
          <p:cNvSpPr txBox="1">
            <a:spLocks noGrp="1"/>
          </p:cNvSpPr>
          <p:nvPr>
            <p:ph type="title" hasCustomPrompt="1"/>
          </p:nvPr>
        </p:nvSpPr>
        <p:spPr>
          <a:xfrm>
            <a:off x="4008437" y="475420"/>
            <a:ext cx="7704577" cy="720001"/>
          </a:xfrm>
          <a:prstGeom prst="rect">
            <a:avLst/>
          </a:prstGeom>
        </p:spPr>
        <p:txBody>
          <a:bodyPr/>
          <a:lstStyle/>
          <a:p>
            <a:r>
              <a:t>Folientitel</a:t>
            </a:r>
          </a:p>
        </p:txBody>
      </p:sp>
      <p:sp>
        <p:nvSpPr>
          <p:cNvPr id="285" name="Body Level One…"/>
          <p:cNvSpPr txBox="1">
            <a:spLocks noGrp="1"/>
          </p:cNvSpPr>
          <p:nvPr>
            <p:ph type="body" idx="1" hasCustomPrompt="1"/>
          </p:nvPr>
        </p:nvSpPr>
        <p:spPr>
          <a:xfrm>
            <a:off x="4008437" y="1412874"/>
            <a:ext cx="7704139" cy="4392001"/>
          </a:xfrm>
          <a:prstGeom prst="rect">
            <a:avLst/>
          </a:prstGeom>
        </p:spPr>
        <p:txBody>
          <a:bodyPr/>
          <a:lstStyle>
            <a:lvl1pPr marL="215999" indent="-215999">
              <a:spcBef>
                <a:spcPts val="600"/>
              </a:spcBef>
              <a:buFont typeface="Arial"/>
              <a:buChar char="•"/>
              <a:defRPr sz="1500"/>
            </a:lvl1pPr>
            <a:lvl2pPr marL="431999" indent="-215999">
              <a:spcBef>
                <a:spcPts val="600"/>
              </a:spcBef>
              <a:buFont typeface="Arial"/>
              <a:defRPr sz="1500"/>
            </a:lvl2pPr>
            <a:lvl3pPr marL="576000" indent="-215999">
              <a:spcBef>
                <a:spcPts val="600"/>
              </a:spcBef>
              <a:buFont typeface="Arial"/>
              <a:defRPr sz="1500"/>
            </a:lvl3pPr>
            <a:lvl4pPr marL="792000" indent="-215999">
              <a:spcBef>
                <a:spcPts val="600"/>
              </a:spcBef>
              <a:buFont typeface="Arial"/>
              <a:defRPr sz="1500"/>
            </a:lvl4pPr>
            <a:lvl5pPr marL="180000" indent="-180000">
              <a:spcBef>
                <a:spcPts val="600"/>
              </a:spcBef>
              <a:buFont typeface="Arial"/>
              <a:defRPr sz="1500"/>
            </a:lvl5pPr>
          </a:lstStyle>
          <a:p>
            <a:r>
              <a:t>Edit text by clicking. Use the "Increase/decrease list level" buttons on the Start tab to switch between the set up text levels. For an optional subheading, set the text in bold.</a:t>
            </a:r>
          </a:p>
          <a:p>
            <a:pPr lvl="1"/>
            <a:endParaRPr/>
          </a:p>
          <a:p>
            <a:pPr lvl="2"/>
            <a:endParaRPr/>
          </a:p>
          <a:p>
            <a:pPr lvl="3"/>
            <a:endParaRPr/>
          </a:p>
          <a:p>
            <a:pPr lvl="4"/>
            <a:endParaRPr/>
          </a:p>
        </p:txBody>
      </p:sp>
      <p:sp>
        <p:nvSpPr>
          <p:cNvPr id="286" name="Textplatzhalter 7"/>
          <p:cNvSpPr>
            <a:spLocks noGrp="1"/>
          </p:cNvSpPr>
          <p:nvPr>
            <p:ph type="body" sz="quarter" idx="22" hasCustomPrompt="1"/>
          </p:nvPr>
        </p:nvSpPr>
        <p:spPr>
          <a:xfrm>
            <a:off x="4008436" y="5805280"/>
            <a:ext cx="7704002" cy="144001"/>
          </a:xfrm>
          <a:prstGeom prst="rect">
            <a:avLst/>
          </a:prstGeom>
        </p:spPr>
        <p:txBody>
          <a:bodyPr anchor="b"/>
          <a:lstStyle>
            <a:lvl1pPr marL="0" indent="0">
              <a:lnSpc>
                <a:spcPct val="100000"/>
              </a:lnSpc>
              <a:spcBef>
                <a:spcPts val="0"/>
              </a:spcBef>
              <a:buSzTx/>
              <a:buNone/>
              <a:defRPr sz="800"/>
            </a:lvl1pPr>
          </a:lstStyle>
          <a:p>
            <a:r>
              <a:t>Footnote/Source</a:t>
            </a:r>
          </a:p>
        </p:txBody>
      </p:sp>
      <p:sp>
        <p:nvSpPr>
          <p:cNvPr id="28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 name="Footer Placeholder 5">
            <a:extLst>
              <a:ext uri="{FF2B5EF4-FFF2-40B4-BE49-F238E27FC236}">
                <a16:creationId xmlns:a16="http://schemas.microsoft.com/office/drawing/2014/main" id="{FEA35CBD-A9FF-81FB-273F-B116E964AB5B}"/>
              </a:ext>
            </a:extLst>
          </p:cNvPr>
          <p:cNvSpPr txBox="1"/>
          <p:nvPr userDrawn="1"/>
        </p:nvSpPr>
        <p:spPr>
          <a:xfrm>
            <a:off x="6312023" y="6407836"/>
            <a:ext cx="5040562" cy="12700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spAutoFit/>
          </a:bodyPr>
          <a:lstStyle>
            <a:lvl1pPr algn="r">
              <a:spcBef>
                <a:spcPts val="300"/>
              </a:spcBef>
              <a:defRPr sz="800">
                <a:solidFill>
                  <a:schemeClr val="accent1"/>
                </a:solidFill>
              </a:defRPr>
            </a:lvl1pPr>
          </a:lstStyle>
          <a:p>
            <a:r>
              <a:t>Mental health    |     ONLY FOR INTERNAL USE</a:t>
            </a:r>
          </a:p>
        </p:txBody>
      </p:sp>
      <p:pic>
        <p:nvPicPr>
          <p:cNvPr id="4" name="Grafik 10" descr="Grafik 10">
            <a:extLst>
              <a:ext uri="{FF2B5EF4-FFF2-40B4-BE49-F238E27FC236}">
                <a16:creationId xmlns:a16="http://schemas.microsoft.com/office/drawing/2014/main" id="{5C1D5290-2741-57E6-55C4-1C9A6C20C0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79423" y="6165000"/>
            <a:ext cx="1234801" cy="372728"/>
          </a:xfrm>
          <a:prstGeom prst="rect">
            <a:avLst/>
          </a:prstGeom>
          <a:ln w="12700">
            <a:miter lim="400000"/>
          </a:ln>
        </p:spPr>
      </p:pic>
      <p:sp>
        <p:nvSpPr>
          <p:cNvPr id="9" name="Picture Placeholder 8">
            <a:extLst>
              <a:ext uri="{FF2B5EF4-FFF2-40B4-BE49-F238E27FC236}">
                <a16:creationId xmlns:a16="http://schemas.microsoft.com/office/drawing/2014/main" id="{0FB5A94D-0B9C-3A2B-2D68-3A77C7AF9DF5}"/>
              </a:ext>
            </a:extLst>
          </p:cNvPr>
          <p:cNvSpPr>
            <a:spLocks noGrp="1"/>
          </p:cNvSpPr>
          <p:nvPr>
            <p:ph type="pic" sz="quarter" idx="23" hasCustomPrompt="1"/>
          </p:nvPr>
        </p:nvSpPr>
        <p:spPr>
          <a:xfrm>
            <a:off x="-249" y="12173"/>
            <a:ext cx="3575050" cy="6858000"/>
          </a:xfrm>
        </p:spPr>
        <p:txBody>
          <a:bodyPr>
            <a:normAutofit/>
          </a:bodyPr>
          <a:lstStyle>
            <a:lvl1pPr marL="0" indent="0" algn="ctr">
              <a:buNone/>
              <a:defRPr sz="1800">
                <a:solidFill>
                  <a:srgbClr val="FFFFFF"/>
                </a:solidFill>
              </a:defRPr>
            </a:lvl1pPr>
          </a:lstStyle>
          <a:p>
            <a:r>
              <a:rPr lang="en-US"/>
              <a:t>&lt;Right click to change image or delete text box to keep existing image&gt;</a:t>
            </a:r>
          </a:p>
        </p:txBody>
      </p:sp>
    </p:spTree>
    <p:extLst>
      <p:ext uri="{BB962C8B-B14F-4D97-AF65-F5344CB8AC3E}">
        <p14:creationId xmlns:p14="http://schemas.microsoft.com/office/powerpoint/2010/main" val="3390840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NR2B timeline overview and deliverable plan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59572840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endParaRPr lang="en-US"/>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83763831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MAP</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99939082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81864295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HPSC || November 30th, 2023</a:t>
            </a:r>
          </a:p>
        </p:txBody>
      </p:sp>
    </p:spTree>
    <p:extLst>
      <p:ext uri="{BB962C8B-B14F-4D97-AF65-F5344CB8AC3E}">
        <p14:creationId xmlns:p14="http://schemas.microsoft.com/office/powerpoint/2010/main" val="2338609672"/>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HPSC || November 30th, 2023</a:t>
            </a:r>
          </a:p>
        </p:txBody>
      </p:sp>
    </p:spTree>
    <p:extLst>
      <p:ext uri="{BB962C8B-B14F-4D97-AF65-F5344CB8AC3E}">
        <p14:creationId xmlns:p14="http://schemas.microsoft.com/office/powerpoint/2010/main" val="4069557211"/>
      </p:ext>
    </p:extLst>
  </p:cSld>
  <p:clrMapOvr>
    <a:masterClrMapping/>
  </p:clrMapOvr>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HPSC || November 30th, 2023</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45841461"/>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HPSC || November 30th, 2023</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17290302"/>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HPSC || November 30th, 2023</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6503717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HPSC || November 30th, 2023</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5267347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HPSC || November 30th, 2023</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27537784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HPSC || November 30th, 2023</a:t>
            </a:r>
          </a:p>
        </p:txBody>
      </p:sp>
    </p:spTree>
    <p:extLst>
      <p:ext uri="{BB962C8B-B14F-4D97-AF65-F5344CB8AC3E}">
        <p14:creationId xmlns:p14="http://schemas.microsoft.com/office/powerpoint/2010/main" val="403848895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HPSC || November 30th, 2023</a:t>
            </a:r>
          </a:p>
        </p:txBody>
      </p:sp>
    </p:spTree>
    <p:extLst>
      <p:ext uri="{BB962C8B-B14F-4D97-AF65-F5344CB8AC3E}">
        <p14:creationId xmlns:p14="http://schemas.microsoft.com/office/powerpoint/2010/main" val="144316879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HPSC || November 30th, 2023</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8072011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HPSC || November 30th, 2023</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75580515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HPSC || November 30th, 2023</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86633535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HPSC || November 30th, 2023</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68609916"/>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HPSC || November 30th, 2023</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16405778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HPSC || November 30th, 2023</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40937452"/>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HPSC || November 30th, 2023</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50707210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HPSC || November 30th, 2023</a:t>
            </a:r>
          </a:p>
        </p:txBody>
      </p:sp>
    </p:spTree>
    <p:extLst>
      <p:ext uri="{BB962C8B-B14F-4D97-AF65-F5344CB8AC3E}">
        <p14:creationId xmlns:p14="http://schemas.microsoft.com/office/powerpoint/2010/main" val="4275582774"/>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HPSC || November 30th, 2023</a:t>
            </a:r>
          </a:p>
        </p:txBody>
      </p:sp>
    </p:spTree>
    <p:extLst>
      <p:ext uri="{BB962C8B-B14F-4D97-AF65-F5344CB8AC3E}">
        <p14:creationId xmlns:p14="http://schemas.microsoft.com/office/powerpoint/2010/main" val="397459595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HPSC || November 30th, 2023</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2555043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HPSC || November 30th, 2023</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8400390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HPSC || November 30th, 2023</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531797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HPSC || November 30th, 2023</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4036463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HPSC || November 30th, 2023</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071178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HPSC || November 30th, 2023</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4084239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HPSC || November 30th, 2023</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9548023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HPSC || November 30th, 2023</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74983896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HPSC || November 30th, 2023</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67343735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HPSC || November 30th, 2023</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25638323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HPSC || November 30th, 2023</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76629684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HPSC || November 30th, 2023</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06021737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HPSC || November 30th, 2023</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715275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HPSC || November 30th, 2023</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6690759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HPSC || November 30th, 2023</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3679454707"/>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GB"/>
              <a:t>HPSC || November 30th, 2023</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pic>
        <p:nvPicPr>
          <p:cNvPr id="13" name="Picture 12" descr="Logo&#10;&#10;Description automatically generated">
            <a:extLst>
              <a:ext uri="{FF2B5EF4-FFF2-40B4-BE49-F238E27FC236}">
                <a16:creationId xmlns:a16="http://schemas.microsoft.com/office/drawing/2014/main" id="{C8E0CD44-052B-4D40-8732-A9F232AE0B9F}"/>
              </a:ext>
            </a:extLst>
          </p:cNvPr>
          <p:cNvPicPr>
            <a:picLocks noChangeAspect="1"/>
          </p:cNvPicPr>
          <p:nvPr userDrawn="1"/>
        </p:nvPicPr>
        <p:blipFill>
          <a:blip r:embed="rId3"/>
          <a:stretch>
            <a:fillRect/>
          </a:stretch>
        </p:blipFill>
        <p:spPr>
          <a:xfrm>
            <a:off x="10353600" y="105206"/>
            <a:ext cx="1348491" cy="758527"/>
          </a:xfrm>
          <a:prstGeom prst="rect">
            <a:avLst/>
          </a:prstGeom>
        </p:spPr>
      </p:pic>
      <p:sp>
        <p:nvSpPr>
          <p:cNvPr id="2" name="Title 1">
            <a:extLst>
              <a:ext uri="{FF2B5EF4-FFF2-40B4-BE49-F238E27FC236}">
                <a16:creationId xmlns:a16="http://schemas.microsoft.com/office/drawing/2014/main" id="{8B224024-1DED-4786-A6E1-5511CE011B75}"/>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7651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GB" noProof="0"/>
              <a:t>HPSC || November 30th, 2023</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pic>
        <p:nvPicPr>
          <p:cNvPr id="10" name="Picture 9" descr="Logo&#10;&#10;Description automatically generated">
            <a:extLst>
              <a:ext uri="{FF2B5EF4-FFF2-40B4-BE49-F238E27FC236}">
                <a16:creationId xmlns:a16="http://schemas.microsoft.com/office/drawing/2014/main" id="{F365873A-D813-48DD-AD62-696B35460FBD}"/>
              </a:ext>
            </a:extLst>
          </p:cNvPr>
          <p:cNvPicPr>
            <a:picLocks noChangeAspect="1"/>
          </p:cNvPicPr>
          <p:nvPr userDrawn="1"/>
        </p:nvPicPr>
        <p:blipFill>
          <a:blip r:embed="rId3"/>
          <a:stretch>
            <a:fillRect/>
          </a:stretch>
        </p:blipFill>
        <p:spPr>
          <a:xfrm>
            <a:off x="10353600" y="105206"/>
            <a:ext cx="1348491" cy="758527"/>
          </a:xfrm>
          <a:prstGeom prst="rect">
            <a:avLst/>
          </a:prstGeom>
        </p:spPr>
      </p:pic>
      <p:sp>
        <p:nvSpPr>
          <p:cNvPr id="2" name="Title 1">
            <a:extLst>
              <a:ext uri="{FF2B5EF4-FFF2-40B4-BE49-F238E27FC236}">
                <a16:creationId xmlns:a16="http://schemas.microsoft.com/office/drawing/2014/main" id="{28188C5C-46ED-46C5-A9D3-77BFE67DEBC3}"/>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1986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0"/>
            <a:ext cx="10980424" cy="1213024"/>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8"/>
            <a:ext cx="5412315" cy="60651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251154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OneTitl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58955689-6D54-40FB-D5A7-6EDD4870E367}"/>
              </a:ext>
            </a:extLst>
          </p:cNvPr>
          <p:cNvSpPr>
            <a:spLocks noGrp="1"/>
          </p:cNvSpPr>
          <p:nvPr>
            <p:ph type="dt" sz="half" idx="10"/>
          </p:nvPr>
        </p:nvSpPr>
        <p:spPr/>
        <p:txBody>
          <a:bodyPr/>
          <a:lstStyle/>
          <a:p>
            <a:fld id="{360BD846-A27D-4089-BFD5-0789412F39BF}" type="datetime1">
              <a:rPr lang="en-GB" smtClean="0"/>
              <a:pPr/>
              <a:t>14/05/2025</a:t>
            </a:fld>
            <a:endParaRPr lang="en-GB"/>
          </a:p>
        </p:txBody>
      </p:sp>
      <p:sp>
        <p:nvSpPr>
          <p:cNvPr id="4" name="Fußzeilenplatzhalter 3">
            <a:extLst>
              <a:ext uri="{FF2B5EF4-FFF2-40B4-BE49-F238E27FC236}">
                <a16:creationId xmlns:a16="http://schemas.microsoft.com/office/drawing/2014/main" id="{0CE513A6-EA8D-860E-8376-7808B0CE7FDC}"/>
              </a:ext>
            </a:extLst>
          </p:cNvPr>
          <p:cNvSpPr>
            <a:spLocks noGrp="1"/>
          </p:cNvSpPr>
          <p:nvPr>
            <p:ph type="ftr" sz="quarter" idx="11"/>
          </p:nvPr>
        </p:nvSpPr>
        <p:spPr/>
        <p:txBody>
          <a:bodyPr/>
          <a:lstStyle/>
          <a:p>
            <a:endParaRPr lang="en-GB"/>
          </a:p>
        </p:txBody>
      </p:sp>
      <p:sp>
        <p:nvSpPr>
          <p:cNvPr id="5" name="Foliennummernplatzhalter 4">
            <a:extLst>
              <a:ext uri="{FF2B5EF4-FFF2-40B4-BE49-F238E27FC236}">
                <a16:creationId xmlns:a16="http://schemas.microsoft.com/office/drawing/2014/main" id="{8EF1F56D-F0CB-266A-EF74-AD370C320686}"/>
              </a:ext>
            </a:extLst>
          </p:cNvPr>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platzhalter 32">
            <a:extLst>
              <a:ext uri="{FF2B5EF4-FFF2-40B4-BE49-F238E27FC236}">
                <a16:creationId xmlns:a16="http://schemas.microsoft.com/office/drawing/2014/main" id="{46FD3D84-F513-9A6C-5595-1AF69C006D62}"/>
              </a:ext>
            </a:extLst>
          </p:cNvPr>
          <p:cNvSpPr>
            <a:spLocks noGrp="1"/>
          </p:cNvSpPr>
          <p:nvPr>
            <p:ph type="title"/>
          </p:nvPr>
        </p:nvSpPr>
        <p:spPr>
          <a:xfrm>
            <a:off x="496926" y="512300"/>
            <a:ext cx="11211277" cy="390883"/>
          </a:xfrm>
          <a:prstGeom prst="rect">
            <a:avLst/>
          </a:prstGeom>
        </p:spPr>
        <p:txBody>
          <a:bodyPr vert="horz" lIns="0" tIns="0" rIns="0" bIns="0" rtlCol="0" anchor="ctr">
            <a:noAutofit/>
          </a:bodyPr>
          <a:lstStyle/>
          <a:p>
            <a:r>
              <a:rPr lang="de-DE"/>
              <a:t>First </a:t>
            </a:r>
            <a:r>
              <a:rPr lang="de-DE" err="1"/>
              <a:t>level</a:t>
            </a:r>
            <a:r>
              <a:rPr lang="de-DE"/>
              <a:t> title</a:t>
            </a:r>
          </a:p>
        </p:txBody>
      </p:sp>
    </p:spTree>
    <p:extLst>
      <p:ext uri="{BB962C8B-B14F-4D97-AF65-F5344CB8AC3E}">
        <p14:creationId xmlns:p14="http://schemas.microsoft.com/office/powerpoint/2010/main" val="19528972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cSld name="Standard page_01">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9EB5158E-0BC0-4A51-8A87-1F608CCC985F}"/>
              </a:ext>
            </a:extLst>
          </p:cNvPr>
          <p:cNvSpPr/>
          <p:nvPr userDrawn="1"/>
        </p:nvSpPr>
        <p:spPr>
          <a:xfrm>
            <a:off x="0" y="6202839"/>
            <a:ext cx="12192000" cy="655161"/>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2" name="Rechteck 10">
            <a:extLst>
              <a:ext uri="{FF2B5EF4-FFF2-40B4-BE49-F238E27FC236}">
                <a16:creationId xmlns:a16="http://schemas.microsoft.com/office/drawing/2014/main" id="{B26DA356-8178-4400-8EDA-5B539A41C364}"/>
              </a:ext>
            </a:extLst>
          </p:cNvPr>
          <p:cNvSpPr/>
          <p:nvPr userDrawn="1"/>
        </p:nvSpPr>
        <p:spPr>
          <a:xfrm rot="10800000">
            <a:off x="-1607" y="-801"/>
            <a:ext cx="12192000" cy="819507"/>
          </a:xfrm>
          <a:prstGeom prst="rect">
            <a:avLst/>
          </a:prstGeom>
          <a:gradFill flip="none" rotWithShape="1">
            <a:gsLst>
              <a:gs pos="53000">
                <a:schemeClr val="bg1"/>
              </a:gs>
              <a:gs pos="0">
                <a:srgbClr val="6699CC">
                  <a:alpha val="40000"/>
                </a:srgbClr>
              </a:gs>
              <a:gs pos="100000">
                <a:srgbClr val="FFFFFF"/>
              </a:gs>
            </a:gsLst>
            <a:lin ang="135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r>
              <a:rPr lang="en-US"/>
              <a:t>October 14th 2022</a:t>
            </a:r>
            <a:endParaRPr lang="en-GB"/>
          </a:p>
        </p:txBody>
      </p:sp>
      <p:sp>
        <p:nvSpPr>
          <p:cNvPr id="4" name="Fußzeilenplatzhalter 3"/>
          <p:cNvSpPr>
            <a:spLocks noGrp="1"/>
          </p:cNvSpPr>
          <p:nvPr>
            <p:ph type="ftr" sz="quarter" idx="11"/>
          </p:nvPr>
        </p:nvSpPr>
        <p:spPr/>
        <p:txBody>
          <a:bodyPr/>
          <a:lstStyle/>
          <a:p>
            <a:r>
              <a:rPr lang="en-GB"/>
              <a:t>HPSC 05/2022    -CONFIDENTIAL-</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387429"/>
            <a:ext cx="9709702" cy="492443"/>
          </a:xfrm>
        </p:spPr>
        <p:txBody>
          <a:bodyPr/>
          <a:lstStyle/>
          <a:p>
            <a:r>
              <a:rPr lang="en-GB" noProof="0"/>
              <a:t>Click to add headline</a:t>
            </a:r>
          </a:p>
        </p:txBody>
      </p:sp>
      <p:pic>
        <p:nvPicPr>
          <p:cNvPr id="10"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pic>
        <p:nvPicPr>
          <p:cNvPr id="9" name="Picture 8" descr="Logo, company name&#10;&#10;Description automatically generated">
            <a:extLst>
              <a:ext uri="{FF2B5EF4-FFF2-40B4-BE49-F238E27FC236}">
                <a16:creationId xmlns:a16="http://schemas.microsoft.com/office/drawing/2014/main" id="{99CDD3B7-5AFA-4C53-94F6-221A346E600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94069" y="194389"/>
            <a:ext cx="1882285" cy="757533"/>
          </a:xfrm>
          <a:prstGeom prst="rect">
            <a:avLst/>
          </a:prstGeom>
        </p:spPr>
      </p:pic>
    </p:spTree>
    <p:extLst>
      <p:ext uri="{BB962C8B-B14F-4D97-AF65-F5344CB8AC3E}">
        <p14:creationId xmlns:p14="http://schemas.microsoft.com/office/powerpoint/2010/main" val="57347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34" Type="http://schemas.openxmlformats.org/officeDocument/2006/relationships/theme" Target="../theme/theme2.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image" Target="../media/image2.svg"/><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image" Target="../media/image2.svg"/><Relationship Id="rId3" Type="http://schemas.openxmlformats.org/officeDocument/2006/relationships/slideLayout" Target="../slideLayouts/slideLayout70.xml"/><Relationship Id="rId21" Type="http://schemas.openxmlformats.org/officeDocument/2006/relationships/slideLayout" Target="../slideLayouts/slideLayout88.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image" Target="../media/image1.png"/><Relationship Id="rId2" Type="http://schemas.openxmlformats.org/officeDocument/2006/relationships/slideLayout" Target="../slideLayouts/slideLayout69.xml"/><Relationship Id="rId16" Type="http://schemas.openxmlformats.org/officeDocument/2006/relationships/slideLayout" Target="../slideLayouts/slideLayout83.xml"/><Relationship Id="rId20" Type="http://schemas.openxmlformats.org/officeDocument/2006/relationships/slideLayout" Target="../slideLayouts/slideLayout87.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24" Type="http://schemas.openxmlformats.org/officeDocument/2006/relationships/theme" Target="../theme/theme3.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10" Type="http://schemas.openxmlformats.org/officeDocument/2006/relationships/slideLayout" Target="../slideLayouts/slideLayout77.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slideLayout" Target="../slideLayouts/slideLayout103.xml"/><Relationship Id="rId18" Type="http://schemas.openxmlformats.org/officeDocument/2006/relationships/slideLayout" Target="../slideLayouts/slideLayout108.xml"/><Relationship Id="rId26" Type="http://schemas.openxmlformats.org/officeDocument/2006/relationships/slideLayout" Target="../slideLayouts/slideLayout116.xml"/><Relationship Id="rId39" Type="http://schemas.openxmlformats.org/officeDocument/2006/relationships/theme" Target="../theme/theme4.xml"/><Relationship Id="rId3" Type="http://schemas.openxmlformats.org/officeDocument/2006/relationships/slideLayout" Target="../slideLayouts/slideLayout93.xml"/><Relationship Id="rId21" Type="http://schemas.openxmlformats.org/officeDocument/2006/relationships/slideLayout" Target="../slideLayouts/slideLayout111.xml"/><Relationship Id="rId34" Type="http://schemas.openxmlformats.org/officeDocument/2006/relationships/slideLayout" Target="../slideLayouts/slideLayout124.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17" Type="http://schemas.openxmlformats.org/officeDocument/2006/relationships/slideLayout" Target="../slideLayouts/slideLayout107.xml"/><Relationship Id="rId25" Type="http://schemas.openxmlformats.org/officeDocument/2006/relationships/slideLayout" Target="../slideLayouts/slideLayout115.xml"/><Relationship Id="rId33" Type="http://schemas.openxmlformats.org/officeDocument/2006/relationships/slideLayout" Target="../slideLayouts/slideLayout123.xml"/><Relationship Id="rId38" Type="http://schemas.openxmlformats.org/officeDocument/2006/relationships/slideLayout" Target="../slideLayouts/slideLayout128.xml"/><Relationship Id="rId2" Type="http://schemas.openxmlformats.org/officeDocument/2006/relationships/slideLayout" Target="../slideLayouts/slideLayout92.xml"/><Relationship Id="rId16" Type="http://schemas.openxmlformats.org/officeDocument/2006/relationships/slideLayout" Target="../slideLayouts/slideLayout106.xml"/><Relationship Id="rId20" Type="http://schemas.openxmlformats.org/officeDocument/2006/relationships/slideLayout" Target="../slideLayouts/slideLayout110.xml"/><Relationship Id="rId29" Type="http://schemas.openxmlformats.org/officeDocument/2006/relationships/slideLayout" Target="../slideLayouts/slideLayout119.xml"/><Relationship Id="rId41" Type="http://schemas.openxmlformats.org/officeDocument/2006/relationships/image" Target="../media/image2.svg"/><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24" Type="http://schemas.openxmlformats.org/officeDocument/2006/relationships/slideLayout" Target="../slideLayouts/slideLayout114.xml"/><Relationship Id="rId32" Type="http://schemas.openxmlformats.org/officeDocument/2006/relationships/slideLayout" Target="../slideLayouts/slideLayout122.xml"/><Relationship Id="rId37" Type="http://schemas.openxmlformats.org/officeDocument/2006/relationships/slideLayout" Target="../slideLayouts/slideLayout127.xml"/><Relationship Id="rId40" Type="http://schemas.openxmlformats.org/officeDocument/2006/relationships/image" Target="../media/image1.png"/><Relationship Id="rId5" Type="http://schemas.openxmlformats.org/officeDocument/2006/relationships/slideLayout" Target="../slideLayouts/slideLayout95.xml"/><Relationship Id="rId15" Type="http://schemas.openxmlformats.org/officeDocument/2006/relationships/slideLayout" Target="../slideLayouts/slideLayout105.xml"/><Relationship Id="rId23" Type="http://schemas.openxmlformats.org/officeDocument/2006/relationships/slideLayout" Target="../slideLayouts/slideLayout113.xml"/><Relationship Id="rId28" Type="http://schemas.openxmlformats.org/officeDocument/2006/relationships/slideLayout" Target="../slideLayouts/slideLayout118.xml"/><Relationship Id="rId36" Type="http://schemas.openxmlformats.org/officeDocument/2006/relationships/slideLayout" Target="../slideLayouts/slideLayout126.xml"/><Relationship Id="rId10" Type="http://schemas.openxmlformats.org/officeDocument/2006/relationships/slideLayout" Target="../slideLayouts/slideLayout100.xml"/><Relationship Id="rId19" Type="http://schemas.openxmlformats.org/officeDocument/2006/relationships/slideLayout" Target="../slideLayouts/slideLayout109.xml"/><Relationship Id="rId31" Type="http://schemas.openxmlformats.org/officeDocument/2006/relationships/slideLayout" Target="../slideLayouts/slideLayout121.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slideLayout" Target="../slideLayouts/slideLayout104.xml"/><Relationship Id="rId22" Type="http://schemas.openxmlformats.org/officeDocument/2006/relationships/slideLayout" Target="../slideLayouts/slideLayout112.xml"/><Relationship Id="rId27" Type="http://schemas.openxmlformats.org/officeDocument/2006/relationships/slideLayout" Target="../slideLayouts/slideLayout117.xml"/><Relationship Id="rId30" Type="http://schemas.openxmlformats.org/officeDocument/2006/relationships/slideLayout" Target="../slideLayouts/slideLayout120.xml"/><Relationship Id="rId35"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ltLang="zh-CN"/>
              <a:t>MAP </a:t>
            </a:r>
            <a:r>
              <a:rPr lang="en-US"/>
              <a:t>|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cstate="hqprint">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037658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ltLang="zh-CN"/>
              <a:t>MAP</a:t>
            </a:r>
            <a:r>
              <a:rPr lang="en-US"/>
              <a:t>|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cstate="hqprint">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41616421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Lst>
  <p:hf hdr="0" dt="0"/>
  <p:txStyles>
    <p:title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kumimoji="1"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kumimoji="1"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kumimoji="1"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kumimoji="1"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9pPr>
    </p:bodyStyle>
    <p:otherStyle>
      <a:defPPr>
        <a:defRPr lang="de-DE"/>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25" cstate="screen">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375593536"/>
      </p:ext>
    </p:extLst>
  </p:cSld>
  <p:clrMap bg1="lt1" tx1="dk1" bg2="lt2" tx2="dk2" accent1="accent1" accent2="accent2" accent3="accent3" accent4="accent4" accent5="accent5" accent6="accent6" hlink="hlink" folHlink="folHlink"/>
  <p:sldLayoutIdLst>
    <p:sldLayoutId id="2147484076" r:id="rId1"/>
    <p:sldLayoutId id="2147484077" r:id="rId2"/>
    <p:sldLayoutId id="2147484078" r:id="rId3"/>
    <p:sldLayoutId id="2147484079" r:id="rId4"/>
    <p:sldLayoutId id="2147484080" r:id="rId5"/>
    <p:sldLayoutId id="2147484081" r:id="rId6"/>
    <p:sldLayoutId id="2147484082" r:id="rId7"/>
    <p:sldLayoutId id="2147484083" r:id="rId8"/>
    <p:sldLayoutId id="2147484084" r:id="rId9"/>
    <p:sldLayoutId id="2147484085" r:id="rId10"/>
    <p:sldLayoutId id="2147484086" r:id="rId11"/>
    <p:sldLayoutId id="2147484087" r:id="rId12"/>
    <p:sldLayoutId id="2147484088" r:id="rId13"/>
    <p:sldLayoutId id="2147484089" r:id="rId14"/>
    <p:sldLayoutId id="2147484090" r:id="rId15"/>
    <p:sldLayoutId id="2147484091" r:id="rId16"/>
    <p:sldLayoutId id="2147484092" r:id="rId17"/>
    <p:sldLayoutId id="2147484093" r:id="rId18"/>
    <p:sldLayoutId id="2147484094" r:id="rId19"/>
    <p:sldLayoutId id="2147484095" r:id="rId20"/>
    <p:sldLayoutId id="2147484097" r:id="rId21"/>
    <p:sldLayoutId id="2147484246" r:id="rId22"/>
    <p:sldLayoutId id="2147484519" r:id="rId23"/>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HPSC || November 30th, 2023</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32606961"/>
      </p:ext>
    </p:extLst>
  </p:cSld>
  <p:clrMap bg1="lt1" tx1="dk1" bg2="lt2" tx2="dk2" accent1="accent1" accent2="accent2" accent3="accent3" accent4="accent4" accent5="accent5" accent6="accent6" hlink="hlink" folHlink="folHlink"/>
  <p:sldLayoutIdLst>
    <p:sldLayoutId id="2147484439" r:id="rId1"/>
    <p:sldLayoutId id="2147484440" r:id="rId2"/>
    <p:sldLayoutId id="2147484441" r:id="rId3"/>
    <p:sldLayoutId id="2147484442" r:id="rId4"/>
    <p:sldLayoutId id="2147484443" r:id="rId5"/>
    <p:sldLayoutId id="2147484444" r:id="rId6"/>
    <p:sldLayoutId id="2147484445" r:id="rId7"/>
    <p:sldLayoutId id="2147484446" r:id="rId8"/>
    <p:sldLayoutId id="2147484447" r:id="rId9"/>
    <p:sldLayoutId id="2147484448" r:id="rId10"/>
    <p:sldLayoutId id="2147484449" r:id="rId11"/>
    <p:sldLayoutId id="2147484450" r:id="rId12"/>
    <p:sldLayoutId id="2147484451" r:id="rId13"/>
    <p:sldLayoutId id="2147484452" r:id="rId14"/>
    <p:sldLayoutId id="2147484453" r:id="rId15"/>
    <p:sldLayoutId id="2147484454" r:id="rId16"/>
    <p:sldLayoutId id="2147484455" r:id="rId17"/>
    <p:sldLayoutId id="2147484456" r:id="rId18"/>
    <p:sldLayoutId id="2147484457" r:id="rId19"/>
    <p:sldLayoutId id="2147484458" r:id="rId20"/>
    <p:sldLayoutId id="2147484459" r:id="rId21"/>
    <p:sldLayoutId id="2147484460" r:id="rId22"/>
    <p:sldLayoutId id="2147484461" r:id="rId23"/>
    <p:sldLayoutId id="2147484462" r:id="rId24"/>
    <p:sldLayoutId id="2147484463" r:id="rId25"/>
    <p:sldLayoutId id="2147484464" r:id="rId26"/>
    <p:sldLayoutId id="2147484465" r:id="rId27"/>
    <p:sldLayoutId id="2147484466" r:id="rId28"/>
    <p:sldLayoutId id="2147484467" r:id="rId29"/>
    <p:sldLayoutId id="2147484468" r:id="rId30"/>
    <p:sldLayoutId id="2147484469" r:id="rId31"/>
    <p:sldLayoutId id="2147484470" r:id="rId32"/>
    <p:sldLayoutId id="2147484471" r:id="rId33"/>
    <p:sldLayoutId id="2147484472" r:id="rId34"/>
    <p:sldLayoutId id="2147484473" r:id="rId35"/>
    <p:sldLayoutId id="2147484474" r:id="rId36"/>
    <p:sldLayoutId id="2147484475" r:id="rId37"/>
    <p:sldLayoutId id="2147484476" r:id="rId38"/>
  </p:sldLayoutIdLst>
  <p:hf sldNum="0"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svg"/><Relationship Id="rId7" Type="http://schemas.openxmlformats.org/officeDocument/2006/relationships/image" Target="../media/image53.svg"/><Relationship Id="rId2" Type="http://schemas.openxmlformats.org/officeDocument/2006/relationships/image" Target="../media/image48.png"/><Relationship Id="rId1" Type="http://schemas.openxmlformats.org/officeDocument/2006/relationships/slideLayout" Target="../slideLayouts/slideLayout11.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image" Target="../media/image5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63.xml"/><Relationship Id="rId4" Type="http://schemas.openxmlformats.org/officeDocument/2006/relationships/image" Target="../media/image58.jpeg"/></Relationships>
</file>

<file path=ppt/slides/_rels/slide7.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3" Type="http://schemas.openxmlformats.org/officeDocument/2006/relationships/image" Target="../media/image60.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47" Type="http://schemas.openxmlformats.org/officeDocument/2006/relationships/image" Target="../media/image104.jpeg"/><Relationship Id="rId7" Type="http://schemas.openxmlformats.org/officeDocument/2006/relationships/image" Target="../media/image64.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 Id="rId46" Type="http://schemas.openxmlformats.org/officeDocument/2006/relationships/image" Target="../media/image103.png"/><Relationship Id="rId2" Type="http://schemas.openxmlformats.org/officeDocument/2006/relationships/image" Target="../media/image59.png"/><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44.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45" Type="http://schemas.openxmlformats.org/officeDocument/2006/relationships/image" Target="../media/image102.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4" Type="http://schemas.openxmlformats.org/officeDocument/2006/relationships/image" Target="../media/image101.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48" Type="http://schemas.openxmlformats.org/officeDocument/2006/relationships/image" Target="../media/image105.JFI"/></Relationships>
</file>

<file path=ppt/slides/_rels/slide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svg"/><Relationship Id="rId7" Type="http://schemas.openxmlformats.org/officeDocument/2006/relationships/image" Target="../media/image53.svg"/><Relationship Id="rId2" Type="http://schemas.openxmlformats.org/officeDocument/2006/relationships/image" Target="../media/image48.png"/><Relationship Id="rId1" Type="http://schemas.openxmlformats.org/officeDocument/2006/relationships/slideLayout" Target="../slideLayouts/slideLayout44.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9" Type="http://schemas.openxmlformats.org/officeDocument/2006/relationships/image" Target="../media/image5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dirty="0"/>
              <a:t>Medical Advisory Panel (MAP) Meeting</a:t>
            </a:r>
            <a:br>
              <a:rPr lang="en-US" sz="3200" dirty="0"/>
            </a:br>
            <a:r>
              <a:rPr lang="en-US" sz="3200" dirty="0"/>
              <a:t>TA MHEH Update</a:t>
            </a:r>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pPr lvl="1"/>
            <a:r>
              <a:rPr lang="en-US" altLang="zh-CN" dirty="0"/>
              <a:t>Meiruo LIU </a:t>
            </a:r>
            <a:r>
              <a:rPr lang="en-US" dirty="0"/>
              <a:t>| 15</a:t>
            </a:r>
            <a:r>
              <a:rPr lang="en-US" baseline="30000" dirty="0"/>
              <a:t>th</a:t>
            </a:r>
            <a:r>
              <a:rPr lang="zh-CN" altLang="en-US" dirty="0"/>
              <a:t> </a:t>
            </a:r>
            <a:r>
              <a:rPr lang="en-US" dirty="0"/>
              <a:t>May 2025</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r>
              <a:rPr lang="en-US"/>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indent="-180000" algn="l">
              <a:buFont typeface="Arial" panose="020B0604020202020204" pitchFamily="34" charset="0"/>
              <a:buChar char="•"/>
            </a:pPr>
            <a:endParaRPr lang="en-US" sz="1600"/>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wordmark:</a:t>
            </a:r>
          </a:p>
          <a:p>
            <a:pPr marL="144000" indent="-144000">
              <a:lnSpc>
                <a:spcPct val="120000"/>
              </a:lnSpc>
              <a:spcAft>
                <a:spcPts val="600"/>
              </a:spcAft>
              <a:buFont typeface="+mj-lt"/>
              <a:buAutoNum type="arabicPeriod"/>
            </a:pPr>
            <a:r>
              <a:rPr lang="en-US" sz="900">
                <a:solidFill>
                  <a:schemeClr val="tx1"/>
                </a:solidFill>
                <a:effectLst/>
                <a:latin typeface="+mn-lt"/>
              </a:rPr>
              <a:t>Add (e.g. via drag and drop) your wordmark file (in RGB) to this slide (in alignment with our brand governance and architecture guidelines)</a:t>
            </a:r>
          </a:p>
          <a:p>
            <a:pPr marL="144000" indent="-144000">
              <a:lnSpc>
                <a:spcPct val="120000"/>
              </a:lnSpc>
              <a:spcAft>
                <a:spcPts val="600"/>
              </a:spcAft>
              <a:buFont typeface="+mj-lt"/>
              <a:buAutoNum type="arabicPeriod"/>
            </a:pPr>
            <a:r>
              <a:rPr lang="en-US" sz="900">
                <a:solidFill>
                  <a:schemeClr val="tx1"/>
                </a:solidFill>
                <a:effectLst/>
                <a:latin typeface="+mn-lt"/>
              </a:rPr>
              <a:t>Change the size of the wordmark according to the height reference (magenta placeholder)</a:t>
            </a:r>
          </a:p>
          <a:p>
            <a:pPr marL="144000" indent="-144000">
              <a:lnSpc>
                <a:spcPct val="120000"/>
              </a:lnSpc>
              <a:spcAft>
                <a:spcPts val="600"/>
              </a:spcAft>
              <a:buFont typeface="+mj-lt"/>
              <a:buAutoNum type="arabicPeriod"/>
            </a:pPr>
            <a:r>
              <a:rPr lang="en-US" sz="900">
                <a:solidFill>
                  <a:schemeClr val="tx1"/>
                </a:solidFill>
                <a:effectLst/>
                <a:latin typeface="+mn-lt"/>
              </a:rPr>
              <a:t>Select the “guides” in the navigation bar and move the wordmark to the right and top line (orange)</a:t>
            </a:r>
            <a:endParaRPr lang="en-US" sz="900">
              <a:solidFill>
                <a:schemeClr val="tx1"/>
              </a:solidFill>
              <a:latin typeface="+mn-lt"/>
            </a:endParaRP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cstate="hqprint">
            <a:extLst>
              <a:ext uri="{28A0092B-C50C-407E-A947-70E740481C1C}">
                <a14:useLocalDpi xmlns:a14="http://schemas.microsoft.com/office/drawing/2010/main"/>
              </a:ext>
            </a:extLst>
          </a:blip>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1922158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Rectangle: Rounded Corners 294">
            <a:extLst>
              <a:ext uri="{FF2B5EF4-FFF2-40B4-BE49-F238E27FC236}">
                <a16:creationId xmlns:a16="http://schemas.microsoft.com/office/drawing/2014/main" id="{CD48BD37-E322-F2AF-8B64-36BAAB6CE118}"/>
              </a:ext>
            </a:extLst>
          </p:cNvPr>
          <p:cNvSpPr/>
          <p:nvPr/>
        </p:nvSpPr>
        <p:spPr bwMode="gray">
          <a:xfrm>
            <a:off x="7112204" y="4246307"/>
            <a:ext cx="5116633" cy="766490"/>
          </a:xfrm>
          <a:prstGeom prst="roundRect">
            <a:avLst/>
          </a:prstGeom>
          <a:solidFill>
            <a:srgbClr val="B7B6B2"/>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40000"/>
              </a:lnSpc>
            </a:pPr>
            <a:r>
              <a:rPr lang="en-US" altLang="zh-CN" sz="1000" i="1">
                <a:solidFill>
                  <a:srgbClr val="0070C0"/>
                </a:solidFill>
              </a:rPr>
              <a:t>Timeline to be reassessed according to the updated global timeline</a:t>
            </a:r>
            <a:endParaRPr lang="zh-CN" altLang="en-US" sz="1000" i="1">
              <a:solidFill>
                <a:srgbClr val="0070C0"/>
              </a:solidFill>
            </a:endParaRPr>
          </a:p>
        </p:txBody>
      </p:sp>
      <p:sp>
        <p:nvSpPr>
          <p:cNvPr id="9" name="Rectangle: Rounded Corners 8">
            <a:extLst>
              <a:ext uri="{FF2B5EF4-FFF2-40B4-BE49-F238E27FC236}">
                <a16:creationId xmlns:a16="http://schemas.microsoft.com/office/drawing/2014/main" id="{DC6778B2-FC87-DC49-F33A-2F4C66FD618F}"/>
              </a:ext>
            </a:extLst>
          </p:cNvPr>
          <p:cNvSpPr/>
          <p:nvPr/>
        </p:nvSpPr>
        <p:spPr bwMode="gray">
          <a:xfrm>
            <a:off x="5482568" y="5179868"/>
            <a:ext cx="5116633" cy="766490"/>
          </a:xfrm>
          <a:prstGeom prst="roundRect">
            <a:avLst/>
          </a:prstGeom>
          <a:solidFill>
            <a:srgbClr val="B7B6B2"/>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40000"/>
              </a:lnSpc>
            </a:pPr>
            <a:r>
              <a:rPr lang="en-US" altLang="zh-CN" sz="1000" i="1">
                <a:solidFill>
                  <a:srgbClr val="0070C0"/>
                </a:solidFill>
              </a:rPr>
              <a:t>Timeline to be reassessed according to the updated global timeline</a:t>
            </a:r>
            <a:endParaRPr lang="zh-CN" altLang="en-US" sz="1000" i="1">
              <a:solidFill>
                <a:srgbClr val="0070C0"/>
              </a:solidFill>
            </a:endParaRPr>
          </a:p>
        </p:txBody>
      </p:sp>
      <p:sp>
        <p:nvSpPr>
          <p:cNvPr id="3" name="AutoShape 2">
            <a:extLst>
              <a:ext uri="{FF2B5EF4-FFF2-40B4-BE49-F238E27FC236}">
                <a16:creationId xmlns:a16="http://schemas.microsoft.com/office/drawing/2014/main" id="{F333E2EE-13BD-9921-D09C-E2A4665ACCA6}"/>
              </a:ext>
            </a:extLst>
          </p:cNvPr>
          <p:cNvSpPr>
            <a:spLocks noChangeArrowheads="1"/>
          </p:cNvSpPr>
          <p:nvPr/>
        </p:nvSpPr>
        <p:spPr bwMode="gray">
          <a:xfrm>
            <a:off x="479424" y="3128556"/>
            <a:ext cx="11232000" cy="218440"/>
          </a:xfrm>
          <a:custGeom>
            <a:avLst/>
            <a:gdLst>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61211 w 10440925"/>
              <a:gd name="connsiteY5" fmla="*/ 99783 h 199566"/>
              <a:gd name="connsiteX6" fmla="*/ 0 w 10440925"/>
              <a:gd name="connsiteY6" fmla="*/ 0 h 199566"/>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0 w 10440925"/>
              <a:gd name="connsiteY5" fmla="*/ 0 h 19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40925" h="199566">
                <a:moveTo>
                  <a:pt x="0" y="0"/>
                </a:moveTo>
                <a:lnTo>
                  <a:pt x="10379714" y="0"/>
                </a:lnTo>
                <a:lnTo>
                  <a:pt x="10440925" y="99783"/>
                </a:lnTo>
                <a:lnTo>
                  <a:pt x="10379714" y="199566"/>
                </a:lnTo>
                <a:lnTo>
                  <a:pt x="0" y="199566"/>
                </a:lnTo>
                <a:lnTo>
                  <a:pt x="0" y="0"/>
                </a:lnTo>
                <a:close/>
              </a:path>
            </a:pathLst>
          </a:cu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0" tIns="37148" rIns="74295" bIns="37148" numCol="1" spcCol="0" rtlCol="0" fromWordArt="0" anchor="ctr" anchorCtr="0" forceAA="0" compatLnSpc="1">
            <a:prstTxWarp prst="textNoShape">
              <a:avLst/>
            </a:prstTxWarp>
            <a:noAutofit/>
          </a:bodyPr>
          <a:lstStyle/>
          <a:p>
            <a:pPr marL="93896" eaLnBrk="0" fontAlgn="base" hangingPunct="0">
              <a:spcBef>
                <a:spcPct val="0"/>
              </a:spcBef>
              <a:spcAft>
                <a:spcPct val="0"/>
              </a:spcAft>
              <a:defRPr/>
            </a:pPr>
            <a:endParaRPr lang="en-US" sz="975" b="1" i="1">
              <a:solidFill>
                <a:srgbClr val="FFFFFF"/>
              </a:solidFill>
              <a:latin typeface="Boehringer Forward Text"/>
              <a:cs typeface="Arial" panose="020B0604020202020204" pitchFamily="34" charset="0"/>
            </a:endParaRPr>
          </a:p>
        </p:txBody>
      </p:sp>
      <p:graphicFrame>
        <p:nvGraphicFramePr>
          <p:cNvPr id="8" name="Table 7">
            <a:extLst>
              <a:ext uri="{FF2B5EF4-FFF2-40B4-BE49-F238E27FC236}">
                <a16:creationId xmlns:a16="http://schemas.microsoft.com/office/drawing/2014/main" id="{8A9FC517-BE68-F017-872D-36A2BDC295EF}"/>
              </a:ext>
            </a:extLst>
          </p:cNvPr>
          <p:cNvGraphicFramePr>
            <a:graphicFrameLocks noGrp="1"/>
          </p:cNvGraphicFramePr>
          <p:nvPr/>
        </p:nvGraphicFramePr>
        <p:xfrm>
          <a:off x="479424" y="3346996"/>
          <a:ext cx="11230608" cy="370840"/>
        </p:xfrm>
        <a:graphic>
          <a:graphicData uri="http://schemas.openxmlformats.org/drawingml/2006/table">
            <a:tbl>
              <a:tblPr firstRow="1" bandRow="1">
                <a:tableStyleId>{2D5ABB26-0587-4C30-8999-92F81FD0307C}</a:tableStyleId>
              </a:tblPr>
              <a:tblGrid>
                <a:gridCol w="935884">
                  <a:extLst>
                    <a:ext uri="{9D8B030D-6E8A-4147-A177-3AD203B41FA5}">
                      <a16:colId xmlns:a16="http://schemas.microsoft.com/office/drawing/2014/main" val="3259948014"/>
                    </a:ext>
                  </a:extLst>
                </a:gridCol>
                <a:gridCol w="935884">
                  <a:extLst>
                    <a:ext uri="{9D8B030D-6E8A-4147-A177-3AD203B41FA5}">
                      <a16:colId xmlns:a16="http://schemas.microsoft.com/office/drawing/2014/main" val="1754446377"/>
                    </a:ext>
                  </a:extLst>
                </a:gridCol>
                <a:gridCol w="935884">
                  <a:extLst>
                    <a:ext uri="{9D8B030D-6E8A-4147-A177-3AD203B41FA5}">
                      <a16:colId xmlns:a16="http://schemas.microsoft.com/office/drawing/2014/main" val="1217927104"/>
                    </a:ext>
                  </a:extLst>
                </a:gridCol>
                <a:gridCol w="935884">
                  <a:extLst>
                    <a:ext uri="{9D8B030D-6E8A-4147-A177-3AD203B41FA5}">
                      <a16:colId xmlns:a16="http://schemas.microsoft.com/office/drawing/2014/main" val="1536033202"/>
                    </a:ext>
                  </a:extLst>
                </a:gridCol>
                <a:gridCol w="935884">
                  <a:extLst>
                    <a:ext uri="{9D8B030D-6E8A-4147-A177-3AD203B41FA5}">
                      <a16:colId xmlns:a16="http://schemas.microsoft.com/office/drawing/2014/main" val="4043156477"/>
                    </a:ext>
                  </a:extLst>
                </a:gridCol>
                <a:gridCol w="935884">
                  <a:extLst>
                    <a:ext uri="{9D8B030D-6E8A-4147-A177-3AD203B41FA5}">
                      <a16:colId xmlns:a16="http://schemas.microsoft.com/office/drawing/2014/main" val="2059884406"/>
                    </a:ext>
                  </a:extLst>
                </a:gridCol>
                <a:gridCol w="935884">
                  <a:extLst>
                    <a:ext uri="{9D8B030D-6E8A-4147-A177-3AD203B41FA5}">
                      <a16:colId xmlns:a16="http://schemas.microsoft.com/office/drawing/2014/main" val="1431727528"/>
                    </a:ext>
                  </a:extLst>
                </a:gridCol>
                <a:gridCol w="935884">
                  <a:extLst>
                    <a:ext uri="{9D8B030D-6E8A-4147-A177-3AD203B41FA5}">
                      <a16:colId xmlns:a16="http://schemas.microsoft.com/office/drawing/2014/main" val="2665324006"/>
                    </a:ext>
                  </a:extLst>
                </a:gridCol>
                <a:gridCol w="935884">
                  <a:extLst>
                    <a:ext uri="{9D8B030D-6E8A-4147-A177-3AD203B41FA5}">
                      <a16:colId xmlns:a16="http://schemas.microsoft.com/office/drawing/2014/main" val="788781497"/>
                    </a:ext>
                  </a:extLst>
                </a:gridCol>
                <a:gridCol w="935884">
                  <a:extLst>
                    <a:ext uri="{9D8B030D-6E8A-4147-A177-3AD203B41FA5}">
                      <a16:colId xmlns:a16="http://schemas.microsoft.com/office/drawing/2014/main" val="3205292133"/>
                    </a:ext>
                  </a:extLst>
                </a:gridCol>
                <a:gridCol w="935884">
                  <a:extLst>
                    <a:ext uri="{9D8B030D-6E8A-4147-A177-3AD203B41FA5}">
                      <a16:colId xmlns:a16="http://schemas.microsoft.com/office/drawing/2014/main" val="3860680305"/>
                    </a:ext>
                  </a:extLst>
                </a:gridCol>
                <a:gridCol w="935884">
                  <a:extLst>
                    <a:ext uri="{9D8B030D-6E8A-4147-A177-3AD203B41FA5}">
                      <a16:colId xmlns:a16="http://schemas.microsoft.com/office/drawing/2014/main" val="770187199"/>
                    </a:ext>
                  </a:extLst>
                </a:gridCol>
              </a:tblGrid>
              <a:tr h="370840">
                <a:tc>
                  <a:txBody>
                    <a:bodyPr/>
                    <a:lstStyle/>
                    <a:p>
                      <a:pPr algn="ctr"/>
                      <a:r>
                        <a:rPr lang="en-US" altLang="zh-CN" sz="1200">
                          <a:solidFill>
                            <a:srgbClr val="147485"/>
                          </a:solidFill>
                        </a:rPr>
                        <a:t>JAN</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FEB</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highlight>
                            <a:srgbClr val="FFFFFF"/>
                          </a:highlight>
                        </a:rPr>
                        <a:t>MAR</a:t>
                      </a:r>
                      <a:endParaRPr lang="zh-CN" altLang="en-US" sz="1200">
                        <a:solidFill>
                          <a:srgbClr val="147485"/>
                        </a:solidFill>
                        <a:highlight>
                          <a:srgbClr val="FFFFFF"/>
                        </a:highligh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APR</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MAY</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JUN</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JUL</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AUG</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SEP</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OTC</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NOV</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DEC</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547686"/>
                  </a:ext>
                </a:extLst>
              </a:tr>
            </a:tbl>
          </a:graphicData>
        </a:graphic>
      </p:graphicFrame>
      <p:sp>
        <p:nvSpPr>
          <p:cNvPr id="2" name="Title 1">
            <a:extLst>
              <a:ext uri="{FF2B5EF4-FFF2-40B4-BE49-F238E27FC236}">
                <a16:creationId xmlns:a16="http://schemas.microsoft.com/office/drawing/2014/main" id="{F34F9162-B2EE-6407-82E7-80116CDBF6A1}"/>
              </a:ext>
            </a:extLst>
          </p:cNvPr>
          <p:cNvSpPr>
            <a:spLocks noGrp="1"/>
          </p:cNvSpPr>
          <p:nvPr>
            <p:ph type="title"/>
          </p:nvPr>
        </p:nvSpPr>
        <p:spPr>
          <a:xfrm>
            <a:off x="146331" y="171964"/>
            <a:ext cx="11233151" cy="342767"/>
          </a:xfrm>
        </p:spPr>
        <p:txBody>
          <a:bodyPr/>
          <a:lstStyle/>
          <a:p>
            <a:r>
              <a:rPr lang="en-US" altLang="zh-CN"/>
              <a:t>2025 TA Key Milestone Overview – Mental Health</a:t>
            </a:r>
            <a:endParaRPr lang="zh-CN" altLang="en-US"/>
          </a:p>
        </p:txBody>
      </p:sp>
      <p:sp>
        <p:nvSpPr>
          <p:cNvPr id="6" name="Slide Number Placeholder 5">
            <a:extLst>
              <a:ext uri="{FF2B5EF4-FFF2-40B4-BE49-F238E27FC236}">
                <a16:creationId xmlns:a16="http://schemas.microsoft.com/office/drawing/2014/main" id="{E055EEA7-99BA-F1C3-7B5F-810A639541C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 name="TextBox 18">
            <a:extLst>
              <a:ext uri="{FF2B5EF4-FFF2-40B4-BE49-F238E27FC236}">
                <a16:creationId xmlns:a16="http://schemas.microsoft.com/office/drawing/2014/main" id="{8D3F8796-63AA-D3F8-F3DD-EEB7C1AE05AE}"/>
              </a:ext>
            </a:extLst>
          </p:cNvPr>
          <p:cNvSpPr txBox="1"/>
          <p:nvPr/>
        </p:nvSpPr>
        <p:spPr>
          <a:xfrm>
            <a:off x="71188" y="1098747"/>
            <a:ext cx="986994" cy="577759"/>
          </a:xfrm>
          <a:prstGeom prst="rect">
            <a:avLst/>
          </a:prstGeom>
          <a:solidFill>
            <a:schemeClr val="tx2"/>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Global milestones</a:t>
            </a:r>
          </a:p>
        </p:txBody>
      </p:sp>
      <p:sp>
        <p:nvSpPr>
          <p:cNvPr id="20" name="TextBox 19">
            <a:extLst>
              <a:ext uri="{FF2B5EF4-FFF2-40B4-BE49-F238E27FC236}">
                <a16:creationId xmlns:a16="http://schemas.microsoft.com/office/drawing/2014/main" id="{D614D453-D18A-3508-560B-4201C99D689D}"/>
              </a:ext>
            </a:extLst>
          </p:cNvPr>
          <p:cNvSpPr txBox="1"/>
          <p:nvPr/>
        </p:nvSpPr>
        <p:spPr>
          <a:xfrm>
            <a:off x="71188" y="5209139"/>
            <a:ext cx="986994" cy="488967"/>
          </a:xfrm>
          <a:prstGeom prst="rect">
            <a:avLst/>
          </a:prstGeom>
          <a:solidFill>
            <a:schemeClr val="tx2"/>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altLang="zh-CN" sz="1400" b="1" i="1" u="none" strike="noStrike" kern="1200" cap="none" spc="0" normalizeH="0" baseline="0" noProof="0">
                <a:ln>
                  <a:noFill/>
                </a:ln>
                <a:solidFill>
                  <a:srgbClr val="000000"/>
                </a:solidFill>
                <a:effectLst/>
                <a:uLnTx/>
                <a:uFillTx/>
                <a:latin typeface="Boehringer Forward Text"/>
                <a:ea typeface="+mn-ea"/>
                <a:cs typeface="+mn-cs"/>
              </a:rPr>
              <a:t>China </a:t>
            </a: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 milestones</a:t>
            </a:r>
          </a:p>
        </p:txBody>
      </p:sp>
      <p:grpSp>
        <p:nvGrpSpPr>
          <p:cNvPr id="79" name="Group 343">
            <a:extLst>
              <a:ext uri="{FF2B5EF4-FFF2-40B4-BE49-F238E27FC236}">
                <a16:creationId xmlns:a16="http://schemas.microsoft.com/office/drawing/2014/main" id="{D3143154-8D74-9D26-D272-43EE314C1A2E}"/>
              </a:ext>
            </a:extLst>
          </p:cNvPr>
          <p:cNvGrpSpPr/>
          <p:nvPr/>
        </p:nvGrpSpPr>
        <p:grpSpPr>
          <a:xfrm>
            <a:off x="995431" y="3066950"/>
            <a:ext cx="324000" cy="324000"/>
            <a:chOff x="5311199" y="2962865"/>
            <a:chExt cx="324000" cy="324000"/>
          </a:xfrm>
        </p:grpSpPr>
        <p:sp>
          <p:nvSpPr>
            <p:cNvPr id="80" name="Oval 344">
              <a:extLst>
                <a:ext uri="{FF2B5EF4-FFF2-40B4-BE49-F238E27FC236}">
                  <a16:creationId xmlns:a16="http://schemas.microsoft.com/office/drawing/2014/main" id="{AA4A96BB-A25C-E2BC-A36D-F52681D8C965}"/>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81" name="Group 348">
              <a:extLst>
                <a:ext uri="{FF2B5EF4-FFF2-40B4-BE49-F238E27FC236}">
                  <a16:creationId xmlns:a16="http://schemas.microsoft.com/office/drawing/2014/main" id="{D8AA6253-08EF-D75F-1AB7-53A038BB8299}"/>
                </a:ext>
              </a:extLst>
            </p:cNvPr>
            <p:cNvGrpSpPr/>
            <p:nvPr/>
          </p:nvGrpSpPr>
          <p:grpSpPr>
            <a:xfrm>
              <a:off x="5373950" y="3024278"/>
              <a:ext cx="198000" cy="198000"/>
              <a:chOff x="5411047" y="3113464"/>
              <a:chExt cx="198000" cy="198000"/>
            </a:xfrm>
          </p:grpSpPr>
          <p:sp>
            <p:nvSpPr>
              <p:cNvPr id="82" name="Oval 349">
                <a:extLst>
                  <a:ext uri="{FF2B5EF4-FFF2-40B4-BE49-F238E27FC236}">
                    <a16:creationId xmlns:a16="http://schemas.microsoft.com/office/drawing/2014/main" id="{A0B01C75-B0BF-C634-E372-3956010BC67A}"/>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83" name="Graphic 350" descr="Play outline">
                <a:extLst>
                  <a:ext uri="{FF2B5EF4-FFF2-40B4-BE49-F238E27FC236}">
                    <a16:creationId xmlns:a16="http://schemas.microsoft.com/office/drawing/2014/main" id="{4FC18D94-0561-95A9-49A7-37E341BD5208}"/>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84" name="Straight Connector 83">
            <a:extLst>
              <a:ext uri="{FF2B5EF4-FFF2-40B4-BE49-F238E27FC236}">
                <a16:creationId xmlns:a16="http://schemas.microsoft.com/office/drawing/2014/main" id="{3EF09B7D-256F-A145-EEDE-C63F7446BB19}"/>
              </a:ext>
            </a:extLst>
          </p:cNvPr>
          <p:cNvCxnSpPr>
            <a:cxnSpLocks/>
            <a:stCxn id="80" idx="0"/>
            <a:endCxn id="85" idx="3"/>
          </p:cNvCxnSpPr>
          <p:nvPr/>
        </p:nvCxnSpPr>
        <p:spPr>
          <a:xfrm flipH="1" flipV="1">
            <a:off x="1152102" y="2790203"/>
            <a:ext cx="5329" cy="27674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85" name="Arrow: Right 53">
            <a:extLst>
              <a:ext uri="{FF2B5EF4-FFF2-40B4-BE49-F238E27FC236}">
                <a16:creationId xmlns:a16="http://schemas.microsoft.com/office/drawing/2014/main" id="{21E0B6FA-08C1-712B-E356-969DB493EAF0}"/>
              </a:ext>
            </a:extLst>
          </p:cNvPr>
          <p:cNvSpPr/>
          <p:nvPr/>
        </p:nvSpPr>
        <p:spPr>
          <a:xfrm flipH="1">
            <a:off x="1152102" y="2736203"/>
            <a:ext cx="108000" cy="10800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86" name="Rectangle 373">
            <a:extLst>
              <a:ext uri="{FF2B5EF4-FFF2-40B4-BE49-F238E27FC236}">
                <a16:creationId xmlns:a16="http://schemas.microsoft.com/office/drawing/2014/main" id="{6CB226A9-D187-6537-475C-A5800E9DECC4}"/>
              </a:ext>
            </a:extLst>
          </p:cNvPr>
          <p:cNvSpPr/>
          <p:nvPr/>
        </p:nvSpPr>
        <p:spPr>
          <a:xfrm flipH="1">
            <a:off x="1260101" y="2532274"/>
            <a:ext cx="1808536"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B7B6B2"/>
                </a:solidFill>
                <a:effectLst/>
                <a:uLnTx/>
                <a:uFillTx/>
                <a:latin typeface="Boehringer Forward Text"/>
                <a:ea typeface="+mn-ea"/>
                <a:cs typeface="+mn-cs"/>
              </a:rPr>
              <a:t>Iclepertin</a:t>
            </a: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 - CIAS</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B7B6B2"/>
                </a:solidFill>
                <a:effectLst/>
                <a:uLnTx/>
                <a:uFillTx/>
                <a:latin typeface="Boehringer Forward Text"/>
                <a:ea typeface="+mn-ea"/>
                <a:cs typeface="+mn-cs"/>
              </a:rPr>
              <a:t>CONNEX-2/3 TLR (</a:t>
            </a: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13</a:t>
            </a:r>
            <a:r>
              <a:rPr kumimoji="0" lang="en-US" altLang="zh-CN" sz="1000" b="0" i="0" u="none" strike="noStrike" kern="1200" cap="none" spc="0" normalizeH="0" baseline="30000" noProof="0">
                <a:ln>
                  <a:noFill/>
                </a:ln>
                <a:solidFill>
                  <a:srgbClr val="B7B6B2"/>
                </a:solidFill>
                <a:effectLst/>
                <a:uLnTx/>
                <a:uFillTx/>
                <a:latin typeface="Boehringer Forward Text"/>
                <a:ea typeface="+mn-ea"/>
                <a:cs typeface="+mn-cs"/>
              </a:rPr>
              <a:t>th</a:t>
            </a: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 </a:t>
            </a:r>
            <a:r>
              <a:rPr kumimoji="0" lang="en-US" sz="1000" b="0" i="0" u="none" strike="noStrike" kern="1200" cap="none" spc="0" normalizeH="0" baseline="0" noProof="0">
                <a:ln>
                  <a:noFill/>
                </a:ln>
                <a:solidFill>
                  <a:srgbClr val="B7B6B2"/>
                </a:solidFill>
                <a:effectLst/>
                <a:uLnTx/>
                <a:uFillTx/>
                <a:latin typeface="Boehringer Forward Text"/>
                <a:ea typeface="+mn-ea"/>
                <a:cs typeface="+mn-cs"/>
              </a:rPr>
              <a:t>Jan)</a:t>
            </a:r>
          </a:p>
        </p:txBody>
      </p:sp>
      <p:grpSp>
        <p:nvGrpSpPr>
          <p:cNvPr id="211" name="Group 343">
            <a:extLst>
              <a:ext uri="{FF2B5EF4-FFF2-40B4-BE49-F238E27FC236}">
                <a16:creationId xmlns:a16="http://schemas.microsoft.com/office/drawing/2014/main" id="{A6D440EA-5C32-8A5C-59B8-7561E27996C3}"/>
              </a:ext>
            </a:extLst>
          </p:cNvPr>
          <p:cNvGrpSpPr/>
          <p:nvPr/>
        </p:nvGrpSpPr>
        <p:grpSpPr>
          <a:xfrm>
            <a:off x="1224215" y="3073454"/>
            <a:ext cx="324000" cy="324000"/>
            <a:chOff x="5311199" y="2962865"/>
            <a:chExt cx="324000" cy="324000"/>
          </a:xfrm>
        </p:grpSpPr>
        <p:sp>
          <p:nvSpPr>
            <p:cNvPr id="212" name="Oval 344">
              <a:extLst>
                <a:ext uri="{FF2B5EF4-FFF2-40B4-BE49-F238E27FC236}">
                  <a16:creationId xmlns:a16="http://schemas.microsoft.com/office/drawing/2014/main" id="{A49A0061-9589-CE4A-A6AA-11B085858281}"/>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13" name="Group 348">
              <a:extLst>
                <a:ext uri="{FF2B5EF4-FFF2-40B4-BE49-F238E27FC236}">
                  <a16:creationId xmlns:a16="http://schemas.microsoft.com/office/drawing/2014/main" id="{E839E61D-5061-AFC4-5EA9-EA7B488E31BC}"/>
                </a:ext>
              </a:extLst>
            </p:cNvPr>
            <p:cNvGrpSpPr/>
            <p:nvPr/>
          </p:nvGrpSpPr>
          <p:grpSpPr>
            <a:xfrm>
              <a:off x="5373950" y="3024278"/>
              <a:ext cx="198000" cy="198000"/>
              <a:chOff x="5411047" y="3113464"/>
              <a:chExt cx="198000" cy="198000"/>
            </a:xfrm>
          </p:grpSpPr>
          <p:sp>
            <p:nvSpPr>
              <p:cNvPr id="214" name="Oval 349">
                <a:extLst>
                  <a:ext uri="{FF2B5EF4-FFF2-40B4-BE49-F238E27FC236}">
                    <a16:creationId xmlns:a16="http://schemas.microsoft.com/office/drawing/2014/main" id="{38FAA547-9044-34F1-3EAE-94EDDACA6410}"/>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15" name="Graphic 350" descr="Play outline">
                <a:extLst>
                  <a:ext uri="{FF2B5EF4-FFF2-40B4-BE49-F238E27FC236}">
                    <a16:creationId xmlns:a16="http://schemas.microsoft.com/office/drawing/2014/main" id="{40997B26-5BE7-632C-A6AF-8C7846FE09C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grpSp>
        <p:nvGrpSpPr>
          <p:cNvPr id="240" name="Group 239">
            <a:extLst>
              <a:ext uri="{FF2B5EF4-FFF2-40B4-BE49-F238E27FC236}">
                <a16:creationId xmlns:a16="http://schemas.microsoft.com/office/drawing/2014/main" id="{612A26FE-1EB4-A29B-405C-763CD695DFD5}"/>
              </a:ext>
            </a:extLst>
          </p:cNvPr>
          <p:cNvGrpSpPr/>
          <p:nvPr/>
        </p:nvGrpSpPr>
        <p:grpSpPr>
          <a:xfrm>
            <a:off x="-149962" y="3397454"/>
            <a:ext cx="1711746" cy="1482613"/>
            <a:chOff x="-149962" y="3397454"/>
            <a:chExt cx="1711746" cy="1482613"/>
          </a:xfrm>
        </p:grpSpPr>
        <p:sp>
          <p:nvSpPr>
            <p:cNvPr id="216" name="Rectangle 373">
              <a:extLst>
                <a:ext uri="{FF2B5EF4-FFF2-40B4-BE49-F238E27FC236}">
                  <a16:creationId xmlns:a16="http://schemas.microsoft.com/office/drawing/2014/main" id="{AFCBF0C5-5004-CC5C-159D-25D97538F82C}"/>
                </a:ext>
              </a:extLst>
            </p:cNvPr>
            <p:cNvSpPr/>
            <p:nvPr/>
          </p:nvSpPr>
          <p:spPr>
            <a:xfrm flipH="1">
              <a:off x="-149962" y="4373693"/>
              <a:ext cx="1711746" cy="50637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B7B6B2"/>
                  </a:solidFill>
                  <a:effectLst/>
                  <a:uLnTx/>
                  <a:uFillTx/>
                  <a:latin typeface="Boehringer Forward Text"/>
                  <a:ea typeface="+mn-ea"/>
                  <a:cs typeface="+mn-cs"/>
                </a:rPr>
                <a:t>Iclepertin</a:t>
              </a: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 - CIAS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CONNEX China TLR (Jan)</a:t>
              </a:r>
              <a:endParaRPr kumimoji="0" lang="en-US" sz="1000" b="0" i="0" u="none" strike="noStrike" kern="1200" cap="none" spc="0" normalizeH="0" baseline="0" noProof="0">
                <a:ln>
                  <a:noFill/>
                </a:ln>
                <a:solidFill>
                  <a:srgbClr val="B7B6B2"/>
                </a:solidFill>
                <a:effectLst/>
                <a:uLnTx/>
                <a:uFillTx/>
                <a:latin typeface="Boehringer Forward Text"/>
                <a:ea typeface="+mn-ea"/>
                <a:cs typeface="+mn-cs"/>
              </a:endParaRPr>
            </a:p>
          </p:txBody>
        </p:sp>
        <p:cxnSp>
          <p:nvCxnSpPr>
            <p:cNvPr id="223" name="Straight Connector 222">
              <a:extLst>
                <a:ext uri="{FF2B5EF4-FFF2-40B4-BE49-F238E27FC236}">
                  <a16:creationId xmlns:a16="http://schemas.microsoft.com/office/drawing/2014/main" id="{C4A639B2-F02F-6BC3-FF3F-D0C897D541DF}"/>
                </a:ext>
              </a:extLst>
            </p:cNvPr>
            <p:cNvCxnSpPr>
              <a:cxnSpLocks/>
              <a:stCxn id="224" idx="3"/>
            </p:cNvCxnSpPr>
            <p:nvPr/>
          </p:nvCxnSpPr>
          <p:spPr>
            <a:xfrm flipV="1">
              <a:off x="1384112" y="3397454"/>
              <a:ext cx="2103" cy="92560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24" name="Arrow: Right 53">
              <a:extLst>
                <a:ext uri="{FF2B5EF4-FFF2-40B4-BE49-F238E27FC236}">
                  <a16:creationId xmlns:a16="http://schemas.microsoft.com/office/drawing/2014/main" id="{1B2B6C81-F36C-5A4B-ECC3-E21E4EB3C925}"/>
                </a:ext>
              </a:extLst>
            </p:cNvPr>
            <p:cNvSpPr/>
            <p:nvPr/>
          </p:nvSpPr>
          <p:spPr>
            <a:xfrm flipH="1">
              <a:off x="1384112" y="4269061"/>
              <a:ext cx="108000" cy="10800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90" name="Group 89">
            <a:extLst>
              <a:ext uri="{FF2B5EF4-FFF2-40B4-BE49-F238E27FC236}">
                <a16:creationId xmlns:a16="http://schemas.microsoft.com/office/drawing/2014/main" id="{555E1F4C-7B29-8027-F6AB-231E3995E9F0}"/>
              </a:ext>
            </a:extLst>
          </p:cNvPr>
          <p:cNvGrpSpPr/>
          <p:nvPr/>
        </p:nvGrpSpPr>
        <p:grpSpPr>
          <a:xfrm>
            <a:off x="3028138" y="2214377"/>
            <a:ext cx="1741483" cy="1190628"/>
            <a:chOff x="4508586" y="2214377"/>
            <a:chExt cx="1741483" cy="1190628"/>
          </a:xfrm>
        </p:grpSpPr>
        <p:grpSp>
          <p:nvGrpSpPr>
            <p:cNvPr id="245" name="Group 343">
              <a:extLst>
                <a:ext uri="{FF2B5EF4-FFF2-40B4-BE49-F238E27FC236}">
                  <a16:creationId xmlns:a16="http://schemas.microsoft.com/office/drawing/2014/main" id="{984A546D-1A67-D0A2-D243-16C1B983E559}"/>
                </a:ext>
              </a:extLst>
            </p:cNvPr>
            <p:cNvGrpSpPr/>
            <p:nvPr/>
          </p:nvGrpSpPr>
          <p:grpSpPr>
            <a:xfrm>
              <a:off x="5926069" y="3081005"/>
              <a:ext cx="324000" cy="324000"/>
              <a:chOff x="5293781" y="2962865"/>
              <a:chExt cx="324000" cy="324000"/>
            </a:xfrm>
          </p:grpSpPr>
          <p:sp>
            <p:nvSpPr>
              <p:cNvPr id="246" name="Oval 344">
                <a:extLst>
                  <a:ext uri="{FF2B5EF4-FFF2-40B4-BE49-F238E27FC236}">
                    <a16:creationId xmlns:a16="http://schemas.microsoft.com/office/drawing/2014/main" id="{7D7B08EF-D0A0-604A-BFA7-86E2028990D0}"/>
                  </a:ext>
                </a:extLst>
              </p:cNvPr>
              <p:cNvSpPr/>
              <p:nvPr/>
            </p:nvSpPr>
            <p:spPr>
              <a:xfrm>
                <a:off x="5293781"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47" name="Group 348">
                <a:extLst>
                  <a:ext uri="{FF2B5EF4-FFF2-40B4-BE49-F238E27FC236}">
                    <a16:creationId xmlns:a16="http://schemas.microsoft.com/office/drawing/2014/main" id="{619DFCD1-4B63-0868-8A3A-A049B457957F}"/>
                  </a:ext>
                </a:extLst>
              </p:cNvPr>
              <p:cNvGrpSpPr/>
              <p:nvPr/>
            </p:nvGrpSpPr>
            <p:grpSpPr>
              <a:xfrm>
                <a:off x="5373950" y="3024278"/>
                <a:ext cx="198000" cy="198000"/>
                <a:chOff x="5411047" y="3113464"/>
                <a:chExt cx="198000" cy="198000"/>
              </a:xfrm>
            </p:grpSpPr>
            <p:sp>
              <p:nvSpPr>
                <p:cNvPr id="248" name="Oval 349">
                  <a:extLst>
                    <a:ext uri="{FF2B5EF4-FFF2-40B4-BE49-F238E27FC236}">
                      <a16:creationId xmlns:a16="http://schemas.microsoft.com/office/drawing/2014/main" id="{92E4B0BA-B018-EC16-48DC-CA9E53523D30}"/>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49" name="Graphic 350" descr="Play outline">
                  <a:extLst>
                    <a:ext uri="{FF2B5EF4-FFF2-40B4-BE49-F238E27FC236}">
                      <a16:creationId xmlns:a16="http://schemas.microsoft.com/office/drawing/2014/main" id="{016F50F0-55AB-A5FA-B03F-93026BC58BF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grpSp>
          <p:nvGrpSpPr>
            <p:cNvPr id="255" name="Group 254">
              <a:extLst>
                <a:ext uri="{FF2B5EF4-FFF2-40B4-BE49-F238E27FC236}">
                  <a16:creationId xmlns:a16="http://schemas.microsoft.com/office/drawing/2014/main" id="{5EE41A2B-75D3-8042-3C7A-173C596FB259}"/>
                </a:ext>
              </a:extLst>
            </p:cNvPr>
            <p:cNvGrpSpPr/>
            <p:nvPr/>
          </p:nvGrpSpPr>
          <p:grpSpPr>
            <a:xfrm>
              <a:off x="4508586" y="2214377"/>
              <a:ext cx="1687932" cy="866628"/>
              <a:chOff x="3762742" y="2233727"/>
              <a:chExt cx="1687932" cy="866628"/>
            </a:xfrm>
          </p:grpSpPr>
          <p:cxnSp>
            <p:nvCxnSpPr>
              <p:cNvPr id="32" name="Straight Connector 31">
                <a:extLst>
                  <a:ext uri="{FF2B5EF4-FFF2-40B4-BE49-F238E27FC236}">
                    <a16:creationId xmlns:a16="http://schemas.microsoft.com/office/drawing/2014/main" id="{934D27A3-D56D-0EA2-C78C-08963FEBE872}"/>
                  </a:ext>
                </a:extLst>
              </p:cNvPr>
              <p:cNvCxnSpPr>
                <a:cxnSpLocks/>
                <a:stCxn id="246" idx="0"/>
                <a:endCxn id="34" idx="3"/>
              </p:cNvCxnSpPr>
              <p:nvPr/>
            </p:nvCxnSpPr>
            <p:spPr>
              <a:xfrm flipV="1">
                <a:off x="5342225" y="2444328"/>
                <a:ext cx="449" cy="65602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3" name="Rectangle 373">
                <a:extLst>
                  <a:ext uri="{FF2B5EF4-FFF2-40B4-BE49-F238E27FC236}">
                    <a16:creationId xmlns:a16="http://schemas.microsoft.com/office/drawing/2014/main" id="{814131F3-1A4E-4EFE-6575-D0959B5129D2}"/>
                  </a:ext>
                </a:extLst>
              </p:cNvPr>
              <p:cNvSpPr/>
              <p:nvPr/>
            </p:nvSpPr>
            <p:spPr>
              <a:xfrm flipH="1">
                <a:off x="3762742" y="2233727"/>
                <a:ext cx="1587856" cy="41708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r"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 – MDD </a:t>
                </a:r>
                <a:r>
                  <a:rPr lang="en-US" altLang="zh-CN" sz="1000">
                    <a:solidFill>
                      <a:srgbClr val="123563"/>
                    </a:solidFill>
                    <a:latin typeface="Boehringer Forward Text"/>
                  </a:rPr>
                  <a:t>Adj</a:t>
                </a:r>
                <a:endPar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endParaRPr>
              </a:p>
              <a:p>
                <a:pPr marL="0" marR="0" lvl="0" indent="0" algn="r"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Ph2 TLR (May)</a:t>
                </a:r>
              </a:p>
            </p:txBody>
          </p:sp>
          <p:sp>
            <p:nvSpPr>
              <p:cNvPr id="34" name="Arrow: Right 53">
                <a:extLst>
                  <a:ext uri="{FF2B5EF4-FFF2-40B4-BE49-F238E27FC236}">
                    <a16:creationId xmlns:a16="http://schemas.microsoft.com/office/drawing/2014/main" id="{B3C97381-828C-7B08-7902-694BC4C083F1}"/>
                  </a:ext>
                </a:extLst>
              </p:cNvPr>
              <p:cNvSpPr/>
              <p:nvPr/>
            </p:nvSpPr>
            <p:spPr>
              <a:xfrm flipH="1">
                <a:off x="5342674" y="2390328"/>
                <a:ext cx="108000" cy="10800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grpSp>
      </p:grpSp>
      <p:grpSp>
        <p:nvGrpSpPr>
          <p:cNvPr id="49" name="Group 48">
            <a:extLst>
              <a:ext uri="{FF2B5EF4-FFF2-40B4-BE49-F238E27FC236}">
                <a16:creationId xmlns:a16="http://schemas.microsoft.com/office/drawing/2014/main" id="{16AD6179-6B84-0A50-57DC-6B69A456CD0D}"/>
              </a:ext>
            </a:extLst>
          </p:cNvPr>
          <p:cNvGrpSpPr/>
          <p:nvPr/>
        </p:nvGrpSpPr>
        <p:grpSpPr>
          <a:xfrm>
            <a:off x="5685495" y="1124600"/>
            <a:ext cx="1530455" cy="2277195"/>
            <a:chOff x="7549134" y="1133309"/>
            <a:chExt cx="1530455" cy="2277195"/>
          </a:xfrm>
        </p:grpSpPr>
        <p:grpSp>
          <p:nvGrpSpPr>
            <p:cNvPr id="113" name="Group 112">
              <a:extLst>
                <a:ext uri="{FF2B5EF4-FFF2-40B4-BE49-F238E27FC236}">
                  <a16:creationId xmlns:a16="http://schemas.microsoft.com/office/drawing/2014/main" id="{85BE775D-D101-052B-78A5-4ACD0C8EC287}"/>
                </a:ext>
              </a:extLst>
            </p:cNvPr>
            <p:cNvGrpSpPr/>
            <p:nvPr/>
          </p:nvGrpSpPr>
          <p:grpSpPr>
            <a:xfrm>
              <a:off x="7549134" y="1133309"/>
              <a:ext cx="1472807" cy="1953195"/>
              <a:chOff x="4000443" y="1619370"/>
              <a:chExt cx="1472807" cy="1953195"/>
            </a:xfrm>
          </p:grpSpPr>
          <p:cxnSp>
            <p:nvCxnSpPr>
              <p:cNvPr id="114" name="Straight Connector 113">
                <a:extLst>
                  <a:ext uri="{FF2B5EF4-FFF2-40B4-BE49-F238E27FC236}">
                    <a16:creationId xmlns:a16="http://schemas.microsoft.com/office/drawing/2014/main" id="{FA7851A3-DAA2-C9B6-3AFB-108EE4E1F0AB}"/>
                  </a:ext>
                </a:extLst>
              </p:cNvPr>
              <p:cNvCxnSpPr>
                <a:cxnSpLocks/>
                <a:stCxn id="120" idx="0"/>
                <a:endCxn id="116" idx="3"/>
              </p:cNvCxnSpPr>
              <p:nvPr/>
            </p:nvCxnSpPr>
            <p:spPr>
              <a:xfrm flipH="1" flipV="1">
                <a:off x="5365250" y="1826428"/>
                <a:ext cx="3648" cy="1746137"/>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15" name="Rectangle 373">
                <a:extLst>
                  <a:ext uri="{FF2B5EF4-FFF2-40B4-BE49-F238E27FC236}">
                    <a16:creationId xmlns:a16="http://schemas.microsoft.com/office/drawing/2014/main" id="{B68E8CED-53EC-376F-4F1A-A2D546A99A14}"/>
                  </a:ext>
                </a:extLst>
              </p:cNvPr>
              <p:cNvSpPr/>
              <p:nvPr/>
            </p:nvSpPr>
            <p:spPr>
              <a:xfrm flipH="1">
                <a:off x="4000443" y="1619370"/>
                <a:ext cx="1352351" cy="41708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r"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CT-155</a:t>
                </a:r>
              </a:p>
              <a:p>
                <a:pPr marL="0" marR="0" lvl="0" indent="0" algn="r"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Ph3 (US) TLR (Aug)</a:t>
                </a:r>
              </a:p>
            </p:txBody>
          </p:sp>
          <p:sp>
            <p:nvSpPr>
              <p:cNvPr id="116" name="Arrow: Right 53">
                <a:extLst>
                  <a:ext uri="{FF2B5EF4-FFF2-40B4-BE49-F238E27FC236}">
                    <a16:creationId xmlns:a16="http://schemas.microsoft.com/office/drawing/2014/main" id="{184E7B8C-ACAD-B4D0-08F0-FFB111A6A36F}"/>
                  </a:ext>
                </a:extLst>
              </p:cNvPr>
              <p:cNvSpPr/>
              <p:nvPr/>
            </p:nvSpPr>
            <p:spPr>
              <a:xfrm flipH="1">
                <a:off x="5365250" y="1772428"/>
                <a:ext cx="108000" cy="10800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grpSp>
        <p:grpSp>
          <p:nvGrpSpPr>
            <p:cNvPr id="119" name="Group 343">
              <a:extLst>
                <a:ext uri="{FF2B5EF4-FFF2-40B4-BE49-F238E27FC236}">
                  <a16:creationId xmlns:a16="http://schemas.microsoft.com/office/drawing/2014/main" id="{BAA54486-AA60-7CEE-95CB-EB51EC368817}"/>
                </a:ext>
              </a:extLst>
            </p:cNvPr>
            <p:cNvGrpSpPr/>
            <p:nvPr/>
          </p:nvGrpSpPr>
          <p:grpSpPr>
            <a:xfrm>
              <a:off x="8755589" y="3086504"/>
              <a:ext cx="324000" cy="324000"/>
              <a:chOff x="5311199" y="2962865"/>
              <a:chExt cx="324000" cy="324000"/>
            </a:xfrm>
          </p:grpSpPr>
          <p:sp>
            <p:nvSpPr>
              <p:cNvPr id="120" name="Oval 344">
                <a:extLst>
                  <a:ext uri="{FF2B5EF4-FFF2-40B4-BE49-F238E27FC236}">
                    <a16:creationId xmlns:a16="http://schemas.microsoft.com/office/drawing/2014/main" id="{63C9AE0E-661C-E77F-A35F-930D4629AF8F}"/>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21" name="Group 348">
                <a:extLst>
                  <a:ext uri="{FF2B5EF4-FFF2-40B4-BE49-F238E27FC236}">
                    <a16:creationId xmlns:a16="http://schemas.microsoft.com/office/drawing/2014/main" id="{EBAB5F02-A067-855B-4300-660002A26074}"/>
                  </a:ext>
                </a:extLst>
              </p:cNvPr>
              <p:cNvGrpSpPr/>
              <p:nvPr/>
            </p:nvGrpSpPr>
            <p:grpSpPr>
              <a:xfrm>
                <a:off x="5373950" y="3024278"/>
                <a:ext cx="198000" cy="198000"/>
                <a:chOff x="5411047" y="3113464"/>
                <a:chExt cx="198000" cy="198000"/>
              </a:xfrm>
            </p:grpSpPr>
            <p:sp>
              <p:nvSpPr>
                <p:cNvPr id="122" name="Oval 349">
                  <a:extLst>
                    <a:ext uri="{FF2B5EF4-FFF2-40B4-BE49-F238E27FC236}">
                      <a16:creationId xmlns:a16="http://schemas.microsoft.com/office/drawing/2014/main" id="{A6F6F6EF-A50E-6EB1-771D-42D618A6EE53}"/>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23" name="Graphic 350" descr="Play outline">
                  <a:extLst>
                    <a:ext uri="{FF2B5EF4-FFF2-40B4-BE49-F238E27FC236}">
                      <a16:creationId xmlns:a16="http://schemas.microsoft.com/office/drawing/2014/main" id="{3C2D1CB6-0575-AEBD-DD58-F804406A3D83}"/>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grpSp>
      <p:grpSp>
        <p:nvGrpSpPr>
          <p:cNvPr id="128" name="Group 343">
            <a:extLst>
              <a:ext uri="{FF2B5EF4-FFF2-40B4-BE49-F238E27FC236}">
                <a16:creationId xmlns:a16="http://schemas.microsoft.com/office/drawing/2014/main" id="{F797CFD1-CC3D-457D-E2DA-E84CCC86A156}"/>
              </a:ext>
            </a:extLst>
          </p:cNvPr>
          <p:cNvGrpSpPr/>
          <p:nvPr/>
        </p:nvGrpSpPr>
        <p:grpSpPr>
          <a:xfrm>
            <a:off x="10128988" y="3081005"/>
            <a:ext cx="324000" cy="324000"/>
            <a:chOff x="5311199" y="2962865"/>
            <a:chExt cx="324000" cy="324000"/>
          </a:xfrm>
        </p:grpSpPr>
        <p:sp>
          <p:nvSpPr>
            <p:cNvPr id="129" name="Oval 344">
              <a:extLst>
                <a:ext uri="{FF2B5EF4-FFF2-40B4-BE49-F238E27FC236}">
                  <a16:creationId xmlns:a16="http://schemas.microsoft.com/office/drawing/2014/main" id="{B468F30F-DD57-493B-494F-04C7C44C1B3A}"/>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30" name="Group 348">
              <a:extLst>
                <a:ext uri="{FF2B5EF4-FFF2-40B4-BE49-F238E27FC236}">
                  <a16:creationId xmlns:a16="http://schemas.microsoft.com/office/drawing/2014/main" id="{6746CF7F-0839-0E88-53BE-D7A6FA3B3738}"/>
                </a:ext>
              </a:extLst>
            </p:cNvPr>
            <p:cNvGrpSpPr/>
            <p:nvPr/>
          </p:nvGrpSpPr>
          <p:grpSpPr>
            <a:xfrm>
              <a:off x="5373950" y="3024278"/>
              <a:ext cx="198000" cy="198000"/>
              <a:chOff x="5411047" y="3113464"/>
              <a:chExt cx="198000" cy="198000"/>
            </a:xfrm>
          </p:grpSpPr>
          <p:sp>
            <p:nvSpPr>
              <p:cNvPr id="131" name="Oval 349">
                <a:extLst>
                  <a:ext uri="{FF2B5EF4-FFF2-40B4-BE49-F238E27FC236}">
                    <a16:creationId xmlns:a16="http://schemas.microsoft.com/office/drawing/2014/main" id="{10F4E238-1E06-39F0-CF7C-E52D8BA94356}"/>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32" name="Graphic 350" descr="Play outline">
                <a:extLst>
                  <a:ext uri="{FF2B5EF4-FFF2-40B4-BE49-F238E27FC236}">
                    <a16:creationId xmlns:a16="http://schemas.microsoft.com/office/drawing/2014/main" id="{CD90D1D0-B3CA-F5EF-283E-CCC82FDA9B9E}"/>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sp>
        <p:nvSpPr>
          <p:cNvPr id="101" name="Rectangle 373">
            <a:extLst>
              <a:ext uri="{FF2B5EF4-FFF2-40B4-BE49-F238E27FC236}">
                <a16:creationId xmlns:a16="http://schemas.microsoft.com/office/drawing/2014/main" id="{C14BEA47-3E20-E950-9CBF-ED94D7EC2E34}"/>
              </a:ext>
            </a:extLst>
          </p:cNvPr>
          <p:cNvSpPr/>
          <p:nvPr/>
        </p:nvSpPr>
        <p:spPr>
          <a:xfrm flipH="1">
            <a:off x="7461215" y="4357212"/>
            <a:ext cx="1850252" cy="50637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 – MDD adj/mono</a:t>
            </a:r>
          </a:p>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EoP2 Meeting (Q3)</a:t>
            </a:r>
          </a:p>
        </p:txBody>
      </p:sp>
      <p:cxnSp>
        <p:nvCxnSpPr>
          <p:cNvPr id="102" name="Straight Connector 101">
            <a:extLst>
              <a:ext uri="{FF2B5EF4-FFF2-40B4-BE49-F238E27FC236}">
                <a16:creationId xmlns:a16="http://schemas.microsoft.com/office/drawing/2014/main" id="{07060053-689B-CEFC-77B1-EA5F25CB5452}"/>
              </a:ext>
            </a:extLst>
          </p:cNvPr>
          <p:cNvCxnSpPr>
            <a:cxnSpLocks/>
            <a:stCxn id="103" idx="3"/>
          </p:cNvCxnSpPr>
          <p:nvPr/>
        </p:nvCxnSpPr>
        <p:spPr>
          <a:xfrm flipV="1">
            <a:off x="7471529" y="3384837"/>
            <a:ext cx="0" cy="93538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03" name="Arrow: Right 53">
            <a:extLst>
              <a:ext uri="{FF2B5EF4-FFF2-40B4-BE49-F238E27FC236}">
                <a16:creationId xmlns:a16="http://schemas.microsoft.com/office/drawing/2014/main" id="{4765737B-B3ED-5B60-353C-B812C4428833}"/>
              </a:ext>
            </a:extLst>
          </p:cNvPr>
          <p:cNvSpPr/>
          <p:nvPr/>
        </p:nvSpPr>
        <p:spPr>
          <a:xfrm flipH="1">
            <a:off x="7471529" y="4266217"/>
            <a:ext cx="108000" cy="108000"/>
          </a:xfrm>
          <a:prstGeom prst="rect">
            <a:avLst/>
          </a:prstGeom>
          <a:solidFill>
            <a:schemeClr val="accent4">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139" name="Group 138">
            <a:extLst>
              <a:ext uri="{FF2B5EF4-FFF2-40B4-BE49-F238E27FC236}">
                <a16:creationId xmlns:a16="http://schemas.microsoft.com/office/drawing/2014/main" id="{B2CBFC34-8A93-F1DF-0057-EA6067DFCCCE}"/>
              </a:ext>
            </a:extLst>
          </p:cNvPr>
          <p:cNvGrpSpPr/>
          <p:nvPr/>
        </p:nvGrpSpPr>
        <p:grpSpPr>
          <a:xfrm>
            <a:off x="7309529" y="3060837"/>
            <a:ext cx="324000" cy="324000"/>
            <a:chOff x="2124108" y="2977434"/>
            <a:chExt cx="324000" cy="324000"/>
          </a:xfrm>
        </p:grpSpPr>
        <p:sp>
          <p:nvSpPr>
            <p:cNvPr id="141" name="Oval 140">
              <a:extLst>
                <a:ext uri="{FF2B5EF4-FFF2-40B4-BE49-F238E27FC236}">
                  <a16:creationId xmlns:a16="http://schemas.microsoft.com/office/drawing/2014/main" id="{EDBD5C34-E059-DF00-3C79-957B18CB66DA}"/>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42" name="Oval 141">
              <a:extLst>
                <a:ext uri="{FF2B5EF4-FFF2-40B4-BE49-F238E27FC236}">
                  <a16:creationId xmlns:a16="http://schemas.microsoft.com/office/drawing/2014/main" id="{87EC4D7A-461F-D6DF-83FA-936EBC6B63F7}"/>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43" name="Graphic 142" descr="Diamond with solid fill">
              <a:extLst>
                <a:ext uri="{FF2B5EF4-FFF2-40B4-BE49-F238E27FC236}">
                  <a16:creationId xmlns:a16="http://schemas.microsoft.com/office/drawing/2014/main" id="{CDB8E4E0-06F8-964C-25C1-9B4735C80880}"/>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grpSp>
        <p:nvGrpSpPr>
          <p:cNvPr id="220" name="Group 219">
            <a:extLst>
              <a:ext uri="{FF2B5EF4-FFF2-40B4-BE49-F238E27FC236}">
                <a16:creationId xmlns:a16="http://schemas.microsoft.com/office/drawing/2014/main" id="{865AAB3D-D5D9-9037-5CE8-31D3D6480608}"/>
              </a:ext>
            </a:extLst>
          </p:cNvPr>
          <p:cNvGrpSpPr/>
          <p:nvPr/>
        </p:nvGrpSpPr>
        <p:grpSpPr>
          <a:xfrm>
            <a:off x="1637998" y="3075572"/>
            <a:ext cx="1352580" cy="2223046"/>
            <a:chOff x="2683025" y="3075572"/>
            <a:chExt cx="1352580" cy="2223046"/>
          </a:xfrm>
        </p:grpSpPr>
        <p:grpSp>
          <p:nvGrpSpPr>
            <p:cNvPr id="144" name="Group 143">
              <a:extLst>
                <a:ext uri="{FF2B5EF4-FFF2-40B4-BE49-F238E27FC236}">
                  <a16:creationId xmlns:a16="http://schemas.microsoft.com/office/drawing/2014/main" id="{69031115-BC1E-624B-009E-9242E20A624D}"/>
                </a:ext>
              </a:extLst>
            </p:cNvPr>
            <p:cNvGrpSpPr/>
            <p:nvPr/>
          </p:nvGrpSpPr>
          <p:grpSpPr>
            <a:xfrm>
              <a:off x="2728085" y="3399572"/>
              <a:ext cx="1307520" cy="1899046"/>
              <a:chOff x="1275881" y="3344145"/>
              <a:chExt cx="1307520" cy="1899046"/>
            </a:xfrm>
          </p:grpSpPr>
          <p:sp>
            <p:nvSpPr>
              <p:cNvPr id="145" name="Rectangle 373">
                <a:extLst>
                  <a:ext uri="{FF2B5EF4-FFF2-40B4-BE49-F238E27FC236}">
                    <a16:creationId xmlns:a16="http://schemas.microsoft.com/office/drawing/2014/main" id="{6FB3632A-FB19-F353-77D7-41770EBACBB5}"/>
                  </a:ext>
                </a:extLst>
              </p:cNvPr>
              <p:cNvSpPr/>
              <p:nvPr/>
            </p:nvSpPr>
            <p:spPr>
              <a:xfrm flipH="1">
                <a:off x="1275881" y="4770666"/>
                <a:ext cx="1307520" cy="472525"/>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Precision Psychiatry in Impulsivity Assets </a:t>
                </a:r>
              </a:p>
              <a:p>
                <a:pPr marL="0" marR="0" lvl="0" indent="0"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HAI Sub (11</a:t>
                </a:r>
                <a:r>
                  <a:rPr kumimoji="0" lang="en-US" altLang="zh-CN" sz="1000" b="0" i="0" u="none" strike="noStrike" kern="1200" cap="none" spc="0" normalizeH="0" baseline="30000" noProof="0">
                    <a:ln>
                      <a:noFill/>
                    </a:ln>
                    <a:solidFill>
                      <a:srgbClr val="B7B6B2"/>
                    </a:solidFill>
                    <a:effectLst/>
                    <a:uLnTx/>
                    <a:uFillTx/>
                    <a:latin typeface="Boehringer Forward Text"/>
                    <a:ea typeface="+mn-ea"/>
                    <a:cs typeface="+mn-cs"/>
                  </a:rPr>
                  <a:t>th</a:t>
                </a: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 Feb)</a:t>
                </a:r>
              </a:p>
            </p:txBody>
          </p:sp>
          <p:cxnSp>
            <p:nvCxnSpPr>
              <p:cNvPr id="146" name="Straight Connector 145">
                <a:extLst>
                  <a:ext uri="{FF2B5EF4-FFF2-40B4-BE49-F238E27FC236}">
                    <a16:creationId xmlns:a16="http://schemas.microsoft.com/office/drawing/2014/main" id="{669A01C6-0AD9-77EA-0BA9-26F89D01007B}"/>
                  </a:ext>
                </a:extLst>
              </p:cNvPr>
              <p:cNvCxnSpPr>
                <a:cxnSpLocks/>
                <a:stCxn id="165" idx="3"/>
                <a:endCxn id="176" idx="4"/>
              </p:cNvCxnSpPr>
              <p:nvPr/>
            </p:nvCxnSpPr>
            <p:spPr>
              <a:xfrm flipV="1">
                <a:off x="1392821" y="3344145"/>
                <a:ext cx="0" cy="137416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65" name="Arrow: Right 53">
                <a:extLst>
                  <a:ext uri="{FF2B5EF4-FFF2-40B4-BE49-F238E27FC236}">
                    <a16:creationId xmlns:a16="http://schemas.microsoft.com/office/drawing/2014/main" id="{6AA6063E-DD8E-262E-CCD5-741326D94249}"/>
                  </a:ext>
                </a:extLst>
              </p:cNvPr>
              <p:cNvSpPr/>
              <p:nvPr/>
            </p:nvSpPr>
            <p:spPr>
              <a:xfrm flipH="1">
                <a:off x="1392821" y="4664313"/>
                <a:ext cx="108000" cy="108000"/>
              </a:xfrm>
              <a:prstGeom prst="rect">
                <a:avLst/>
              </a:prstGeom>
              <a:solidFill>
                <a:schemeClr val="accent4">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167" name="Group 166">
              <a:extLst>
                <a:ext uri="{FF2B5EF4-FFF2-40B4-BE49-F238E27FC236}">
                  <a16:creationId xmlns:a16="http://schemas.microsoft.com/office/drawing/2014/main" id="{B996FC2C-675A-DF26-0E09-C72D1A418CC7}"/>
                </a:ext>
              </a:extLst>
            </p:cNvPr>
            <p:cNvGrpSpPr/>
            <p:nvPr/>
          </p:nvGrpSpPr>
          <p:grpSpPr>
            <a:xfrm>
              <a:off x="2683025" y="3075572"/>
              <a:ext cx="324000" cy="324000"/>
              <a:chOff x="2124108" y="2977434"/>
              <a:chExt cx="324000" cy="324000"/>
            </a:xfrm>
          </p:grpSpPr>
          <p:sp>
            <p:nvSpPr>
              <p:cNvPr id="176" name="Oval 175">
                <a:extLst>
                  <a:ext uri="{FF2B5EF4-FFF2-40B4-BE49-F238E27FC236}">
                    <a16:creationId xmlns:a16="http://schemas.microsoft.com/office/drawing/2014/main" id="{F231D982-AC13-11C4-2E48-58A8749FA03B}"/>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77" name="Oval 176">
                <a:extLst>
                  <a:ext uri="{FF2B5EF4-FFF2-40B4-BE49-F238E27FC236}">
                    <a16:creationId xmlns:a16="http://schemas.microsoft.com/office/drawing/2014/main" id="{AA33B62E-81DD-DCB0-2A69-69A412493A69}"/>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78" name="Graphic 177" descr="Diamond with solid fill">
                <a:extLst>
                  <a:ext uri="{FF2B5EF4-FFF2-40B4-BE49-F238E27FC236}">
                    <a16:creationId xmlns:a16="http://schemas.microsoft.com/office/drawing/2014/main" id="{B0F022C5-4621-7658-DFF6-51771CEF44C4}"/>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grpSp>
      <p:grpSp>
        <p:nvGrpSpPr>
          <p:cNvPr id="305" name="Group 304">
            <a:extLst>
              <a:ext uri="{FF2B5EF4-FFF2-40B4-BE49-F238E27FC236}">
                <a16:creationId xmlns:a16="http://schemas.microsoft.com/office/drawing/2014/main" id="{F0A9D91C-5155-D053-6866-B4A747735B92}"/>
              </a:ext>
            </a:extLst>
          </p:cNvPr>
          <p:cNvGrpSpPr/>
          <p:nvPr/>
        </p:nvGrpSpPr>
        <p:grpSpPr>
          <a:xfrm>
            <a:off x="10122132" y="3086504"/>
            <a:ext cx="2008798" cy="1801122"/>
            <a:chOff x="9826036" y="3086504"/>
            <a:chExt cx="2008798" cy="1801122"/>
          </a:xfrm>
        </p:grpSpPr>
        <p:grpSp>
          <p:nvGrpSpPr>
            <p:cNvPr id="179" name="Group 178">
              <a:extLst>
                <a:ext uri="{FF2B5EF4-FFF2-40B4-BE49-F238E27FC236}">
                  <a16:creationId xmlns:a16="http://schemas.microsoft.com/office/drawing/2014/main" id="{7051CAD8-2793-9693-B9BF-A861FDD74B0A}"/>
                </a:ext>
              </a:extLst>
            </p:cNvPr>
            <p:cNvGrpSpPr/>
            <p:nvPr/>
          </p:nvGrpSpPr>
          <p:grpSpPr>
            <a:xfrm>
              <a:off x="9984582" y="3410504"/>
              <a:ext cx="1850252" cy="1477122"/>
              <a:chOff x="1389367" y="3344145"/>
              <a:chExt cx="1850252" cy="1477122"/>
            </a:xfrm>
          </p:grpSpPr>
          <p:sp>
            <p:nvSpPr>
              <p:cNvPr id="180" name="Rectangle 373">
                <a:extLst>
                  <a:ext uri="{FF2B5EF4-FFF2-40B4-BE49-F238E27FC236}">
                    <a16:creationId xmlns:a16="http://schemas.microsoft.com/office/drawing/2014/main" id="{1E5C9F52-42B3-8967-3C40-E426F8B2456E}"/>
                  </a:ext>
                </a:extLst>
              </p:cNvPr>
              <p:cNvSpPr/>
              <p:nvPr/>
            </p:nvSpPr>
            <p:spPr>
              <a:xfrm flipH="1">
                <a:off x="1389367" y="4314893"/>
                <a:ext cx="1850252" cy="50637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 – MDD adj/mono</a:t>
                </a:r>
              </a:p>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Ph3 CTA Sub (Q4)</a:t>
                </a:r>
              </a:p>
            </p:txBody>
          </p:sp>
          <p:cxnSp>
            <p:nvCxnSpPr>
              <p:cNvPr id="184" name="Straight Connector 183">
                <a:extLst>
                  <a:ext uri="{FF2B5EF4-FFF2-40B4-BE49-F238E27FC236}">
                    <a16:creationId xmlns:a16="http://schemas.microsoft.com/office/drawing/2014/main" id="{C0D3883A-01F9-EB17-2D0D-1150BC1BA847}"/>
                  </a:ext>
                </a:extLst>
              </p:cNvPr>
              <p:cNvCxnSpPr>
                <a:cxnSpLocks/>
                <a:stCxn id="185" idx="3"/>
                <a:endCxn id="187" idx="4"/>
              </p:cNvCxnSpPr>
              <p:nvPr/>
            </p:nvCxnSpPr>
            <p:spPr>
              <a:xfrm flipV="1">
                <a:off x="1392821" y="3344145"/>
                <a:ext cx="0" cy="90925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85" name="Arrow: Right 53">
                <a:extLst>
                  <a:ext uri="{FF2B5EF4-FFF2-40B4-BE49-F238E27FC236}">
                    <a16:creationId xmlns:a16="http://schemas.microsoft.com/office/drawing/2014/main" id="{E47E82C8-E51D-D10B-2715-45E301F09A3F}"/>
                  </a:ext>
                </a:extLst>
              </p:cNvPr>
              <p:cNvSpPr/>
              <p:nvPr/>
            </p:nvSpPr>
            <p:spPr>
              <a:xfrm flipH="1">
                <a:off x="1392821" y="4199396"/>
                <a:ext cx="108000" cy="108000"/>
              </a:xfrm>
              <a:prstGeom prst="rect">
                <a:avLst/>
              </a:prstGeom>
              <a:solidFill>
                <a:schemeClr val="accent4">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186" name="Group 185">
              <a:extLst>
                <a:ext uri="{FF2B5EF4-FFF2-40B4-BE49-F238E27FC236}">
                  <a16:creationId xmlns:a16="http://schemas.microsoft.com/office/drawing/2014/main" id="{6AE02725-EFAC-14C9-0B80-1FBAF63C28EA}"/>
                </a:ext>
              </a:extLst>
            </p:cNvPr>
            <p:cNvGrpSpPr/>
            <p:nvPr/>
          </p:nvGrpSpPr>
          <p:grpSpPr>
            <a:xfrm>
              <a:off x="9826036" y="3086504"/>
              <a:ext cx="324000" cy="324000"/>
              <a:chOff x="2124108" y="2977434"/>
              <a:chExt cx="324000" cy="324000"/>
            </a:xfrm>
          </p:grpSpPr>
          <p:sp>
            <p:nvSpPr>
              <p:cNvPr id="187" name="Oval 186">
                <a:extLst>
                  <a:ext uri="{FF2B5EF4-FFF2-40B4-BE49-F238E27FC236}">
                    <a16:creationId xmlns:a16="http://schemas.microsoft.com/office/drawing/2014/main" id="{95643A8B-50D0-294C-119F-8B7B683597BF}"/>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92" name="Oval 191">
                <a:extLst>
                  <a:ext uri="{FF2B5EF4-FFF2-40B4-BE49-F238E27FC236}">
                    <a16:creationId xmlns:a16="http://schemas.microsoft.com/office/drawing/2014/main" id="{2B74DEAB-67D2-12A7-E83F-291241D85351}"/>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93" name="Graphic 192" descr="Diamond with solid fill">
                <a:extLst>
                  <a:ext uri="{FF2B5EF4-FFF2-40B4-BE49-F238E27FC236}">
                    <a16:creationId xmlns:a16="http://schemas.microsoft.com/office/drawing/2014/main" id="{249A972E-B9B3-048F-20E8-5BB2EE798BF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grpSp>
      <p:grpSp>
        <p:nvGrpSpPr>
          <p:cNvPr id="302" name="Group 301">
            <a:extLst>
              <a:ext uri="{FF2B5EF4-FFF2-40B4-BE49-F238E27FC236}">
                <a16:creationId xmlns:a16="http://schemas.microsoft.com/office/drawing/2014/main" id="{2010AF3E-AF4A-06AE-F70B-5683EA631713}"/>
              </a:ext>
            </a:extLst>
          </p:cNvPr>
          <p:cNvGrpSpPr/>
          <p:nvPr/>
        </p:nvGrpSpPr>
        <p:grpSpPr>
          <a:xfrm>
            <a:off x="5462323" y="3081005"/>
            <a:ext cx="2114053" cy="2740082"/>
            <a:chOff x="6272224" y="3081005"/>
            <a:chExt cx="2114053" cy="2740082"/>
          </a:xfrm>
        </p:grpSpPr>
        <p:grpSp>
          <p:nvGrpSpPr>
            <p:cNvPr id="256" name="Group 255">
              <a:extLst>
                <a:ext uri="{FF2B5EF4-FFF2-40B4-BE49-F238E27FC236}">
                  <a16:creationId xmlns:a16="http://schemas.microsoft.com/office/drawing/2014/main" id="{A6C05D05-D92B-0FE3-10A2-6A4417334E61}"/>
                </a:ext>
              </a:extLst>
            </p:cNvPr>
            <p:cNvGrpSpPr/>
            <p:nvPr/>
          </p:nvGrpSpPr>
          <p:grpSpPr>
            <a:xfrm>
              <a:off x="6394390" y="3405005"/>
              <a:ext cx="1991887" cy="2416082"/>
              <a:chOff x="1366819" y="3377530"/>
              <a:chExt cx="1991887" cy="2416082"/>
            </a:xfrm>
          </p:grpSpPr>
          <p:sp>
            <p:nvSpPr>
              <p:cNvPr id="257" name="Rectangle 373">
                <a:extLst>
                  <a:ext uri="{FF2B5EF4-FFF2-40B4-BE49-F238E27FC236}">
                    <a16:creationId xmlns:a16="http://schemas.microsoft.com/office/drawing/2014/main" id="{C502A9EB-28C2-9F46-C273-99A80BE7A282}"/>
                  </a:ext>
                </a:extLst>
              </p:cNvPr>
              <p:cNvSpPr/>
              <p:nvPr/>
            </p:nvSpPr>
            <p:spPr>
              <a:xfrm flipH="1">
                <a:off x="1366819" y="5287238"/>
                <a:ext cx="1991887" cy="50637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 – BD</a:t>
                </a:r>
              </a:p>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Ph2 Pre-IND Meeting Sub (Jun)</a:t>
                </a:r>
              </a:p>
            </p:txBody>
          </p:sp>
          <p:cxnSp>
            <p:nvCxnSpPr>
              <p:cNvPr id="258" name="Straight Connector 257">
                <a:extLst>
                  <a:ext uri="{FF2B5EF4-FFF2-40B4-BE49-F238E27FC236}">
                    <a16:creationId xmlns:a16="http://schemas.microsoft.com/office/drawing/2014/main" id="{3AAC7E71-1155-7317-FBA1-D778B0979728}"/>
                  </a:ext>
                </a:extLst>
              </p:cNvPr>
              <p:cNvCxnSpPr>
                <a:cxnSpLocks/>
                <a:stCxn id="259" idx="3"/>
                <a:endCxn id="261" idx="4"/>
              </p:cNvCxnSpPr>
              <p:nvPr/>
            </p:nvCxnSpPr>
            <p:spPr>
              <a:xfrm flipV="1">
                <a:off x="1392821" y="3377530"/>
                <a:ext cx="13832" cy="1842324"/>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59" name="Arrow: Right 53">
                <a:extLst>
                  <a:ext uri="{FF2B5EF4-FFF2-40B4-BE49-F238E27FC236}">
                    <a16:creationId xmlns:a16="http://schemas.microsoft.com/office/drawing/2014/main" id="{751BA3ED-4D65-94F1-2A6F-C6F7B0E9E3F2}"/>
                  </a:ext>
                </a:extLst>
              </p:cNvPr>
              <p:cNvSpPr/>
              <p:nvPr/>
            </p:nvSpPr>
            <p:spPr>
              <a:xfrm flipH="1">
                <a:off x="1392821" y="5165854"/>
                <a:ext cx="108000" cy="108000"/>
              </a:xfrm>
              <a:prstGeom prst="rect">
                <a:avLst/>
              </a:prstGeom>
              <a:solidFill>
                <a:schemeClr val="accent4">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260" name="Group 259">
              <a:extLst>
                <a:ext uri="{FF2B5EF4-FFF2-40B4-BE49-F238E27FC236}">
                  <a16:creationId xmlns:a16="http://schemas.microsoft.com/office/drawing/2014/main" id="{ABBDCB63-849A-737C-BE87-FC5E01951B7C}"/>
                </a:ext>
              </a:extLst>
            </p:cNvPr>
            <p:cNvGrpSpPr/>
            <p:nvPr/>
          </p:nvGrpSpPr>
          <p:grpSpPr>
            <a:xfrm>
              <a:off x="6272224" y="3081005"/>
              <a:ext cx="324000" cy="324000"/>
              <a:chOff x="2124108" y="2977434"/>
              <a:chExt cx="324000" cy="324000"/>
            </a:xfrm>
          </p:grpSpPr>
          <p:sp>
            <p:nvSpPr>
              <p:cNvPr id="261" name="Oval 260">
                <a:extLst>
                  <a:ext uri="{FF2B5EF4-FFF2-40B4-BE49-F238E27FC236}">
                    <a16:creationId xmlns:a16="http://schemas.microsoft.com/office/drawing/2014/main" id="{ECB7A923-ED33-EA65-331A-A304BE8A3289}"/>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2" name="Oval 261">
                <a:extLst>
                  <a:ext uri="{FF2B5EF4-FFF2-40B4-BE49-F238E27FC236}">
                    <a16:creationId xmlns:a16="http://schemas.microsoft.com/office/drawing/2014/main" id="{E38B0E4F-895B-EE5F-3335-153FFD6BB290}"/>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63" name="Graphic 262" descr="Diamond with solid fill">
                <a:extLst>
                  <a:ext uri="{FF2B5EF4-FFF2-40B4-BE49-F238E27FC236}">
                    <a16:creationId xmlns:a16="http://schemas.microsoft.com/office/drawing/2014/main" id="{F4F488B2-C0D6-BC76-977F-0B71B39BDA3F}"/>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grpSp>
      <p:grpSp>
        <p:nvGrpSpPr>
          <p:cNvPr id="264" name="Group 263">
            <a:extLst>
              <a:ext uri="{FF2B5EF4-FFF2-40B4-BE49-F238E27FC236}">
                <a16:creationId xmlns:a16="http://schemas.microsoft.com/office/drawing/2014/main" id="{6A70D95F-9F04-D87B-8E55-B9C1E51EB75E}"/>
              </a:ext>
            </a:extLst>
          </p:cNvPr>
          <p:cNvGrpSpPr/>
          <p:nvPr/>
        </p:nvGrpSpPr>
        <p:grpSpPr>
          <a:xfrm>
            <a:off x="9359006" y="3407006"/>
            <a:ext cx="1850252" cy="2404155"/>
            <a:chOff x="1377915" y="3405490"/>
            <a:chExt cx="1850252" cy="2404155"/>
          </a:xfrm>
        </p:grpSpPr>
        <p:sp>
          <p:nvSpPr>
            <p:cNvPr id="265" name="Rectangle 373">
              <a:extLst>
                <a:ext uri="{FF2B5EF4-FFF2-40B4-BE49-F238E27FC236}">
                  <a16:creationId xmlns:a16="http://schemas.microsoft.com/office/drawing/2014/main" id="{D384E8E2-5296-6E5C-511F-6A135083B21F}"/>
                </a:ext>
              </a:extLst>
            </p:cNvPr>
            <p:cNvSpPr/>
            <p:nvPr/>
          </p:nvSpPr>
          <p:spPr>
            <a:xfrm flipH="1">
              <a:off x="1377915" y="5303271"/>
              <a:ext cx="1850252" cy="50637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 – BD</a:t>
              </a:r>
            </a:p>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Ph2 CTA Sub (Oct)</a:t>
              </a:r>
            </a:p>
          </p:txBody>
        </p:sp>
        <p:cxnSp>
          <p:nvCxnSpPr>
            <p:cNvPr id="266" name="Straight Connector 265">
              <a:extLst>
                <a:ext uri="{FF2B5EF4-FFF2-40B4-BE49-F238E27FC236}">
                  <a16:creationId xmlns:a16="http://schemas.microsoft.com/office/drawing/2014/main" id="{864CA054-C947-5116-02D2-B924673D149A}"/>
                </a:ext>
              </a:extLst>
            </p:cNvPr>
            <p:cNvCxnSpPr>
              <a:cxnSpLocks/>
            </p:cNvCxnSpPr>
            <p:nvPr/>
          </p:nvCxnSpPr>
          <p:spPr>
            <a:xfrm flipH="1" flipV="1">
              <a:off x="1384776" y="3405490"/>
              <a:ext cx="7253" cy="176195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67" name="Arrow: Right 53">
              <a:extLst>
                <a:ext uri="{FF2B5EF4-FFF2-40B4-BE49-F238E27FC236}">
                  <a16:creationId xmlns:a16="http://schemas.microsoft.com/office/drawing/2014/main" id="{B0E62C9E-0091-A830-D592-17D351FC060D}"/>
                </a:ext>
              </a:extLst>
            </p:cNvPr>
            <p:cNvSpPr/>
            <p:nvPr/>
          </p:nvSpPr>
          <p:spPr>
            <a:xfrm flipH="1">
              <a:off x="1392821" y="5191980"/>
              <a:ext cx="108000" cy="108000"/>
            </a:xfrm>
            <a:prstGeom prst="rect">
              <a:avLst/>
            </a:prstGeom>
            <a:solidFill>
              <a:schemeClr val="accent4">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35" name="Group 34">
            <a:extLst>
              <a:ext uri="{FF2B5EF4-FFF2-40B4-BE49-F238E27FC236}">
                <a16:creationId xmlns:a16="http://schemas.microsoft.com/office/drawing/2014/main" id="{6AD15233-DCFD-95C4-C491-EBD6CDE9446F}"/>
              </a:ext>
            </a:extLst>
          </p:cNvPr>
          <p:cNvGrpSpPr/>
          <p:nvPr/>
        </p:nvGrpSpPr>
        <p:grpSpPr>
          <a:xfrm>
            <a:off x="8799961" y="6617095"/>
            <a:ext cx="1140131" cy="180000"/>
            <a:chOff x="5301735" y="6564954"/>
            <a:chExt cx="1140131" cy="180000"/>
          </a:xfrm>
        </p:grpSpPr>
        <p:sp>
          <p:nvSpPr>
            <p:cNvPr id="36" name="TextBox 35">
              <a:extLst>
                <a:ext uri="{FF2B5EF4-FFF2-40B4-BE49-F238E27FC236}">
                  <a16:creationId xmlns:a16="http://schemas.microsoft.com/office/drawing/2014/main" id="{40B7C34E-62AA-43C5-2962-0CAABADCB40E}"/>
                </a:ext>
              </a:extLst>
            </p:cNvPr>
            <p:cNvSpPr txBox="1"/>
            <p:nvPr/>
          </p:nvSpPr>
          <p:spPr>
            <a:xfrm>
              <a:off x="5509249" y="6606240"/>
              <a:ext cx="932617" cy="91969"/>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Study start/ read-out</a:t>
              </a:r>
            </a:p>
          </p:txBody>
        </p:sp>
        <p:grpSp>
          <p:nvGrpSpPr>
            <p:cNvPr id="37" name="Group 36">
              <a:extLst>
                <a:ext uri="{FF2B5EF4-FFF2-40B4-BE49-F238E27FC236}">
                  <a16:creationId xmlns:a16="http://schemas.microsoft.com/office/drawing/2014/main" id="{9947108A-B338-5B59-3199-C11CC2A719CF}"/>
                </a:ext>
              </a:extLst>
            </p:cNvPr>
            <p:cNvGrpSpPr/>
            <p:nvPr/>
          </p:nvGrpSpPr>
          <p:grpSpPr>
            <a:xfrm>
              <a:off x="5301735" y="6564954"/>
              <a:ext cx="188349" cy="180000"/>
              <a:chOff x="5411045" y="3113464"/>
              <a:chExt cx="207184" cy="198000"/>
            </a:xfrm>
            <a:noFill/>
          </p:grpSpPr>
          <p:sp>
            <p:nvSpPr>
              <p:cNvPr id="38" name="Oval 37">
                <a:extLst>
                  <a:ext uri="{FF2B5EF4-FFF2-40B4-BE49-F238E27FC236}">
                    <a16:creationId xmlns:a16="http://schemas.microsoft.com/office/drawing/2014/main" id="{153CA084-C617-D00F-DDA0-B22A07EFC9C6}"/>
                  </a:ext>
                </a:extLst>
              </p:cNvPr>
              <p:cNvSpPr/>
              <p:nvPr/>
            </p:nvSpPr>
            <p:spPr>
              <a:xfrm>
                <a:off x="5411045" y="3113464"/>
                <a:ext cx="201168" cy="198000"/>
              </a:xfrm>
              <a:prstGeom prst="ellipse">
                <a:avLst/>
              </a:prstGeom>
              <a:grp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123563"/>
                  </a:solidFill>
                  <a:effectLst/>
                  <a:uLnTx/>
                  <a:uFillTx/>
                  <a:latin typeface="BISans"/>
                  <a:ea typeface="+mn-ea"/>
                  <a:cs typeface="+mn-cs"/>
                </a:endParaRPr>
              </a:p>
            </p:txBody>
          </p:sp>
          <p:pic>
            <p:nvPicPr>
              <p:cNvPr id="39" name="Graphic 38" descr="Play outline">
                <a:extLst>
                  <a:ext uri="{FF2B5EF4-FFF2-40B4-BE49-F238E27FC236}">
                    <a16:creationId xmlns:a16="http://schemas.microsoft.com/office/drawing/2014/main" id="{F6EBD0FC-571B-EC89-4722-48D970D30885}"/>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448513" y="3129032"/>
                <a:ext cx="169716" cy="169715"/>
              </a:xfrm>
              <a:prstGeom prst="rect">
                <a:avLst/>
              </a:prstGeom>
            </p:spPr>
          </p:pic>
        </p:grpSp>
      </p:grpSp>
      <p:sp>
        <p:nvSpPr>
          <p:cNvPr id="40" name="TextBox 39">
            <a:extLst>
              <a:ext uri="{FF2B5EF4-FFF2-40B4-BE49-F238E27FC236}">
                <a16:creationId xmlns:a16="http://schemas.microsoft.com/office/drawing/2014/main" id="{0546B77F-38FB-21FF-D87D-7D1CB6AF553A}"/>
              </a:ext>
            </a:extLst>
          </p:cNvPr>
          <p:cNvSpPr txBox="1"/>
          <p:nvPr/>
        </p:nvSpPr>
        <p:spPr>
          <a:xfrm>
            <a:off x="11081635" y="6654708"/>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Milestone</a:t>
            </a:r>
          </a:p>
        </p:txBody>
      </p:sp>
      <p:sp>
        <p:nvSpPr>
          <p:cNvPr id="41" name="Oval 40">
            <a:extLst>
              <a:ext uri="{FF2B5EF4-FFF2-40B4-BE49-F238E27FC236}">
                <a16:creationId xmlns:a16="http://schemas.microsoft.com/office/drawing/2014/main" id="{35A9B44F-2F56-40F5-6E12-17655F1FEFD3}"/>
              </a:ext>
            </a:extLst>
          </p:cNvPr>
          <p:cNvSpPr/>
          <p:nvPr/>
        </p:nvSpPr>
        <p:spPr>
          <a:xfrm>
            <a:off x="10874125" y="6631248"/>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ISans"/>
              <a:ea typeface="+mn-ea"/>
              <a:cs typeface="+mn-cs"/>
            </a:endParaRPr>
          </a:p>
        </p:txBody>
      </p:sp>
      <p:pic>
        <p:nvPicPr>
          <p:cNvPr id="43" name="Graphic 42" descr="Diamond with solid fill">
            <a:extLst>
              <a:ext uri="{FF2B5EF4-FFF2-40B4-BE49-F238E27FC236}">
                <a16:creationId xmlns:a16="http://schemas.microsoft.com/office/drawing/2014/main" id="{D9A0C762-BA9D-73EF-3C63-07FEC334BB0B}"/>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86982" y="6644632"/>
            <a:ext cx="154286" cy="154286"/>
          </a:xfrm>
          <a:prstGeom prst="rect">
            <a:avLst/>
          </a:prstGeom>
        </p:spPr>
      </p:pic>
      <p:sp>
        <p:nvSpPr>
          <p:cNvPr id="44" name="Oval 303">
            <a:extLst>
              <a:ext uri="{FF2B5EF4-FFF2-40B4-BE49-F238E27FC236}">
                <a16:creationId xmlns:a16="http://schemas.microsoft.com/office/drawing/2014/main" id="{376E186E-F91D-705F-9233-B048CDB98BD0}"/>
              </a:ext>
            </a:extLst>
          </p:cNvPr>
          <p:cNvSpPr/>
          <p:nvPr/>
        </p:nvSpPr>
        <p:spPr>
          <a:xfrm>
            <a:off x="10030309" y="6617094"/>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BISansCond"/>
              <a:ea typeface="+mn-ea"/>
              <a:cs typeface="+mn-cs"/>
            </a:endParaRPr>
          </a:p>
        </p:txBody>
      </p:sp>
      <p:sp>
        <p:nvSpPr>
          <p:cNvPr id="45" name="TextBox 44">
            <a:extLst>
              <a:ext uri="{FF2B5EF4-FFF2-40B4-BE49-F238E27FC236}">
                <a16:creationId xmlns:a16="http://schemas.microsoft.com/office/drawing/2014/main" id="{10FB5F72-C52B-CD6C-BFF1-F572C4A3542B}"/>
              </a:ext>
            </a:extLst>
          </p:cNvPr>
          <p:cNvSpPr txBox="1"/>
          <p:nvPr/>
        </p:nvSpPr>
        <p:spPr>
          <a:xfrm>
            <a:off x="10237819" y="6646313"/>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Termination</a:t>
            </a:r>
          </a:p>
        </p:txBody>
      </p:sp>
      <p:sp>
        <p:nvSpPr>
          <p:cNvPr id="46" name="Freeform 61">
            <a:extLst>
              <a:ext uri="{FF2B5EF4-FFF2-40B4-BE49-F238E27FC236}">
                <a16:creationId xmlns:a16="http://schemas.microsoft.com/office/drawing/2014/main" id="{1A0B044C-4ADD-D7FE-C21F-C46EB1B7CC0B}"/>
              </a:ext>
            </a:extLst>
          </p:cNvPr>
          <p:cNvSpPr>
            <a:spLocks noChangeAspect="1" noEditPoints="1"/>
          </p:cNvSpPr>
          <p:nvPr/>
        </p:nvSpPr>
        <p:spPr bwMode="auto">
          <a:xfrm>
            <a:off x="10064142" y="6651663"/>
            <a:ext cx="112334" cy="112334"/>
          </a:xfrm>
          <a:custGeom>
            <a:avLst/>
            <a:gdLst>
              <a:gd name="T0" fmla="*/ 100 w 200"/>
              <a:gd name="T1" fmla="*/ 0 h 200"/>
              <a:gd name="T2" fmla="*/ 0 w 200"/>
              <a:gd name="T3" fmla="*/ 100 h 200"/>
              <a:gd name="T4" fmla="*/ 100 w 200"/>
              <a:gd name="T5" fmla="*/ 200 h 200"/>
              <a:gd name="T6" fmla="*/ 200 w 200"/>
              <a:gd name="T7" fmla="*/ 100 h 200"/>
              <a:gd name="T8" fmla="*/ 100 w 200"/>
              <a:gd name="T9" fmla="*/ 0 h 200"/>
              <a:gd name="T10" fmla="*/ 100 w 200"/>
              <a:gd name="T11" fmla="*/ 188 h 200"/>
              <a:gd name="T12" fmla="*/ 12 w 200"/>
              <a:gd name="T13" fmla="*/ 100 h 200"/>
              <a:gd name="T14" fmla="*/ 100 w 200"/>
              <a:gd name="T15" fmla="*/ 13 h 200"/>
              <a:gd name="T16" fmla="*/ 187 w 200"/>
              <a:gd name="T17" fmla="*/ 100 h 200"/>
              <a:gd name="T18" fmla="*/ 100 w 200"/>
              <a:gd name="T19" fmla="*/ 188 h 200"/>
              <a:gd name="T20" fmla="*/ 131 w 200"/>
              <a:gd name="T21" fmla="*/ 60 h 200"/>
              <a:gd name="T22" fmla="*/ 100 w 200"/>
              <a:gd name="T23" fmla="*/ 92 h 200"/>
              <a:gd name="T24" fmla="*/ 69 w 200"/>
              <a:gd name="T25" fmla="*/ 60 h 200"/>
              <a:gd name="T26" fmla="*/ 60 w 200"/>
              <a:gd name="T27" fmla="*/ 69 h 200"/>
              <a:gd name="T28" fmla="*/ 91 w 200"/>
              <a:gd name="T29" fmla="*/ 100 h 200"/>
              <a:gd name="T30" fmla="*/ 60 w 200"/>
              <a:gd name="T31" fmla="*/ 132 h 200"/>
              <a:gd name="T32" fmla="*/ 69 w 200"/>
              <a:gd name="T33" fmla="*/ 140 h 200"/>
              <a:gd name="T34" fmla="*/ 100 w 200"/>
              <a:gd name="T35" fmla="*/ 109 h 200"/>
              <a:gd name="T36" fmla="*/ 131 w 200"/>
              <a:gd name="T37" fmla="*/ 140 h 200"/>
              <a:gd name="T38" fmla="*/ 140 w 200"/>
              <a:gd name="T39" fmla="*/ 132 h 200"/>
              <a:gd name="T40" fmla="*/ 109 w 200"/>
              <a:gd name="T41" fmla="*/ 100 h 200"/>
              <a:gd name="T42" fmla="*/ 140 w 200"/>
              <a:gd name="T43" fmla="*/ 69 h 200"/>
              <a:gd name="T44" fmla="*/ 131 w 200"/>
              <a:gd name="T45" fmla="*/ 6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00">
                <a:moveTo>
                  <a:pt x="100" y="0"/>
                </a:moveTo>
                <a:cubicBezTo>
                  <a:pt x="45" y="0"/>
                  <a:pt x="0" y="45"/>
                  <a:pt x="0" y="100"/>
                </a:cubicBezTo>
                <a:cubicBezTo>
                  <a:pt x="0" y="156"/>
                  <a:pt x="45" y="200"/>
                  <a:pt x="100" y="200"/>
                </a:cubicBezTo>
                <a:cubicBezTo>
                  <a:pt x="155" y="200"/>
                  <a:pt x="200" y="156"/>
                  <a:pt x="200" y="100"/>
                </a:cubicBezTo>
                <a:cubicBezTo>
                  <a:pt x="200" y="45"/>
                  <a:pt x="155" y="0"/>
                  <a:pt x="100" y="0"/>
                </a:cubicBezTo>
                <a:close/>
                <a:moveTo>
                  <a:pt x="100" y="188"/>
                </a:moveTo>
                <a:cubicBezTo>
                  <a:pt x="52" y="188"/>
                  <a:pt x="12" y="149"/>
                  <a:pt x="12" y="100"/>
                </a:cubicBezTo>
                <a:cubicBezTo>
                  <a:pt x="12" y="52"/>
                  <a:pt x="52" y="13"/>
                  <a:pt x="100" y="13"/>
                </a:cubicBezTo>
                <a:cubicBezTo>
                  <a:pt x="148" y="13"/>
                  <a:pt x="187" y="52"/>
                  <a:pt x="187" y="100"/>
                </a:cubicBezTo>
                <a:cubicBezTo>
                  <a:pt x="187" y="149"/>
                  <a:pt x="148" y="188"/>
                  <a:pt x="100" y="188"/>
                </a:cubicBezTo>
                <a:close/>
                <a:moveTo>
                  <a:pt x="131" y="60"/>
                </a:moveTo>
                <a:cubicBezTo>
                  <a:pt x="100" y="92"/>
                  <a:pt x="100" y="92"/>
                  <a:pt x="100" y="92"/>
                </a:cubicBezTo>
                <a:cubicBezTo>
                  <a:pt x="69" y="60"/>
                  <a:pt x="69" y="60"/>
                  <a:pt x="69" y="60"/>
                </a:cubicBezTo>
                <a:cubicBezTo>
                  <a:pt x="60" y="69"/>
                  <a:pt x="60" y="69"/>
                  <a:pt x="60" y="69"/>
                </a:cubicBezTo>
                <a:cubicBezTo>
                  <a:pt x="91" y="100"/>
                  <a:pt x="91" y="100"/>
                  <a:pt x="91" y="100"/>
                </a:cubicBezTo>
                <a:cubicBezTo>
                  <a:pt x="60" y="132"/>
                  <a:pt x="60" y="132"/>
                  <a:pt x="60" y="132"/>
                </a:cubicBezTo>
                <a:cubicBezTo>
                  <a:pt x="69" y="140"/>
                  <a:pt x="69" y="140"/>
                  <a:pt x="69" y="140"/>
                </a:cubicBezTo>
                <a:cubicBezTo>
                  <a:pt x="100" y="109"/>
                  <a:pt x="100" y="109"/>
                  <a:pt x="100" y="109"/>
                </a:cubicBezTo>
                <a:cubicBezTo>
                  <a:pt x="131" y="140"/>
                  <a:pt x="131" y="140"/>
                  <a:pt x="131" y="140"/>
                </a:cubicBezTo>
                <a:cubicBezTo>
                  <a:pt x="140" y="132"/>
                  <a:pt x="140" y="132"/>
                  <a:pt x="140" y="132"/>
                </a:cubicBezTo>
                <a:cubicBezTo>
                  <a:pt x="109" y="100"/>
                  <a:pt x="109" y="100"/>
                  <a:pt x="109" y="100"/>
                </a:cubicBezTo>
                <a:cubicBezTo>
                  <a:pt x="140" y="69"/>
                  <a:pt x="140" y="69"/>
                  <a:pt x="140" y="69"/>
                </a:cubicBezTo>
                <a:lnTo>
                  <a:pt x="131" y="60"/>
                </a:lnTo>
                <a:close/>
              </a:path>
            </a:pathLst>
          </a:custGeom>
          <a:solidFill>
            <a:srgbClr val="000000"/>
          </a:solidFill>
          <a:ln>
            <a:solidFill>
              <a:srgbClr val="123563"/>
            </a:solidFill>
          </a:ln>
        </p:spPr>
        <p:txBody>
          <a:bodyPr vert="horz" wrap="square" lIns="78191" tIns="39096" rIns="78191" bIns="3909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8595B"/>
              </a:solidFill>
              <a:effectLst/>
              <a:uLnTx/>
              <a:uFillTx/>
              <a:latin typeface="BISansCond"/>
              <a:ea typeface="+mn-ea"/>
              <a:cs typeface="+mn-cs"/>
            </a:endParaRPr>
          </a:p>
        </p:txBody>
      </p:sp>
      <p:grpSp>
        <p:nvGrpSpPr>
          <p:cNvPr id="284" name="Group 283">
            <a:extLst>
              <a:ext uri="{FF2B5EF4-FFF2-40B4-BE49-F238E27FC236}">
                <a16:creationId xmlns:a16="http://schemas.microsoft.com/office/drawing/2014/main" id="{87F514F8-0362-C79F-D443-5B2D14ADD63E}"/>
              </a:ext>
            </a:extLst>
          </p:cNvPr>
          <p:cNvGrpSpPr/>
          <p:nvPr/>
        </p:nvGrpSpPr>
        <p:grpSpPr>
          <a:xfrm>
            <a:off x="8128065" y="1119778"/>
            <a:ext cx="945788" cy="2286437"/>
            <a:chOff x="8119356" y="1119778"/>
            <a:chExt cx="945788" cy="2286437"/>
          </a:xfrm>
        </p:grpSpPr>
        <p:grpSp>
          <p:nvGrpSpPr>
            <p:cNvPr id="50" name="Group 49">
              <a:extLst>
                <a:ext uri="{FF2B5EF4-FFF2-40B4-BE49-F238E27FC236}">
                  <a16:creationId xmlns:a16="http://schemas.microsoft.com/office/drawing/2014/main" id="{4FFAD517-CD28-43B2-5A72-BFFC93707391}"/>
                </a:ext>
              </a:extLst>
            </p:cNvPr>
            <p:cNvGrpSpPr/>
            <p:nvPr/>
          </p:nvGrpSpPr>
          <p:grpSpPr>
            <a:xfrm>
              <a:off x="8741144" y="3082215"/>
              <a:ext cx="324000" cy="324000"/>
              <a:chOff x="2124108" y="2977434"/>
              <a:chExt cx="324000" cy="324000"/>
            </a:xfrm>
          </p:grpSpPr>
          <p:sp>
            <p:nvSpPr>
              <p:cNvPr id="51" name="Oval 50">
                <a:extLst>
                  <a:ext uri="{FF2B5EF4-FFF2-40B4-BE49-F238E27FC236}">
                    <a16:creationId xmlns:a16="http://schemas.microsoft.com/office/drawing/2014/main" id="{7F9E9670-B813-6C75-AA6E-368CBFFFDBD9}"/>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52" name="Oval 51">
                <a:extLst>
                  <a:ext uri="{FF2B5EF4-FFF2-40B4-BE49-F238E27FC236}">
                    <a16:creationId xmlns:a16="http://schemas.microsoft.com/office/drawing/2014/main" id="{99A7D102-7205-34B1-A928-74C9E94745DE}"/>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53" name="Graphic 52" descr="Diamond with solid fill">
                <a:extLst>
                  <a:ext uri="{FF2B5EF4-FFF2-40B4-BE49-F238E27FC236}">
                    <a16:creationId xmlns:a16="http://schemas.microsoft.com/office/drawing/2014/main" id="{27D90369-5B95-69AD-5B0C-03160FC3AED8}"/>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grpSp>
          <p:nvGrpSpPr>
            <p:cNvPr id="55" name="Group 54">
              <a:extLst>
                <a:ext uri="{FF2B5EF4-FFF2-40B4-BE49-F238E27FC236}">
                  <a16:creationId xmlns:a16="http://schemas.microsoft.com/office/drawing/2014/main" id="{6113151B-3DBF-85B6-F263-A6E519ED7B6C}"/>
                </a:ext>
              </a:extLst>
            </p:cNvPr>
            <p:cNvGrpSpPr/>
            <p:nvPr/>
          </p:nvGrpSpPr>
          <p:grpSpPr>
            <a:xfrm>
              <a:off x="8119356" y="1119778"/>
              <a:ext cx="896577" cy="1962437"/>
              <a:chOff x="4576673" y="1610658"/>
              <a:chExt cx="896577" cy="1962437"/>
            </a:xfrm>
          </p:grpSpPr>
          <p:cxnSp>
            <p:nvCxnSpPr>
              <p:cNvPr id="61" name="Straight Connector 60">
                <a:extLst>
                  <a:ext uri="{FF2B5EF4-FFF2-40B4-BE49-F238E27FC236}">
                    <a16:creationId xmlns:a16="http://schemas.microsoft.com/office/drawing/2014/main" id="{B0C4D76B-0E2A-AC24-3B45-AA065CF61170}"/>
                  </a:ext>
                </a:extLst>
              </p:cNvPr>
              <p:cNvCxnSpPr>
                <a:cxnSpLocks/>
                <a:stCxn id="51" idx="0"/>
                <a:endCxn id="281" idx="3"/>
              </p:cNvCxnSpPr>
              <p:nvPr/>
            </p:nvCxnSpPr>
            <p:spPr>
              <a:xfrm flipV="1">
                <a:off x="5360461" y="1835134"/>
                <a:ext cx="4789" cy="173796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72" name="Rectangle 373">
                <a:extLst>
                  <a:ext uri="{FF2B5EF4-FFF2-40B4-BE49-F238E27FC236}">
                    <a16:creationId xmlns:a16="http://schemas.microsoft.com/office/drawing/2014/main" id="{4CA67039-591A-F083-76D9-CD2B25F51DF2}"/>
                  </a:ext>
                </a:extLst>
              </p:cNvPr>
              <p:cNvSpPr/>
              <p:nvPr/>
            </p:nvSpPr>
            <p:spPr>
              <a:xfrm flipH="1">
                <a:off x="4576673" y="1610658"/>
                <a:ext cx="784829" cy="41708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r"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CT-156</a:t>
                </a:r>
              </a:p>
              <a:p>
                <a:pPr marL="0" marR="0" lvl="0" indent="0" algn="r" defTabSz="914400" rtl="0" eaLnBrk="1" fontAlgn="auto" latinLnBrk="0" hangingPunct="1">
                  <a:lnSpc>
                    <a:spcPct val="80000"/>
                  </a:lnSpc>
                  <a:spcBef>
                    <a:spcPts val="0"/>
                  </a:spcBef>
                  <a:spcAft>
                    <a:spcPts val="600"/>
                  </a:spcAft>
                  <a:buClrTx/>
                  <a:buSzTx/>
                  <a:buFontTx/>
                  <a:buNone/>
                  <a:tabLst/>
                  <a:defRPr/>
                </a:pPr>
                <a:r>
                  <a:rPr lang="en-US" altLang="zh-CN" sz="1000" err="1">
                    <a:solidFill>
                      <a:srgbClr val="123563"/>
                    </a:solidFill>
                    <a:latin typeface="Boehringer Forward Text"/>
                  </a:rPr>
                  <a:t>RoFD</a:t>
                </a:r>
                <a:r>
                  <a:rPr lang="en-US" altLang="zh-CN" sz="1000">
                    <a:solidFill>
                      <a:srgbClr val="123563"/>
                    </a:solidFill>
                    <a:latin typeface="Boehringer Forward Text"/>
                  </a:rPr>
                  <a:t> (Oct)</a:t>
                </a:r>
                <a:endPar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281" name="Arrow: Right 53">
                <a:extLst>
                  <a:ext uri="{FF2B5EF4-FFF2-40B4-BE49-F238E27FC236}">
                    <a16:creationId xmlns:a16="http://schemas.microsoft.com/office/drawing/2014/main" id="{18952894-8DAC-443B-6D47-35A522449554}"/>
                  </a:ext>
                </a:extLst>
              </p:cNvPr>
              <p:cNvSpPr/>
              <p:nvPr/>
            </p:nvSpPr>
            <p:spPr>
              <a:xfrm flipH="1">
                <a:off x="5365250" y="1781134"/>
                <a:ext cx="108000" cy="108000"/>
              </a:xfrm>
              <a:prstGeom prst="rect">
                <a:avLst/>
              </a:prstGeom>
              <a:solidFill>
                <a:srgbClr val="BCBD2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grpSp>
      </p:grpSp>
      <p:grpSp>
        <p:nvGrpSpPr>
          <p:cNvPr id="285" name="Group 284">
            <a:extLst>
              <a:ext uri="{FF2B5EF4-FFF2-40B4-BE49-F238E27FC236}">
                <a16:creationId xmlns:a16="http://schemas.microsoft.com/office/drawing/2014/main" id="{DFF61702-A62A-98DD-7079-9295AC92E6E7}"/>
              </a:ext>
            </a:extLst>
          </p:cNvPr>
          <p:cNvGrpSpPr/>
          <p:nvPr/>
        </p:nvGrpSpPr>
        <p:grpSpPr>
          <a:xfrm>
            <a:off x="9203867" y="1138537"/>
            <a:ext cx="1617644" cy="2268469"/>
            <a:chOff x="8755589" y="1142035"/>
            <a:chExt cx="1617644" cy="2268469"/>
          </a:xfrm>
        </p:grpSpPr>
        <p:grpSp>
          <p:nvGrpSpPr>
            <p:cNvPr id="286" name="Group 285">
              <a:extLst>
                <a:ext uri="{FF2B5EF4-FFF2-40B4-BE49-F238E27FC236}">
                  <a16:creationId xmlns:a16="http://schemas.microsoft.com/office/drawing/2014/main" id="{BAFFEFA5-E7B8-316B-D978-9E11FA65CC33}"/>
                </a:ext>
              </a:extLst>
            </p:cNvPr>
            <p:cNvGrpSpPr/>
            <p:nvPr/>
          </p:nvGrpSpPr>
          <p:grpSpPr>
            <a:xfrm>
              <a:off x="8905232" y="1142035"/>
              <a:ext cx="1468001" cy="1944469"/>
              <a:chOff x="5356541" y="1628096"/>
              <a:chExt cx="1468001" cy="1944469"/>
            </a:xfrm>
          </p:grpSpPr>
          <p:cxnSp>
            <p:nvCxnSpPr>
              <p:cNvPr id="87" name="Straight Connector 86">
                <a:extLst>
                  <a:ext uri="{FF2B5EF4-FFF2-40B4-BE49-F238E27FC236}">
                    <a16:creationId xmlns:a16="http://schemas.microsoft.com/office/drawing/2014/main" id="{4553F35A-B0E6-5A69-984B-102417527304}"/>
                  </a:ext>
                </a:extLst>
              </p:cNvPr>
              <p:cNvCxnSpPr>
                <a:cxnSpLocks/>
                <a:stCxn id="70" idx="0"/>
                <a:endCxn id="89" idx="3"/>
              </p:cNvCxnSpPr>
              <p:nvPr/>
            </p:nvCxnSpPr>
            <p:spPr>
              <a:xfrm flipH="1" flipV="1">
                <a:off x="5356541" y="1835154"/>
                <a:ext cx="12357" cy="173741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89" name="Arrow: Right 53">
                <a:extLst>
                  <a:ext uri="{FF2B5EF4-FFF2-40B4-BE49-F238E27FC236}">
                    <a16:creationId xmlns:a16="http://schemas.microsoft.com/office/drawing/2014/main" id="{F20F2E2B-BD7C-85C4-5192-E21C5BDE38C7}"/>
                  </a:ext>
                </a:extLst>
              </p:cNvPr>
              <p:cNvSpPr/>
              <p:nvPr/>
            </p:nvSpPr>
            <p:spPr>
              <a:xfrm flipH="1">
                <a:off x="5356541" y="1781154"/>
                <a:ext cx="108000" cy="108000"/>
              </a:xfrm>
              <a:prstGeom prst="rect">
                <a:avLst/>
              </a:prstGeom>
              <a:solidFill>
                <a:srgbClr val="21A30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8" name="Rectangle 373">
                <a:extLst>
                  <a:ext uri="{FF2B5EF4-FFF2-40B4-BE49-F238E27FC236}">
                    <a16:creationId xmlns:a16="http://schemas.microsoft.com/office/drawing/2014/main" id="{FE80837B-35BF-E49D-49E8-F201CD5A8D08}"/>
                  </a:ext>
                </a:extLst>
              </p:cNvPr>
              <p:cNvSpPr/>
              <p:nvPr/>
            </p:nvSpPr>
            <p:spPr>
              <a:xfrm flipH="1">
                <a:off x="5472191" y="1628096"/>
                <a:ext cx="1352351" cy="417084"/>
              </a:xfrm>
              <a:prstGeom prst="rect">
                <a:avLst/>
              </a:prstGeom>
              <a:solidFill>
                <a:schemeClr val="bg1"/>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CT-156</a:t>
                </a:r>
              </a:p>
              <a:p>
                <a:pPr marL="0" marR="0" lvl="0" indent="0"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Ph3 (US) FSS (Oct)</a:t>
                </a:r>
              </a:p>
            </p:txBody>
          </p:sp>
        </p:grpSp>
        <p:grpSp>
          <p:nvGrpSpPr>
            <p:cNvPr id="287" name="Group 343">
              <a:extLst>
                <a:ext uri="{FF2B5EF4-FFF2-40B4-BE49-F238E27FC236}">
                  <a16:creationId xmlns:a16="http://schemas.microsoft.com/office/drawing/2014/main" id="{F9EB8DDC-D4EF-A947-76DA-D766CB8870CB}"/>
                </a:ext>
              </a:extLst>
            </p:cNvPr>
            <p:cNvGrpSpPr/>
            <p:nvPr/>
          </p:nvGrpSpPr>
          <p:grpSpPr>
            <a:xfrm>
              <a:off x="8755589" y="3086504"/>
              <a:ext cx="324000" cy="324000"/>
              <a:chOff x="5311199" y="2962865"/>
              <a:chExt cx="324000" cy="324000"/>
            </a:xfrm>
          </p:grpSpPr>
          <p:sp>
            <p:nvSpPr>
              <p:cNvPr id="70" name="Oval 344">
                <a:extLst>
                  <a:ext uri="{FF2B5EF4-FFF2-40B4-BE49-F238E27FC236}">
                    <a16:creationId xmlns:a16="http://schemas.microsoft.com/office/drawing/2014/main" id="{05B91014-7596-853C-276F-7990BAACFD02}"/>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75" name="Group 348">
                <a:extLst>
                  <a:ext uri="{FF2B5EF4-FFF2-40B4-BE49-F238E27FC236}">
                    <a16:creationId xmlns:a16="http://schemas.microsoft.com/office/drawing/2014/main" id="{80FE11A7-0D94-312A-C624-5EAFC96932B3}"/>
                  </a:ext>
                </a:extLst>
              </p:cNvPr>
              <p:cNvGrpSpPr/>
              <p:nvPr/>
            </p:nvGrpSpPr>
            <p:grpSpPr>
              <a:xfrm>
                <a:off x="5373950" y="3024278"/>
                <a:ext cx="198000" cy="198000"/>
                <a:chOff x="5411047" y="3113464"/>
                <a:chExt cx="198000" cy="198000"/>
              </a:xfrm>
            </p:grpSpPr>
            <p:sp>
              <p:nvSpPr>
                <p:cNvPr id="76" name="Oval 349">
                  <a:extLst>
                    <a:ext uri="{FF2B5EF4-FFF2-40B4-BE49-F238E27FC236}">
                      <a16:creationId xmlns:a16="http://schemas.microsoft.com/office/drawing/2014/main" id="{666B854D-47E8-8853-9A52-CA19FA0B92D4}"/>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78" name="Graphic 350" descr="Play outline">
                  <a:extLst>
                    <a:ext uri="{FF2B5EF4-FFF2-40B4-BE49-F238E27FC236}">
                      <a16:creationId xmlns:a16="http://schemas.microsoft.com/office/drawing/2014/main" id="{2293D12A-9304-BB1F-32F3-8FBEEEAC4DD2}"/>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grpSp>
      <p:grpSp>
        <p:nvGrpSpPr>
          <p:cNvPr id="91" name="Group 90">
            <a:extLst>
              <a:ext uri="{FF2B5EF4-FFF2-40B4-BE49-F238E27FC236}">
                <a16:creationId xmlns:a16="http://schemas.microsoft.com/office/drawing/2014/main" id="{BC9CBC5D-A042-B8A1-D9A7-8D849851E7DC}"/>
              </a:ext>
            </a:extLst>
          </p:cNvPr>
          <p:cNvGrpSpPr/>
          <p:nvPr/>
        </p:nvGrpSpPr>
        <p:grpSpPr>
          <a:xfrm>
            <a:off x="4609710" y="1739097"/>
            <a:ext cx="1758901" cy="1660896"/>
            <a:chOff x="4508586" y="1744109"/>
            <a:chExt cx="1758901" cy="1660896"/>
          </a:xfrm>
        </p:grpSpPr>
        <p:grpSp>
          <p:nvGrpSpPr>
            <p:cNvPr id="92" name="Group 343">
              <a:extLst>
                <a:ext uri="{FF2B5EF4-FFF2-40B4-BE49-F238E27FC236}">
                  <a16:creationId xmlns:a16="http://schemas.microsoft.com/office/drawing/2014/main" id="{28B15A6C-8292-0DAC-DF60-B01FB5D1BFA6}"/>
                </a:ext>
              </a:extLst>
            </p:cNvPr>
            <p:cNvGrpSpPr/>
            <p:nvPr/>
          </p:nvGrpSpPr>
          <p:grpSpPr>
            <a:xfrm>
              <a:off x="5943487" y="3081005"/>
              <a:ext cx="324000" cy="324000"/>
              <a:chOff x="5311199" y="2962865"/>
              <a:chExt cx="324000" cy="324000"/>
            </a:xfrm>
          </p:grpSpPr>
          <p:sp>
            <p:nvSpPr>
              <p:cNvPr id="298" name="Oval 344">
                <a:extLst>
                  <a:ext uri="{FF2B5EF4-FFF2-40B4-BE49-F238E27FC236}">
                    <a16:creationId xmlns:a16="http://schemas.microsoft.com/office/drawing/2014/main" id="{3F5FD1CF-F5B3-96E4-4460-649B4A0A96EE}"/>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99" name="Group 348">
                <a:extLst>
                  <a:ext uri="{FF2B5EF4-FFF2-40B4-BE49-F238E27FC236}">
                    <a16:creationId xmlns:a16="http://schemas.microsoft.com/office/drawing/2014/main" id="{5AAC2C5E-D0C9-F368-5944-A3717670ED6F}"/>
                  </a:ext>
                </a:extLst>
              </p:cNvPr>
              <p:cNvGrpSpPr/>
              <p:nvPr/>
            </p:nvGrpSpPr>
            <p:grpSpPr>
              <a:xfrm>
                <a:off x="5373950" y="3024278"/>
                <a:ext cx="198000" cy="198000"/>
                <a:chOff x="5411047" y="3113464"/>
                <a:chExt cx="198000" cy="198000"/>
              </a:xfrm>
            </p:grpSpPr>
            <p:sp>
              <p:nvSpPr>
                <p:cNvPr id="300" name="Oval 349">
                  <a:extLst>
                    <a:ext uri="{FF2B5EF4-FFF2-40B4-BE49-F238E27FC236}">
                      <a16:creationId xmlns:a16="http://schemas.microsoft.com/office/drawing/2014/main" id="{3D6382AF-FF4B-0743-4ECB-E7DB3924910C}"/>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01" name="Graphic 350" descr="Play outline">
                  <a:extLst>
                    <a:ext uri="{FF2B5EF4-FFF2-40B4-BE49-F238E27FC236}">
                      <a16:creationId xmlns:a16="http://schemas.microsoft.com/office/drawing/2014/main" id="{DD166F7F-608E-7F37-46C1-145A679B2669}"/>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grpSp>
          <p:nvGrpSpPr>
            <p:cNvPr id="93" name="Group 92">
              <a:extLst>
                <a:ext uri="{FF2B5EF4-FFF2-40B4-BE49-F238E27FC236}">
                  <a16:creationId xmlns:a16="http://schemas.microsoft.com/office/drawing/2014/main" id="{8EE96337-8EC4-9D7C-87A7-A7D723C55AFC}"/>
                </a:ext>
              </a:extLst>
            </p:cNvPr>
            <p:cNvGrpSpPr/>
            <p:nvPr/>
          </p:nvGrpSpPr>
          <p:grpSpPr>
            <a:xfrm>
              <a:off x="4508586" y="1744109"/>
              <a:ext cx="1705350" cy="1336896"/>
              <a:chOff x="3762742" y="1763459"/>
              <a:chExt cx="1705350" cy="1336896"/>
            </a:xfrm>
          </p:grpSpPr>
          <p:cxnSp>
            <p:nvCxnSpPr>
              <p:cNvPr id="95" name="Straight Connector 94">
                <a:extLst>
                  <a:ext uri="{FF2B5EF4-FFF2-40B4-BE49-F238E27FC236}">
                    <a16:creationId xmlns:a16="http://schemas.microsoft.com/office/drawing/2014/main" id="{4BB99C53-7D82-2699-CA9B-50D8EE533DD2}"/>
                  </a:ext>
                </a:extLst>
              </p:cNvPr>
              <p:cNvCxnSpPr>
                <a:cxnSpLocks/>
                <a:stCxn id="298" idx="0"/>
                <a:endCxn id="289" idx="3"/>
              </p:cNvCxnSpPr>
              <p:nvPr/>
            </p:nvCxnSpPr>
            <p:spPr>
              <a:xfrm flipV="1">
                <a:off x="5359643" y="1974060"/>
                <a:ext cx="449" cy="112629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88" name="Rectangle 373">
                <a:extLst>
                  <a:ext uri="{FF2B5EF4-FFF2-40B4-BE49-F238E27FC236}">
                    <a16:creationId xmlns:a16="http://schemas.microsoft.com/office/drawing/2014/main" id="{DE888A8E-3B1B-5A30-01A7-C978565EBEED}"/>
                  </a:ext>
                </a:extLst>
              </p:cNvPr>
              <p:cNvSpPr/>
              <p:nvPr/>
            </p:nvSpPr>
            <p:spPr>
              <a:xfrm flipH="1">
                <a:off x="3762742" y="1763459"/>
                <a:ext cx="1587856" cy="41708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r"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 – MDD </a:t>
                </a:r>
                <a:r>
                  <a:rPr lang="en-US" altLang="zh-CN" sz="1000">
                    <a:solidFill>
                      <a:srgbClr val="123563"/>
                    </a:solidFill>
                    <a:latin typeface="Boehringer Forward Text"/>
                  </a:rPr>
                  <a:t>Mono</a:t>
                </a:r>
                <a:endPar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endParaRPr>
              </a:p>
              <a:p>
                <a:pPr marL="0" marR="0" lvl="0" indent="0" algn="r"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Ph2 TLR </a:t>
                </a:r>
                <a:r>
                  <a:rPr lang="en-US" altLang="zh-CN" sz="1000">
                    <a:solidFill>
                      <a:srgbClr val="123563"/>
                    </a:solidFill>
                    <a:latin typeface="Boehringer Forward Text"/>
                  </a:rPr>
                  <a:t>(Jul</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a:t>
                </a:r>
              </a:p>
            </p:txBody>
          </p:sp>
          <p:sp>
            <p:nvSpPr>
              <p:cNvPr id="289" name="Arrow: Right 53">
                <a:extLst>
                  <a:ext uri="{FF2B5EF4-FFF2-40B4-BE49-F238E27FC236}">
                    <a16:creationId xmlns:a16="http://schemas.microsoft.com/office/drawing/2014/main" id="{4E7EEA81-3DB7-2491-4DE3-0E81E928D074}"/>
                  </a:ext>
                </a:extLst>
              </p:cNvPr>
              <p:cNvSpPr/>
              <p:nvPr/>
            </p:nvSpPr>
            <p:spPr>
              <a:xfrm flipH="1">
                <a:off x="5360092" y="1920060"/>
                <a:ext cx="108000" cy="10800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grpSp>
      </p:grpSp>
      <p:grpSp>
        <p:nvGrpSpPr>
          <p:cNvPr id="310" name="Group 309">
            <a:extLst>
              <a:ext uri="{FF2B5EF4-FFF2-40B4-BE49-F238E27FC236}">
                <a16:creationId xmlns:a16="http://schemas.microsoft.com/office/drawing/2014/main" id="{DAB1E67C-FEA0-D992-A4DE-9E75D7C2A347}"/>
              </a:ext>
            </a:extLst>
          </p:cNvPr>
          <p:cNvGrpSpPr/>
          <p:nvPr/>
        </p:nvGrpSpPr>
        <p:grpSpPr>
          <a:xfrm>
            <a:off x="3589294" y="3391323"/>
            <a:ext cx="1820906" cy="1902054"/>
            <a:chOff x="835276" y="3344145"/>
            <a:chExt cx="1820906" cy="1902054"/>
          </a:xfrm>
        </p:grpSpPr>
        <p:sp>
          <p:nvSpPr>
            <p:cNvPr id="311" name="Rectangle 373">
              <a:extLst>
                <a:ext uri="{FF2B5EF4-FFF2-40B4-BE49-F238E27FC236}">
                  <a16:creationId xmlns:a16="http://schemas.microsoft.com/office/drawing/2014/main" id="{8D599D87-8666-1CD6-2119-B6A43457EDDF}"/>
                </a:ext>
              </a:extLst>
            </p:cNvPr>
            <p:cNvSpPr/>
            <p:nvPr/>
          </p:nvSpPr>
          <p:spPr>
            <a:xfrm flipH="1">
              <a:off x="835276" y="4773674"/>
              <a:ext cx="1820906" cy="472525"/>
            </a:xfrm>
            <a:prstGeom prst="rect">
              <a:avLst/>
            </a:prstGeom>
            <a:noFill/>
            <a:ln w="28575">
              <a:solidFill>
                <a:schemeClr val="tx2"/>
              </a:solid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dirty="0">
                  <a:ln>
                    <a:noFill/>
                  </a:ln>
                  <a:solidFill>
                    <a:srgbClr val="123563"/>
                  </a:solidFill>
                  <a:effectLst/>
                  <a:uLnTx/>
                  <a:uFillTx/>
                  <a:latin typeface="Boehringer Forward Text"/>
                  <a:ea typeface="+mn-ea"/>
                  <a:cs typeface="+mn-cs"/>
                </a:rPr>
                <a:t>Precision Psychiatry in Impulsivity Assets </a:t>
              </a:r>
            </a:p>
            <a:p>
              <a:pPr marL="0" marR="0" lvl="0" indent="0" algn="l"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dirty="0">
                  <a:ln>
                    <a:noFill/>
                  </a:ln>
                  <a:solidFill>
                    <a:srgbClr val="123563"/>
                  </a:solidFill>
                  <a:effectLst/>
                  <a:uLnTx/>
                  <a:uFillTx/>
                  <a:latin typeface="Boehringer Forward Text"/>
                  <a:ea typeface="+mn-ea"/>
                  <a:cs typeface="+mn-cs"/>
                </a:rPr>
                <a:t>HAI Virtual Conference (Apr)</a:t>
              </a:r>
            </a:p>
          </p:txBody>
        </p:sp>
        <p:cxnSp>
          <p:nvCxnSpPr>
            <p:cNvPr id="312" name="Straight Connector 311">
              <a:extLst>
                <a:ext uri="{FF2B5EF4-FFF2-40B4-BE49-F238E27FC236}">
                  <a16:creationId xmlns:a16="http://schemas.microsoft.com/office/drawing/2014/main" id="{96418F23-D451-ACB9-30CB-CD1BC6E4D044}"/>
                </a:ext>
              </a:extLst>
            </p:cNvPr>
            <p:cNvCxnSpPr>
              <a:cxnSpLocks/>
              <a:stCxn id="313" idx="3"/>
            </p:cNvCxnSpPr>
            <p:nvPr/>
          </p:nvCxnSpPr>
          <p:spPr>
            <a:xfrm flipV="1">
              <a:off x="1392821" y="3344145"/>
              <a:ext cx="0" cy="138287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13" name="Arrow: Right 53">
              <a:extLst>
                <a:ext uri="{FF2B5EF4-FFF2-40B4-BE49-F238E27FC236}">
                  <a16:creationId xmlns:a16="http://schemas.microsoft.com/office/drawing/2014/main" id="{F9FBC6DD-4937-E925-5D62-8F3B4F7DDEE6}"/>
                </a:ext>
              </a:extLst>
            </p:cNvPr>
            <p:cNvSpPr/>
            <p:nvPr/>
          </p:nvSpPr>
          <p:spPr>
            <a:xfrm flipH="1">
              <a:off x="1392821" y="4673021"/>
              <a:ext cx="108000" cy="108000"/>
            </a:xfrm>
            <a:prstGeom prst="rect">
              <a:avLst/>
            </a:prstGeom>
            <a:solidFill>
              <a:schemeClr val="accent4">
                <a:lumMod val="75000"/>
              </a:schemeClr>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314" name="Group 313">
            <a:extLst>
              <a:ext uri="{FF2B5EF4-FFF2-40B4-BE49-F238E27FC236}">
                <a16:creationId xmlns:a16="http://schemas.microsoft.com/office/drawing/2014/main" id="{E7AE02BB-0A42-4E0F-D131-73C10C67F176}"/>
              </a:ext>
            </a:extLst>
          </p:cNvPr>
          <p:cNvGrpSpPr/>
          <p:nvPr/>
        </p:nvGrpSpPr>
        <p:grpSpPr>
          <a:xfrm>
            <a:off x="3984839" y="3067323"/>
            <a:ext cx="324000" cy="324000"/>
            <a:chOff x="2124108" y="2977434"/>
            <a:chExt cx="324000" cy="324000"/>
          </a:xfrm>
        </p:grpSpPr>
        <p:sp>
          <p:nvSpPr>
            <p:cNvPr id="315" name="Oval 314">
              <a:extLst>
                <a:ext uri="{FF2B5EF4-FFF2-40B4-BE49-F238E27FC236}">
                  <a16:creationId xmlns:a16="http://schemas.microsoft.com/office/drawing/2014/main" id="{23CD9307-DE14-AAF7-1636-16C046241102}"/>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16" name="Oval 315">
              <a:extLst>
                <a:ext uri="{FF2B5EF4-FFF2-40B4-BE49-F238E27FC236}">
                  <a16:creationId xmlns:a16="http://schemas.microsoft.com/office/drawing/2014/main" id="{BA703DB0-D87E-310A-14A9-299E197463A1}"/>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17" name="Graphic 316" descr="Diamond with solid fill">
              <a:extLst>
                <a:ext uri="{FF2B5EF4-FFF2-40B4-BE49-F238E27FC236}">
                  <a16:creationId xmlns:a16="http://schemas.microsoft.com/office/drawing/2014/main" id="{6512B84D-A882-49E2-0988-6058FC9AF9CF}"/>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cxnSp>
        <p:nvCxnSpPr>
          <p:cNvPr id="190" name="Straight Arrow Connector 189">
            <a:extLst>
              <a:ext uri="{FF2B5EF4-FFF2-40B4-BE49-F238E27FC236}">
                <a16:creationId xmlns:a16="http://schemas.microsoft.com/office/drawing/2014/main" id="{8E869BC9-EB14-43C2-7031-985B12074826}"/>
              </a:ext>
            </a:extLst>
          </p:cNvPr>
          <p:cNvCxnSpPr>
            <a:cxnSpLocks/>
          </p:cNvCxnSpPr>
          <p:nvPr/>
        </p:nvCxnSpPr>
        <p:spPr bwMode="gray">
          <a:xfrm flipV="1">
            <a:off x="7158302" y="1328320"/>
            <a:ext cx="969763" cy="3338"/>
          </a:xfrm>
          <a:prstGeom prst="straightConnector1">
            <a:avLst/>
          </a:prstGeom>
          <a:ln w="28575">
            <a:solidFill>
              <a:schemeClr val="tx2">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19EDC592-8B3C-F71A-A4CB-281E114084F3}"/>
              </a:ext>
            </a:extLst>
          </p:cNvPr>
          <p:cNvCxnSpPr>
            <a:cxnSpLocks/>
          </p:cNvCxnSpPr>
          <p:nvPr/>
        </p:nvCxnSpPr>
        <p:spPr bwMode="gray">
          <a:xfrm>
            <a:off x="9024642" y="1344254"/>
            <a:ext cx="328868" cy="1341"/>
          </a:xfrm>
          <a:prstGeom prst="straightConnector1">
            <a:avLst/>
          </a:prstGeom>
          <a:ln w="28575">
            <a:solidFill>
              <a:schemeClr val="tx2">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78A10E7B-570B-A171-A815-E49332851EB4}"/>
              </a:ext>
            </a:extLst>
          </p:cNvPr>
          <p:cNvCxnSpPr>
            <a:cxnSpLocks/>
          </p:cNvCxnSpPr>
          <p:nvPr/>
        </p:nvCxnSpPr>
        <p:spPr bwMode="gray">
          <a:xfrm>
            <a:off x="1907998" y="4773740"/>
            <a:ext cx="2238841" cy="459"/>
          </a:xfrm>
          <a:prstGeom prst="straightConnector1">
            <a:avLst/>
          </a:prstGeom>
          <a:ln w="28575">
            <a:solidFill>
              <a:schemeClr val="tx2">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a:extLst>
              <a:ext uri="{FF2B5EF4-FFF2-40B4-BE49-F238E27FC236}">
                <a16:creationId xmlns:a16="http://schemas.microsoft.com/office/drawing/2014/main" id="{9C9C2E32-20DE-1E16-49D0-EB45C60F47A2}"/>
              </a:ext>
            </a:extLst>
          </p:cNvPr>
          <p:cNvCxnSpPr>
            <a:cxnSpLocks/>
          </p:cNvCxnSpPr>
          <p:nvPr/>
        </p:nvCxnSpPr>
        <p:spPr bwMode="gray">
          <a:xfrm>
            <a:off x="5718491" y="5247329"/>
            <a:ext cx="3655421" cy="167"/>
          </a:xfrm>
          <a:prstGeom prst="straightConnector1">
            <a:avLst/>
          </a:prstGeom>
          <a:ln w="28575">
            <a:solidFill>
              <a:schemeClr val="tx2">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918BF56B-2066-EC03-6D91-E308E817DA89}"/>
              </a:ext>
            </a:extLst>
          </p:cNvPr>
          <p:cNvCxnSpPr>
            <a:cxnSpLocks/>
            <a:stCxn id="103" idx="1"/>
          </p:cNvCxnSpPr>
          <p:nvPr/>
        </p:nvCxnSpPr>
        <p:spPr bwMode="gray">
          <a:xfrm flipV="1">
            <a:off x="7579529" y="4319755"/>
            <a:ext cx="2704603" cy="462"/>
          </a:xfrm>
          <a:prstGeom prst="straightConnector1">
            <a:avLst/>
          </a:prstGeom>
          <a:ln w="28575">
            <a:solidFill>
              <a:schemeClr val="tx2">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8E6A2E41-4163-D09D-FDB4-BBFFF51FDA2C}"/>
              </a:ext>
            </a:extLst>
          </p:cNvPr>
          <p:cNvGrpSpPr/>
          <p:nvPr/>
        </p:nvGrpSpPr>
        <p:grpSpPr>
          <a:xfrm>
            <a:off x="9199359" y="3083366"/>
            <a:ext cx="324000" cy="324000"/>
            <a:chOff x="2124108" y="2977434"/>
            <a:chExt cx="324000" cy="324000"/>
          </a:xfrm>
        </p:grpSpPr>
        <p:sp>
          <p:nvSpPr>
            <p:cNvPr id="11" name="Oval 10">
              <a:extLst>
                <a:ext uri="{FF2B5EF4-FFF2-40B4-BE49-F238E27FC236}">
                  <a16:creationId xmlns:a16="http://schemas.microsoft.com/office/drawing/2014/main" id="{C4FEC0F6-9609-AEDA-F33E-0CC3F9C6A076}"/>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2" name="Oval 11">
              <a:extLst>
                <a:ext uri="{FF2B5EF4-FFF2-40B4-BE49-F238E27FC236}">
                  <a16:creationId xmlns:a16="http://schemas.microsoft.com/office/drawing/2014/main" id="{FB4A9636-E429-FAD1-BBFE-0E0E41E92920}"/>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3" name="Graphic 12" descr="Diamond with solid fill">
              <a:extLst>
                <a:ext uri="{FF2B5EF4-FFF2-40B4-BE49-F238E27FC236}">
                  <a16:creationId xmlns:a16="http://schemas.microsoft.com/office/drawing/2014/main" id="{371FBD26-D4AB-D02B-37C1-7141AC78CAC1}"/>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21" name="Shape 100">
            <a:extLst>
              <a:ext uri="{FF2B5EF4-FFF2-40B4-BE49-F238E27FC236}">
                <a16:creationId xmlns:a16="http://schemas.microsoft.com/office/drawing/2014/main" id="{3D69D1A4-E2D5-3905-B945-BA91950E06FF}"/>
              </a:ext>
            </a:extLst>
          </p:cNvPr>
          <p:cNvSpPr/>
          <p:nvPr/>
        </p:nvSpPr>
        <p:spPr>
          <a:xfrm>
            <a:off x="4469662" y="1818279"/>
            <a:ext cx="24126" cy="0"/>
          </a:xfrm>
          <a:prstGeom prst="line">
            <a:avLst/>
          </a:prstGeom>
          <a:noFill/>
          <a:ln w="6350">
            <a:solidFill>
              <a:srgbClr val="2CA0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grpSp>
        <p:nvGrpSpPr>
          <p:cNvPr id="26" name="Group 343">
            <a:extLst>
              <a:ext uri="{FF2B5EF4-FFF2-40B4-BE49-F238E27FC236}">
                <a16:creationId xmlns:a16="http://schemas.microsoft.com/office/drawing/2014/main" id="{CDADFCF0-06A9-2870-E72B-D38E104F0360}"/>
              </a:ext>
            </a:extLst>
          </p:cNvPr>
          <p:cNvGrpSpPr/>
          <p:nvPr/>
        </p:nvGrpSpPr>
        <p:grpSpPr>
          <a:xfrm>
            <a:off x="354814" y="3079634"/>
            <a:ext cx="324000" cy="324000"/>
            <a:chOff x="5311199" y="2962865"/>
            <a:chExt cx="324000" cy="324000"/>
          </a:xfrm>
        </p:grpSpPr>
        <p:sp>
          <p:nvSpPr>
            <p:cNvPr id="27" name="Oval 344">
              <a:extLst>
                <a:ext uri="{FF2B5EF4-FFF2-40B4-BE49-F238E27FC236}">
                  <a16:creationId xmlns:a16="http://schemas.microsoft.com/office/drawing/2014/main" id="{9D71C736-FE10-A153-2DF0-1EEC2EF62411}"/>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8" name="Group 348">
              <a:extLst>
                <a:ext uri="{FF2B5EF4-FFF2-40B4-BE49-F238E27FC236}">
                  <a16:creationId xmlns:a16="http://schemas.microsoft.com/office/drawing/2014/main" id="{1E6F94C6-47E6-934F-ABD3-50FC6F95CB68}"/>
                </a:ext>
              </a:extLst>
            </p:cNvPr>
            <p:cNvGrpSpPr/>
            <p:nvPr/>
          </p:nvGrpSpPr>
          <p:grpSpPr>
            <a:xfrm>
              <a:off x="5373950" y="3024278"/>
              <a:ext cx="198000" cy="198000"/>
              <a:chOff x="5411047" y="3113464"/>
              <a:chExt cx="198000" cy="198000"/>
            </a:xfrm>
          </p:grpSpPr>
          <p:sp>
            <p:nvSpPr>
              <p:cNvPr id="29" name="Oval 349">
                <a:extLst>
                  <a:ext uri="{FF2B5EF4-FFF2-40B4-BE49-F238E27FC236}">
                    <a16:creationId xmlns:a16="http://schemas.microsoft.com/office/drawing/2014/main" id="{513E8C67-39EF-CC8E-755E-8A75FADC9FA1}"/>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0" name="Graphic 350" descr="Play outline">
                <a:extLst>
                  <a:ext uri="{FF2B5EF4-FFF2-40B4-BE49-F238E27FC236}">
                    <a16:creationId xmlns:a16="http://schemas.microsoft.com/office/drawing/2014/main" id="{BBC81EBA-5414-DD7D-120A-BE1014E2CB4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31" name="Straight Connector 30">
            <a:extLst>
              <a:ext uri="{FF2B5EF4-FFF2-40B4-BE49-F238E27FC236}">
                <a16:creationId xmlns:a16="http://schemas.microsoft.com/office/drawing/2014/main" id="{623EB0AF-DDD3-D7CB-C88C-7CD89C3D1A64}"/>
              </a:ext>
            </a:extLst>
          </p:cNvPr>
          <p:cNvCxnSpPr>
            <a:cxnSpLocks/>
            <a:stCxn id="27" idx="0"/>
            <a:endCxn id="225" idx="3"/>
          </p:cNvCxnSpPr>
          <p:nvPr/>
        </p:nvCxnSpPr>
        <p:spPr>
          <a:xfrm flipH="1" flipV="1">
            <a:off x="511485" y="1871058"/>
            <a:ext cx="5329" cy="120857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25" name="Arrow: Right 53">
            <a:extLst>
              <a:ext uri="{FF2B5EF4-FFF2-40B4-BE49-F238E27FC236}">
                <a16:creationId xmlns:a16="http://schemas.microsoft.com/office/drawing/2014/main" id="{C772D3AA-E61D-7D7B-6B6B-29758807EFE5}"/>
              </a:ext>
            </a:extLst>
          </p:cNvPr>
          <p:cNvSpPr/>
          <p:nvPr/>
        </p:nvSpPr>
        <p:spPr>
          <a:xfrm flipH="1">
            <a:off x="511485" y="1817058"/>
            <a:ext cx="108000" cy="108000"/>
          </a:xfrm>
          <a:prstGeom prst="rect">
            <a:avLst/>
          </a:prstGeom>
          <a:solidFill>
            <a:srgbClr val="00519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26" name="Rectangle 373">
            <a:extLst>
              <a:ext uri="{FF2B5EF4-FFF2-40B4-BE49-F238E27FC236}">
                <a16:creationId xmlns:a16="http://schemas.microsoft.com/office/drawing/2014/main" id="{C4C5269E-600A-D85D-BCAD-FAF605CF75AE}"/>
              </a:ext>
            </a:extLst>
          </p:cNvPr>
          <p:cNvSpPr/>
          <p:nvPr/>
        </p:nvSpPr>
        <p:spPr>
          <a:xfrm flipH="1">
            <a:off x="612052" y="1597471"/>
            <a:ext cx="1672797"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B7B6B2"/>
                </a:solidFill>
                <a:effectLst/>
                <a:uLnTx/>
                <a:uFillTx/>
                <a:latin typeface="Boehringer Forward Text"/>
                <a:ea typeface="+mn-ea"/>
                <a:cs typeface="+mn-cs"/>
              </a:rPr>
              <a:t>GOATi</a:t>
            </a:r>
            <a:r>
              <a:rPr lang="en-US" altLang="zh-CN" sz="1000">
                <a:solidFill>
                  <a:srgbClr val="B7B6B2"/>
                </a:solidFill>
                <a:latin typeface="Boehringer Forward Text"/>
              </a:rPr>
              <a:t> – Impulsivity </a:t>
            </a:r>
            <a:r>
              <a:rPr lang="en-US" altLang="zh-CN" sz="1000" err="1">
                <a:solidFill>
                  <a:srgbClr val="B7B6B2"/>
                </a:solidFill>
                <a:latin typeface="Boehringer Forward Text"/>
              </a:rPr>
              <a:t>SuD</a:t>
            </a:r>
            <a:endParaRPr lang="en-US" altLang="zh-CN" sz="1000">
              <a:solidFill>
                <a:srgbClr val="B7B6B2"/>
              </a:solidFill>
              <a:latin typeface="Boehringer Forward Text"/>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Ph1</a:t>
            </a:r>
            <a:r>
              <a:rPr lang="en-US" altLang="zh-CN" sz="1000">
                <a:solidFill>
                  <a:srgbClr val="B7B6B2"/>
                </a:solidFill>
                <a:latin typeface="Boehringer Forward Text"/>
              </a:rPr>
              <a:t>b</a:t>
            </a:r>
            <a:r>
              <a:rPr lang="zh-CN" altLang="en-US" sz="1000">
                <a:solidFill>
                  <a:srgbClr val="B7B6B2"/>
                </a:solidFill>
                <a:latin typeface="Boehringer Forward Text"/>
              </a:rPr>
              <a:t> </a:t>
            </a:r>
            <a:r>
              <a:rPr lang="en-US" altLang="zh-CN" sz="1000" err="1">
                <a:solidFill>
                  <a:srgbClr val="B7B6B2"/>
                </a:solidFill>
                <a:latin typeface="Boehringer Forward Text"/>
              </a:rPr>
              <a:t>PoCP</a:t>
            </a: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 FSS (Jan)</a:t>
            </a:r>
          </a:p>
        </p:txBody>
      </p:sp>
      <p:sp>
        <p:nvSpPr>
          <p:cNvPr id="291" name="Rectangle 373">
            <a:extLst>
              <a:ext uri="{FF2B5EF4-FFF2-40B4-BE49-F238E27FC236}">
                <a16:creationId xmlns:a16="http://schemas.microsoft.com/office/drawing/2014/main" id="{C1BB45D4-B994-6264-A95A-F4E1CBE407F3}"/>
              </a:ext>
            </a:extLst>
          </p:cNvPr>
          <p:cNvSpPr/>
          <p:nvPr/>
        </p:nvSpPr>
        <p:spPr>
          <a:xfrm flipH="1">
            <a:off x="9477304" y="2226798"/>
            <a:ext cx="1430787" cy="417084"/>
          </a:xfrm>
          <a:prstGeom prst="rect">
            <a:avLst/>
          </a:prstGeom>
          <a:solidFill>
            <a:schemeClr val="accent6">
              <a:lumMod val="40000"/>
              <a:lumOff val="60000"/>
            </a:schemeClr>
          </a:solidFill>
          <a:ln w="9525">
            <a:solidFill>
              <a:schemeClr val="tx1"/>
            </a:solidFill>
            <a:prstDash val="dash"/>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 – MDD Adj</a:t>
            </a:r>
          </a:p>
          <a:p>
            <a:pPr marL="0" marR="0" lvl="0" indent="0"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err="1">
                <a:ln>
                  <a:noFill/>
                </a:ln>
                <a:solidFill>
                  <a:srgbClr val="123563"/>
                </a:solidFill>
                <a:effectLst/>
                <a:uLnTx/>
                <a:uFillTx/>
                <a:latin typeface="Boehringer Forward Text"/>
                <a:ea typeface="+mn-ea"/>
                <a:cs typeface="+mn-cs"/>
              </a:rPr>
              <a:t>RoFD</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 </a:t>
            </a:r>
            <a:r>
              <a:rPr lang="en-US" altLang="zh-CN" sz="1000">
                <a:solidFill>
                  <a:srgbClr val="123563"/>
                </a:solidFill>
                <a:latin typeface="Boehringer Forward Text"/>
              </a:rPr>
              <a:t>(Oct</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a:t>
            </a:r>
          </a:p>
        </p:txBody>
      </p:sp>
      <p:sp>
        <p:nvSpPr>
          <p:cNvPr id="292" name="Arrow: Right 53">
            <a:extLst>
              <a:ext uri="{FF2B5EF4-FFF2-40B4-BE49-F238E27FC236}">
                <a16:creationId xmlns:a16="http://schemas.microsoft.com/office/drawing/2014/main" id="{FAF3DF2E-5E05-E732-FA3B-DE5E9951B7E4}"/>
              </a:ext>
            </a:extLst>
          </p:cNvPr>
          <p:cNvSpPr/>
          <p:nvPr/>
        </p:nvSpPr>
        <p:spPr>
          <a:xfrm flipH="1">
            <a:off x="9369304" y="2375364"/>
            <a:ext cx="108000" cy="108000"/>
          </a:xfrm>
          <a:prstGeom prst="rect">
            <a:avLst/>
          </a:prstGeom>
          <a:solidFill>
            <a:srgbClr val="BCBD2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293" name="Straight Arrow Connector 292">
            <a:extLst>
              <a:ext uri="{FF2B5EF4-FFF2-40B4-BE49-F238E27FC236}">
                <a16:creationId xmlns:a16="http://schemas.microsoft.com/office/drawing/2014/main" id="{A9B53C1B-BA62-488E-41B9-F6BD21D65B4E}"/>
              </a:ext>
            </a:extLst>
          </p:cNvPr>
          <p:cNvCxnSpPr>
            <a:cxnSpLocks/>
            <a:endCxn id="47" idx="3"/>
          </p:cNvCxnSpPr>
          <p:nvPr/>
        </p:nvCxnSpPr>
        <p:spPr bwMode="gray">
          <a:xfrm>
            <a:off x="4716070" y="2424978"/>
            <a:ext cx="1705604" cy="4386"/>
          </a:xfrm>
          <a:prstGeom prst="straightConnector1">
            <a:avLst/>
          </a:prstGeom>
          <a:ln w="28575">
            <a:solidFill>
              <a:schemeClr val="tx2">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04F9A3D7-3CEE-3868-2E40-CCD1FE6CC6B3}"/>
              </a:ext>
            </a:extLst>
          </p:cNvPr>
          <p:cNvGrpSpPr/>
          <p:nvPr/>
        </p:nvGrpSpPr>
        <p:grpSpPr>
          <a:xfrm>
            <a:off x="541285" y="6683469"/>
            <a:ext cx="8106900" cy="154472"/>
            <a:chOff x="2331615" y="6464705"/>
            <a:chExt cx="8106900" cy="154472"/>
          </a:xfrm>
        </p:grpSpPr>
        <p:sp>
          <p:nvSpPr>
            <p:cNvPr id="15" name="Text 176">
              <a:extLst>
                <a:ext uri="{FF2B5EF4-FFF2-40B4-BE49-F238E27FC236}">
                  <a16:creationId xmlns:a16="http://schemas.microsoft.com/office/drawing/2014/main" id="{1075D96B-8731-0401-13C7-5465B2804269}"/>
                </a:ext>
              </a:extLst>
            </p:cNvPr>
            <p:cNvSpPr/>
            <p:nvPr/>
          </p:nvSpPr>
          <p:spPr>
            <a:xfrm>
              <a:off x="2508566" y="6483411"/>
              <a:ext cx="30548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Text 177">
              <a:extLst>
                <a:ext uri="{FF2B5EF4-FFF2-40B4-BE49-F238E27FC236}">
                  <a16:creationId xmlns:a16="http://schemas.microsoft.com/office/drawing/2014/main" id="{117B41EB-1309-52A0-90E3-43A8CD112DF5}"/>
                </a:ext>
              </a:extLst>
            </p:cNvPr>
            <p:cNvSpPr/>
            <p:nvPr/>
          </p:nvSpPr>
          <p:spPr>
            <a:xfrm>
              <a:off x="3164021" y="6483411"/>
              <a:ext cx="329572"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 name="Text 178">
              <a:extLst>
                <a:ext uri="{FF2B5EF4-FFF2-40B4-BE49-F238E27FC236}">
                  <a16:creationId xmlns:a16="http://schemas.microsoft.com/office/drawing/2014/main" id="{FAFB39F1-AD73-331B-7A9A-83E7AD0B3024}"/>
                </a:ext>
              </a:extLst>
            </p:cNvPr>
            <p:cNvSpPr/>
            <p:nvPr/>
          </p:nvSpPr>
          <p:spPr>
            <a:xfrm>
              <a:off x="3843562" y="6483411"/>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III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Text 179">
              <a:extLst>
                <a:ext uri="{FF2B5EF4-FFF2-40B4-BE49-F238E27FC236}">
                  <a16:creationId xmlns:a16="http://schemas.microsoft.com/office/drawing/2014/main" id="{4432644D-1741-CE81-0072-7AC1A6B151F8}"/>
                </a:ext>
              </a:extLst>
            </p:cNvPr>
            <p:cNvSpPr/>
            <p:nvPr/>
          </p:nvSpPr>
          <p:spPr>
            <a:xfrm>
              <a:off x="4547188" y="6483411"/>
              <a:ext cx="556036"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Confirmatory</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 name="Text 180">
              <a:extLst>
                <a:ext uri="{FF2B5EF4-FFF2-40B4-BE49-F238E27FC236}">
                  <a16:creationId xmlns:a16="http://schemas.microsoft.com/office/drawing/2014/main" id="{10926C5E-76E6-7B1C-AF16-0856EE4D1FE6}"/>
                </a:ext>
              </a:extLst>
            </p:cNvPr>
            <p:cNvSpPr/>
            <p:nvPr/>
          </p:nvSpPr>
          <p:spPr>
            <a:xfrm>
              <a:off x="6537525" y="6484742"/>
              <a:ext cx="627135"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1st Submission</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 name="Text 181">
              <a:extLst>
                <a:ext uri="{FF2B5EF4-FFF2-40B4-BE49-F238E27FC236}">
                  <a16:creationId xmlns:a16="http://schemas.microsoft.com/office/drawing/2014/main" id="{0C556D43-A01F-B4C8-EAED-0DF505C17560}"/>
                </a:ext>
              </a:extLst>
            </p:cNvPr>
            <p:cNvSpPr/>
            <p:nvPr/>
          </p:nvSpPr>
          <p:spPr>
            <a:xfrm>
              <a:off x="7514631" y="6484742"/>
              <a:ext cx="454918"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1st Launch</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 name="Text 182">
              <a:extLst>
                <a:ext uri="{FF2B5EF4-FFF2-40B4-BE49-F238E27FC236}">
                  <a16:creationId xmlns:a16="http://schemas.microsoft.com/office/drawing/2014/main" id="{6B3E1612-A629-BB91-BCEB-FDE28EFB1690}"/>
                </a:ext>
              </a:extLst>
            </p:cNvPr>
            <p:cNvSpPr/>
            <p:nvPr/>
          </p:nvSpPr>
          <p:spPr>
            <a:xfrm>
              <a:off x="8319520" y="6484742"/>
              <a:ext cx="229690"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PoCP</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7" name="Text 183">
              <a:extLst>
                <a:ext uri="{FF2B5EF4-FFF2-40B4-BE49-F238E27FC236}">
                  <a16:creationId xmlns:a16="http://schemas.microsoft.com/office/drawing/2014/main" id="{FAE02E61-EFFD-9264-EF3D-9B3D3F2BAB4A}"/>
                </a:ext>
              </a:extLst>
            </p:cNvPr>
            <p:cNvSpPr/>
            <p:nvPr/>
          </p:nvSpPr>
          <p:spPr>
            <a:xfrm>
              <a:off x="8899179" y="6484742"/>
              <a:ext cx="22917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RoFD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8" name="Shape 184">
              <a:extLst>
                <a:ext uri="{FF2B5EF4-FFF2-40B4-BE49-F238E27FC236}">
                  <a16:creationId xmlns:a16="http://schemas.microsoft.com/office/drawing/2014/main" id="{7C3F826F-F621-75D8-0D91-770928930567}"/>
                </a:ext>
              </a:extLst>
            </p:cNvPr>
            <p:cNvSpPr/>
            <p:nvPr/>
          </p:nvSpPr>
          <p:spPr>
            <a:xfrm>
              <a:off x="2331615" y="6488331"/>
              <a:ext cx="117968" cy="113529"/>
            </a:xfrm>
            <a:prstGeom prst="rect">
              <a:avLst/>
            </a:prstGeom>
            <a:solidFill>
              <a:srgbClr val="00519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9" name="Shape 185">
              <a:extLst>
                <a:ext uri="{FF2B5EF4-FFF2-40B4-BE49-F238E27FC236}">
                  <a16:creationId xmlns:a16="http://schemas.microsoft.com/office/drawing/2014/main" id="{1AC398B1-8AB6-F3BE-B449-9043AE4845E9}"/>
                </a:ext>
              </a:extLst>
            </p:cNvPr>
            <p:cNvSpPr/>
            <p:nvPr/>
          </p:nvSpPr>
          <p:spPr>
            <a:xfrm>
              <a:off x="2987071" y="6488331"/>
              <a:ext cx="117968" cy="113529"/>
            </a:xfrm>
            <a:prstGeom prst="rect">
              <a:avLst/>
            </a:prstGeom>
            <a:solidFill>
              <a:srgbClr val="F576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0" name="Shape 186">
              <a:extLst>
                <a:ext uri="{FF2B5EF4-FFF2-40B4-BE49-F238E27FC236}">
                  <a16:creationId xmlns:a16="http://schemas.microsoft.com/office/drawing/2014/main" id="{CAF98523-0FF5-9648-256F-2CBE2C6FB4CD}"/>
                </a:ext>
              </a:extLst>
            </p:cNvPr>
            <p:cNvSpPr/>
            <p:nvPr/>
          </p:nvSpPr>
          <p:spPr>
            <a:xfrm>
              <a:off x="3666612" y="6488331"/>
              <a:ext cx="117968" cy="113529"/>
            </a:xfrm>
            <a:prstGeom prst="rect">
              <a:avLst/>
            </a:prstGeom>
            <a:solidFill>
              <a:srgbClr val="21A3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1" name="Shape 187">
              <a:extLst>
                <a:ext uri="{FF2B5EF4-FFF2-40B4-BE49-F238E27FC236}">
                  <a16:creationId xmlns:a16="http://schemas.microsoft.com/office/drawing/2014/main" id="{B0FD9F9A-CE14-A56B-0492-183F45DE710D}"/>
                </a:ext>
              </a:extLst>
            </p:cNvPr>
            <p:cNvSpPr/>
            <p:nvPr/>
          </p:nvSpPr>
          <p:spPr>
            <a:xfrm>
              <a:off x="4370238" y="6488331"/>
              <a:ext cx="117968" cy="113529"/>
            </a:xfrm>
            <a:prstGeom prst="rect">
              <a:avLst/>
            </a:prstGeom>
            <a:solidFill>
              <a:srgbClr val="98DF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2" name="Shape 188">
              <a:extLst>
                <a:ext uri="{FF2B5EF4-FFF2-40B4-BE49-F238E27FC236}">
                  <a16:creationId xmlns:a16="http://schemas.microsoft.com/office/drawing/2014/main" id="{A4C103CD-F0F7-2E71-4302-8D808BCC45E0}"/>
                </a:ext>
              </a:extLst>
            </p:cNvPr>
            <p:cNvSpPr/>
            <p:nvPr/>
          </p:nvSpPr>
          <p:spPr>
            <a:xfrm>
              <a:off x="6360574" y="6489662"/>
              <a:ext cx="117968" cy="113529"/>
            </a:xfrm>
            <a:prstGeom prst="rect">
              <a:avLst/>
            </a:prstGeom>
            <a:solidFill>
              <a:srgbClr val="E377C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3" name="Shape 189">
              <a:extLst>
                <a:ext uri="{FF2B5EF4-FFF2-40B4-BE49-F238E27FC236}">
                  <a16:creationId xmlns:a16="http://schemas.microsoft.com/office/drawing/2014/main" id="{A05276F9-9E3F-46F2-81C2-459F9CB50B55}"/>
                </a:ext>
              </a:extLst>
            </p:cNvPr>
            <p:cNvSpPr/>
            <p:nvPr/>
          </p:nvSpPr>
          <p:spPr>
            <a:xfrm>
              <a:off x="7337678" y="6489662"/>
              <a:ext cx="117968" cy="113529"/>
            </a:xfrm>
            <a:prstGeom prst="rect">
              <a:avLst/>
            </a:prstGeom>
            <a:solidFill>
              <a:srgbClr val="17BEC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4" name="Shape 190">
              <a:extLst>
                <a:ext uri="{FF2B5EF4-FFF2-40B4-BE49-F238E27FC236}">
                  <a16:creationId xmlns:a16="http://schemas.microsoft.com/office/drawing/2014/main" id="{D9E92815-5FC2-A09F-1B53-C17138BF605C}"/>
                </a:ext>
              </a:extLst>
            </p:cNvPr>
            <p:cNvSpPr/>
            <p:nvPr/>
          </p:nvSpPr>
          <p:spPr>
            <a:xfrm>
              <a:off x="8142568" y="6489662"/>
              <a:ext cx="117968" cy="113529"/>
            </a:xfrm>
            <a:prstGeom prst="rect">
              <a:avLst/>
            </a:prstGeom>
            <a:solidFill>
              <a:srgbClr val="D6272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5" name="Shape 191">
              <a:extLst>
                <a:ext uri="{FF2B5EF4-FFF2-40B4-BE49-F238E27FC236}">
                  <a16:creationId xmlns:a16="http://schemas.microsoft.com/office/drawing/2014/main" id="{E7CC93DA-5824-6265-B2D0-3AA6CD762A55}"/>
                </a:ext>
              </a:extLst>
            </p:cNvPr>
            <p:cNvSpPr/>
            <p:nvPr/>
          </p:nvSpPr>
          <p:spPr>
            <a:xfrm>
              <a:off x="8722229" y="6489662"/>
              <a:ext cx="117968" cy="113529"/>
            </a:xfrm>
            <a:prstGeom prst="rect">
              <a:avLst/>
            </a:prstGeom>
            <a:solidFill>
              <a:srgbClr val="BCBD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6" name="Shape 104">
              <a:extLst>
                <a:ext uri="{FF2B5EF4-FFF2-40B4-BE49-F238E27FC236}">
                  <a16:creationId xmlns:a16="http://schemas.microsoft.com/office/drawing/2014/main" id="{3AF42034-DC06-8FAF-F8CE-152CEA7417AE}"/>
                </a:ext>
              </a:extLst>
            </p:cNvPr>
            <p:cNvSpPr/>
            <p:nvPr/>
          </p:nvSpPr>
          <p:spPr>
            <a:xfrm>
              <a:off x="5236378" y="6467012"/>
              <a:ext cx="145580" cy="132325"/>
            </a:xfrm>
            <a:prstGeom prst="ellipse">
              <a:avLst/>
            </a:prstGeom>
            <a:solidFill>
              <a:srgbClr val="800080"/>
            </a:solidFill>
            <a:ln w="317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7" name="Text 212">
              <a:extLst>
                <a:ext uri="{FF2B5EF4-FFF2-40B4-BE49-F238E27FC236}">
                  <a16:creationId xmlns:a16="http://schemas.microsoft.com/office/drawing/2014/main" id="{02786C8C-20A2-B210-0683-B8DB321F020E}"/>
                </a:ext>
              </a:extLst>
            </p:cNvPr>
            <p:cNvSpPr/>
            <p:nvPr/>
          </p:nvSpPr>
          <p:spPr>
            <a:xfrm>
              <a:off x="5482194" y="6464705"/>
              <a:ext cx="1032878" cy="154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700">
                  <a:solidFill>
                    <a:srgbClr val="000000"/>
                  </a:solidFill>
                  <a:latin typeface="Open Sans" pitchFamily="34" charset="0"/>
                  <a:ea typeface="Open Sans" pitchFamily="34" charset="-122"/>
                  <a:cs typeface="Open Sans" pitchFamily="34" charset="-120"/>
                </a:rPr>
                <a:t>Other Activities</a:t>
              </a:r>
              <a:endParaRPr kumimoji="0" lang="en-US" altLang="zh-CN"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8" name="Text 178">
              <a:extLst>
                <a:ext uri="{FF2B5EF4-FFF2-40B4-BE49-F238E27FC236}">
                  <a16:creationId xmlns:a16="http://schemas.microsoft.com/office/drawing/2014/main" id="{84FC24A7-F6C9-E06D-00FC-64F7551C021F}"/>
                </a:ext>
              </a:extLst>
            </p:cNvPr>
            <p:cNvSpPr/>
            <p:nvPr/>
          </p:nvSpPr>
          <p:spPr>
            <a:xfrm>
              <a:off x="9487647" y="6484721"/>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TLR</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9" name="Shape 186">
              <a:extLst>
                <a:ext uri="{FF2B5EF4-FFF2-40B4-BE49-F238E27FC236}">
                  <a16:creationId xmlns:a16="http://schemas.microsoft.com/office/drawing/2014/main" id="{0905BB15-AE09-EC54-2EDC-98EBB79F922E}"/>
                </a:ext>
              </a:extLst>
            </p:cNvPr>
            <p:cNvSpPr/>
            <p:nvPr/>
          </p:nvSpPr>
          <p:spPr>
            <a:xfrm>
              <a:off x="9310697" y="6489641"/>
              <a:ext cx="117968" cy="113529"/>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1" name="Text 178">
              <a:extLst>
                <a:ext uri="{FF2B5EF4-FFF2-40B4-BE49-F238E27FC236}">
                  <a16:creationId xmlns:a16="http://schemas.microsoft.com/office/drawing/2014/main" id="{813CA23C-9F64-7B50-6998-EBB3A3D5BDF1}"/>
                </a:ext>
              </a:extLst>
            </p:cNvPr>
            <p:cNvSpPr/>
            <p:nvPr/>
          </p:nvSpPr>
          <p:spPr>
            <a:xfrm>
              <a:off x="10084858" y="6480384"/>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HAI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2" name="Shape 186">
              <a:extLst>
                <a:ext uri="{FF2B5EF4-FFF2-40B4-BE49-F238E27FC236}">
                  <a16:creationId xmlns:a16="http://schemas.microsoft.com/office/drawing/2014/main" id="{D20B8FB3-CE31-52A5-6E93-4C56EB4E812C}"/>
                </a:ext>
              </a:extLst>
            </p:cNvPr>
            <p:cNvSpPr/>
            <p:nvPr/>
          </p:nvSpPr>
          <p:spPr>
            <a:xfrm>
              <a:off x="9907908" y="6485304"/>
              <a:ext cx="117968" cy="113529"/>
            </a:xfrm>
            <a:prstGeom prst="rect">
              <a:avLst/>
            </a:prstGeom>
            <a:solidFill>
              <a:schemeClr val="accent4">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grpSp>
      <p:grpSp>
        <p:nvGrpSpPr>
          <p:cNvPr id="243" name="Group 242">
            <a:extLst>
              <a:ext uri="{FF2B5EF4-FFF2-40B4-BE49-F238E27FC236}">
                <a16:creationId xmlns:a16="http://schemas.microsoft.com/office/drawing/2014/main" id="{4689C079-E78F-000E-977C-C040AB88DFAE}"/>
              </a:ext>
            </a:extLst>
          </p:cNvPr>
          <p:cNvGrpSpPr/>
          <p:nvPr/>
        </p:nvGrpSpPr>
        <p:grpSpPr>
          <a:xfrm>
            <a:off x="6265396" y="3075776"/>
            <a:ext cx="324000" cy="324000"/>
            <a:chOff x="2124108" y="2977434"/>
            <a:chExt cx="324000" cy="324000"/>
          </a:xfrm>
        </p:grpSpPr>
        <p:sp>
          <p:nvSpPr>
            <p:cNvPr id="244" name="Oval 243">
              <a:extLst>
                <a:ext uri="{FF2B5EF4-FFF2-40B4-BE49-F238E27FC236}">
                  <a16:creationId xmlns:a16="http://schemas.microsoft.com/office/drawing/2014/main" id="{AEF963A2-06A2-0E00-562E-F1BE96FA04FA}"/>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50" name="Oval 249">
              <a:extLst>
                <a:ext uri="{FF2B5EF4-FFF2-40B4-BE49-F238E27FC236}">
                  <a16:creationId xmlns:a16="http://schemas.microsoft.com/office/drawing/2014/main" id="{564E7CD3-9017-6628-F655-6D87787DF5C4}"/>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51" name="Graphic 250" descr="Diamond with solid fill">
              <a:extLst>
                <a:ext uri="{FF2B5EF4-FFF2-40B4-BE49-F238E27FC236}">
                  <a16:creationId xmlns:a16="http://schemas.microsoft.com/office/drawing/2014/main" id="{84256BC8-C37A-BBFE-09DD-DE1C1ADA97E8}"/>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cxnSp>
        <p:nvCxnSpPr>
          <p:cNvPr id="252" name="Straight Connector 251">
            <a:extLst>
              <a:ext uri="{FF2B5EF4-FFF2-40B4-BE49-F238E27FC236}">
                <a16:creationId xmlns:a16="http://schemas.microsoft.com/office/drawing/2014/main" id="{91735BB8-E6F9-B650-A449-A60C3FE52FA5}"/>
              </a:ext>
            </a:extLst>
          </p:cNvPr>
          <p:cNvCxnSpPr>
            <a:cxnSpLocks/>
            <a:stCxn id="244" idx="0"/>
            <a:endCxn id="47" idx="3"/>
          </p:cNvCxnSpPr>
          <p:nvPr/>
        </p:nvCxnSpPr>
        <p:spPr>
          <a:xfrm flipH="1" flipV="1">
            <a:off x="6421674" y="2429364"/>
            <a:ext cx="5722" cy="64641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2" name="Rectangle 373">
            <a:extLst>
              <a:ext uri="{FF2B5EF4-FFF2-40B4-BE49-F238E27FC236}">
                <a16:creationId xmlns:a16="http://schemas.microsoft.com/office/drawing/2014/main" id="{169B78D1-42C4-9612-F8E3-9DFAC82EC2E8}"/>
              </a:ext>
            </a:extLst>
          </p:cNvPr>
          <p:cNvSpPr/>
          <p:nvPr/>
        </p:nvSpPr>
        <p:spPr>
          <a:xfrm flipH="1">
            <a:off x="6539169" y="2206661"/>
            <a:ext cx="1430787" cy="417084"/>
          </a:xfrm>
          <a:prstGeom prst="rect">
            <a:avLst/>
          </a:prstGeom>
          <a:solidFill>
            <a:schemeClr val="accent6">
              <a:lumMod val="40000"/>
              <a:lumOff val="60000"/>
            </a:schemeClr>
          </a:solidFill>
          <a:ln w="9525">
            <a:solidFill>
              <a:schemeClr val="tx1"/>
            </a:solidFill>
            <a:prstDash val="dash"/>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 – MDD Adj</a:t>
            </a:r>
          </a:p>
          <a:p>
            <a:pPr marL="0" marR="0" lvl="0" indent="0"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err="1">
                <a:ln>
                  <a:noFill/>
                </a:ln>
                <a:solidFill>
                  <a:srgbClr val="123563"/>
                </a:solidFill>
                <a:effectLst/>
                <a:uLnTx/>
                <a:uFillTx/>
                <a:latin typeface="Boehringer Forward Text"/>
                <a:ea typeface="+mn-ea"/>
                <a:cs typeface="+mn-cs"/>
              </a:rPr>
              <a:t>RoFD</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 </a:t>
            </a:r>
            <a:r>
              <a:rPr lang="en-US" altLang="zh-CN" sz="1000">
                <a:solidFill>
                  <a:srgbClr val="123563"/>
                </a:solidFill>
                <a:latin typeface="Boehringer Forward Text"/>
              </a:rPr>
              <a:t>(Jul</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a:t>
            </a:r>
          </a:p>
        </p:txBody>
      </p:sp>
      <p:sp>
        <p:nvSpPr>
          <p:cNvPr id="47" name="Arrow: Right 53">
            <a:extLst>
              <a:ext uri="{FF2B5EF4-FFF2-40B4-BE49-F238E27FC236}">
                <a16:creationId xmlns:a16="http://schemas.microsoft.com/office/drawing/2014/main" id="{5F0B8090-F454-BD1A-F565-FCC5D10283CD}"/>
              </a:ext>
            </a:extLst>
          </p:cNvPr>
          <p:cNvSpPr/>
          <p:nvPr/>
        </p:nvSpPr>
        <p:spPr>
          <a:xfrm flipH="1">
            <a:off x="6421674" y="2375364"/>
            <a:ext cx="108000" cy="108000"/>
          </a:xfrm>
          <a:prstGeom prst="rect">
            <a:avLst/>
          </a:prstGeom>
          <a:solidFill>
            <a:srgbClr val="BCBD2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grpSp>
        <p:nvGrpSpPr>
          <p:cNvPr id="56" name="Group 55">
            <a:extLst>
              <a:ext uri="{FF2B5EF4-FFF2-40B4-BE49-F238E27FC236}">
                <a16:creationId xmlns:a16="http://schemas.microsoft.com/office/drawing/2014/main" id="{F0B34B09-93CD-D4B8-FA1F-AE9E7887BCC5}"/>
              </a:ext>
            </a:extLst>
          </p:cNvPr>
          <p:cNvGrpSpPr/>
          <p:nvPr/>
        </p:nvGrpSpPr>
        <p:grpSpPr>
          <a:xfrm>
            <a:off x="7363180" y="1748104"/>
            <a:ext cx="1360621" cy="1660896"/>
            <a:chOff x="4906866" y="1744109"/>
            <a:chExt cx="1360621" cy="1660896"/>
          </a:xfrm>
        </p:grpSpPr>
        <p:grpSp>
          <p:nvGrpSpPr>
            <p:cNvPr id="57" name="Group 343">
              <a:extLst>
                <a:ext uri="{FF2B5EF4-FFF2-40B4-BE49-F238E27FC236}">
                  <a16:creationId xmlns:a16="http://schemas.microsoft.com/office/drawing/2014/main" id="{4EE2D3F8-DC4A-4F0B-EA2A-8C837B39C462}"/>
                </a:ext>
              </a:extLst>
            </p:cNvPr>
            <p:cNvGrpSpPr/>
            <p:nvPr/>
          </p:nvGrpSpPr>
          <p:grpSpPr>
            <a:xfrm>
              <a:off x="5943487" y="3081005"/>
              <a:ext cx="324000" cy="324000"/>
              <a:chOff x="5311199" y="2962865"/>
              <a:chExt cx="324000" cy="324000"/>
            </a:xfrm>
          </p:grpSpPr>
          <p:sp>
            <p:nvSpPr>
              <p:cNvPr id="63" name="Oval 344">
                <a:extLst>
                  <a:ext uri="{FF2B5EF4-FFF2-40B4-BE49-F238E27FC236}">
                    <a16:creationId xmlns:a16="http://schemas.microsoft.com/office/drawing/2014/main" id="{E374FA20-8FA4-E812-7BEF-F78EFE3733C4}"/>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73" name="Group 348">
                <a:extLst>
                  <a:ext uri="{FF2B5EF4-FFF2-40B4-BE49-F238E27FC236}">
                    <a16:creationId xmlns:a16="http://schemas.microsoft.com/office/drawing/2014/main" id="{014083A7-5681-0C67-12EB-A6E13AC4C290}"/>
                  </a:ext>
                </a:extLst>
              </p:cNvPr>
              <p:cNvGrpSpPr/>
              <p:nvPr/>
            </p:nvGrpSpPr>
            <p:grpSpPr>
              <a:xfrm>
                <a:off x="5373950" y="3024278"/>
                <a:ext cx="198000" cy="198000"/>
                <a:chOff x="5411047" y="3113464"/>
                <a:chExt cx="198000" cy="198000"/>
              </a:xfrm>
            </p:grpSpPr>
            <p:sp>
              <p:nvSpPr>
                <p:cNvPr id="274" name="Oval 349">
                  <a:extLst>
                    <a:ext uri="{FF2B5EF4-FFF2-40B4-BE49-F238E27FC236}">
                      <a16:creationId xmlns:a16="http://schemas.microsoft.com/office/drawing/2014/main" id="{4195F18D-8683-731E-E380-BF2F473CAFD5}"/>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75" name="Graphic 350" descr="Play outline">
                  <a:extLst>
                    <a:ext uri="{FF2B5EF4-FFF2-40B4-BE49-F238E27FC236}">
                      <a16:creationId xmlns:a16="http://schemas.microsoft.com/office/drawing/2014/main" id="{E0892865-2F8B-E72A-14DE-D36E88B0CC05}"/>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grpSp>
          <p:nvGrpSpPr>
            <p:cNvPr id="58" name="Group 57">
              <a:extLst>
                <a:ext uri="{FF2B5EF4-FFF2-40B4-BE49-F238E27FC236}">
                  <a16:creationId xmlns:a16="http://schemas.microsoft.com/office/drawing/2014/main" id="{0D5F72A8-84F5-11C8-8DD9-B6E724113117}"/>
                </a:ext>
              </a:extLst>
            </p:cNvPr>
            <p:cNvGrpSpPr/>
            <p:nvPr/>
          </p:nvGrpSpPr>
          <p:grpSpPr>
            <a:xfrm>
              <a:off x="4906866" y="1744109"/>
              <a:ext cx="1307070" cy="1336896"/>
              <a:chOff x="4161022" y="1763459"/>
              <a:chExt cx="1307070" cy="1336896"/>
            </a:xfrm>
          </p:grpSpPr>
          <p:cxnSp>
            <p:nvCxnSpPr>
              <p:cNvPr id="59" name="Straight Connector 58">
                <a:extLst>
                  <a:ext uri="{FF2B5EF4-FFF2-40B4-BE49-F238E27FC236}">
                    <a16:creationId xmlns:a16="http://schemas.microsoft.com/office/drawing/2014/main" id="{F2AA184C-A7B2-4D4F-0ED7-B658C7A6C0F9}"/>
                  </a:ext>
                </a:extLst>
              </p:cNvPr>
              <p:cNvCxnSpPr>
                <a:cxnSpLocks/>
                <a:stCxn id="63" idx="0"/>
                <a:endCxn id="62" idx="3"/>
              </p:cNvCxnSpPr>
              <p:nvPr/>
            </p:nvCxnSpPr>
            <p:spPr>
              <a:xfrm flipV="1">
                <a:off x="5359643" y="1974060"/>
                <a:ext cx="449" cy="1126295"/>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60" name="Rectangle 373">
                <a:extLst>
                  <a:ext uri="{FF2B5EF4-FFF2-40B4-BE49-F238E27FC236}">
                    <a16:creationId xmlns:a16="http://schemas.microsoft.com/office/drawing/2014/main" id="{5778BEAE-6147-0951-EDF1-FF6D6CF9AAB1}"/>
                  </a:ext>
                </a:extLst>
              </p:cNvPr>
              <p:cNvSpPr/>
              <p:nvPr/>
            </p:nvSpPr>
            <p:spPr>
              <a:xfrm flipH="1">
                <a:off x="4161022" y="1763459"/>
                <a:ext cx="1189576" cy="417084"/>
              </a:xfrm>
              <a:prstGeom prst="rect">
                <a:avLst/>
              </a:prstGeom>
              <a:solidFill>
                <a:srgbClr val="DAF5F8"/>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r"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 – MDD </a:t>
                </a:r>
              </a:p>
              <a:p>
                <a:pPr marL="0" marR="0" lvl="0" indent="0" algn="r" defTabSz="914400" rtl="0" eaLnBrk="1" fontAlgn="auto" latinLnBrk="0" hangingPunct="1">
                  <a:lnSpc>
                    <a:spcPct val="80000"/>
                  </a:lnSpc>
                  <a:spcBef>
                    <a:spcPts val="0"/>
                  </a:spcBef>
                  <a:spcAft>
                    <a:spcPts val="60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EoP2 </a:t>
                </a:r>
                <a:r>
                  <a:rPr lang="en-US" altLang="zh-CN" sz="1000">
                    <a:solidFill>
                      <a:srgbClr val="123563"/>
                    </a:solidFill>
                    <a:latin typeface="Boehringer Forward Text"/>
                  </a:rPr>
                  <a:t>(Sep</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a:t>
                </a:r>
              </a:p>
            </p:txBody>
          </p:sp>
          <p:sp>
            <p:nvSpPr>
              <p:cNvPr id="62" name="Arrow: Right 53">
                <a:extLst>
                  <a:ext uri="{FF2B5EF4-FFF2-40B4-BE49-F238E27FC236}">
                    <a16:creationId xmlns:a16="http://schemas.microsoft.com/office/drawing/2014/main" id="{243B569B-8075-6E7E-C031-36A4D0D4427D}"/>
                  </a:ext>
                </a:extLst>
              </p:cNvPr>
              <p:cNvSpPr/>
              <p:nvPr/>
            </p:nvSpPr>
            <p:spPr>
              <a:xfrm flipH="1">
                <a:off x="5360092" y="1920060"/>
                <a:ext cx="108000" cy="108000"/>
              </a:xfrm>
              <a:prstGeom prst="rect">
                <a:avLst/>
              </a:prstGeom>
              <a:solidFill>
                <a:srgbClr val="FFD70E"/>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grpSp>
      </p:grpSp>
      <p:sp>
        <p:nvSpPr>
          <p:cNvPr id="283" name="Arrow: Right 53">
            <a:extLst>
              <a:ext uri="{FF2B5EF4-FFF2-40B4-BE49-F238E27FC236}">
                <a16:creationId xmlns:a16="http://schemas.microsoft.com/office/drawing/2014/main" id="{B2D7CFBD-CFEE-B718-B7A8-E0DC246CF963}"/>
              </a:ext>
            </a:extLst>
          </p:cNvPr>
          <p:cNvSpPr/>
          <p:nvPr/>
        </p:nvSpPr>
        <p:spPr>
          <a:xfrm flipH="1">
            <a:off x="9353510" y="1837467"/>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64" name="Rectangle 373">
            <a:extLst>
              <a:ext uri="{FF2B5EF4-FFF2-40B4-BE49-F238E27FC236}">
                <a16:creationId xmlns:a16="http://schemas.microsoft.com/office/drawing/2014/main" id="{8ADB13F7-E899-9589-17D1-7D96AC3BEC36}"/>
              </a:ext>
            </a:extLst>
          </p:cNvPr>
          <p:cNvSpPr/>
          <p:nvPr/>
        </p:nvSpPr>
        <p:spPr>
          <a:xfrm flipH="1">
            <a:off x="9461510" y="1704628"/>
            <a:ext cx="1081402" cy="386644"/>
          </a:xfrm>
          <a:prstGeom prst="rect">
            <a:avLst/>
          </a:prstGeom>
          <a:solidFill>
            <a:srgbClr val="DAF5F8"/>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NR2B NAM</a:t>
            </a:r>
            <a:r>
              <a:rPr lang="en-US" altLang="zh-CN" sz="1000">
                <a:solidFill>
                  <a:srgbClr val="123563"/>
                </a:solidFill>
                <a:latin typeface="Boehringer Forward Text"/>
              </a:rPr>
              <a:t> – BD</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Ph2 FSS (</a:t>
            </a:r>
            <a:r>
              <a:rPr lang="en-US" altLang="zh-CN" sz="1000">
                <a:solidFill>
                  <a:srgbClr val="123563"/>
                </a:solidFill>
                <a:latin typeface="Boehringer Forward Text"/>
              </a:rPr>
              <a:t>Oct</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a:t>
            </a:r>
          </a:p>
        </p:txBody>
      </p:sp>
      <p:sp>
        <p:nvSpPr>
          <p:cNvPr id="67" name="Arrow: Right 53">
            <a:extLst>
              <a:ext uri="{FF2B5EF4-FFF2-40B4-BE49-F238E27FC236}">
                <a16:creationId xmlns:a16="http://schemas.microsoft.com/office/drawing/2014/main" id="{B78A9D19-6CF8-4507-CC80-43540203B30E}"/>
              </a:ext>
            </a:extLst>
          </p:cNvPr>
          <p:cNvSpPr/>
          <p:nvPr/>
        </p:nvSpPr>
        <p:spPr>
          <a:xfrm flipH="1">
            <a:off x="526309" y="2318938"/>
            <a:ext cx="108000" cy="108000"/>
          </a:xfrm>
          <a:prstGeom prst="rect">
            <a:avLst/>
          </a:prstGeom>
          <a:solidFill>
            <a:srgbClr val="00519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68" name="Rectangle 373">
            <a:extLst>
              <a:ext uri="{FF2B5EF4-FFF2-40B4-BE49-F238E27FC236}">
                <a16:creationId xmlns:a16="http://schemas.microsoft.com/office/drawing/2014/main" id="{6E414BD8-8000-1953-2570-DBB7BDEFF3ED}"/>
              </a:ext>
            </a:extLst>
          </p:cNvPr>
          <p:cNvSpPr/>
          <p:nvPr/>
        </p:nvSpPr>
        <p:spPr>
          <a:xfrm flipH="1">
            <a:off x="626876" y="2099351"/>
            <a:ext cx="1672797"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SSTR4</a:t>
            </a:r>
            <a:r>
              <a:rPr lang="en-US" altLang="zh-CN" sz="1000">
                <a:solidFill>
                  <a:srgbClr val="B7B6B2"/>
                </a:solidFill>
                <a:latin typeface="Boehringer Forward Text"/>
              </a:rPr>
              <a:t> – CI PSD</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B7B6B2"/>
                </a:solidFill>
                <a:effectLst/>
                <a:uLnTx/>
                <a:uFillTx/>
                <a:latin typeface="Boehringer Forward Text"/>
                <a:ea typeface="+mn-ea"/>
                <a:cs typeface="+mn-cs"/>
              </a:rPr>
              <a:t>Ph1 SRD/MRD FSS (Jan)</a:t>
            </a:r>
          </a:p>
        </p:txBody>
      </p:sp>
      <p:grpSp>
        <p:nvGrpSpPr>
          <p:cNvPr id="69" name="Group 343">
            <a:extLst>
              <a:ext uri="{FF2B5EF4-FFF2-40B4-BE49-F238E27FC236}">
                <a16:creationId xmlns:a16="http://schemas.microsoft.com/office/drawing/2014/main" id="{9DEBBEA8-2251-F93F-D1B0-BE93B2CEA4B3}"/>
              </a:ext>
            </a:extLst>
          </p:cNvPr>
          <p:cNvGrpSpPr/>
          <p:nvPr/>
        </p:nvGrpSpPr>
        <p:grpSpPr>
          <a:xfrm>
            <a:off x="4253103" y="3072004"/>
            <a:ext cx="324000" cy="324000"/>
            <a:chOff x="5311199" y="2962865"/>
            <a:chExt cx="324000" cy="324000"/>
          </a:xfrm>
        </p:grpSpPr>
        <p:sp>
          <p:nvSpPr>
            <p:cNvPr id="71" name="Oval 344">
              <a:extLst>
                <a:ext uri="{FF2B5EF4-FFF2-40B4-BE49-F238E27FC236}">
                  <a16:creationId xmlns:a16="http://schemas.microsoft.com/office/drawing/2014/main" id="{AC15C0D4-19AD-EC0E-5A90-5B3B958D89B4}"/>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72" name="Group 348">
              <a:extLst>
                <a:ext uri="{FF2B5EF4-FFF2-40B4-BE49-F238E27FC236}">
                  <a16:creationId xmlns:a16="http://schemas.microsoft.com/office/drawing/2014/main" id="{32F290AB-0414-0DBE-73F1-EABD55A9B5AF}"/>
                </a:ext>
              </a:extLst>
            </p:cNvPr>
            <p:cNvGrpSpPr/>
            <p:nvPr/>
          </p:nvGrpSpPr>
          <p:grpSpPr>
            <a:xfrm>
              <a:off x="5373950" y="3024278"/>
              <a:ext cx="198000" cy="198000"/>
              <a:chOff x="5411047" y="3113464"/>
              <a:chExt cx="198000" cy="198000"/>
            </a:xfrm>
          </p:grpSpPr>
          <p:sp>
            <p:nvSpPr>
              <p:cNvPr id="73" name="Oval 349">
                <a:extLst>
                  <a:ext uri="{FF2B5EF4-FFF2-40B4-BE49-F238E27FC236}">
                    <a16:creationId xmlns:a16="http://schemas.microsoft.com/office/drawing/2014/main" id="{0A2EAA0E-A766-833B-809A-537120A62813}"/>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74" name="Graphic 350" descr="Play outline">
                <a:extLst>
                  <a:ext uri="{FF2B5EF4-FFF2-40B4-BE49-F238E27FC236}">
                    <a16:creationId xmlns:a16="http://schemas.microsoft.com/office/drawing/2014/main" id="{33791085-3C50-F655-097A-8DBE77074360}"/>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94" name="Straight Connector 93">
            <a:extLst>
              <a:ext uri="{FF2B5EF4-FFF2-40B4-BE49-F238E27FC236}">
                <a16:creationId xmlns:a16="http://schemas.microsoft.com/office/drawing/2014/main" id="{BA42FFD2-9747-C37C-BE0C-FF4B61117C8D}"/>
              </a:ext>
            </a:extLst>
          </p:cNvPr>
          <p:cNvCxnSpPr>
            <a:cxnSpLocks/>
            <a:stCxn id="71" idx="0"/>
            <a:endCxn id="290" idx="3"/>
          </p:cNvCxnSpPr>
          <p:nvPr/>
        </p:nvCxnSpPr>
        <p:spPr>
          <a:xfrm flipH="1" flipV="1">
            <a:off x="4409774" y="1419293"/>
            <a:ext cx="5329" cy="165271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90" name="Arrow: Right 53">
            <a:extLst>
              <a:ext uri="{FF2B5EF4-FFF2-40B4-BE49-F238E27FC236}">
                <a16:creationId xmlns:a16="http://schemas.microsoft.com/office/drawing/2014/main" id="{1CBC1FA0-0F60-C93F-5A11-E62B4DE4D7A1}"/>
              </a:ext>
            </a:extLst>
          </p:cNvPr>
          <p:cNvSpPr/>
          <p:nvPr/>
        </p:nvSpPr>
        <p:spPr>
          <a:xfrm flipH="1">
            <a:off x="4409774" y="1365293"/>
            <a:ext cx="108000" cy="108000"/>
          </a:xfrm>
          <a:prstGeom prst="rect">
            <a:avLst/>
          </a:prstGeom>
          <a:solidFill>
            <a:srgbClr val="00519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294" name="Rectangle 373">
            <a:extLst>
              <a:ext uri="{FF2B5EF4-FFF2-40B4-BE49-F238E27FC236}">
                <a16:creationId xmlns:a16="http://schemas.microsoft.com/office/drawing/2014/main" id="{DB82B2EA-360C-66A8-ED8B-0E246C70E302}"/>
              </a:ext>
            </a:extLst>
          </p:cNvPr>
          <p:cNvSpPr/>
          <p:nvPr/>
        </p:nvSpPr>
        <p:spPr>
          <a:xfrm flipH="1">
            <a:off x="2620432" y="1202770"/>
            <a:ext cx="1789341" cy="420118"/>
          </a:xfrm>
          <a:prstGeom prst="rect">
            <a:avLst/>
          </a:prstGeom>
          <a:solidFill>
            <a:srgbClr val="DAF5F8"/>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mGluR4</a:t>
            </a:r>
            <a:r>
              <a:rPr lang="en-US" altLang="zh-CN" sz="1000">
                <a:solidFill>
                  <a:srgbClr val="123563"/>
                </a:solidFill>
                <a:latin typeface="Boehringer Forward Text"/>
              </a:rPr>
              <a:t> NAM – ADHD/BPD</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Ph1</a:t>
            </a:r>
            <a:r>
              <a:rPr lang="en-US" altLang="zh-CN" sz="1000">
                <a:solidFill>
                  <a:srgbClr val="123563"/>
                </a:solidFill>
                <a:latin typeface="Boehringer Forward Text"/>
              </a:rPr>
              <a:t>b</a:t>
            </a:r>
            <a:r>
              <a:rPr lang="zh-CN" altLang="en-US" sz="1000">
                <a:solidFill>
                  <a:srgbClr val="123563"/>
                </a:solidFill>
                <a:latin typeface="Boehringer Forward Text"/>
              </a:rPr>
              <a:t> </a:t>
            </a:r>
            <a:r>
              <a:rPr lang="en-US" altLang="zh-CN" sz="1000" err="1">
                <a:solidFill>
                  <a:srgbClr val="123563"/>
                </a:solidFill>
                <a:latin typeface="Boehringer Forward Text"/>
              </a:rPr>
              <a:t>PoPP</a:t>
            </a:r>
            <a:r>
              <a:rPr lang="en-US" altLang="zh-CN" sz="1000">
                <a:solidFill>
                  <a:srgbClr val="123563"/>
                </a:solidFill>
                <a:latin typeface="Boehringer Forward Text"/>
              </a:rPr>
              <a:t>/</a:t>
            </a:r>
            <a:r>
              <a:rPr lang="en-US" altLang="zh-CN" sz="1000" err="1">
                <a:solidFill>
                  <a:srgbClr val="123563"/>
                </a:solidFill>
                <a:latin typeface="Boehringer Forward Text"/>
              </a:rPr>
              <a:t>PoCP</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 FSS (May)</a:t>
            </a:r>
          </a:p>
        </p:txBody>
      </p:sp>
    </p:spTree>
    <p:extLst>
      <p:ext uri="{BB962C8B-B14F-4D97-AF65-F5344CB8AC3E}">
        <p14:creationId xmlns:p14="http://schemas.microsoft.com/office/powerpoint/2010/main" val="694993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0DC44-A060-836F-705E-DE7BF4078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001529-F3AC-2D2E-BBB7-A3646BF4BC11}"/>
              </a:ext>
            </a:extLst>
          </p:cNvPr>
          <p:cNvSpPr>
            <a:spLocks noGrp="1"/>
          </p:cNvSpPr>
          <p:nvPr>
            <p:ph type="title"/>
          </p:nvPr>
        </p:nvSpPr>
        <p:spPr>
          <a:xfrm>
            <a:off x="479426" y="477000"/>
            <a:ext cx="11363253" cy="720000"/>
          </a:xfrm>
        </p:spPr>
        <p:txBody>
          <a:bodyPr/>
          <a:lstStyle/>
          <a:p>
            <a:r>
              <a:rPr lang="en-US" altLang="zh-CN" dirty="0"/>
              <a:t>Mental Health: Decisions/Advice provided by TA-CEC (Apr 2025 – May 2025)</a:t>
            </a:r>
            <a:endParaRPr lang="zh-CN" altLang="en-US" dirty="0"/>
          </a:p>
        </p:txBody>
      </p:sp>
      <p:sp>
        <p:nvSpPr>
          <p:cNvPr id="4" name="Footer Placeholder 3">
            <a:extLst>
              <a:ext uri="{FF2B5EF4-FFF2-40B4-BE49-F238E27FC236}">
                <a16:creationId xmlns:a16="http://schemas.microsoft.com/office/drawing/2014/main" id="{1E68FC13-21F6-8037-078E-98C1684F5C4D}"/>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9FB663CB-02A2-2AAA-46FB-730EA44ABF26}"/>
              </a:ext>
            </a:extLst>
          </p:cNvPr>
          <p:cNvSpPr>
            <a:spLocks noGrp="1"/>
          </p:cNvSpPr>
          <p:nvPr>
            <p:ph type="sldNum" sz="quarter" idx="17"/>
          </p:nvPr>
        </p:nvSpPr>
        <p:spPr/>
        <p:txBody>
          <a:bodyPr/>
          <a:lstStyle/>
          <a:p>
            <a:fld id="{8FF9B0DE-3FEB-4AA0-B465-B80EF7C1333D}" type="slidenum">
              <a:rPr lang="en-US" smtClean="0"/>
              <a:pPr/>
              <a:t>3</a:t>
            </a:fld>
            <a:endParaRPr lang="en-US"/>
          </a:p>
        </p:txBody>
      </p:sp>
      <p:graphicFrame>
        <p:nvGraphicFramePr>
          <p:cNvPr id="7" name="Inhaltsplatzhalter 11">
            <a:extLst>
              <a:ext uri="{FF2B5EF4-FFF2-40B4-BE49-F238E27FC236}">
                <a16:creationId xmlns:a16="http://schemas.microsoft.com/office/drawing/2014/main" id="{644A6EBE-846E-6368-D55D-96452C0E836C}"/>
              </a:ext>
            </a:extLst>
          </p:cNvPr>
          <p:cNvGraphicFramePr>
            <a:graphicFrameLocks/>
          </p:cNvGraphicFramePr>
          <p:nvPr>
            <p:extLst>
              <p:ext uri="{D42A27DB-BD31-4B8C-83A1-F6EECF244321}">
                <p14:modId xmlns:p14="http://schemas.microsoft.com/office/powerpoint/2010/main" val="571368968"/>
              </p:ext>
            </p:extLst>
          </p:nvPr>
        </p:nvGraphicFramePr>
        <p:xfrm>
          <a:off x="349321" y="1412875"/>
          <a:ext cx="11630345" cy="4405197"/>
        </p:xfrm>
        <a:graphic>
          <a:graphicData uri="http://schemas.openxmlformats.org/drawingml/2006/table">
            <a:tbl>
              <a:tblPr firstRow="1" bandRow="1">
                <a:tableStyleId>{5C22544A-7EE6-4342-B048-85BDC9FD1C3A}</a:tableStyleId>
              </a:tblPr>
              <a:tblGrid>
                <a:gridCol w="1927154">
                  <a:extLst>
                    <a:ext uri="{9D8B030D-6E8A-4147-A177-3AD203B41FA5}">
                      <a16:colId xmlns:a16="http://schemas.microsoft.com/office/drawing/2014/main" val="2389719309"/>
                    </a:ext>
                  </a:extLst>
                </a:gridCol>
                <a:gridCol w="5391150">
                  <a:extLst>
                    <a:ext uri="{9D8B030D-6E8A-4147-A177-3AD203B41FA5}">
                      <a16:colId xmlns:a16="http://schemas.microsoft.com/office/drawing/2014/main" val="2275645487"/>
                    </a:ext>
                  </a:extLst>
                </a:gridCol>
                <a:gridCol w="2206904">
                  <a:extLst>
                    <a:ext uri="{9D8B030D-6E8A-4147-A177-3AD203B41FA5}">
                      <a16:colId xmlns:a16="http://schemas.microsoft.com/office/drawing/2014/main" val="418550560"/>
                    </a:ext>
                  </a:extLst>
                </a:gridCol>
                <a:gridCol w="2105137">
                  <a:extLst>
                    <a:ext uri="{9D8B030D-6E8A-4147-A177-3AD203B41FA5}">
                      <a16:colId xmlns:a16="http://schemas.microsoft.com/office/drawing/2014/main" val="3293208662"/>
                    </a:ext>
                  </a:extLst>
                </a:gridCol>
              </a:tblGrid>
              <a:tr h="623037">
                <a:tc>
                  <a:txBody>
                    <a:bodyPr/>
                    <a:lstStyle/>
                    <a:p>
                      <a:pPr algn="ctr"/>
                      <a:r>
                        <a:rPr lang="en-US" altLang="zh-CN" sz="1600">
                          <a:solidFill>
                            <a:schemeClr val="bg2"/>
                          </a:solidFill>
                        </a:rPr>
                        <a:t>Topic</a:t>
                      </a:r>
                      <a:endParaRPr lang="zh-CN" altLang="en-US" sz="1600">
                        <a:solidFill>
                          <a:schemeClr val="bg2"/>
                        </a:solidFill>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dirty="0">
                          <a:ln>
                            <a:noFill/>
                          </a:ln>
                          <a:solidFill>
                            <a:schemeClr val="tx1"/>
                          </a:solidFill>
                          <a:effectLst/>
                          <a:uLnTx/>
                          <a:uFillTx/>
                          <a:latin typeface="+mn-lt"/>
                          <a:ea typeface="+mn-ea"/>
                          <a:cs typeface="+mn-cs"/>
                        </a:rPr>
                        <a:t>Background</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TA-CEC </a:t>
                      </a:r>
                    </a:p>
                    <a:p>
                      <a:pPr algn="ctr"/>
                      <a:r>
                        <a:rPr kumimoji="0" lang="en-US" sz="1600" b="1" i="0" u="none" strike="noStrike" kern="1200" cap="none" spc="0" normalizeH="0" baseline="0" noProof="0">
                          <a:ln>
                            <a:noFill/>
                          </a:ln>
                          <a:solidFill>
                            <a:schemeClr val="tx1"/>
                          </a:solidFill>
                          <a:effectLst/>
                          <a:uLnTx/>
                          <a:uFillTx/>
                          <a:latin typeface="+mn-lt"/>
                          <a:ea typeface="+mn-ea"/>
                          <a:cs typeface="+mn-cs"/>
                        </a:rPr>
                        <a:t>Decisions/Advice</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Next steps/ Updates</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992404">
                <a:tc>
                  <a:txBody>
                    <a:bodyPr/>
                    <a:lstStyle/>
                    <a:p>
                      <a:pPr algn="l">
                        <a:spcAft>
                          <a:spcPts val="600"/>
                        </a:spcAft>
                      </a:pPr>
                      <a:r>
                        <a:rPr kumimoji="0" lang="en-US" altLang="zh-CN" sz="1200" b="0" i="0" u="none" strike="noStrike" kern="1200" cap="none" spc="0" normalizeH="0" baseline="0" dirty="0">
                          <a:ln>
                            <a:noFill/>
                          </a:ln>
                          <a:solidFill>
                            <a:schemeClr val="tx1"/>
                          </a:solidFill>
                          <a:effectLst/>
                          <a:uLnTx/>
                          <a:uFillTx/>
                          <a:latin typeface="+mn-lt"/>
                          <a:ea typeface="+mn-ea"/>
                          <a:cs typeface="+mn-cs"/>
                        </a:rPr>
                        <a:t>China Integration Strategy into NR2B NAM MDD Ph3</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dirty="0"/>
                        <a:t>The global asset team is proposing an US acceleration plan assuming a Go scenario from MDD Ph2 readouts. Two US focused trials will be conducted to support accelerated US launch by 4 months; and two global (</a:t>
                      </a:r>
                      <a:r>
                        <a:rPr lang="en-US" altLang="zh-CN" sz="1100" dirty="0" err="1"/>
                        <a:t>RoW</a:t>
                      </a:r>
                      <a:r>
                        <a:rPr lang="en-US" altLang="zh-CN" sz="1100" dirty="0"/>
                        <a:t>) trials will be conducted to support CN/JP NDA with postponed NDA and launch compared with the current plan (3 parallel MRCTs).</a:t>
                      </a:r>
                    </a:p>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dirty="0"/>
                        <a:t>The China team proposes to </a:t>
                      </a:r>
                      <a:r>
                        <a:rPr lang="en-US" altLang="zh-CN" sz="1100" b="1" dirty="0"/>
                        <a:t>participate in the US focus trials </a:t>
                      </a:r>
                      <a:r>
                        <a:rPr lang="en-US" altLang="zh-CN" sz="1100" dirty="0"/>
                        <a:t>by enrolling approximately </a:t>
                      </a:r>
                      <a:r>
                        <a:rPr lang="en-US" altLang="zh-CN" sz="1100" b="1" dirty="0"/>
                        <a:t>40 Chinese patients (10 sites) per trial</a:t>
                      </a:r>
                      <a:r>
                        <a:rPr lang="en-US" altLang="zh-CN" sz="1100" dirty="0"/>
                        <a:t>. This approach aims to ensure simultaneously accelerated NDA submission, with registrational and operational feasibility for China without impacting the global timeline for the US launch.</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Endorsed by Mar CEC</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altLang="zh-CN" sz="1200" b="0" i="0" u="none" strike="noStrike" kern="1200" cap="none" spc="0" normalizeH="0" baseline="0" dirty="0">
                          <a:ln>
                            <a:noFill/>
                          </a:ln>
                          <a:solidFill>
                            <a:schemeClr val="tx1"/>
                          </a:solidFill>
                          <a:effectLst/>
                          <a:uLnTx/>
                          <a:uFillTx/>
                          <a:latin typeface="+mn-lt"/>
                          <a:ea typeface="+mn-ea"/>
                          <a:cs typeface="+mn-cs"/>
                        </a:rPr>
                        <a:t>Update after MDD Ph2 Adjunctive readout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42415"/>
                  </a:ext>
                </a:extLst>
              </a:tr>
              <a:tr h="992404">
                <a:tc>
                  <a:txBody>
                    <a:bodyPr/>
                    <a:lstStyle/>
                    <a:p>
                      <a:pPr algn="l">
                        <a:spcAft>
                          <a:spcPts val="600"/>
                        </a:spcAft>
                      </a:pPr>
                      <a:r>
                        <a:rPr kumimoji="0" lang="en-US" altLang="zh-CN" sz="1200" b="0" i="0" u="none" strike="noStrike" kern="1200" cap="none" spc="0" normalizeH="0" baseline="0" dirty="0">
                          <a:ln>
                            <a:noFill/>
                          </a:ln>
                          <a:solidFill>
                            <a:schemeClr val="tx1"/>
                          </a:solidFill>
                          <a:effectLst/>
                          <a:uLnTx/>
                          <a:uFillTx/>
                          <a:latin typeface="+mn-lt"/>
                          <a:ea typeface="+mn-ea"/>
                          <a:cs typeface="+mn-cs"/>
                        </a:rPr>
                        <a:t>NR2B NAM TLR Local Communication Plan</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Ph2 MDD Adjunctive TLR: </a:t>
                      </a:r>
                    </a:p>
                    <a:p>
                      <a:pPr marL="628639" marR="0" lvl="1"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China early asset team members and RA representative will be informed with global meeting invitation.</a:t>
                      </a:r>
                    </a:p>
                    <a:p>
                      <a:pPr marL="1085827" marR="0" lvl="2"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Per global guidance, high level information can be shared only to local EoP2 submission team and local MKT/MA core team for ICP.</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Further distribution will be made at the townhall on July 10</a:t>
                      </a:r>
                      <a:r>
                        <a:rPr lang="en-US" altLang="zh-CN" sz="1100" baseline="30000" dirty="0"/>
                        <a:t>th</a:t>
                      </a:r>
                      <a:r>
                        <a:rPr lang="en-US" altLang="zh-CN" sz="1100" dirty="0"/>
                        <a:t> together with Ph2 MDD Monotherapy TLR. </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mn-lt"/>
                          <a:ea typeface="+mn-ea"/>
                          <a:cs typeface="+mn-cs"/>
                        </a:rPr>
                        <a:t>External communications only after both trials have read out.</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Endorsed in May CEC</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altLang="zh-CN" sz="1200" b="0" i="0" u="none" strike="noStrike" kern="1200" cap="none" spc="0" normalizeH="0" baseline="0" dirty="0">
                          <a:ln>
                            <a:noFill/>
                          </a:ln>
                          <a:solidFill>
                            <a:schemeClr val="tx1"/>
                          </a:solidFill>
                          <a:effectLst/>
                          <a:uLnTx/>
                          <a:uFillTx/>
                          <a:latin typeface="+mn-lt"/>
                          <a:ea typeface="+mn-ea"/>
                          <a:cs typeface="+mn-cs"/>
                        </a:rPr>
                        <a:t>Communication per global guidance</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2100455"/>
                  </a:ext>
                </a:extLst>
              </a:tr>
            </a:tbl>
          </a:graphicData>
        </a:graphic>
      </p:graphicFrame>
    </p:spTree>
    <p:extLst>
      <p:ext uri="{BB962C8B-B14F-4D97-AF65-F5344CB8AC3E}">
        <p14:creationId xmlns:p14="http://schemas.microsoft.com/office/powerpoint/2010/main" val="2607541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9B111-DE17-4C39-4828-EED92DF67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57A95-7900-D1C3-0737-898693195CB0}"/>
              </a:ext>
            </a:extLst>
          </p:cNvPr>
          <p:cNvSpPr>
            <a:spLocks noGrp="1"/>
          </p:cNvSpPr>
          <p:nvPr>
            <p:ph type="title"/>
          </p:nvPr>
        </p:nvSpPr>
        <p:spPr>
          <a:xfrm>
            <a:off x="479441" y="299016"/>
            <a:ext cx="11233151" cy="720000"/>
          </a:xfrm>
        </p:spPr>
        <p:txBody>
          <a:bodyPr/>
          <a:lstStyle/>
          <a:p>
            <a:r>
              <a:rPr lang="en-US" altLang="zh-CN"/>
              <a:t>Mental Health Portfolio Key Update – Late-Stage Assets</a:t>
            </a:r>
            <a:endParaRPr lang="zh-CN" altLang="en-US"/>
          </a:p>
        </p:txBody>
      </p:sp>
      <p:sp>
        <p:nvSpPr>
          <p:cNvPr id="4" name="Footer Placeholder 3">
            <a:extLst>
              <a:ext uri="{FF2B5EF4-FFF2-40B4-BE49-F238E27FC236}">
                <a16:creationId xmlns:a16="http://schemas.microsoft.com/office/drawing/2014/main" id="{2FD30D9A-8BBE-B81D-8A9B-2E356610E0AC}"/>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B64164DD-9DA4-4806-4601-488CF33DEE53}"/>
              </a:ext>
            </a:extLst>
          </p:cNvPr>
          <p:cNvSpPr>
            <a:spLocks noGrp="1"/>
          </p:cNvSpPr>
          <p:nvPr>
            <p:ph type="sldNum" sz="quarter" idx="17"/>
          </p:nvPr>
        </p:nvSpPr>
        <p:spPr/>
        <p:txBody>
          <a:bodyPr/>
          <a:lstStyle/>
          <a:p>
            <a:fld id="{8FF9B0DE-3FEB-4AA0-B465-B80EF7C1333D}" type="slidenum">
              <a:rPr lang="en-US" smtClean="0"/>
              <a:pPr/>
              <a:t>4</a:t>
            </a:fld>
            <a:endParaRPr lang="en-US"/>
          </a:p>
        </p:txBody>
      </p:sp>
      <p:graphicFrame>
        <p:nvGraphicFramePr>
          <p:cNvPr id="6" name="Table 6">
            <a:extLst>
              <a:ext uri="{FF2B5EF4-FFF2-40B4-BE49-F238E27FC236}">
                <a16:creationId xmlns:a16="http://schemas.microsoft.com/office/drawing/2014/main" id="{1F92A5FB-00BF-1C36-71EE-3B1950EC31E5}"/>
              </a:ext>
            </a:extLst>
          </p:cNvPr>
          <p:cNvGraphicFramePr>
            <a:graphicFrameLocks noGrp="1"/>
          </p:cNvGraphicFramePr>
          <p:nvPr>
            <p:extLst>
              <p:ext uri="{D42A27DB-BD31-4B8C-83A1-F6EECF244321}">
                <p14:modId xmlns:p14="http://schemas.microsoft.com/office/powerpoint/2010/main" val="2495579395"/>
              </p:ext>
            </p:extLst>
          </p:nvPr>
        </p:nvGraphicFramePr>
        <p:xfrm>
          <a:off x="282804" y="733183"/>
          <a:ext cx="11604382" cy="3368040"/>
        </p:xfrm>
        <a:graphic>
          <a:graphicData uri="http://schemas.openxmlformats.org/drawingml/2006/table">
            <a:tbl>
              <a:tblPr firstRow="1" bandRow="1">
                <a:tableStyleId>{7E9639D4-E3E2-4D34-9284-5A2195B3D0D7}</a:tableStyleId>
              </a:tblPr>
              <a:tblGrid>
                <a:gridCol w="893185">
                  <a:extLst>
                    <a:ext uri="{9D8B030D-6E8A-4147-A177-3AD203B41FA5}">
                      <a16:colId xmlns:a16="http://schemas.microsoft.com/office/drawing/2014/main" val="3183558779"/>
                    </a:ext>
                  </a:extLst>
                </a:gridCol>
                <a:gridCol w="939748">
                  <a:extLst>
                    <a:ext uri="{9D8B030D-6E8A-4147-A177-3AD203B41FA5}">
                      <a16:colId xmlns:a16="http://schemas.microsoft.com/office/drawing/2014/main" val="4060529730"/>
                    </a:ext>
                  </a:extLst>
                </a:gridCol>
                <a:gridCol w="978105">
                  <a:extLst>
                    <a:ext uri="{9D8B030D-6E8A-4147-A177-3AD203B41FA5}">
                      <a16:colId xmlns:a16="http://schemas.microsoft.com/office/drawing/2014/main" val="1540706906"/>
                    </a:ext>
                  </a:extLst>
                </a:gridCol>
                <a:gridCol w="6817969">
                  <a:extLst>
                    <a:ext uri="{9D8B030D-6E8A-4147-A177-3AD203B41FA5}">
                      <a16:colId xmlns:a16="http://schemas.microsoft.com/office/drawing/2014/main" val="1815427223"/>
                    </a:ext>
                  </a:extLst>
                </a:gridCol>
                <a:gridCol w="1975375">
                  <a:extLst>
                    <a:ext uri="{9D8B030D-6E8A-4147-A177-3AD203B41FA5}">
                      <a16:colId xmlns:a16="http://schemas.microsoft.com/office/drawing/2014/main" val="3539556881"/>
                    </a:ext>
                  </a:extLst>
                </a:gridCol>
              </a:tblGrid>
              <a:tr h="668836">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 (</a:t>
                      </a:r>
                      <a:r>
                        <a:rPr lang="en-US" altLang="zh-CN" sz="1200" err="1"/>
                        <a:t>MoA</a:t>
                      </a:r>
                      <a:r>
                        <a:rPr lang="en-US" altLang="zh-CN" sz="1200"/>
                        <a:t>)</a:t>
                      </a:r>
                      <a:endParaRPr lang="zh-CN" altLang="en-US" sz="1200"/>
                    </a:p>
                  </a:txBody>
                  <a:tcPr anchor="ct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Indication</a:t>
                      </a:r>
                      <a:endParaRPr lang="zh-CN" altLang="en-US" sz="1200"/>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China Approval </a:t>
                      </a:r>
                    </a:p>
                    <a:p>
                      <a:pPr lvl="0" algn="ctr">
                        <a:buNone/>
                      </a:pPr>
                      <a:r>
                        <a:rPr lang="en-US" altLang="zh-CN" sz="1200"/>
                        <a:t>(base case)</a:t>
                      </a:r>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dirty="0"/>
                        <a:t>Update</a:t>
                      </a:r>
                      <a:endParaRPr lang="zh-CN" altLang="en-US" sz="1200" i="1" dirty="0">
                        <a:solidFill>
                          <a:schemeClr val="bg1">
                            <a:lumMod val="75000"/>
                          </a:schemeClr>
                        </a:solidFill>
                      </a:endParaRPr>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dirty="0"/>
                        <a:t>Next Step</a:t>
                      </a:r>
                      <a:endParaRPr lang="zh-CN" altLang="en-US" sz="1200" dirty="0"/>
                    </a:p>
                  </a:txBody>
                  <a:tcPr anchor="ct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1497935">
                <a:tc>
                  <a:txBody>
                    <a:bodyPr/>
                    <a:lstStyle/>
                    <a:p>
                      <a:pPr algn="ctr"/>
                      <a:r>
                        <a:rPr kumimoji="1" lang="en-US" altLang="zh-CN" sz="1200" i="0" kern="1200">
                          <a:solidFill>
                            <a:schemeClr val="tx1"/>
                          </a:solidFill>
                        </a:rPr>
                        <a:t>Iclepertin (GlyT1)</a:t>
                      </a:r>
                      <a:endParaRPr kumimoji="1" lang="zh-CN" altLang="en-US" sz="1200" i="0" kern="1200">
                        <a:solidFill>
                          <a:schemeClr val="tx1"/>
                        </a:solidFill>
                        <a:latin typeface="+mn-lt"/>
                        <a:ea typeface="+mn-ea"/>
                        <a:cs typeface="+mn-cs"/>
                      </a:endParaRPr>
                    </a:p>
                  </a:txBody>
                  <a:tcPr anchor="ctr">
                    <a:lnR w="12700" cap="flat" cmpd="sng" algn="ctr">
                      <a:solidFill>
                        <a:schemeClr val="bg1">
                          <a:lumMod val="85000"/>
                        </a:schemeClr>
                      </a:solidFill>
                      <a:prstDash val="dash"/>
                      <a:round/>
                      <a:headEnd type="none" w="med" len="med"/>
                      <a:tailEnd type="none" w="med" len="med"/>
                    </a:ln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CIAS</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noFill/>
                  </a:tcPr>
                </a:tc>
                <a:tc>
                  <a:txBody>
                    <a:bodyPr/>
                    <a:lstStyle/>
                    <a:p>
                      <a:pPr marL="0" algn="ctr" defTabSz="914377" rtl="0" eaLnBrk="1" latinLnBrk="0" hangingPunct="1"/>
                      <a:r>
                        <a:rPr kumimoji="1" lang="en-US" altLang="zh-CN" sz="1200" kern="1200" dirty="0">
                          <a:solidFill>
                            <a:schemeClr val="tx1"/>
                          </a:solidFill>
                          <a:latin typeface="+mn-lt"/>
                          <a:ea typeface="+mn-ea"/>
                          <a:cs typeface="+mn-cs"/>
                        </a:rPr>
                        <a:t>NA</a:t>
                      </a:r>
                      <a:endParaRPr kumimoji="1" lang="zh-CN" altLang="en-US" sz="1200" kern="1200" dirty="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noFill/>
                  </a:tcPr>
                </a:tc>
                <a:tc>
                  <a:txBody>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b="0" dirty="0">
                          <a:solidFill>
                            <a:schemeClr val="tx1"/>
                          </a:solidFill>
                        </a:rPr>
                        <a:t>China:</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b="0" kern="1200" dirty="0">
                          <a:solidFill>
                            <a:schemeClr val="tx1"/>
                          </a:solidFill>
                          <a:latin typeface="+mn-lt"/>
                          <a:ea typeface="+mn-ea"/>
                          <a:cs typeface="+mn-cs"/>
                        </a:rPr>
                        <a:t>China CIAS Review: response submitted to Chinese Journal of Psychiatry on Apr 2</a:t>
                      </a:r>
                      <a:r>
                        <a:rPr lang="en-US" altLang="zh-CN" sz="1100" b="0" kern="1200" baseline="30000" dirty="0">
                          <a:solidFill>
                            <a:schemeClr val="tx1"/>
                          </a:solidFill>
                          <a:latin typeface="+mn-lt"/>
                          <a:ea typeface="+mn-ea"/>
                          <a:cs typeface="+mn-cs"/>
                        </a:rPr>
                        <a:t>nd</a:t>
                      </a:r>
                      <a:r>
                        <a:rPr lang="en-US" altLang="zh-CN" sz="1100" b="0" kern="1200" dirty="0">
                          <a:solidFill>
                            <a:schemeClr val="tx1"/>
                          </a:solidFill>
                          <a:latin typeface="+mn-lt"/>
                          <a:ea typeface="+mn-ea"/>
                          <a:cs typeface="+mn-cs"/>
                        </a:rPr>
                        <a:t> (Authorship: Prof. </a:t>
                      </a:r>
                      <a:r>
                        <a:rPr lang="en-US" altLang="zh-CN" sz="1100" b="0" kern="1200" dirty="0" err="1">
                          <a:solidFill>
                            <a:schemeClr val="tx1"/>
                          </a:solidFill>
                          <a:latin typeface="+mn-lt"/>
                          <a:ea typeface="+mn-ea"/>
                          <a:cs typeface="+mn-cs"/>
                        </a:rPr>
                        <a:t>Tianmei</a:t>
                      </a:r>
                      <a:r>
                        <a:rPr lang="en-US" altLang="zh-CN" sz="1100" b="0" kern="1200" dirty="0">
                          <a:solidFill>
                            <a:schemeClr val="tx1"/>
                          </a:solidFill>
                          <a:latin typeface="+mn-lt"/>
                          <a:ea typeface="+mn-ea"/>
                          <a:cs typeface="+mn-cs"/>
                        </a:rPr>
                        <a:t> Si, on behalf of Chinese Society of Psychiatry - Schizophrenia branch)</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i="0" dirty="0">
                          <a:solidFill>
                            <a:schemeClr val="tx1"/>
                          </a:solidFill>
                        </a:rPr>
                        <a:t>BJ-PERFECT (VR) study (ECR): </a:t>
                      </a:r>
                      <a:r>
                        <a:rPr lang="en-US" altLang="zh-CN" sz="1100" i="0" strike="noStrike" dirty="0">
                          <a:solidFill>
                            <a:schemeClr val="tx1"/>
                          </a:solidFill>
                        </a:rPr>
                        <a:t>6 pts and 206 HCs </a:t>
                      </a:r>
                      <a:r>
                        <a:rPr lang="en-US" altLang="zh-CN" sz="1100" i="0" strike="noStrike" baseline="0" dirty="0">
                          <a:solidFill>
                            <a:schemeClr val="tx1"/>
                          </a:solidFill>
                        </a:rPr>
                        <a:t>have been enrolled</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i="0" strike="noStrike" baseline="0" dirty="0">
                          <a:solidFill>
                            <a:schemeClr val="tx1"/>
                          </a:solidFill>
                        </a:rPr>
                        <a:t>Checklist program for CIAS screening: Delphi interview process</a:t>
                      </a:r>
                    </a:p>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endParaRPr lang="en-US" altLang="zh-CN" sz="1100" i="0" strike="noStrike" baseline="0" dirty="0">
                        <a:solidFill>
                          <a:schemeClr val="tx1"/>
                        </a:solidFill>
                      </a:endParaRPr>
                    </a:p>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i="0" strike="noStrike" baseline="0" dirty="0">
                          <a:solidFill>
                            <a:schemeClr val="tx1"/>
                          </a:solidFill>
                        </a:rPr>
                        <a:t>Global:</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i="0" strike="noStrike" baseline="0" dirty="0">
                          <a:solidFill>
                            <a:schemeClr val="tx1"/>
                          </a:solidFill>
                        </a:rPr>
                        <a:t>CONNEX Pooled publication:</a:t>
                      </a:r>
                    </a:p>
                    <a:p>
                      <a:pPr marL="628639" marR="0" lvl="1"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i="0" strike="noStrike" baseline="0" dirty="0">
                          <a:solidFill>
                            <a:schemeClr val="tx1"/>
                          </a:solidFill>
                        </a:rPr>
                        <a:t>The draft version had been reviewed by Prof. Wang Gang and Prof. Hongyan Zhang with feedback provided.</a:t>
                      </a:r>
                    </a:p>
                    <a:p>
                      <a:pPr marL="628639" marR="0" lvl="1"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i="0" strike="noStrike" baseline="0" dirty="0">
                          <a:solidFill>
                            <a:schemeClr val="tx1"/>
                          </a:solidFill>
                        </a:rPr>
                        <a:t>Target journal is </a:t>
                      </a:r>
                      <a:r>
                        <a:rPr lang="en-US" altLang="zh-CN" sz="1100" b="1" i="0" strike="noStrike" baseline="0" dirty="0">
                          <a:solidFill>
                            <a:schemeClr val="tx1"/>
                          </a:solidFill>
                        </a:rPr>
                        <a:t>Lancet Psychiatry </a:t>
                      </a:r>
                      <a:r>
                        <a:rPr lang="en-US" altLang="zh-CN" sz="1100" i="0" strike="noStrike" baseline="0" dirty="0">
                          <a:solidFill>
                            <a:schemeClr val="tx1"/>
                          </a:solidFill>
                        </a:rPr>
                        <a:t>and target submission date is </a:t>
                      </a:r>
                      <a:r>
                        <a:rPr lang="en-US" altLang="zh-CN" sz="1100" b="1" i="0" strike="noStrike" baseline="0" dirty="0">
                          <a:solidFill>
                            <a:schemeClr val="tx1"/>
                          </a:solidFill>
                        </a:rPr>
                        <a:t>May 2025</a:t>
                      </a:r>
                      <a:r>
                        <a:rPr lang="en-US" altLang="zh-CN" sz="1100" i="0" strike="noStrike" baseline="0" dirty="0">
                          <a:solidFill>
                            <a:schemeClr val="tx1"/>
                          </a:solidFill>
                        </a:rPr>
                        <a:t>.</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noFill/>
                  </a:tcPr>
                </a:tc>
                <a:tc>
                  <a:txBody>
                    <a:bodyPr/>
                    <a:lstStyle/>
                    <a:p>
                      <a:pPr marL="0" indent="0">
                        <a:lnSpc>
                          <a:spcPct val="100000"/>
                        </a:lnSpc>
                        <a:spcAft>
                          <a:spcPts val="600"/>
                        </a:spcAft>
                        <a:buFont typeface="Arial" panose="020B0604020202020204" pitchFamily="34" charset="0"/>
                        <a:buNone/>
                      </a:pPr>
                      <a:endParaRPr lang="en-US" altLang="zh-CN" sz="1200" dirty="0">
                        <a:solidFill>
                          <a:schemeClr val="tx1"/>
                        </a:solidFill>
                      </a:endParaRPr>
                    </a:p>
                  </a:txBody>
                  <a:tcPr>
                    <a:lnL w="12700" cap="flat" cmpd="sng" algn="ctr">
                      <a:solidFill>
                        <a:schemeClr val="bg1">
                          <a:lumMod val="85000"/>
                        </a:schemeClr>
                      </a:solidFill>
                      <a:prstDash val="dash"/>
                      <a:round/>
                      <a:headEnd type="none" w="med" len="med"/>
                      <a:tailEnd type="none" w="med" len="med"/>
                    </a:lnL>
                    <a:noFill/>
                  </a:tcPr>
                </a:tc>
                <a:extLst>
                  <a:ext uri="{0D108BD9-81ED-4DB2-BD59-A6C34878D82A}">
                    <a16:rowId xmlns:a16="http://schemas.microsoft.com/office/drawing/2014/main" val="282381439"/>
                  </a:ext>
                </a:extLst>
              </a:tr>
            </a:tbl>
          </a:graphicData>
        </a:graphic>
      </p:graphicFrame>
      <p:sp>
        <p:nvSpPr>
          <p:cNvPr id="11" name="Star: 5 Points 10">
            <a:extLst>
              <a:ext uri="{FF2B5EF4-FFF2-40B4-BE49-F238E27FC236}">
                <a16:creationId xmlns:a16="http://schemas.microsoft.com/office/drawing/2014/main" id="{937DEBDC-080C-EF7B-B839-8C884C13E9D0}"/>
              </a:ext>
            </a:extLst>
          </p:cNvPr>
          <p:cNvSpPr/>
          <p:nvPr/>
        </p:nvSpPr>
        <p:spPr bwMode="gray">
          <a:xfrm>
            <a:off x="1675526" y="6505455"/>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106BA1DA-48FE-F653-0BEA-AD7293566DA4}"/>
              </a:ext>
            </a:extLst>
          </p:cNvPr>
          <p:cNvSpPr txBox="1"/>
          <p:nvPr/>
        </p:nvSpPr>
        <p:spPr bwMode="gray">
          <a:xfrm>
            <a:off x="1847658" y="6470145"/>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6D30B39A-115B-FE77-97A9-D3358B08CCE0}"/>
              </a:ext>
            </a:extLst>
          </p:cNvPr>
          <p:cNvSpPr txBox="1"/>
          <p:nvPr/>
        </p:nvSpPr>
        <p:spPr bwMode="gray">
          <a:xfrm>
            <a:off x="2966201" y="6479381"/>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C08F6378-AF8E-2100-EEBC-A7E3A575EF96}"/>
              </a:ext>
            </a:extLst>
          </p:cNvPr>
          <p:cNvSpPr/>
          <p:nvPr/>
        </p:nvSpPr>
        <p:spPr bwMode="gray">
          <a:xfrm>
            <a:off x="2767729" y="6487455"/>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988523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p:txBody>
          <a:bodyPr/>
          <a:lstStyle/>
          <a:p>
            <a:r>
              <a:rPr lang="en-US" altLang="zh-CN"/>
              <a:t>Mental Health Portfolio Key Update – Late-Stage Assets</a:t>
            </a:r>
            <a:endParaRPr lang="zh-CN" altLang="en-US"/>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fld id="{8FF9B0DE-3FEB-4AA0-B465-B80EF7C1333D}" type="slidenum">
              <a:rPr lang="en-US" smtClean="0"/>
              <a:pPr/>
              <a:t>5</a:t>
            </a:fld>
            <a:endParaRPr lang="en-US"/>
          </a:p>
        </p:txBody>
      </p:sp>
      <p:sp>
        <p:nvSpPr>
          <p:cNvPr id="11" name="Star: 5 Points 10">
            <a:extLst>
              <a:ext uri="{FF2B5EF4-FFF2-40B4-BE49-F238E27FC236}">
                <a16:creationId xmlns:a16="http://schemas.microsoft.com/office/drawing/2014/main" id="{16A7E44C-FAED-3FA6-1226-6251D6942196}"/>
              </a:ext>
            </a:extLst>
          </p:cNvPr>
          <p:cNvSpPr/>
          <p:nvPr/>
        </p:nvSpPr>
        <p:spPr bwMode="gray">
          <a:xfrm>
            <a:off x="551490" y="6572765"/>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B758AD1B-31DD-5C0B-088D-D132426302CD}"/>
              </a:ext>
            </a:extLst>
          </p:cNvPr>
          <p:cNvSpPr txBox="1"/>
          <p:nvPr/>
        </p:nvSpPr>
        <p:spPr bwMode="gray">
          <a:xfrm>
            <a:off x="723622" y="6537455"/>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35840D5A-C2A9-A527-D937-4ACAFE7D9609}"/>
              </a:ext>
            </a:extLst>
          </p:cNvPr>
          <p:cNvSpPr txBox="1"/>
          <p:nvPr/>
        </p:nvSpPr>
        <p:spPr bwMode="gray">
          <a:xfrm>
            <a:off x="1779701" y="6553166"/>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EA8E2C38-D438-9D58-DA0F-123F2912D951}"/>
              </a:ext>
            </a:extLst>
          </p:cNvPr>
          <p:cNvSpPr/>
          <p:nvPr/>
        </p:nvSpPr>
        <p:spPr bwMode="gray">
          <a:xfrm>
            <a:off x="1581229" y="6561240"/>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15" name="Table 6">
            <a:extLst>
              <a:ext uri="{FF2B5EF4-FFF2-40B4-BE49-F238E27FC236}">
                <a16:creationId xmlns:a16="http://schemas.microsoft.com/office/drawing/2014/main" id="{B16C4F7B-FFC9-8C91-F3C2-0272A3D6E47F}"/>
              </a:ext>
            </a:extLst>
          </p:cNvPr>
          <p:cNvGraphicFramePr>
            <a:graphicFrameLocks noGrp="1"/>
          </p:cNvGraphicFramePr>
          <p:nvPr>
            <p:extLst>
              <p:ext uri="{D42A27DB-BD31-4B8C-83A1-F6EECF244321}">
                <p14:modId xmlns:p14="http://schemas.microsoft.com/office/powerpoint/2010/main" val="2694706817"/>
              </p:ext>
            </p:extLst>
          </p:nvPr>
        </p:nvGraphicFramePr>
        <p:xfrm>
          <a:off x="226243" y="1092019"/>
          <a:ext cx="11718107" cy="4887322"/>
        </p:xfrm>
        <a:graphic>
          <a:graphicData uri="http://schemas.openxmlformats.org/drawingml/2006/table">
            <a:tbl>
              <a:tblPr firstRow="1" bandRow="1">
                <a:tableStyleId>{7E9639D4-E3E2-4D34-9284-5A2195B3D0D7}</a:tableStyleId>
              </a:tblPr>
              <a:tblGrid>
                <a:gridCol w="1065229">
                  <a:extLst>
                    <a:ext uri="{9D8B030D-6E8A-4147-A177-3AD203B41FA5}">
                      <a16:colId xmlns:a16="http://schemas.microsoft.com/office/drawing/2014/main" val="3183558779"/>
                    </a:ext>
                  </a:extLst>
                </a:gridCol>
                <a:gridCol w="933254">
                  <a:extLst>
                    <a:ext uri="{9D8B030D-6E8A-4147-A177-3AD203B41FA5}">
                      <a16:colId xmlns:a16="http://schemas.microsoft.com/office/drawing/2014/main" val="4060529730"/>
                    </a:ext>
                  </a:extLst>
                </a:gridCol>
                <a:gridCol w="1093509">
                  <a:extLst>
                    <a:ext uri="{9D8B030D-6E8A-4147-A177-3AD203B41FA5}">
                      <a16:colId xmlns:a16="http://schemas.microsoft.com/office/drawing/2014/main" val="1540706906"/>
                    </a:ext>
                  </a:extLst>
                </a:gridCol>
                <a:gridCol w="6278252">
                  <a:extLst>
                    <a:ext uri="{9D8B030D-6E8A-4147-A177-3AD203B41FA5}">
                      <a16:colId xmlns:a16="http://schemas.microsoft.com/office/drawing/2014/main" val="1815427223"/>
                    </a:ext>
                  </a:extLst>
                </a:gridCol>
                <a:gridCol w="2347863">
                  <a:extLst>
                    <a:ext uri="{9D8B030D-6E8A-4147-A177-3AD203B41FA5}">
                      <a16:colId xmlns:a16="http://schemas.microsoft.com/office/drawing/2014/main" val="3539556881"/>
                    </a:ext>
                  </a:extLst>
                </a:gridCol>
              </a:tblGrid>
              <a:tr h="757282">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 (</a:t>
                      </a:r>
                      <a:r>
                        <a:rPr lang="en-US" altLang="zh-CN" sz="1200" err="1"/>
                        <a:t>MoA</a:t>
                      </a:r>
                      <a:r>
                        <a:rPr lang="en-US" altLang="zh-CN" sz="1200"/>
                        <a:t>)</a:t>
                      </a:r>
                      <a:endParaRPr lang="zh-CN" altLang="en-US" sz="1200"/>
                    </a:p>
                  </a:txBody>
                  <a:tcPr anchor="ct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Indication</a:t>
                      </a:r>
                      <a:endParaRPr lang="zh-CN" altLang="en-US" sz="1200"/>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China Approval</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(base case) </a:t>
                      </a:r>
                      <a:endParaRPr lang="zh-CN" altLang="en-US" sz="1200"/>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Update</a:t>
                      </a:r>
                      <a:endParaRPr lang="zh-CN" altLang="en-US" sz="1200" i="1">
                        <a:solidFill>
                          <a:schemeClr val="bg1">
                            <a:lumMod val="75000"/>
                          </a:schemeClr>
                        </a:solidFill>
                      </a:endParaRPr>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dirty="0"/>
                        <a:t>Next Step</a:t>
                      </a:r>
                      <a:endParaRPr lang="zh-CN" altLang="en-US" sz="1200" dirty="0"/>
                    </a:p>
                  </a:txBody>
                  <a:tcPr anchor="ct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1060195">
                <a:tc rowSpan="2">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i="0" dirty="0">
                          <a:solidFill>
                            <a:schemeClr val="tx1"/>
                          </a:solidFill>
                        </a:rPr>
                        <a:t>NR2B NAM</a:t>
                      </a:r>
                      <a:endParaRPr lang="zh-CN" altLang="en-US" sz="1200" i="0" dirty="0">
                        <a:solidFill>
                          <a:schemeClr val="tx1"/>
                        </a:solidFill>
                      </a:endParaRPr>
                    </a:p>
                  </a:txBody>
                  <a:tcPr anchor="ctr">
                    <a:lnR w="12700" cap="flat" cmpd="sng" algn="ctr">
                      <a:solidFill>
                        <a:schemeClr val="bg1">
                          <a:lumMod val="85000"/>
                        </a:schemeClr>
                      </a:solidFill>
                      <a:prstDash val="dash"/>
                      <a:round/>
                      <a:headEnd type="none" w="med" len="med"/>
                      <a:tailEnd type="none" w="med" len="med"/>
                    </a:lnR>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MDD adjunct / mono</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algn="ctr"/>
                      <a:r>
                        <a:rPr lang="en-US" altLang="zh-CN" sz="1200" i="0">
                          <a:solidFill>
                            <a:schemeClr val="tx1"/>
                          </a:solidFill>
                        </a:rPr>
                        <a:t>Nov 2029</a:t>
                      </a:r>
                      <a:endParaRPr lang="zh-CN" altLang="en-US" sz="1200" i="0">
                        <a:solidFill>
                          <a:schemeClr val="tx1"/>
                        </a:solidFill>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lvl="0" indent="0">
                        <a:spcAft>
                          <a:spcPts val="600"/>
                        </a:spcAft>
                        <a:buFont typeface="Arial" panose="020B0604020202020204" pitchFamily="34" charset="0"/>
                        <a:buNone/>
                      </a:pPr>
                      <a:r>
                        <a:rPr lang="en-US" altLang="zh-CN" sz="1100" b="0" i="0" dirty="0">
                          <a:solidFill>
                            <a:schemeClr val="tx1"/>
                          </a:solidFill>
                        </a:rPr>
                        <a:t>China: </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100" b="0" i="0" u="none" strike="noStrike" kern="1200" cap="none" spc="0" normalizeH="0" baseline="0" dirty="0">
                          <a:ln>
                            <a:noFill/>
                          </a:ln>
                          <a:solidFill>
                            <a:schemeClr val="tx1"/>
                          </a:solidFill>
                          <a:effectLst/>
                          <a:uLnTx/>
                          <a:uFillTx/>
                          <a:latin typeface="+mn-lt"/>
                          <a:ea typeface="+mn-ea"/>
                          <a:cs typeface="+mn-cs"/>
                        </a:rPr>
                        <a:t>China Integration Strategy into NR2B NAM MDD Ph3 was updated (</a:t>
                      </a:r>
                      <a:r>
                        <a:rPr lang="en-US" altLang="zh-CN" sz="1100" dirty="0"/>
                        <a:t>Decisions/Advice provided by TA-CEC</a:t>
                      </a:r>
                      <a:r>
                        <a:rPr kumimoji="0" lang="en-US" altLang="zh-CN" sz="1100" b="0" i="0" u="none" strike="noStrike" kern="1200" cap="none" spc="0" normalizeH="0" baseline="0" dirty="0">
                          <a:ln>
                            <a:noFill/>
                          </a:ln>
                          <a:solidFill>
                            <a:schemeClr val="tx1"/>
                          </a:solidFill>
                          <a:effectLst/>
                          <a:uLnTx/>
                          <a:uFillTx/>
                          <a:latin typeface="+mn-lt"/>
                          <a:ea typeface="+mn-ea"/>
                          <a:cs typeface="+mn-cs"/>
                        </a:rPr>
                        <a:t>)</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100" b="0" i="0" u="none" strike="noStrike" kern="1200" cap="none" spc="0" normalizeH="0" baseline="0" dirty="0">
                          <a:ln>
                            <a:noFill/>
                          </a:ln>
                          <a:solidFill>
                            <a:schemeClr val="tx1"/>
                          </a:solidFill>
                          <a:effectLst/>
                          <a:uLnTx/>
                          <a:uFillTx/>
                          <a:latin typeface="+mn-lt"/>
                          <a:ea typeface="+mn-ea"/>
                          <a:cs typeface="+mn-cs"/>
                        </a:rPr>
                        <a:t>MDD adjunctive Ph2 TLR Local Communication Plan was updated  (</a:t>
                      </a:r>
                      <a:r>
                        <a:rPr lang="en-US" altLang="zh-CN" sz="1100" dirty="0"/>
                        <a:t>Decisions/Advice provided by TA-CEC</a:t>
                      </a:r>
                      <a:r>
                        <a:rPr kumimoji="0" lang="en-US" altLang="zh-CN" sz="1100" b="0" i="0" u="none" strike="noStrike" kern="1200" cap="none" spc="0" normalizeH="0" baseline="0" dirty="0">
                          <a:ln>
                            <a:noFill/>
                          </a:ln>
                          <a:solidFill>
                            <a:schemeClr val="tx1"/>
                          </a:solidFill>
                          <a:effectLst/>
                          <a:uLnTx/>
                          <a:uFillTx/>
                          <a:latin typeface="+mn-lt"/>
                          <a:ea typeface="+mn-ea"/>
                          <a:cs typeface="+mn-cs"/>
                        </a:rPr>
                        <a:t>)</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solidFill>
                            <a:prstClr val="black"/>
                          </a:solidFill>
                          <a:cs typeface="Calibri"/>
                        </a:rPr>
                        <a:t>Prof Gang Wang from Beijing </a:t>
                      </a:r>
                      <a:r>
                        <a:rPr lang="en-US" altLang="zh-CN" sz="1100" dirty="0" err="1">
                          <a:solidFill>
                            <a:prstClr val="black"/>
                          </a:solidFill>
                          <a:cs typeface="Calibri"/>
                        </a:rPr>
                        <a:t>An’Ding</a:t>
                      </a:r>
                      <a:r>
                        <a:rPr lang="en-US" altLang="zh-CN" sz="1100" dirty="0">
                          <a:solidFill>
                            <a:prstClr val="black"/>
                          </a:solidFill>
                          <a:cs typeface="Calibri"/>
                        </a:rPr>
                        <a:t> Hospital was visited on Mar 24</a:t>
                      </a:r>
                      <a:r>
                        <a:rPr lang="en-US" altLang="zh-CN" sz="1100" baseline="30000" dirty="0">
                          <a:solidFill>
                            <a:prstClr val="black"/>
                          </a:solidFill>
                          <a:cs typeface="Calibri"/>
                        </a:rPr>
                        <a:t>th</a:t>
                      </a:r>
                      <a:r>
                        <a:rPr lang="en-US" altLang="zh-CN" sz="1100" dirty="0">
                          <a:solidFill>
                            <a:prstClr val="black"/>
                          </a:solidFill>
                          <a:cs typeface="Calibri"/>
                        </a:rPr>
                        <a:t> to update on CONNEX results and he accepted the invitation as </a:t>
                      </a:r>
                      <a:r>
                        <a:rPr lang="en-US" altLang="zh-CN" sz="1100" b="1" dirty="0">
                          <a:solidFill>
                            <a:prstClr val="black"/>
                          </a:solidFill>
                          <a:cs typeface="Calibri"/>
                        </a:rPr>
                        <a:t>the China Leading PI for NR2B NAM Ph3 in MDD</a:t>
                      </a:r>
                      <a:r>
                        <a:rPr lang="en-US" altLang="zh-CN" sz="1100" dirty="0">
                          <a:solidFill>
                            <a:prstClr val="black"/>
                          </a:solidFill>
                          <a:cs typeface="Calibri"/>
                        </a:rPr>
                        <a:t>.</a:t>
                      </a:r>
                      <a:endParaRPr kumimoji="0" lang="en-US" altLang="zh-CN" sz="1100" b="0" i="0" u="none" strike="noStrike" kern="1200" cap="none" spc="0" normalizeH="0" baseline="0" dirty="0">
                        <a:ln>
                          <a:noFill/>
                        </a:ln>
                        <a:solidFill>
                          <a:schemeClr val="tx1"/>
                        </a:solidFill>
                        <a:effectLst/>
                        <a:uLnTx/>
                        <a:uFillTx/>
                        <a:latin typeface="+mn-lt"/>
                        <a:ea typeface="+mn-ea"/>
                        <a:cs typeface="+mn-cs"/>
                      </a:endParaRPr>
                    </a:p>
                    <a:p>
                      <a:pPr marL="171450" lvl="0" indent="-171450">
                        <a:spcAft>
                          <a:spcPts val="600"/>
                        </a:spcAft>
                        <a:buFont typeface="Arial" panose="020B0604020202020204" pitchFamily="34" charset="0"/>
                        <a:buChar char="•"/>
                      </a:pPr>
                      <a:r>
                        <a:rPr lang="en-US" altLang="zh-CN" sz="1100" b="0" i="0" dirty="0">
                          <a:solidFill>
                            <a:schemeClr val="tx1"/>
                          </a:solidFill>
                        </a:rPr>
                        <a:t>1</a:t>
                      </a:r>
                      <a:r>
                        <a:rPr lang="en-US" altLang="zh-CN" sz="1100" b="0" i="0" baseline="30000" dirty="0">
                          <a:solidFill>
                            <a:schemeClr val="tx1"/>
                          </a:solidFill>
                        </a:rPr>
                        <a:t>st</a:t>
                      </a:r>
                      <a:r>
                        <a:rPr lang="en-US" altLang="zh-CN" sz="1100" b="0" i="0" dirty="0">
                          <a:solidFill>
                            <a:schemeClr val="tx1"/>
                          </a:solidFill>
                        </a:rPr>
                        <a:t> wave internal training for MSLs and commercial team was completed on May 12</a:t>
                      </a:r>
                      <a:r>
                        <a:rPr lang="en-US" altLang="zh-CN" sz="1100" b="0" i="0" baseline="30000" dirty="0">
                          <a:solidFill>
                            <a:schemeClr val="tx1"/>
                          </a:solidFill>
                        </a:rPr>
                        <a:t>th</a:t>
                      </a:r>
                      <a:r>
                        <a:rPr lang="en-US" altLang="zh-CN" sz="1100" b="0" i="0" dirty="0">
                          <a:solidFill>
                            <a:schemeClr val="tx1"/>
                          </a:solidFill>
                        </a:rPr>
                        <a:t>. </a:t>
                      </a:r>
                    </a:p>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dirty="0">
                          <a:solidFill>
                            <a:prstClr val="black"/>
                          </a:solidFill>
                          <a:cs typeface="Calibri"/>
                        </a:rPr>
                        <a:t>Global: </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solidFill>
                            <a:prstClr val="black"/>
                          </a:solidFill>
                          <a:cs typeface="Calibri"/>
                        </a:rPr>
                        <a:t>NR2B NAM Global Scientific AB was held online on Mar 25</a:t>
                      </a:r>
                      <a:r>
                        <a:rPr lang="en-US" altLang="zh-CN" sz="1100" baseline="30000" dirty="0">
                          <a:solidFill>
                            <a:prstClr val="black"/>
                          </a:solidFill>
                          <a:cs typeface="Calibri"/>
                        </a:rPr>
                        <a:t>th</a:t>
                      </a:r>
                      <a:r>
                        <a:rPr lang="en-US" altLang="zh-CN" sz="1100" dirty="0">
                          <a:solidFill>
                            <a:prstClr val="black"/>
                          </a:solidFill>
                          <a:cs typeface="Calibri"/>
                        </a:rPr>
                        <a:t>. Prof. Gang Wang was not able to join the meeting due to conflicts and his insights were provided prior to the AB meeting by the local team. </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solidFill>
                            <a:prstClr val="black"/>
                          </a:solidFill>
                          <a:cs typeface="Calibri"/>
                        </a:rPr>
                        <a:t>The next Global scientific AB is planned on May 23</a:t>
                      </a:r>
                      <a:r>
                        <a:rPr lang="en-US" altLang="zh-CN" sz="1100" baseline="30000" dirty="0">
                          <a:solidFill>
                            <a:prstClr val="black"/>
                          </a:solidFill>
                          <a:cs typeface="Calibri"/>
                        </a:rPr>
                        <a:t>rd</a:t>
                      </a:r>
                      <a:r>
                        <a:rPr lang="en-US" altLang="zh-CN" sz="1100" dirty="0">
                          <a:solidFill>
                            <a:prstClr val="black"/>
                          </a:solidFill>
                          <a:cs typeface="Calibri"/>
                        </a:rPr>
                        <a:t> after MDD adjunctive ph2 TLR. </a:t>
                      </a: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lgn="l" defTabSz="914377" rtl="0" eaLnBrk="1" latinLnBrk="0" hangingPunct="1">
                        <a:buFont typeface="Arial" panose="020B0604020202020204" pitchFamily="34" charset="0"/>
                        <a:buChar char="•"/>
                      </a:pPr>
                      <a:r>
                        <a:rPr kumimoji="1" lang="en-US" altLang="zh-CN" sz="1200" i="0" kern="1200" dirty="0">
                          <a:solidFill>
                            <a:schemeClr val="tx1"/>
                          </a:solidFill>
                          <a:latin typeface="+mn-lt"/>
                          <a:ea typeface="+mn-ea"/>
                          <a:cs typeface="+mn-cs"/>
                        </a:rPr>
                        <a:t>Evidence gap analysis will be performed within limited scope of local members.</a:t>
                      </a:r>
                    </a:p>
                    <a:p>
                      <a:pPr marL="171450" indent="-171450" algn="l" defTabSz="914377" rtl="0" eaLnBrk="1" latinLnBrk="0" hangingPunct="1">
                        <a:buFont typeface="Arial" panose="020B0604020202020204" pitchFamily="34" charset="0"/>
                        <a:buChar char="•"/>
                      </a:pPr>
                      <a:r>
                        <a:rPr kumimoji="1" lang="en-US" altLang="zh-CN" sz="1200" i="0" kern="1200" dirty="0">
                          <a:solidFill>
                            <a:schemeClr val="tx1"/>
                          </a:solidFill>
                          <a:latin typeface="+mn-lt"/>
                          <a:ea typeface="+mn-ea"/>
                          <a:cs typeface="+mn-cs"/>
                        </a:rPr>
                        <a:t>China integration strategy will be aligned with global team after ph2 readouts.</a:t>
                      </a: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r h="1060195">
                <a:tc v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zh-CN" altLang="en-US" sz="1200" i="1">
                        <a:solidFill>
                          <a:schemeClr val="tx1"/>
                        </a:solidFill>
                      </a:endParaRPr>
                    </a:p>
                  </a:txBody>
                  <a:tcPr anchor="ctr">
                    <a:lnR w="12700" cap="flat" cmpd="sng" algn="ctr">
                      <a:solidFill>
                        <a:schemeClr val="bg1">
                          <a:lumMod val="85000"/>
                        </a:schemeClr>
                      </a:solidFill>
                      <a:prstDash val="dash"/>
                      <a:round/>
                      <a:headEnd type="none" w="med" len="med"/>
                      <a:tailEnd type="none" w="med" len="med"/>
                    </a:lnR>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1" lang="en-US" altLang="zh-CN" sz="1200" i="0" kern="1200" dirty="0">
                          <a:solidFill>
                            <a:schemeClr val="tx1"/>
                          </a:solidFill>
                          <a:latin typeface="+mn-lt"/>
                          <a:ea typeface="+mn-ea"/>
                          <a:cs typeface="+mn-cs"/>
                        </a:rPr>
                        <a:t>BD</a:t>
                      </a:r>
                      <a:endParaRPr kumimoji="1" lang="zh-CN" altLang="en-US" sz="1200" i="0" kern="1200" dirty="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algn="ctr"/>
                      <a:r>
                        <a:rPr lang="en-US" altLang="zh-CN" sz="1200" dirty="0">
                          <a:solidFill>
                            <a:schemeClr val="tx1"/>
                          </a:solidFill>
                        </a:rPr>
                        <a:t>2032</a:t>
                      </a:r>
                      <a:endParaRPr lang="zh-CN" altLang="en-US" sz="1200" dirty="0">
                        <a:solidFill>
                          <a:schemeClr val="tx1"/>
                        </a:solidFill>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dirty="0">
                          <a:solidFill>
                            <a:prstClr val="black"/>
                          </a:solidFill>
                          <a:cs typeface="Calibri"/>
                        </a:rPr>
                        <a:t>China:</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solidFill>
                            <a:prstClr val="black"/>
                          </a:solidFill>
                          <a:cs typeface="Calibri"/>
                        </a:rPr>
                        <a:t>Prof Gang Wang accepted the invitation as the China Leading PI for NR2B NAM Ph2 in BD.</a:t>
                      </a:r>
                    </a:p>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dirty="0">
                          <a:solidFill>
                            <a:prstClr val="black"/>
                          </a:solidFill>
                          <a:cs typeface="Calibri"/>
                        </a:rPr>
                        <a:t>Global:</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solidFill>
                            <a:prstClr val="black"/>
                          </a:solidFill>
                          <a:cs typeface="Calibri"/>
                        </a:rPr>
                        <a:t>Ph2 BD is planned to be accelerated from Q1 2026 to Q4 2025. And FDA pre-IND is planned for Q3 2025.</a:t>
                      </a: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indent="0">
                        <a:buFont typeface="Arial" panose="020B0604020202020204" pitchFamily="34" charset="0"/>
                        <a:buNone/>
                      </a:pPr>
                      <a:r>
                        <a:rPr lang="en-US" altLang="zh-CN" sz="1200" i="0" dirty="0"/>
                        <a:t>Update China BD preparation timeline after Global MDD ph2 readouts</a:t>
                      </a: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1544187588"/>
                  </a:ext>
                </a:extLst>
              </a:tr>
            </a:tbl>
          </a:graphicData>
        </a:graphic>
      </p:graphicFrame>
      <p:sp>
        <p:nvSpPr>
          <p:cNvPr id="3" name="Star: 4 Points 2">
            <a:extLst>
              <a:ext uri="{FF2B5EF4-FFF2-40B4-BE49-F238E27FC236}">
                <a16:creationId xmlns:a16="http://schemas.microsoft.com/office/drawing/2014/main" id="{74B4EB68-4940-CA60-788A-776149B85632}"/>
              </a:ext>
            </a:extLst>
          </p:cNvPr>
          <p:cNvSpPr/>
          <p:nvPr/>
        </p:nvSpPr>
        <p:spPr bwMode="gray">
          <a:xfrm>
            <a:off x="1090706" y="3712973"/>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832997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1DDD6-E481-FAB5-DDFD-667B11FF754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A466D7-A2CE-C9F1-4B1A-A62310A36826}"/>
              </a:ext>
            </a:extLst>
          </p:cNvPr>
          <p:cNvSpPr>
            <a:spLocks noGrp="1"/>
          </p:cNvSpPr>
          <p:nvPr>
            <p:ph type="title"/>
          </p:nvPr>
        </p:nvSpPr>
        <p:spPr/>
        <p:txBody>
          <a:bodyPr/>
          <a:lstStyle/>
          <a:p>
            <a:r>
              <a:rPr lang="en-US" altLang="zh-CN" dirty="0"/>
              <a:t>Mental Health: Other Update</a:t>
            </a:r>
            <a:br>
              <a:rPr lang="en-US" altLang="zh-CN" dirty="0"/>
            </a:br>
            <a:r>
              <a:rPr lang="en-US" sz="2000" dirty="0"/>
              <a:t>The HA interaction on Precision Psychiatry was successfully completed on 24 April 2025</a:t>
            </a:r>
            <a:endParaRPr lang="zh-CN" altLang="en-US" sz="2800" dirty="0"/>
          </a:p>
        </p:txBody>
      </p:sp>
      <p:sp>
        <p:nvSpPr>
          <p:cNvPr id="5" name="灯片编号占位符 4">
            <a:extLst>
              <a:ext uri="{FF2B5EF4-FFF2-40B4-BE49-F238E27FC236}">
                <a16:creationId xmlns:a16="http://schemas.microsoft.com/office/drawing/2014/main" id="{E118DF65-D9A9-2064-4B7C-5EC7E35A3A8E}"/>
              </a:ext>
            </a:extLst>
          </p:cNvPr>
          <p:cNvSpPr>
            <a:spLocks noGrp="1"/>
          </p:cNvSpPr>
          <p:nvPr>
            <p:ph type="sldNum" sz="quarter" idx="11"/>
          </p:nvPr>
        </p:nvSpPr>
        <p:spPr/>
        <p:txBody>
          <a:bodyPr/>
          <a:lstStyle/>
          <a:p>
            <a:fld id="{8FF9B0DE-3FEB-4AA0-B465-B80EF7C1333D}" type="slidenum">
              <a:rPr lang="en-US" smtClean="0"/>
              <a:pPr/>
              <a:t>6</a:t>
            </a:fld>
            <a:endParaRPr lang="en-US"/>
          </a:p>
        </p:txBody>
      </p:sp>
      <p:sp>
        <p:nvSpPr>
          <p:cNvPr id="9" name="文本框 8">
            <a:extLst>
              <a:ext uri="{FF2B5EF4-FFF2-40B4-BE49-F238E27FC236}">
                <a16:creationId xmlns:a16="http://schemas.microsoft.com/office/drawing/2014/main" id="{506B1E60-633B-FFF9-19A5-B8EE4B7ABCB3}"/>
              </a:ext>
            </a:extLst>
          </p:cNvPr>
          <p:cNvSpPr txBox="1"/>
          <p:nvPr/>
        </p:nvSpPr>
        <p:spPr bwMode="gray">
          <a:xfrm>
            <a:off x="479425" y="1598661"/>
            <a:ext cx="6009866" cy="4214552"/>
          </a:xfrm>
          <a:prstGeom prst="rect">
            <a:avLst/>
          </a:prstGeom>
          <a:noFill/>
        </p:spPr>
        <p:txBody>
          <a:bodyPr wrap="square">
            <a:spAutoFit/>
          </a:bodyPr>
          <a:lstStyle/>
          <a:p>
            <a:pPr>
              <a:lnSpc>
                <a:spcPct val="150000"/>
              </a:lnSpc>
            </a:pPr>
            <a:r>
              <a:rPr lang="en-US" altLang="zh-CN" sz="1500" dirty="0"/>
              <a:t>On April 24th, 2025, a scientific exchange meeting with CDE on Precision Psychiatry was successfully held, inviting Prof. Zhen WANG from Shanghai Mental Health Center as an external expert. </a:t>
            </a:r>
          </a:p>
          <a:p>
            <a:pPr>
              <a:lnSpc>
                <a:spcPct val="150000"/>
              </a:lnSpc>
            </a:pPr>
            <a:endParaRPr lang="en-US" altLang="zh-CN" sz="1500" dirty="0"/>
          </a:p>
          <a:p>
            <a:pPr>
              <a:lnSpc>
                <a:spcPct val="150000"/>
              </a:lnSpc>
            </a:pPr>
            <a:r>
              <a:rPr lang="en-US" altLang="zh-CN" sz="1500" dirty="0"/>
              <a:t>CDE </a:t>
            </a:r>
            <a:r>
              <a:rPr lang="en-US" altLang="zh-CN" sz="1500" b="1" dirty="0"/>
              <a:t>highly appreciated Boehringer Ingelheim's commitment</a:t>
            </a:r>
            <a:r>
              <a:rPr lang="en-US" altLang="zh-CN" sz="1500" dirty="0"/>
              <a:t> to innovative drug development in the field of Mental Health, especially for tackling psychiatric disorders and symptoms that are very difficult to overcome and have a high unmet need. </a:t>
            </a:r>
          </a:p>
          <a:p>
            <a:pPr>
              <a:lnSpc>
                <a:spcPct val="150000"/>
              </a:lnSpc>
            </a:pPr>
            <a:endParaRPr lang="en-US" altLang="zh-CN" sz="1500" dirty="0"/>
          </a:p>
          <a:p>
            <a:pPr>
              <a:lnSpc>
                <a:spcPct val="150000"/>
              </a:lnSpc>
            </a:pPr>
            <a:r>
              <a:rPr lang="en-US" altLang="zh-CN" sz="1500" dirty="0"/>
              <a:t>CDE supported the </a:t>
            </a:r>
            <a:r>
              <a:rPr lang="en-US" altLang="zh-CN" sz="1500" b="1" dirty="0"/>
              <a:t>precision psychiatry strategy</a:t>
            </a:r>
            <a:r>
              <a:rPr lang="en-US" altLang="zh-CN" sz="1500" dirty="0"/>
              <a:t>, suggested </a:t>
            </a:r>
            <a:r>
              <a:rPr lang="en-US" altLang="zh-CN" sz="1500" b="1" dirty="0"/>
              <a:t>including China in the clinical development as early as possible</a:t>
            </a:r>
            <a:r>
              <a:rPr lang="en-US" altLang="zh-CN" sz="1500" dirty="0"/>
              <a:t>, and gave constructive feedback on the development plan. </a:t>
            </a:r>
          </a:p>
        </p:txBody>
      </p:sp>
      <p:pic>
        <p:nvPicPr>
          <p:cNvPr id="4" name="Content Placeholder 11" descr="A screenshot of a computer&#10;&#10;AI-generated content may be incorrect.">
            <a:extLst>
              <a:ext uri="{FF2B5EF4-FFF2-40B4-BE49-F238E27FC236}">
                <a16:creationId xmlns:a16="http://schemas.microsoft.com/office/drawing/2014/main" id="{866BDB12-AFF3-86B9-FA23-641D59E00051}"/>
              </a:ext>
            </a:extLst>
          </p:cNvPr>
          <p:cNvPicPr>
            <a:picLocks noChangeAspect="1"/>
          </p:cNvPicPr>
          <p:nvPr/>
        </p:nvPicPr>
        <p:blipFill>
          <a:blip r:embed="rId2">
            <a:extLst>
              <a:ext uri="{28A0092B-C50C-407E-A947-70E740481C1C}">
                <a14:useLocalDpi xmlns:a14="http://schemas.microsoft.com/office/drawing/2010/main" val="0"/>
              </a:ext>
            </a:extLst>
          </a:blip>
          <a:srcRect l="2297" t="5139" b="13906"/>
          <a:stretch/>
        </p:blipFill>
        <p:spPr bwMode="gray">
          <a:xfrm>
            <a:off x="6473063" y="1573228"/>
            <a:ext cx="5238938" cy="2450237"/>
          </a:xfrm>
          <a:prstGeom prst="rect">
            <a:avLst/>
          </a:prstGeom>
        </p:spPr>
      </p:pic>
      <p:pic>
        <p:nvPicPr>
          <p:cNvPr id="6" name="Picture 5">
            <a:extLst>
              <a:ext uri="{FF2B5EF4-FFF2-40B4-BE49-F238E27FC236}">
                <a16:creationId xmlns:a16="http://schemas.microsoft.com/office/drawing/2014/main" id="{F82CECE2-7386-7AE1-87E2-36D38CA9AF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829"/>
          <a:stretch/>
        </p:blipFill>
        <p:spPr bwMode="auto">
          <a:xfrm>
            <a:off x="6472484" y="4003347"/>
            <a:ext cx="2688912" cy="16772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884D721-2797-F2B7-8498-005320CAF18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4385" b="3000"/>
          <a:stretch/>
        </p:blipFill>
        <p:spPr bwMode="auto">
          <a:xfrm>
            <a:off x="9162548" y="4002959"/>
            <a:ext cx="2550027" cy="1677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761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6176-12EA-E898-F16D-71E0BCC34FD1}"/>
              </a:ext>
            </a:extLst>
          </p:cNvPr>
          <p:cNvSpPr>
            <a:spLocks noGrp="1"/>
          </p:cNvSpPr>
          <p:nvPr>
            <p:ph type="title"/>
          </p:nvPr>
        </p:nvSpPr>
        <p:spPr/>
        <p:txBody>
          <a:bodyPr/>
          <a:lstStyle/>
          <a:p>
            <a:r>
              <a:rPr lang="en-US" dirty="0"/>
              <a:t>TA W</a:t>
            </a:r>
            <a:r>
              <a:rPr lang="en-US" altLang="zh-CN" dirty="0"/>
              <a:t>orkshop – </a:t>
            </a:r>
            <a:r>
              <a:rPr lang="en-US" altLang="zh-CN" dirty="0" err="1"/>
              <a:t>Iclepertin</a:t>
            </a:r>
            <a:r>
              <a:rPr lang="en-US" altLang="zh-CN" dirty="0"/>
              <a:t> Learning and Good Practice Sharing</a:t>
            </a:r>
            <a:endParaRPr lang="en-US" dirty="0"/>
          </a:p>
        </p:txBody>
      </p:sp>
      <p:sp>
        <p:nvSpPr>
          <p:cNvPr id="5" name="Footer Placeholder 4">
            <a:extLst>
              <a:ext uri="{FF2B5EF4-FFF2-40B4-BE49-F238E27FC236}">
                <a16:creationId xmlns:a16="http://schemas.microsoft.com/office/drawing/2014/main" id="{93E5A066-6011-56B5-166C-8F7F6FAF5301}"/>
              </a:ext>
            </a:extLst>
          </p:cNvPr>
          <p:cNvSpPr>
            <a:spLocks noGrp="1"/>
          </p:cNvSpPr>
          <p:nvPr>
            <p:ph type="ftr" sz="quarter" idx="19"/>
          </p:nvPr>
        </p:nvSpPr>
        <p:spPr/>
        <p:txBody>
          <a:bodyPr/>
          <a:lstStyle/>
          <a:p>
            <a:r>
              <a:rPr lang="en-US" altLang="zh-CN"/>
              <a:t>MAP</a:t>
            </a:r>
            <a:r>
              <a:rPr lang="en-US"/>
              <a:t>|    ONLY FOR INTERNAL USE</a:t>
            </a:r>
          </a:p>
        </p:txBody>
      </p:sp>
      <p:sp>
        <p:nvSpPr>
          <p:cNvPr id="6" name="Slide Number Placeholder 5">
            <a:extLst>
              <a:ext uri="{FF2B5EF4-FFF2-40B4-BE49-F238E27FC236}">
                <a16:creationId xmlns:a16="http://schemas.microsoft.com/office/drawing/2014/main" id="{E52B22B5-08D3-639B-3718-B33AFBC9D8F5}"/>
              </a:ext>
            </a:extLst>
          </p:cNvPr>
          <p:cNvSpPr>
            <a:spLocks noGrp="1"/>
          </p:cNvSpPr>
          <p:nvPr>
            <p:ph type="sldNum" sz="quarter" idx="20"/>
          </p:nvPr>
        </p:nvSpPr>
        <p:spPr/>
        <p:txBody>
          <a:bodyPr/>
          <a:lstStyle/>
          <a:p>
            <a:fld id="{DF4E8F9F-5B1F-4F5B-BE49-3245D8C18D9F}" type="slidenum">
              <a:rPr lang="en-US" smtClean="0"/>
              <a:pPr/>
              <a:t>7</a:t>
            </a:fld>
            <a:endParaRPr lang="en-US"/>
          </a:p>
        </p:txBody>
      </p:sp>
      <p:grpSp>
        <p:nvGrpSpPr>
          <p:cNvPr id="7" name="Group 6">
            <a:extLst>
              <a:ext uri="{FF2B5EF4-FFF2-40B4-BE49-F238E27FC236}">
                <a16:creationId xmlns:a16="http://schemas.microsoft.com/office/drawing/2014/main" id="{A572FD23-8266-B1D5-9827-BC363CB95128}"/>
              </a:ext>
            </a:extLst>
          </p:cNvPr>
          <p:cNvGrpSpPr/>
          <p:nvPr/>
        </p:nvGrpSpPr>
        <p:grpSpPr>
          <a:xfrm>
            <a:off x="479423" y="1112000"/>
            <a:ext cx="6631815" cy="4395692"/>
            <a:chOff x="1507350" y="323398"/>
            <a:chExt cx="9106660" cy="6036067"/>
          </a:xfrm>
        </p:grpSpPr>
        <p:grpSp>
          <p:nvGrpSpPr>
            <p:cNvPr id="8" name="Group 7">
              <a:extLst>
                <a:ext uri="{FF2B5EF4-FFF2-40B4-BE49-F238E27FC236}">
                  <a16:creationId xmlns:a16="http://schemas.microsoft.com/office/drawing/2014/main" id="{1A0AFD3A-9858-A3F2-49E4-C81B56A25605}"/>
                </a:ext>
              </a:extLst>
            </p:cNvPr>
            <p:cNvGrpSpPr/>
            <p:nvPr/>
          </p:nvGrpSpPr>
          <p:grpSpPr>
            <a:xfrm>
              <a:off x="6412168" y="989034"/>
              <a:ext cx="4201842" cy="5297462"/>
              <a:chOff x="6204815" y="210518"/>
              <a:chExt cx="4957684" cy="6250388"/>
            </a:xfrm>
          </p:grpSpPr>
          <p:pic>
            <p:nvPicPr>
              <p:cNvPr id="12" name="Picture 11">
                <a:extLst>
                  <a:ext uri="{FF2B5EF4-FFF2-40B4-BE49-F238E27FC236}">
                    <a16:creationId xmlns:a16="http://schemas.microsoft.com/office/drawing/2014/main" id="{18E63FE5-8699-A736-8BDF-92C40F86654E}"/>
                  </a:ext>
                </a:extLst>
              </p:cNvPr>
              <p:cNvPicPr>
                <a:picLocks noChangeAspect="1"/>
              </p:cNvPicPr>
              <p:nvPr/>
            </p:nvPicPr>
            <p:blipFill>
              <a:blip r:embed="rId2"/>
              <a:srcRect l="49588"/>
              <a:stretch/>
            </p:blipFill>
            <p:spPr>
              <a:xfrm>
                <a:off x="9999211" y="921146"/>
                <a:ext cx="486096" cy="684000"/>
              </a:xfrm>
              <a:prstGeom prst="rect">
                <a:avLst/>
              </a:prstGeom>
            </p:spPr>
          </p:pic>
          <p:pic>
            <p:nvPicPr>
              <p:cNvPr id="13" name="Picture 12">
                <a:extLst>
                  <a:ext uri="{FF2B5EF4-FFF2-40B4-BE49-F238E27FC236}">
                    <a16:creationId xmlns:a16="http://schemas.microsoft.com/office/drawing/2014/main" id="{2582CED8-260A-18B0-D8E0-57981BAEC689}"/>
                  </a:ext>
                </a:extLst>
              </p:cNvPr>
              <p:cNvPicPr>
                <a:picLocks noChangeAspect="1"/>
              </p:cNvPicPr>
              <p:nvPr/>
            </p:nvPicPr>
            <p:blipFill>
              <a:blip r:embed="rId3"/>
              <a:srcRect l="19048" t="9739" r="14230" b="7800"/>
              <a:stretch/>
            </p:blipFill>
            <p:spPr>
              <a:xfrm>
                <a:off x="8022292" y="1618139"/>
                <a:ext cx="550335" cy="684000"/>
              </a:xfrm>
              <a:prstGeom prst="rect">
                <a:avLst/>
              </a:prstGeom>
            </p:spPr>
          </p:pic>
          <p:pic>
            <p:nvPicPr>
              <p:cNvPr id="14" name="Picture 13">
                <a:extLst>
                  <a:ext uri="{FF2B5EF4-FFF2-40B4-BE49-F238E27FC236}">
                    <a16:creationId xmlns:a16="http://schemas.microsoft.com/office/drawing/2014/main" id="{07589F02-8EC6-52DD-425D-C4686A8DC1A5}"/>
                  </a:ext>
                </a:extLst>
              </p:cNvPr>
              <p:cNvPicPr>
                <a:picLocks noChangeAspect="1"/>
              </p:cNvPicPr>
              <p:nvPr/>
            </p:nvPicPr>
            <p:blipFill>
              <a:blip r:embed="rId4"/>
              <a:srcRect l="17044" t="2364" r="13964" b="13404"/>
              <a:stretch/>
            </p:blipFill>
            <p:spPr>
              <a:xfrm>
                <a:off x="8040909" y="921146"/>
                <a:ext cx="557099" cy="684000"/>
              </a:xfrm>
              <a:prstGeom prst="rect">
                <a:avLst/>
              </a:prstGeom>
            </p:spPr>
          </p:pic>
          <p:pic>
            <p:nvPicPr>
              <p:cNvPr id="15" name="Picture 14">
                <a:extLst>
                  <a:ext uri="{FF2B5EF4-FFF2-40B4-BE49-F238E27FC236}">
                    <a16:creationId xmlns:a16="http://schemas.microsoft.com/office/drawing/2014/main" id="{B9FF7693-CF99-E524-F34D-52185564FBF5}"/>
                  </a:ext>
                </a:extLst>
              </p:cNvPr>
              <p:cNvPicPr>
                <a:picLocks noChangeAspect="1"/>
              </p:cNvPicPr>
              <p:nvPr/>
            </p:nvPicPr>
            <p:blipFill>
              <a:blip r:embed="rId5"/>
              <a:stretch>
                <a:fillRect/>
              </a:stretch>
            </p:blipFill>
            <p:spPr>
              <a:xfrm>
                <a:off x="6243146" y="1605146"/>
                <a:ext cx="498180" cy="684000"/>
              </a:xfrm>
              <a:prstGeom prst="rect">
                <a:avLst/>
              </a:prstGeom>
            </p:spPr>
          </p:pic>
          <p:pic>
            <p:nvPicPr>
              <p:cNvPr id="16" name="Picture 15">
                <a:extLst>
                  <a:ext uri="{FF2B5EF4-FFF2-40B4-BE49-F238E27FC236}">
                    <a16:creationId xmlns:a16="http://schemas.microsoft.com/office/drawing/2014/main" id="{DE7B0037-DBA2-F3A1-5B90-8EC74BBFA453}"/>
                  </a:ext>
                </a:extLst>
              </p:cNvPr>
              <p:cNvPicPr>
                <a:picLocks noChangeAspect="1"/>
              </p:cNvPicPr>
              <p:nvPr/>
            </p:nvPicPr>
            <p:blipFill>
              <a:blip r:embed="rId6"/>
              <a:srcRect l="18728" t="9279" r="21610" b="9370"/>
              <a:stretch/>
            </p:blipFill>
            <p:spPr>
              <a:xfrm>
                <a:off x="7784740" y="2321402"/>
                <a:ext cx="539733" cy="684000"/>
              </a:xfrm>
              <a:prstGeom prst="rect">
                <a:avLst/>
              </a:prstGeom>
            </p:spPr>
          </p:pic>
          <p:pic>
            <p:nvPicPr>
              <p:cNvPr id="17" name="Picture 16">
                <a:extLst>
                  <a:ext uri="{FF2B5EF4-FFF2-40B4-BE49-F238E27FC236}">
                    <a16:creationId xmlns:a16="http://schemas.microsoft.com/office/drawing/2014/main" id="{90AE33F8-DB34-B7FC-B841-B7C21CA7DC14}"/>
                  </a:ext>
                </a:extLst>
              </p:cNvPr>
              <p:cNvPicPr>
                <a:picLocks noChangeAspect="1"/>
              </p:cNvPicPr>
              <p:nvPr/>
            </p:nvPicPr>
            <p:blipFill>
              <a:blip r:embed="rId7"/>
              <a:srcRect l="22912" t="11286" r="28084" b="18954"/>
              <a:stretch/>
            </p:blipFill>
            <p:spPr>
              <a:xfrm>
                <a:off x="9337651" y="225776"/>
                <a:ext cx="498066" cy="684000"/>
              </a:xfrm>
              <a:prstGeom prst="rect">
                <a:avLst/>
              </a:prstGeom>
            </p:spPr>
          </p:pic>
          <p:pic>
            <p:nvPicPr>
              <p:cNvPr id="18" name="Picture 17">
                <a:extLst>
                  <a:ext uri="{FF2B5EF4-FFF2-40B4-BE49-F238E27FC236}">
                    <a16:creationId xmlns:a16="http://schemas.microsoft.com/office/drawing/2014/main" id="{07609BB7-64AF-3F67-EEAD-3AA9C0924BB4}"/>
                  </a:ext>
                </a:extLst>
              </p:cNvPr>
              <p:cNvPicPr>
                <a:picLocks noChangeAspect="1"/>
              </p:cNvPicPr>
              <p:nvPr/>
            </p:nvPicPr>
            <p:blipFill>
              <a:blip r:embed="rId8"/>
              <a:srcRect l="18531" t="5406" r="23625" b="9270"/>
              <a:stretch/>
            </p:blipFill>
            <p:spPr>
              <a:xfrm>
                <a:off x="8414023" y="2312174"/>
                <a:ext cx="475456" cy="684000"/>
              </a:xfrm>
              <a:prstGeom prst="rect">
                <a:avLst/>
              </a:prstGeom>
            </p:spPr>
          </p:pic>
          <p:pic>
            <p:nvPicPr>
              <p:cNvPr id="19" name="Picture 18">
                <a:extLst>
                  <a:ext uri="{FF2B5EF4-FFF2-40B4-BE49-F238E27FC236}">
                    <a16:creationId xmlns:a16="http://schemas.microsoft.com/office/drawing/2014/main" id="{D9D2C66B-616E-AD1A-369C-5DD8BC6D2974}"/>
                  </a:ext>
                </a:extLst>
              </p:cNvPr>
              <p:cNvPicPr>
                <a:picLocks noChangeAspect="1"/>
              </p:cNvPicPr>
              <p:nvPr/>
            </p:nvPicPr>
            <p:blipFill>
              <a:blip r:embed="rId9"/>
              <a:srcRect l="12016" t="13058" r="23400" b="12886"/>
              <a:stretch/>
            </p:blipFill>
            <p:spPr>
              <a:xfrm>
                <a:off x="8678230" y="3014535"/>
                <a:ext cx="575472" cy="684000"/>
              </a:xfrm>
              <a:prstGeom prst="rect">
                <a:avLst/>
              </a:prstGeom>
            </p:spPr>
          </p:pic>
          <p:pic>
            <p:nvPicPr>
              <p:cNvPr id="20" name="Picture 19">
                <a:extLst>
                  <a:ext uri="{FF2B5EF4-FFF2-40B4-BE49-F238E27FC236}">
                    <a16:creationId xmlns:a16="http://schemas.microsoft.com/office/drawing/2014/main" id="{69F05C48-87F9-F484-969D-1E586A3731AE}"/>
                  </a:ext>
                </a:extLst>
              </p:cNvPr>
              <p:cNvPicPr>
                <a:picLocks noChangeAspect="1"/>
              </p:cNvPicPr>
              <p:nvPr/>
            </p:nvPicPr>
            <p:blipFill>
              <a:blip r:embed="rId10"/>
              <a:srcRect l="18769" t="21209" r="25154" b="15095"/>
              <a:stretch/>
            </p:blipFill>
            <p:spPr>
              <a:xfrm>
                <a:off x="9916723" y="242417"/>
                <a:ext cx="646779" cy="684000"/>
              </a:xfrm>
              <a:prstGeom prst="rect">
                <a:avLst/>
              </a:prstGeom>
            </p:spPr>
          </p:pic>
          <p:pic>
            <p:nvPicPr>
              <p:cNvPr id="21" name="Picture 20">
                <a:extLst>
                  <a:ext uri="{FF2B5EF4-FFF2-40B4-BE49-F238E27FC236}">
                    <a16:creationId xmlns:a16="http://schemas.microsoft.com/office/drawing/2014/main" id="{DEF64E42-1FAB-8A9F-7E50-72A4B6FD26B4}"/>
                  </a:ext>
                </a:extLst>
              </p:cNvPr>
              <p:cNvPicPr>
                <a:picLocks noChangeAspect="1"/>
              </p:cNvPicPr>
              <p:nvPr/>
            </p:nvPicPr>
            <p:blipFill>
              <a:blip r:embed="rId11"/>
              <a:srcRect l="17639" t="719" r="19499" b="20776"/>
              <a:stretch/>
            </p:blipFill>
            <p:spPr>
              <a:xfrm>
                <a:off x="6813771" y="1624377"/>
                <a:ext cx="540778" cy="684000"/>
              </a:xfrm>
              <a:prstGeom prst="rect">
                <a:avLst/>
              </a:prstGeom>
            </p:spPr>
          </p:pic>
          <p:pic>
            <p:nvPicPr>
              <p:cNvPr id="22" name="Picture 21">
                <a:extLst>
                  <a:ext uri="{FF2B5EF4-FFF2-40B4-BE49-F238E27FC236}">
                    <a16:creationId xmlns:a16="http://schemas.microsoft.com/office/drawing/2014/main" id="{1C39E399-9749-B9A3-1558-F86DB6464E0B}"/>
                  </a:ext>
                </a:extLst>
              </p:cNvPr>
              <p:cNvPicPr>
                <a:picLocks noChangeAspect="1"/>
              </p:cNvPicPr>
              <p:nvPr/>
            </p:nvPicPr>
            <p:blipFill>
              <a:blip r:embed="rId12"/>
              <a:srcRect l="16153" t="7656" r="23726" b="10736"/>
              <a:stretch/>
            </p:blipFill>
            <p:spPr>
              <a:xfrm>
                <a:off x="8979033" y="2321402"/>
                <a:ext cx="540778" cy="684000"/>
              </a:xfrm>
              <a:prstGeom prst="rect">
                <a:avLst/>
              </a:prstGeom>
            </p:spPr>
          </p:pic>
          <p:pic>
            <p:nvPicPr>
              <p:cNvPr id="23" name="Picture 22">
                <a:extLst>
                  <a:ext uri="{FF2B5EF4-FFF2-40B4-BE49-F238E27FC236}">
                    <a16:creationId xmlns:a16="http://schemas.microsoft.com/office/drawing/2014/main" id="{9E77AFB0-D3B8-EA18-CAFB-B314FE54AECF}"/>
                  </a:ext>
                </a:extLst>
              </p:cNvPr>
              <p:cNvPicPr>
                <a:picLocks noChangeAspect="1"/>
              </p:cNvPicPr>
              <p:nvPr/>
            </p:nvPicPr>
            <p:blipFill>
              <a:blip r:embed="rId13"/>
              <a:srcRect l="13897" t="20404" r="23867" b="11743"/>
              <a:stretch/>
            </p:blipFill>
            <p:spPr>
              <a:xfrm>
                <a:off x="6744666" y="218879"/>
                <a:ext cx="604960" cy="684000"/>
              </a:xfrm>
              <a:prstGeom prst="rect">
                <a:avLst/>
              </a:prstGeom>
            </p:spPr>
          </p:pic>
          <p:pic>
            <p:nvPicPr>
              <p:cNvPr id="24" name="Picture 23">
                <a:extLst>
                  <a:ext uri="{FF2B5EF4-FFF2-40B4-BE49-F238E27FC236}">
                    <a16:creationId xmlns:a16="http://schemas.microsoft.com/office/drawing/2014/main" id="{29E7C71E-0761-7AE2-06D7-4B952C2BAB35}"/>
                  </a:ext>
                </a:extLst>
              </p:cNvPr>
              <p:cNvPicPr>
                <a:picLocks noChangeAspect="1"/>
              </p:cNvPicPr>
              <p:nvPr/>
            </p:nvPicPr>
            <p:blipFill>
              <a:blip r:embed="rId14"/>
              <a:srcRect l="14415" r="27074" b="20933"/>
              <a:stretch/>
            </p:blipFill>
            <p:spPr>
              <a:xfrm>
                <a:off x="7400232" y="210518"/>
                <a:ext cx="487654" cy="684000"/>
              </a:xfrm>
              <a:prstGeom prst="rect">
                <a:avLst/>
              </a:prstGeom>
            </p:spPr>
          </p:pic>
          <p:pic>
            <p:nvPicPr>
              <p:cNvPr id="25" name="Picture 24">
                <a:extLst>
                  <a:ext uri="{FF2B5EF4-FFF2-40B4-BE49-F238E27FC236}">
                    <a16:creationId xmlns:a16="http://schemas.microsoft.com/office/drawing/2014/main" id="{48CDA041-04BA-EA7A-A51F-4D8856D2F72F}"/>
                  </a:ext>
                </a:extLst>
              </p:cNvPr>
              <p:cNvPicPr>
                <a:picLocks noChangeAspect="1"/>
              </p:cNvPicPr>
              <p:nvPr/>
            </p:nvPicPr>
            <p:blipFill>
              <a:blip r:embed="rId15"/>
              <a:srcRect l="21794" t="9387" r="19766" b="10709"/>
              <a:stretch/>
            </p:blipFill>
            <p:spPr>
              <a:xfrm>
                <a:off x="6204815" y="921146"/>
                <a:ext cx="525920" cy="684000"/>
              </a:xfrm>
              <a:prstGeom prst="rect">
                <a:avLst/>
              </a:prstGeom>
            </p:spPr>
          </p:pic>
          <p:pic>
            <p:nvPicPr>
              <p:cNvPr id="26" name="Picture 25">
                <a:extLst>
                  <a:ext uri="{FF2B5EF4-FFF2-40B4-BE49-F238E27FC236}">
                    <a16:creationId xmlns:a16="http://schemas.microsoft.com/office/drawing/2014/main" id="{ADB78ABE-08EB-0F5E-95D0-DECA26BFD531}"/>
                  </a:ext>
                </a:extLst>
              </p:cNvPr>
              <p:cNvPicPr>
                <a:picLocks noChangeAspect="1"/>
              </p:cNvPicPr>
              <p:nvPr/>
            </p:nvPicPr>
            <p:blipFill>
              <a:blip r:embed="rId16"/>
              <a:srcRect l="18230" t="7863" r="21237" b="14163"/>
              <a:stretch/>
            </p:blipFill>
            <p:spPr>
              <a:xfrm>
                <a:off x="7144758" y="2321402"/>
                <a:ext cx="550430" cy="684000"/>
              </a:xfrm>
              <a:prstGeom prst="rect">
                <a:avLst/>
              </a:prstGeom>
            </p:spPr>
          </p:pic>
          <p:pic>
            <p:nvPicPr>
              <p:cNvPr id="27" name="Picture 26">
                <a:extLst>
                  <a:ext uri="{FF2B5EF4-FFF2-40B4-BE49-F238E27FC236}">
                    <a16:creationId xmlns:a16="http://schemas.microsoft.com/office/drawing/2014/main" id="{92B14477-3EFE-FB32-62FF-9FF5F33497B8}"/>
                  </a:ext>
                </a:extLst>
              </p:cNvPr>
              <p:cNvPicPr>
                <a:picLocks noChangeAspect="1"/>
              </p:cNvPicPr>
              <p:nvPr/>
            </p:nvPicPr>
            <p:blipFill>
              <a:blip r:embed="rId17"/>
              <a:srcRect l="16463" t="9691" r="14698" b="20113"/>
              <a:stretch/>
            </p:blipFill>
            <p:spPr>
              <a:xfrm>
                <a:off x="9952199" y="1624377"/>
                <a:ext cx="625043" cy="684000"/>
              </a:xfrm>
              <a:prstGeom prst="rect">
                <a:avLst/>
              </a:prstGeom>
            </p:spPr>
          </p:pic>
          <p:pic>
            <p:nvPicPr>
              <p:cNvPr id="28" name="Picture 27">
                <a:extLst>
                  <a:ext uri="{FF2B5EF4-FFF2-40B4-BE49-F238E27FC236}">
                    <a16:creationId xmlns:a16="http://schemas.microsoft.com/office/drawing/2014/main" id="{0988DF5D-8EDC-813F-113C-641B76B06C2C}"/>
                  </a:ext>
                </a:extLst>
              </p:cNvPr>
              <p:cNvPicPr>
                <a:picLocks noChangeAspect="1"/>
              </p:cNvPicPr>
              <p:nvPr/>
            </p:nvPicPr>
            <p:blipFill>
              <a:blip r:embed="rId18"/>
              <a:srcRect l="26066" t="11517" r="25257" b="6875"/>
              <a:stretch/>
            </p:blipFill>
            <p:spPr>
              <a:xfrm>
                <a:off x="7710190" y="3713094"/>
                <a:ext cx="469946" cy="684000"/>
              </a:xfrm>
              <a:prstGeom prst="rect">
                <a:avLst/>
              </a:prstGeom>
            </p:spPr>
          </p:pic>
          <p:pic>
            <p:nvPicPr>
              <p:cNvPr id="29" name="Picture 28">
                <a:extLst>
                  <a:ext uri="{FF2B5EF4-FFF2-40B4-BE49-F238E27FC236}">
                    <a16:creationId xmlns:a16="http://schemas.microsoft.com/office/drawing/2014/main" id="{C47656F9-C505-3BB4-D5F3-16CECC580A47}"/>
                  </a:ext>
                </a:extLst>
              </p:cNvPr>
              <p:cNvPicPr>
                <a:picLocks noChangeAspect="1"/>
              </p:cNvPicPr>
              <p:nvPr/>
            </p:nvPicPr>
            <p:blipFill>
              <a:blip r:embed="rId19"/>
              <a:srcRect l="14104" t="4803" r="24810" b="13172"/>
              <a:stretch/>
            </p:blipFill>
            <p:spPr>
              <a:xfrm>
                <a:off x="9948032" y="3014535"/>
                <a:ext cx="565212" cy="684000"/>
              </a:xfrm>
              <a:prstGeom prst="rect">
                <a:avLst/>
              </a:prstGeom>
            </p:spPr>
          </p:pic>
          <p:pic>
            <p:nvPicPr>
              <p:cNvPr id="30" name="Picture 29">
                <a:extLst>
                  <a:ext uri="{FF2B5EF4-FFF2-40B4-BE49-F238E27FC236}">
                    <a16:creationId xmlns:a16="http://schemas.microsoft.com/office/drawing/2014/main" id="{FED93599-761E-949E-D357-D54E424020DA}"/>
                  </a:ext>
                </a:extLst>
              </p:cNvPr>
              <p:cNvPicPr>
                <a:picLocks noChangeAspect="1"/>
              </p:cNvPicPr>
              <p:nvPr/>
            </p:nvPicPr>
            <p:blipFill>
              <a:blip r:embed="rId20"/>
              <a:srcRect l="25432" t="9459" r="29132" b="21152"/>
              <a:stretch/>
            </p:blipFill>
            <p:spPr>
              <a:xfrm>
                <a:off x="7476482" y="3014535"/>
                <a:ext cx="463676" cy="684000"/>
              </a:xfrm>
              <a:prstGeom prst="rect">
                <a:avLst/>
              </a:prstGeom>
            </p:spPr>
          </p:pic>
          <p:pic>
            <p:nvPicPr>
              <p:cNvPr id="31" name="Picture 30">
                <a:extLst>
                  <a:ext uri="{FF2B5EF4-FFF2-40B4-BE49-F238E27FC236}">
                    <a16:creationId xmlns:a16="http://schemas.microsoft.com/office/drawing/2014/main" id="{7B468B53-60E4-E52F-EB27-23911E5BCF5F}"/>
                  </a:ext>
                </a:extLst>
              </p:cNvPr>
              <p:cNvPicPr>
                <a:picLocks noChangeAspect="1"/>
              </p:cNvPicPr>
              <p:nvPr/>
            </p:nvPicPr>
            <p:blipFill>
              <a:blip r:embed="rId21"/>
              <a:stretch>
                <a:fillRect/>
              </a:stretch>
            </p:blipFill>
            <p:spPr>
              <a:xfrm>
                <a:off x="7454382" y="921146"/>
                <a:ext cx="519669" cy="684000"/>
              </a:xfrm>
              <a:prstGeom prst="rect">
                <a:avLst/>
              </a:prstGeom>
            </p:spPr>
          </p:pic>
          <p:pic>
            <p:nvPicPr>
              <p:cNvPr id="32" name="Picture 31">
                <a:extLst>
                  <a:ext uri="{FF2B5EF4-FFF2-40B4-BE49-F238E27FC236}">
                    <a16:creationId xmlns:a16="http://schemas.microsoft.com/office/drawing/2014/main" id="{5596FA42-276E-CACC-727E-4C4433F052E9}"/>
                  </a:ext>
                </a:extLst>
              </p:cNvPr>
              <p:cNvPicPr>
                <a:picLocks noChangeAspect="1"/>
              </p:cNvPicPr>
              <p:nvPr/>
            </p:nvPicPr>
            <p:blipFill>
              <a:blip r:embed="rId22"/>
              <a:stretch>
                <a:fillRect/>
              </a:stretch>
            </p:blipFill>
            <p:spPr>
              <a:xfrm>
                <a:off x="10576048" y="1624377"/>
                <a:ext cx="527041" cy="684000"/>
              </a:xfrm>
              <a:prstGeom prst="rect">
                <a:avLst/>
              </a:prstGeom>
            </p:spPr>
          </p:pic>
          <p:pic>
            <p:nvPicPr>
              <p:cNvPr id="33" name="Picture 32">
                <a:extLst>
                  <a:ext uri="{FF2B5EF4-FFF2-40B4-BE49-F238E27FC236}">
                    <a16:creationId xmlns:a16="http://schemas.microsoft.com/office/drawing/2014/main" id="{7B15A295-305B-CCB0-4E19-3A56C6970432}"/>
                  </a:ext>
                </a:extLst>
              </p:cNvPr>
              <p:cNvPicPr>
                <a:picLocks noChangeAspect="1"/>
              </p:cNvPicPr>
              <p:nvPr/>
            </p:nvPicPr>
            <p:blipFill>
              <a:blip r:embed="rId23"/>
              <a:srcRect l="22547" r="8457" b="11766"/>
              <a:stretch/>
            </p:blipFill>
            <p:spPr>
              <a:xfrm>
                <a:off x="7732570" y="5092906"/>
                <a:ext cx="579443" cy="684000"/>
              </a:xfrm>
              <a:prstGeom prst="rect">
                <a:avLst/>
              </a:prstGeom>
            </p:spPr>
          </p:pic>
          <p:pic>
            <p:nvPicPr>
              <p:cNvPr id="34" name="Picture 33">
                <a:extLst>
                  <a:ext uri="{FF2B5EF4-FFF2-40B4-BE49-F238E27FC236}">
                    <a16:creationId xmlns:a16="http://schemas.microsoft.com/office/drawing/2014/main" id="{06347042-A19E-F886-D900-55BC6533271E}"/>
                  </a:ext>
                </a:extLst>
              </p:cNvPr>
              <p:cNvPicPr>
                <a:picLocks noChangeAspect="1"/>
              </p:cNvPicPr>
              <p:nvPr/>
            </p:nvPicPr>
            <p:blipFill>
              <a:blip r:embed="rId24"/>
              <a:srcRect l="15167" t="5758" r="21178" b="12477"/>
              <a:stretch/>
            </p:blipFill>
            <p:spPr>
              <a:xfrm>
                <a:off x="8678230" y="1624377"/>
                <a:ext cx="506027" cy="684000"/>
              </a:xfrm>
              <a:prstGeom prst="rect">
                <a:avLst/>
              </a:prstGeom>
            </p:spPr>
          </p:pic>
          <p:pic>
            <p:nvPicPr>
              <p:cNvPr id="35" name="Picture 34">
                <a:extLst>
                  <a:ext uri="{FF2B5EF4-FFF2-40B4-BE49-F238E27FC236}">
                    <a16:creationId xmlns:a16="http://schemas.microsoft.com/office/drawing/2014/main" id="{08720532-BCF3-EFB1-7083-18F12BC54BAF}"/>
                  </a:ext>
                </a:extLst>
              </p:cNvPr>
              <p:cNvPicPr>
                <a:picLocks noChangeAspect="1"/>
              </p:cNvPicPr>
              <p:nvPr/>
            </p:nvPicPr>
            <p:blipFill>
              <a:blip r:embed="rId25"/>
              <a:stretch>
                <a:fillRect/>
              </a:stretch>
            </p:blipFill>
            <p:spPr>
              <a:xfrm>
                <a:off x="9328039" y="921146"/>
                <a:ext cx="604314" cy="684000"/>
              </a:xfrm>
              <a:prstGeom prst="rect">
                <a:avLst/>
              </a:prstGeom>
            </p:spPr>
          </p:pic>
          <p:pic>
            <p:nvPicPr>
              <p:cNvPr id="36" name="Picture 35">
                <a:extLst>
                  <a:ext uri="{FF2B5EF4-FFF2-40B4-BE49-F238E27FC236}">
                    <a16:creationId xmlns:a16="http://schemas.microsoft.com/office/drawing/2014/main" id="{8FC14885-8C4E-1D12-A74C-4D04CC8CE887}"/>
                  </a:ext>
                </a:extLst>
              </p:cNvPr>
              <p:cNvPicPr>
                <a:picLocks noChangeAspect="1"/>
              </p:cNvPicPr>
              <p:nvPr/>
            </p:nvPicPr>
            <p:blipFill>
              <a:blip r:embed="rId26"/>
              <a:srcRect l="11576" t="246"/>
              <a:stretch/>
            </p:blipFill>
            <p:spPr>
              <a:xfrm>
                <a:off x="8047681" y="3014535"/>
                <a:ext cx="552577" cy="684000"/>
              </a:xfrm>
              <a:prstGeom prst="rect">
                <a:avLst/>
              </a:prstGeom>
            </p:spPr>
          </p:pic>
          <p:pic>
            <p:nvPicPr>
              <p:cNvPr id="37" name="Picture 36">
                <a:extLst>
                  <a:ext uri="{FF2B5EF4-FFF2-40B4-BE49-F238E27FC236}">
                    <a16:creationId xmlns:a16="http://schemas.microsoft.com/office/drawing/2014/main" id="{A0BB5C72-308E-21E9-0266-2AF8D57803AD}"/>
                  </a:ext>
                </a:extLst>
              </p:cNvPr>
              <p:cNvPicPr>
                <a:picLocks noChangeAspect="1"/>
              </p:cNvPicPr>
              <p:nvPr/>
            </p:nvPicPr>
            <p:blipFill>
              <a:blip r:embed="rId27"/>
              <a:stretch>
                <a:fillRect/>
              </a:stretch>
            </p:blipFill>
            <p:spPr>
              <a:xfrm>
                <a:off x="9634167" y="3713094"/>
                <a:ext cx="553014" cy="684000"/>
              </a:xfrm>
              <a:prstGeom prst="rect">
                <a:avLst/>
              </a:prstGeom>
            </p:spPr>
          </p:pic>
          <p:pic>
            <p:nvPicPr>
              <p:cNvPr id="38" name="Picture 37">
                <a:extLst>
                  <a:ext uri="{FF2B5EF4-FFF2-40B4-BE49-F238E27FC236}">
                    <a16:creationId xmlns:a16="http://schemas.microsoft.com/office/drawing/2014/main" id="{104BB897-1716-6C85-C54D-8613861CD437}"/>
                  </a:ext>
                </a:extLst>
              </p:cNvPr>
              <p:cNvPicPr>
                <a:picLocks noChangeAspect="1"/>
              </p:cNvPicPr>
              <p:nvPr/>
            </p:nvPicPr>
            <p:blipFill>
              <a:blip r:embed="rId28"/>
              <a:stretch>
                <a:fillRect/>
              </a:stretch>
            </p:blipFill>
            <p:spPr>
              <a:xfrm>
                <a:off x="9609363" y="2321402"/>
                <a:ext cx="582958" cy="684000"/>
              </a:xfrm>
              <a:prstGeom prst="rect">
                <a:avLst/>
              </a:prstGeom>
            </p:spPr>
          </p:pic>
          <p:pic>
            <p:nvPicPr>
              <p:cNvPr id="39" name="Picture 38">
                <a:extLst>
                  <a:ext uri="{FF2B5EF4-FFF2-40B4-BE49-F238E27FC236}">
                    <a16:creationId xmlns:a16="http://schemas.microsoft.com/office/drawing/2014/main" id="{DC07FF15-88C3-8E8B-C472-8428C5D3A390}"/>
                  </a:ext>
                </a:extLst>
              </p:cNvPr>
              <p:cNvPicPr>
                <a:picLocks noChangeAspect="1"/>
              </p:cNvPicPr>
              <p:nvPr/>
            </p:nvPicPr>
            <p:blipFill>
              <a:blip r:embed="rId29"/>
              <a:srcRect l="9530"/>
              <a:stretch/>
            </p:blipFill>
            <p:spPr>
              <a:xfrm>
                <a:off x="10552162" y="921146"/>
                <a:ext cx="610337" cy="684000"/>
              </a:xfrm>
              <a:prstGeom prst="rect">
                <a:avLst/>
              </a:prstGeom>
            </p:spPr>
          </p:pic>
          <p:pic>
            <p:nvPicPr>
              <p:cNvPr id="40" name="Picture 39">
                <a:extLst>
                  <a:ext uri="{FF2B5EF4-FFF2-40B4-BE49-F238E27FC236}">
                    <a16:creationId xmlns:a16="http://schemas.microsoft.com/office/drawing/2014/main" id="{38187CA0-93CA-EF0F-766E-5B0CB7C7E3A3}"/>
                  </a:ext>
                </a:extLst>
              </p:cNvPr>
              <p:cNvPicPr>
                <a:picLocks noChangeAspect="1"/>
              </p:cNvPicPr>
              <p:nvPr/>
            </p:nvPicPr>
            <p:blipFill>
              <a:blip r:embed="rId30"/>
              <a:stretch>
                <a:fillRect/>
              </a:stretch>
            </p:blipFill>
            <p:spPr>
              <a:xfrm>
                <a:off x="8258416" y="3713094"/>
                <a:ext cx="611572" cy="684000"/>
              </a:xfrm>
              <a:prstGeom prst="rect">
                <a:avLst/>
              </a:prstGeom>
            </p:spPr>
          </p:pic>
          <p:pic>
            <p:nvPicPr>
              <p:cNvPr id="41" name="Picture 40">
                <a:extLst>
                  <a:ext uri="{FF2B5EF4-FFF2-40B4-BE49-F238E27FC236}">
                    <a16:creationId xmlns:a16="http://schemas.microsoft.com/office/drawing/2014/main" id="{1114EC6B-F773-593A-7011-4127B2A0B290}"/>
                  </a:ext>
                </a:extLst>
              </p:cNvPr>
              <p:cNvPicPr>
                <a:picLocks noChangeAspect="1"/>
              </p:cNvPicPr>
              <p:nvPr/>
            </p:nvPicPr>
            <p:blipFill>
              <a:blip r:embed="rId31"/>
              <a:stretch>
                <a:fillRect/>
              </a:stretch>
            </p:blipFill>
            <p:spPr>
              <a:xfrm>
                <a:off x="9304596" y="3014535"/>
                <a:ext cx="603535" cy="684000"/>
              </a:xfrm>
              <a:prstGeom prst="rect">
                <a:avLst/>
              </a:prstGeom>
            </p:spPr>
          </p:pic>
          <p:pic>
            <p:nvPicPr>
              <p:cNvPr id="42" name="Picture 41">
                <a:extLst>
                  <a:ext uri="{FF2B5EF4-FFF2-40B4-BE49-F238E27FC236}">
                    <a16:creationId xmlns:a16="http://schemas.microsoft.com/office/drawing/2014/main" id="{A5AF2E33-3414-FBB3-08C5-23CA141E3934}"/>
                  </a:ext>
                </a:extLst>
              </p:cNvPr>
              <p:cNvPicPr>
                <a:picLocks noChangeAspect="1"/>
              </p:cNvPicPr>
              <p:nvPr/>
            </p:nvPicPr>
            <p:blipFill>
              <a:blip r:embed="rId32"/>
              <a:stretch>
                <a:fillRect/>
              </a:stretch>
            </p:blipFill>
            <p:spPr>
              <a:xfrm>
                <a:off x="9321238" y="1615371"/>
                <a:ext cx="597721" cy="684000"/>
              </a:xfrm>
              <a:prstGeom prst="rect">
                <a:avLst/>
              </a:prstGeom>
            </p:spPr>
          </p:pic>
          <p:pic>
            <p:nvPicPr>
              <p:cNvPr id="43" name="Picture 42">
                <a:extLst>
                  <a:ext uri="{FF2B5EF4-FFF2-40B4-BE49-F238E27FC236}">
                    <a16:creationId xmlns:a16="http://schemas.microsoft.com/office/drawing/2014/main" id="{5749B005-77DD-8316-AC77-0E1D3F0FB99A}"/>
                  </a:ext>
                </a:extLst>
              </p:cNvPr>
              <p:cNvPicPr>
                <a:picLocks noChangeAspect="1"/>
              </p:cNvPicPr>
              <p:nvPr/>
            </p:nvPicPr>
            <p:blipFill>
              <a:blip r:embed="rId33"/>
              <a:srcRect r="9589"/>
              <a:stretch/>
            </p:blipFill>
            <p:spPr>
              <a:xfrm>
                <a:off x="8664866" y="921146"/>
                <a:ext cx="596315" cy="684000"/>
              </a:xfrm>
              <a:prstGeom prst="rect">
                <a:avLst/>
              </a:prstGeom>
            </p:spPr>
          </p:pic>
          <p:pic>
            <p:nvPicPr>
              <p:cNvPr id="44" name="Picture 43">
                <a:extLst>
                  <a:ext uri="{FF2B5EF4-FFF2-40B4-BE49-F238E27FC236}">
                    <a16:creationId xmlns:a16="http://schemas.microsoft.com/office/drawing/2014/main" id="{7B5B3B15-5ABF-3F5C-E31F-746054C2E5AF}"/>
                  </a:ext>
                </a:extLst>
              </p:cNvPr>
              <p:cNvPicPr>
                <a:picLocks noChangeAspect="1"/>
              </p:cNvPicPr>
              <p:nvPr/>
            </p:nvPicPr>
            <p:blipFill>
              <a:blip r:embed="rId34"/>
              <a:srcRect l="11134" r="13424" b="18491"/>
              <a:stretch/>
            </p:blipFill>
            <p:spPr>
              <a:xfrm>
                <a:off x="8963232" y="3713094"/>
                <a:ext cx="651814" cy="684000"/>
              </a:xfrm>
              <a:prstGeom prst="rect">
                <a:avLst/>
              </a:prstGeom>
            </p:spPr>
          </p:pic>
          <p:pic>
            <p:nvPicPr>
              <p:cNvPr id="45" name="Picture 44">
                <a:extLst>
                  <a:ext uri="{FF2B5EF4-FFF2-40B4-BE49-F238E27FC236}">
                    <a16:creationId xmlns:a16="http://schemas.microsoft.com/office/drawing/2014/main" id="{E543E1EF-C69E-47EE-C75F-F93B7140036D}"/>
                  </a:ext>
                </a:extLst>
              </p:cNvPr>
              <p:cNvPicPr>
                <a:picLocks noChangeAspect="1"/>
              </p:cNvPicPr>
              <p:nvPr/>
            </p:nvPicPr>
            <p:blipFill>
              <a:blip r:embed="rId35"/>
              <a:srcRect l="19645" t="12243" r="26980" b="15230"/>
              <a:stretch/>
            </p:blipFill>
            <p:spPr>
              <a:xfrm>
                <a:off x="10281873" y="2321402"/>
                <a:ext cx="515660" cy="684000"/>
              </a:xfrm>
              <a:prstGeom prst="rect">
                <a:avLst/>
              </a:prstGeom>
            </p:spPr>
          </p:pic>
          <p:pic>
            <p:nvPicPr>
              <p:cNvPr id="46" name="Picture 45">
                <a:extLst>
                  <a:ext uri="{FF2B5EF4-FFF2-40B4-BE49-F238E27FC236}">
                    <a16:creationId xmlns:a16="http://schemas.microsoft.com/office/drawing/2014/main" id="{F21C2F0C-AADF-D130-5A93-FE9F896B7FA0}"/>
                  </a:ext>
                </a:extLst>
              </p:cNvPr>
              <p:cNvPicPr>
                <a:picLocks noChangeAspect="1"/>
              </p:cNvPicPr>
              <p:nvPr/>
            </p:nvPicPr>
            <p:blipFill>
              <a:blip r:embed="rId36"/>
              <a:srcRect l="22496" t="15812" r="20062" b="19982"/>
              <a:stretch/>
            </p:blipFill>
            <p:spPr>
              <a:xfrm>
                <a:off x="6813770" y="3014535"/>
                <a:ext cx="590361" cy="684000"/>
              </a:xfrm>
              <a:prstGeom prst="rect">
                <a:avLst/>
              </a:prstGeom>
            </p:spPr>
          </p:pic>
          <p:pic>
            <p:nvPicPr>
              <p:cNvPr id="47" name="Picture 46">
                <a:extLst>
                  <a:ext uri="{FF2B5EF4-FFF2-40B4-BE49-F238E27FC236}">
                    <a16:creationId xmlns:a16="http://schemas.microsoft.com/office/drawing/2014/main" id="{D1C8EC73-9B71-E457-B085-9CC843366FF2}"/>
                  </a:ext>
                </a:extLst>
              </p:cNvPr>
              <p:cNvPicPr>
                <a:picLocks noChangeAspect="1"/>
              </p:cNvPicPr>
              <p:nvPr/>
            </p:nvPicPr>
            <p:blipFill>
              <a:blip r:embed="rId2"/>
              <a:srcRect r="51496"/>
              <a:stretch/>
            </p:blipFill>
            <p:spPr>
              <a:xfrm>
                <a:off x="8057690" y="4416716"/>
                <a:ext cx="467685" cy="684000"/>
              </a:xfrm>
              <a:prstGeom prst="rect">
                <a:avLst/>
              </a:prstGeom>
            </p:spPr>
          </p:pic>
          <p:pic>
            <p:nvPicPr>
              <p:cNvPr id="48" name="Picture 47">
                <a:extLst>
                  <a:ext uri="{FF2B5EF4-FFF2-40B4-BE49-F238E27FC236}">
                    <a16:creationId xmlns:a16="http://schemas.microsoft.com/office/drawing/2014/main" id="{6176B821-EAFB-524F-7401-7EBCC0838404}"/>
                  </a:ext>
                </a:extLst>
              </p:cNvPr>
              <p:cNvPicPr>
                <a:picLocks noChangeAspect="1"/>
              </p:cNvPicPr>
              <p:nvPr/>
            </p:nvPicPr>
            <p:blipFill>
              <a:blip r:embed="rId37"/>
              <a:srcRect l="4358" t="-8729" r="12842" b="17819"/>
              <a:stretch/>
            </p:blipFill>
            <p:spPr>
              <a:xfrm>
                <a:off x="8399918" y="5093573"/>
                <a:ext cx="556624" cy="684000"/>
              </a:xfrm>
              <a:prstGeom prst="rect">
                <a:avLst/>
              </a:prstGeom>
            </p:spPr>
          </p:pic>
          <p:pic>
            <p:nvPicPr>
              <p:cNvPr id="49" name="Picture 48">
                <a:extLst>
                  <a:ext uri="{FF2B5EF4-FFF2-40B4-BE49-F238E27FC236}">
                    <a16:creationId xmlns:a16="http://schemas.microsoft.com/office/drawing/2014/main" id="{0152464B-8715-BE1E-F82C-716F8D784A35}"/>
                  </a:ext>
                </a:extLst>
              </p:cNvPr>
              <p:cNvPicPr>
                <a:picLocks noChangeAspect="1"/>
              </p:cNvPicPr>
              <p:nvPr/>
            </p:nvPicPr>
            <p:blipFill>
              <a:blip r:embed="rId38"/>
              <a:srcRect l="15995" t="6836" r="15883" b="15883"/>
              <a:stretch/>
            </p:blipFill>
            <p:spPr>
              <a:xfrm>
                <a:off x="6506114" y="2334941"/>
                <a:ext cx="582958" cy="684000"/>
              </a:xfrm>
              <a:prstGeom prst="rect">
                <a:avLst/>
              </a:prstGeom>
            </p:spPr>
          </p:pic>
          <p:pic>
            <p:nvPicPr>
              <p:cNvPr id="50" name="Picture 49">
                <a:extLst>
                  <a:ext uri="{FF2B5EF4-FFF2-40B4-BE49-F238E27FC236}">
                    <a16:creationId xmlns:a16="http://schemas.microsoft.com/office/drawing/2014/main" id="{903B39F4-920A-E0A3-955C-3B8BEB421C96}"/>
                  </a:ext>
                </a:extLst>
              </p:cNvPr>
              <p:cNvPicPr>
                <a:picLocks noChangeAspect="1"/>
              </p:cNvPicPr>
              <p:nvPr/>
            </p:nvPicPr>
            <p:blipFill>
              <a:blip r:embed="rId39"/>
              <a:stretch>
                <a:fillRect/>
              </a:stretch>
            </p:blipFill>
            <p:spPr>
              <a:xfrm>
                <a:off x="6797593" y="921146"/>
                <a:ext cx="589931" cy="684000"/>
              </a:xfrm>
              <a:prstGeom prst="rect">
                <a:avLst/>
              </a:prstGeom>
            </p:spPr>
          </p:pic>
          <p:pic>
            <p:nvPicPr>
              <p:cNvPr id="51" name="Picture 50">
                <a:extLst>
                  <a:ext uri="{FF2B5EF4-FFF2-40B4-BE49-F238E27FC236}">
                    <a16:creationId xmlns:a16="http://schemas.microsoft.com/office/drawing/2014/main" id="{CD3965D5-3573-247A-DF0A-3E50E71B0AD3}"/>
                  </a:ext>
                </a:extLst>
              </p:cNvPr>
              <p:cNvPicPr>
                <a:picLocks noChangeAspect="1"/>
              </p:cNvPicPr>
              <p:nvPr/>
            </p:nvPicPr>
            <p:blipFill>
              <a:blip r:embed="rId40"/>
              <a:stretch>
                <a:fillRect/>
              </a:stretch>
            </p:blipFill>
            <p:spPr>
              <a:xfrm>
                <a:off x="7451606" y="1624377"/>
                <a:ext cx="491872" cy="684000"/>
              </a:xfrm>
              <a:prstGeom prst="rect">
                <a:avLst/>
              </a:prstGeom>
            </p:spPr>
          </p:pic>
          <p:pic>
            <p:nvPicPr>
              <p:cNvPr id="52" name="Picture 51">
                <a:extLst>
                  <a:ext uri="{FF2B5EF4-FFF2-40B4-BE49-F238E27FC236}">
                    <a16:creationId xmlns:a16="http://schemas.microsoft.com/office/drawing/2014/main" id="{6D4EC673-A22C-90BD-3FE9-D83C35D68B73}"/>
                  </a:ext>
                </a:extLst>
              </p:cNvPr>
              <p:cNvPicPr>
                <a:picLocks noChangeAspect="1"/>
              </p:cNvPicPr>
              <p:nvPr/>
            </p:nvPicPr>
            <p:blipFill>
              <a:blip r:embed="rId41"/>
              <a:srcRect l="12331" t="986" r="17196" b="6393"/>
              <a:stretch/>
            </p:blipFill>
            <p:spPr>
              <a:xfrm>
                <a:off x="7095567" y="3713094"/>
                <a:ext cx="508117" cy="684000"/>
              </a:xfrm>
              <a:prstGeom prst="rect">
                <a:avLst/>
              </a:prstGeom>
            </p:spPr>
          </p:pic>
          <p:pic>
            <p:nvPicPr>
              <p:cNvPr id="53" name="Picture 52">
                <a:extLst>
                  <a:ext uri="{FF2B5EF4-FFF2-40B4-BE49-F238E27FC236}">
                    <a16:creationId xmlns:a16="http://schemas.microsoft.com/office/drawing/2014/main" id="{1862C738-387E-4C75-3477-EF53C15398A0}"/>
                  </a:ext>
                </a:extLst>
              </p:cNvPr>
              <p:cNvPicPr>
                <a:picLocks noChangeAspect="1"/>
              </p:cNvPicPr>
              <p:nvPr/>
            </p:nvPicPr>
            <p:blipFill>
              <a:blip r:embed="rId42"/>
              <a:stretch>
                <a:fillRect/>
              </a:stretch>
            </p:blipFill>
            <p:spPr>
              <a:xfrm>
                <a:off x="9025721" y="5104786"/>
                <a:ext cx="521322" cy="684000"/>
              </a:xfrm>
              <a:prstGeom prst="rect">
                <a:avLst/>
              </a:prstGeom>
            </p:spPr>
          </p:pic>
          <p:pic>
            <p:nvPicPr>
              <p:cNvPr id="54" name="Picture 53">
                <a:extLst>
                  <a:ext uri="{FF2B5EF4-FFF2-40B4-BE49-F238E27FC236}">
                    <a16:creationId xmlns:a16="http://schemas.microsoft.com/office/drawing/2014/main" id="{73C8C299-5E9A-7070-37FC-1A8A9B79189B}"/>
                  </a:ext>
                </a:extLst>
              </p:cNvPr>
              <p:cNvPicPr>
                <a:picLocks noChangeAspect="1"/>
              </p:cNvPicPr>
              <p:nvPr/>
            </p:nvPicPr>
            <p:blipFill>
              <a:blip r:embed="rId43"/>
              <a:stretch>
                <a:fillRect/>
              </a:stretch>
            </p:blipFill>
            <p:spPr>
              <a:xfrm>
                <a:off x="7326717" y="4416716"/>
                <a:ext cx="626088" cy="684000"/>
              </a:xfrm>
              <a:prstGeom prst="rect">
                <a:avLst/>
              </a:prstGeom>
            </p:spPr>
          </p:pic>
          <p:pic>
            <p:nvPicPr>
              <p:cNvPr id="55" name="Picture 54">
                <a:extLst>
                  <a:ext uri="{FF2B5EF4-FFF2-40B4-BE49-F238E27FC236}">
                    <a16:creationId xmlns:a16="http://schemas.microsoft.com/office/drawing/2014/main" id="{E0950B91-1EA4-2508-B70F-67247C34029A}"/>
                  </a:ext>
                </a:extLst>
              </p:cNvPr>
              <p:cNvPicPr>
                <a:picLocks noChangeAspect="1"/>
              </p:cNvPicPr>
              <p:nvPr/>
            </p:nvPicPr>
            <p:blipFill>
              <a:blip r:embed="rId44"/>
              <a:stretch>
                <a:fillRect/>
              </a:stretch>
            </p:blipFill>
            <p:spPr>
              <a:xfrm>
                <a:off x="8634278" y="4416716"/>
                <a:ext cx="539999" cy="684000"/>
              </a:xfrm>
              <a:prstGeom prst="rect">
                <a:avLst/>
              </a:prstGeom>
            </p:spPr>
          </p:pic>
          <p:pic>
            <p:nvPicPr>
              <p:cNvPr id="56" name="Picture 55">
                <a:extLst>
                  <a:ext uri="{FF2B5EF4-FFF2-40B4-BE49-F238E27FC236}">
                    <a16:creationId xmlns:a16="http://schemas.microsoft.com/office/drawing/2014/main" id="{720F9613-DF6E-C210-8C7A-15C51BB7F221}"/>
                  </a:ext>
                </a:extLst>
              </p:cNvPr>
              <p:cNvPicPr>
                <a:picLocks noChangeAspect="1"/>
              </p:cNvPicPr>
              <p:nvPr/>
            </p:nvPicPr>
            <p:blipFill>
              <a:blip r:embed="rId45"/>
              <a:srcRect r="32093" b="2203"/>
              <a:stretch/>
            </p:blipFill>
            <p:spPr>
              <a:xfrm>
                <a:off x="8404853" y="5776906"/>
                <a:ext cx="458850" cy="684000"/>
              </a:xfrm>
              <a:prstGeom prst="rect">
                <a:avLst/>
              </a:prstGeom>
            </p:spPr>
          </p:pic>
          <p:pic>
            <p:nvPicPr>
              <p:cNvPr id="57" name="Picture 56">
                <a:extLst>
                  <a:ext uri="{FF2B5EF4-FFF2-40B4-BE49-F238E27FC236}">
                    <a16:creationId xmlns:a16="http://schemas.microsoft.com/office/drawing/2014/main" id="{206E2A9D-F8F7-4B20-5E91-2ACBD725C988}"/>
                  </a:ext>
                </a:extLst>
              </p:cNvPr>
              <p:cNvPicPr>
                <a:picLocks noChangeAspect="1"/>
              </p:cNvPicPr>
              <p:nvPr/>
            </p:nvPicPr>
            <p:blipFill>
              <a:blip r:embed="rId46"/>
              <a:stretch>
                <a:fillRect/>
              </a:stretch>
            </p:blipFill>
            <p:spPr>
              <a:xfrm>
                <a:off x="9285830" y="4416716"/>
                <a:ext cx="664183" cy="684000"/>
              </a:xfrm>
              <a:prstGeom prst="rect">
                <a:avLst/>
              </a:prstGeom>
            </p:spPr>
          </p:pic>
        </p:grpSp>
        <p:pic>
          <p:nvPicPr>
            <p:cNvPr id="9" name="Picture 8" descr="A group of people posing for a photo&#10;&#10;AI-generated content may be incorrect.">
              <a:extLst>
                <a:ext uri="{FF2B5EF4-FFF2-40B4-BE49-F238E27FC236}">
                  <a16:creationId xmlns:a16="http://schemas.microsoft.com/office/drawing/2014/main" id="{BB7B01A4-957C-211B-F19E-20B0F1CF6845}"/>
                </a:ext>
              </a:extLst>
            </p:cNvPr>
            <p:cNvPicPr>
              <a:picLocks noChangeAspect="1"/>
            </p:cNvPicPr>
            <p:nvPr/>
          </p:nvPicPr>
          <p:blipFill>
            <a:blip r:embed="rId47">
              <a:extLst>
                <a:ext uri="{28A0092B-C50C-407E-A947-70E740481C1C}">
                  <a14:useLocalDpi xmlns:a14="http://schemas.microsoft.com/office/drawing/2010/main" val="0"/>
                </a:ext>
              </a:extLst>
            </a:blip>
            <a:srcRect t="14828" b="8831"/>
            <a:stretch/>
          </p:blipFill>
          <p:spPr>
            <a:xfrm>
              <a:off x="1507350" y="956363"/>
              <a:ext cx="4572000" cy="2617728"/>
            </a:xfrm>
            <a:prstGeom prst="rect">
              <a:avLst/>
            </a:prstGeom>
          </p:spPr>
        </p:pic>
        <p:pic>
          <p:nvPicPr>
            <p:cNvPr id="10" name="Picture 9" descr="A whiteboard with sticky notes on it&#10;&#10;AI-generated content may be incorrect.">
              <a:extLst>
                <a:ext uri="{FF2B5EF4-FFF2-40B4-BE49-F238E27FC236}">
                  <a16:creationId xmlns:a16="http://schemas.microsoft.com/office/drawing/2014/main" id="{C11FDD48-0B6B-5A05-64E8-208120142D1A}"/>
                </a:ext>
              </a:extLst>
            </p:cNvPr>
            <p:cNvPicPr>
              <a:picLocks noChangeAspect="1"/>
            </p:cNvPicPr>
            <p:nvPr/>
          </p:nvPicPr>
          <p:blipFill>
            <a:blip r:embed="rId48">
              <a:extLst>
                <a:ext uri="{28A0092B-C50C-407E-A947-70E740481C1C}">
                  <a14:useLocalDpi xmlns:a14="http://schemas.microsoft.com/office/drawing/2010/main" val="0"/>
                </a:ext>
              </a:extLst>
            </a:blip>
            <a:srcRect t="19422"/>
            <a:stretch/>
          </p:blipFill>
          <p:spPr>
            <a:xfrm>
              <a:off x="1524000" y="3597006"/>
              <a:ext cx="4572000" cy="2762459"/>
            </a:xfrm>
            <a:prstGeom prst="rect">
              <a:avLst/>
            </a:prstGeom>
          </p:spPr>
        </p:pic>
        <p:sp>
          <p:nvSpPr>
            <p:cNvPr id="11" name="TextBox 10">
              <a:extLst>
                <a:ext uri="{FF2B5EF4-FFF2-40B4-BE49-F238E27FC236}">
                  <a16:creationId xmlns:a16="http://schemas.microsoft.com/office/drawing/2014/main" id="{5837EFB1-A628-C032-302B-4BBFF7D1E82A}"/>
                </a:ext>
              </a:extLst>
            </p:cNvPr>
            <p:cNvSpPr txBox="1"/>
            <p:nvPr/>
          </p:nvSpPr>
          <p:spPr>
            <a:xfrm>
              <a:off x="3865419" y="323398"/>
              <a:ext cx="4575079" cy="549422"/>
            </a:xfrm>
            <a:prstGeom prst="rect">
              <a:avLst/>
            </a:prstGeom>
            <a:noFill/>
          </p:spPr>
          <p:txBody>
            <a:bodyPr wrap="none" rtlCol="0">
              <a:spAutoFit/>
            </a:bodyPr>
            <a:lstStyle/>
            <a:p>
              <a:r>
                <a:rPr lang="en-US" sz="2000" b="1" dirty="0" err="1">
                  <a:latin typeface="Boehringer Forward Head" panose="02000500000000020000" pitchFamily="2" charset="0"/>
                </a:rPr>
                <a:t>I</a:t>
              </a:r>
              <a:r>
                <a:rPr lang="en-US" altLang="zh-CN" sz="2000" b="1" dirty="0" err="1">
                  <a:latin typeface="Boehringer Forward Head" panose="02000500000000020000" pitchFamily="2" charset="0"/>
                </a:rPr>
                <a:t>clepertin</a:t>
              </a:r>
              <a:r>
                <a:rPr lang="en-US" altLang="zh-CN" sz="2000" b="1" dirty="0">
                  <a:latin typeface="Boehringer Forward Head" panose="02000500000000020000" pitchFamily="2" charset="0"/>
                </a:rPr>
                <a:t> Medicine Family</a:t>
              </a:r>
              <a:endParaRPr lang="en-US" sz="2000" b="1" dirty="0">
                <a:latin typeface="Boehringer Forward Head" panose="02000500000000020000" pitchFamily="2" charset="0"/>
              </a:endParaRPr>
            </a:p>
          </p:txBody>
        </p:sp>
      </p:grpSp>
      <p:sp>
        <p:nvSpPr>
          <p:cNvPr id="58" name="TextBox 57">
            <a:extLst>
              <a:ext uri="{FF2B5EF4-FFF2-40B4-BE49-F238E27FC236}">
                <a16:creationId xmlns:a16="http://schemas.microsoft.com/office/drawing/2014/main" id="{A9D3EE79-7AD6-EB35-FA3D-73675DDC6BF4}"/>
              </a:ext>
            </a:extLst>
          </p:cNvPr>
          <p:cNvSpPr txBox="1"/>
          <p:nvPr/>
        </p:nvSpPr>
        <p:spPr bwMode="gray">
          <a:xfrm>
            <a:off x="7380099" y="1478572"/>
            <a:ext cx="4682203" cy="1073051"/>
          </a:xfrm>
          <a:prstGeom prst="rect">
            <a:avLst/>
          </a:prstGeom>
          <a:noFill/>
        </p:spPr>
        <p:txBody>
          <a:bodyPr wrap="square" lIns="0" tIns="0" rIns="0" bIns="0" rtlCol="0">
            <a:spAutoFit/>
          </a:bodyPr>
          <a:lstStyle/>
          <a:p>
            <a:pPr marL="285750" indent="-285750" algn="l">
              <a:lnSpc>
                <a:spcPct val="150000"/>
              </a:lnSpc>
              <a:buFont typeface="Arial" panose="020B0604020202020204" pitchFamily="34" charset="0"/>
              <a:buChar char="•"/>
            </a:pPr>
            <a:r>
              <a:rPr lang="en-US" sz="1600" b="1" dirty="0"/>
              <a:t>D</a:t>
            </a:r>
            <a:r>
              <a:rPr lang="en-US" altLang="zh-CN" sz="1600" b="1" dirty="0"/>
              <a:t>ate: </a:t>
            </a:r>
            <a:r>
              <a:rPr lang="en-US" altLang="zh-CN" sz="1600" dirty="0"/>
              <a:t>May 14</a:t>
            </a:r>
            <a:r>
              <a:rPr lang="en-US" altLang="zh-CN" sz="1600" baseline="30000" dirty="0"/>
              <a:t>th</a:t>
            </a:r>
            <a:r>
              <a:rPr lang="en-US" altLang="zh-CN" sz="1600" dirty="0"/>
              <a:t>, 2025</a:t>
            </a:r>
          </a:p>
          <a:p>
            <a:pPr marL="285750" indent="-285750" algn="l">
              <a:lnSpc>
                <a:spcPct val="150000"/>
              </a:lnSpc>
              <a:buFont typeface="Arial" panose="020B0604020202020204" pitchFamily="34" charset="0"/>
              <a:buChar char="•"/>
            </a:pPr>
            <a:r>
              <a:rPr lang="en-US" altLang="zh-CN" sz="1600" b="1" dirty="0"/>
              <a:t>Time: </a:t>
            </a:r>
            <a:r>
              <a:rPr lang="en-US" altLang="zh-CN" sz="1600" dirty="0"/>
              <a:t>9:30 – 11:30</a:t>
            </a:r>
          </a:p>
          <a:p>
            <a:pPr marL="285750" indent="-285750" algn="l">
              <a:lnSpc>
                <a:spcPct val="150000"/>
              </a:lnSpc>
              <a:buFont typeface="Arial" panose="020B0604020202020204" pitchFamily="34" charset="0"/>
              <a:buChar char="•"/>
            </a:pPr>
            <a:r>
              <a:rPr lang="en-US" altLang="zh-CN" sz="1600" b="1" dirty="0"/>
              <a:t>Venue:  </a:t>
            </a:r>
            <a:r>
              <a:rPr lang="en-US" altLang="zh-CN" sz="1600" dirty="0"/>
              <a:t>30F, Canteen</a:t>
            </a:r>
            <a:endParaRPr lang="en-US" sz="1600" dirty="0"/>
          </a:p>
        </p:txBody>
      </p:sp>
      <p:sp>
        <p:nvSpPr>
          <p:cNvPr id="3" name="TextBox 2">
            <a:extLst>
              <a:ext uri="{FF2B5EF4-FFF2-40B4-BE49-F238E27FC236}">
                <a16:creationId xmlns:a16="http://schemas.microsoft.com/office/drawing/2014/main" id="{394377FC-7A1B-3FDB-4A43-5CA2C92679C7}"/>
              </a:ext>
            </a:extLst>
          </p:cNvPr>
          <p:cNvSpPr txBox="1"/>
          <p:nvPr/>
        </p:nvSpPr>
        <p:spPr bwMode="gray">
          <a:xfrm>
            <a:off x="7410723" y="2586518"/>
            <a:ext cx="4714591" cy="3656963"/>
          </a:xfrm>
          <a:prstGeom prst="rect">
            <a:avLst/>
          </a:prstGeom>
          <a:noFill/>
        </p:spPr>
        <p:txBody>
          <a:bodyPr wrap="square" lIns="0" tIns="0" rIns="0" bIns="0" rtlCol="0">
            <a:spAutoFit/>
          </a:bodyPr>
          <a:lstStyle/>
          <a:p>
            <a:pPr marL="285750" indent="-285750" algn="l">
              <a:lnSpc>
                <a:spcPct val="150000"/>
              </a:lnSpc>
              <a:buFont typeface="Arial" panose="020B0604020202020204" pitchFamily="34" charset="0"/>
              <a:buChar char="•"/>
            </a:pPr>
            <a:r>
              <a:rPr lang="en-US" sz="1600" b="1" dirty="0"/>
              <a:t>O</a:t>
            </a:r>
            <a:r>
              <a:rPr lang="en-US" altLang="zh-CN" sz="1600" b="1" dirty="0"/>
              <a:t>bjectives</a:t>
            </a:r>
            <a:r>
              <a:rPr lang="zh-CN" altLang="en-US" sz="1600" b="1" dirty="0"/>
              <a:t>：</a:t>
            </a:r>
            <a:endParaRPr lang="en-US" altLang="zh-CN" sz="1600" b="1" dirty="0"/>
          </a:p>
          <a:p>
            <a:pPr marL="342900" indent="-342900" algn="l">
              <a:lnSpc>
                <a:spcPct val="150000"/>
              </a:lnSpc>
              <a:buFont typeface="+mj-lt"/>
              <a:buAutoNum type="arabicPeriod"/>
            </a:pPr>
            <a:r>
              <a:rPr lang="en-US" sz="1600" b="1" i="0" dirty="0">
                <a:solidFill>
                  <a:srgbClr val="212121"/>
                </a:solidFill>
                <a:effectLst/>
                <a:latin typeface="Roboto" panose="02000000000000000000" pitchFamily="2" charset="0"/>
              </a:rPr>
              <a:t>Closure and Gratitude for </a:t>
            </a:r>
            <a:r>
              <a:rPr lang="en-US" sz="1600" b="1" i="0" dirty="0" err="1">
                <a:solidFill>
                  <a:srgbClr val="212121"/>
                </a:solidFill>
                <a:effectLst/>
                <a:latin typeface="Roboto" panose="02000000000000000000" pitchFamily="2" charset="0"/>
              </a:rPr>
              <a:t>Iclepertin</a:t>
            </a:r>
            <a:endParaRPr lang="en-US" sz="1600" b="0" i="0" dirty="0">
              <a:solidFill>
                <a:srgbClr val="212121"/>
              </a:solidFill>
              <a:effectLst/>
              <a:latin typeface="Roboto" panose="02000000000000000000" pitchFamily="2" charset="0"/>
            </a:endParaRPr>
          </a:p>
          <a:p>
            <a:pPr marL="742950" lvl="1" indent="-285750">
              <a:lnSpc>
                <a:spcPct val="150000"/>
              </a:lnSpc>
              <a:buFont typeface="Arial" panose="020B0604020202020204" pitchFamily="34" charset="0"/>
              <a:buChar char="•"/>
            </a:pPr>
            <a:r>
              <a:rPr lang="en-US" sz="1600" b="0" i="0" dirty="0">
                <a:solidFill>
                  <a:srgbClr val="212121"/>
                </a:solidFill>
                <a:effectLst/>
                <a:latin typeface="Roboto" panose="02000000000000000000" pitchFamily="2" charset="0"/>
              </a:rPr>
              <a:t>To summarize the key learnings</a:t>
            </a:r>
          </a:p>
          <a:p>
            <a:pPr marL="742950" lvl="1" indent="-285750">
              <a:lnSpc>
                <a:spcPct val="150000"/>
              </a:lnSpc>
              <a:buFont typeface="Arial" panose="020B0604020202020204" pitchFamily="34" charset="0"/>
              <a:buChar char="•"/>
            </a:pPr>
            <a:r>
              <a:rPr lang="en-US" sz="1600" b="0" i="0" dirty="0">
                <a:solidFill>
                  <a:srgbClr val="212121"/>
                </a:solidFill>
                <a:effectLst/>
                <a:latin typeface="Roboto" panose="02000000000000000000" pitchFamily="2" charset="0"/>
              </a:rPr>
              <a:t>To share insights and good practice</a:t>
            </a:r>
          </a:p>
          <a:p>
            <a:pPr marL="742950" lvl="1" indent="-285750">
              <a:lnSpc>
                <a:spcPct val="150000"/>
              </a:lnSpc>
              <a:buFont typeface="Arial" panose="020B0604020202020204" pitchFamily="34" charset="0"/>
              <a:buChar char="•"/>
            </a:pPr>
            <a:r>
              <a:rPr lang="en-US" sz="1600" dirty="0">
                <a:solidFill>
                  <a:srgbClr val="212121"/>
                </a:solidFill>
                <a:latin typeface="Roboto" panose="02000000000000000000" pitchFamily="2" charset="0"/>
              </a:rPr>
              <a:t>To a</a:t>
            </a:r>
            <a:r>
              <a:rPr lang="en-US" sz="1600" b="0" i="0" dirty="0">
                <a:solidFill>
                  <a:srgbClr val="212121"/>
                </a:solidFill>
                <a:effectLst/>
                <a:latin typeface="Roboto" panose="02000000000000000000" pitchFamily="2" charset="0"/>
              </a:rPr>
              <a:t>cknowledge the team contributions </a:t>
            </a:r>
          </a:p>
          <a:p>
            <a:pPr algn="l">
              <a:lnSpc>
                <a:spcPct val="150000"/>
              </a:lnSpc>
            </a:pPr>
            <a:r>
              <a:rPr lang="en-US" sz="1600" b="1" i="0" dirty="0">
                <a:solidFill>
                  <a:srgbClr val="212121"/>
                </a:solidFill>
                <a:effectLst/>
                <a:latin typeface="Roboto" panose="02000000000000000000" pitchFamily="2" charset="0"/>
              </a:rPr>
              <a:t>2.    Future Value for NR2B NAM</a:t>
            </a:r>
            <a:endParaRPr lang="en-US" sz="1600" b="0" i="0" dirty="0">
              <a:solidFill>
                <a:srgbClr val="212121"/>
              </a:solidFill>
              <a:effectLst/>
              <a:latin typeface="Roboto" panose="02000000000000000000" pitchFamily="2" charset="0"/>
            </a:endParaRPr>
          </a:p>
          <a:p>
            <a:pPr marL="742950" lvl="1" indent="-285750">
              <a:lnSpc>
                <a:spcPct val="150000"/>
              </a:lnSpc>
              <a:buFont typeface="Arial" panose="020B0604020202020204" pitchFamily="34" charset="0"/>
              <a:buChar char="•"/>
            </a:pPr>
            <a:r>
              <a:rPr lang="en-US" sz="1600" b="0" i="0" dirty="0">
                <a:solidFill>
                  <a:srgbClr val="212121"/>
                </a:solidFill>
                <a:effectLst/>
                <a:latin typeface="Roboto" panose="02000000000000000000" pitchFamily="2" charset="0"/>
              </a:rPr>
              <a:t>To </a:t>
            </a:r>
            <a:r>
              <a:rPr lang="en-US" sz="1600" b="0" i="0">
                <a:solidFill>
                  <a:srgbClr val="212121"/>
                </a:solidFill>
                <a:effectLst/>
                <a:latin typeface="Roboto" panose="02000000000000000000" pitchFamily="2" charset="0"/>
              </a:rPr>
              <a:t>leverage </a:t>
            </a:r>
            <a:r>
              <a:rPr lang="en-US" altLang="zh-CN" sz="1600" b="0" i="0">
                <a:solidFill>
                  <a:srgbClr val="212121"/>
                </a:solidFill>
                <a:effectLst/>
                <a:latin typeface="Roboto" panose="02000000000000000000" pitchFamily="2" charset="0"/>
              </a:rPr>
              <a:t>local </a:t>
            </a:r>
            <a:r>
              <a:rPr lang="en-US" sz="1600" b="0" i="0">
                <a:solidFill>
                  <a:srgbClr val="212121"/>
                </a:solidFill>
                <a:effectLst/>
                <a:latin typeface="Roboto" panose="02000000000000000000" pitchFamily="2" charset="0"/>
              </a:rPr>
              <a:t>good </a:t>
            </a:r>
            <a:r>
              <a:rPr lang="en-US" sz="1600" b="0" i="0" dirty="0">
                <a:solidFill>
                  <a:srgbClr val="212121"/>
                </a:solidFill>
                <a:effectLst/>
                <a:latin typeface="Roboto" panose="02000000000000000000" pitchFamily="2" charset="0"/>
              </a:rPr>
              <a:t>practices from </a:t>
            </a:r>
            <a:r>
              <a:rPr lang="en-US" sz="1600" b="0" i="0" dirty="0" err="1">
                <a:solidFill>
                  <a:srgbClr val="212121"/>
                </a:solidFill>
                <a:effectLst/>
                <a:latin typeface="Roboto" panose="02000000000000000000" pitchFamily="2" charset="0"/>
              </a:rPr>
              <a:t>Iclepertin</a:t>
            </a:r>
            <a:r>
              <a:rPr lang="en-US" sz="1600" b="0" i="0" dirty="0">
                <a:solidFill>
                  <a:srgbClr val="212121"/>
                </a:solidFill>
                <a:effectLst/>
                <a:latin typeface="Roboto" panose="02000000000000000000" pitchFamily="2" charset="0"/>
              </a:rPr>
              <a:t> as key enablers to enhance and drive future work in upcoming mental health pipelines.</a:t>
            </a:r>
            <a:endParaRPr lang="en-US" sz="1600" dirty="0"/>
          </a:p>
        </p:txBody>
      </p:sp>
      <p:sp>
        <p:nvSpPr>
          <p:cNvPr id="60" name="TextBox 59">
            <a:extLst>
              <a:ext uri="{FF2B5EF4-FFF2-40B4-BE49-F238E27FC236}">
                <a16:creationId xmlns:a16="http://schemas.microsoft.com/office/drawing/2014/main" id="{9F5D76BD-6780-6ECD-88C2-C1DFAD2B5071}"/>
              </a:ext>
            </a:extLst>
          </p:cNvPr>
          <p:cNvSpPr txBox="1"/>
          <p:nvPr/>
        </p:nvSpPr>
        <p:spPr bwMode="gray">
          <a:xfrm>
            <a:off x="6891462" y="1112000"/>
            <a:ext cx="6207760" cy="369332"/>
          </a:xfrm>
          <a:prstGeom prst="rect">
            <a:avLst/>
          </a:prstGeom>
          <a:noFill/>
        </p:spPr>
        <p:txBody>
          <a:bodyPr wrap="square">
            <a:spAutoFit/>
          </a:bodyPr>
          <a:lstStyle/>
          <a:p>
            <a:r>
              <a:rPr lang="en-US" altLang="zh-CN" b="1" dirty="0" err="1"/>
              <a:t>Iclepertin</a:t>
            </a:r>
            <a:r>
              <a:rPr lang="en-US" altLang="zh-CN" b="1" dirty="0"/>
              <a:t> Learning and Good Practice Sharing</a:t>
            </a:r>
            <a:endParaRPr lang="en-US" b="1" dirty="0"/>
          </a:p>
        </p:txBody>
      </p:sp>
    </p:spTree>
    <p:extLst>
      <p:ext uri="{BB962C8B-B14F-4D97-AF65-F5344CB8AC3E}">
        <p14:creationId xmlns:p14="http://schemas.microsoft.com/office/powerpoint/2010/main" val="2892015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47DF0BB1-CF04-E4A8-665A-3B8830A3BE65}"/>
              </a:ext>
            </a:extLst>
          </p:cNvPr>
          <p:cNvSpPr>
            <a:spLocks noChangeArrowheads="1"/>
          </p:cNvSpPr>
          <p:nvPr/>
        </p:nvSpPr>
        <p:spPr bwMode="gray">
          <a:xfrm>
            <a:off x="479424" y="3128556"/>
            <a:ext cx="11232000" cy="218440"/>
          </a:xfrm>
          <a:custGeom>
            <a:avLst/>
            <a:gdLst>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61211 w 10440925"/>
              <a:gd name="connsiteY5" fmla="*/ 99783 h 199566"/>
              <a:gd name="connsiteX6" fmla="*/ 0 w 10440925"/>
              <a:gd name="connsiteY6" fmla="*/ 0 h 199566"/>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0 w 10440925"/>
              <a:gd name="connsiteY5" fmla="*/ 0 h 19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40925" h="199566">
                <a:moveTo>
                  <a:pt x="0" y="0"/>
                </a:moveTo>
                <a:lnTo>
                  <a:pt x="10379714" y="0"/>
                </a:lnTo>
                <a:lnTo>
                  <a:pt x="10440925" y="99783"/>
                </a:lnTo>
                <a:lnTo>
                  <a:pt x="10379714" y="199566"/>
                </a:lnTo>
                <a:lnTo>
                  <a:pt x="0" y="199566"/>
                </a:lnTo>
                <a:lnTo>
                  <a:pt x="0" y="0"/>
                </a:lnTo>
                <a:close/>
              </a:path>
            </a:pathLst>
          </a:cu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0" tIns="37148" rIns="74295" bIns="37148" numCol="1" spcCol="0" rtlCol="0" fromWordArt="0" anchor="ctr" anchorCtr="0" forceAA="0" compatLnSpc="1">
            <a:prstTxWarp prst="textNoShape">
              <a:avLst/>
            </a:prstTxWarp>
            <a:noAutofit/>
          </a:bodyPr>
          <a:lstStyle/>
          <a:p>
            <a:pPr marL="93896" eaLnBrk="0" fontAlgn="base" hangingPunct="0">
              <a:spcBef>
                <a:spcPct val="0"/>
              </a:spcBef>
              <a:spcAft>
                <a:spcPct val="0"/>
              </a:spcAft>
              <a:defRPr/>
            </a:pPr>
            <a:endParaRPr lang="en-US" sz="975" b="1" i="1">
              <a:solidFill>
                <a:srgbClr val="FFFFFF"/>
              </a:solidFill>
              <a:latin typeface="Boehringer Forward Text"/>
              <a:cs typeface="Arial" panose="020B0604020202020204" pitchFamily="34" charset="0"/>
            </a:endParaRPr>
          </a:p>
        </p:txBody>
      </p:sp>
      <p:graphicFrame>
        <p:nvGraphicFramePr>
          <p:cNvPr id="7" name="Table 6">
            <a:extLst>
              <a:ext uri="{FF2B5EF4-FFF2-40B4-BE49-F238E27FC236}">
                <a16:creationId xmlns:a16="http://schemas.microsoft.com/office/drawing/2014/main" id="{88E3E3E8-D627-1502-EFFF-33374E53F3BB}"/>
              </a:ext>
            </a:extLst>
          </p:cNvPr>
          <p:cNvGraphicFramePr>
            <a:graphicFrameLocks noGrp="1"/>
          </p:cNvGraphicFramePr>
          <p:nvPr/>
        </p:nvGraphicFramePr>
        <p:xfrm>
          <a:off x="496111" y="3337594"/>
          <a:ext cx="11230608" cy="370840"/>
        </p:xfrm>
        <a:graphic>
          <a:graphicData uri="http://schemas.openxmlformats.org/drawingml/2006/table">
            <a:tbl>
              <a:tblPr firstRow="1" bandRow="1">
                <a:tableStyleId>{2D5ABB26-0587-4C30-8999-92F81FD0307C}</a:tableStyleId>
              </a:tblPr>
              <a:tblGrid>
                <a:gridCol w="935884">
                  <a:extLst>
                    <a:ext uri="{9D8B030D-6E8A-4147-A177-3AD203B41FA5}">
                      <a16:colId xmlns:a16="http://schemas.microsoft.com/office/drawing/2014/main" val="3259948014"/>
                    </a:ext>
                  </a:extLst>
                </a:gridCol>
                <a:gridCol w="935884">
                  <a:extLst>
                    <a:ext uri="{9D8B030D-6E8A-4147-A177-3AD203B41FA5}">
                      <a16:colId xmlns:a16="http://schemas.microsoft.com/office/drawing/2014/main" val="1754446377"/>
                    </a:ext>
                  </a:extLst>
                </a:gridCol>
                <a:gridCol w="935884">
                  <a:extLst>
                    <a:ext uri="{9D8B030D-6E8A-4147-A177-3AD203B41FA5}">
                      <a16:colId xmlns:a16="http://schemas.microsoft.com/office/drawing/2014/main" val="1217927104"/>
                    </a:ext>
                  </a:extLst>
                </a:gridCol>
                <a:gridCol w="935884">
                  <a:extLst>
                    <a:ext uri="{9D8B030D-6E8A-4147-A177-3AD203B41FA5}">
                      <a16:colId xmlns:a16="http://schemas.microsoft.com/office/drawing/2014/main" val="1536033202"/>
                    </a:ext>
                  </a:extLst>
                </a:gridCol>
                <a:gridCol w="935884">
                  <a:extLst>
                    <a:ext uri="{9D8B030D-6E8A-4147-A177-3AD203B41FA5}">
                      <a16:colId xmlns:a16="http://schemas.microsoft.com/office/drawing/2014/main" val="4043156477"/>
                    </a:ext>
                  </a:extLst>
                </a:gridCol>
                <a:gridCol w="935884">
                  <a:extLst>
                    <a:ext uri="{9D8B030D-6E8A-4147-A177-3AD203B41FA5}">
                      <a16:colId xmlns:a16="http://schemas.microsoft.com/office/drawing/2014/main" val="2059884406"/>
                    </a:ext>
                  </a:extLst>
                </a:gridCol>
                <a:gridCol w="935884">
                  <a:extLst>
                    <a:ext uri="{9D8B030D-6E8A-4147-A177-3AD203B41FA5}">
                      <a16:colId xmlns:a16="http://schemas.microsoft.com/office/drawing/2014/main" val="1431727528"/>
                    </a:ext>
                  </a:extLst>
                </a:gridCol>
                <a:gridCol w="935884">
                  <a:extLst>
                    <a:ext uri="{9D8B030D-6E8A-4147-A177-3AD203B41FA5}">
                      <a16:colId xmlns:a16="http://schemas.microsoft.com/office/drawing/2014/main" val="2665324006"/>
                    </a:ext>
                  </a:extLst>
                </a:gridCol>
                <a:gridCol w="935884">
                  <a:extLst>
                    <a:ext uri="{9D8B030D-6E8A-4147-A177-3AD203B41FA5}">
                      <a16:colId xmlns:a16="http://schemas.microsoft.com/office/drawing/2014/main" val="788781497"/>
                    </a:ext>
                  </a:extLst>
                </a:gridCol>
                <a:gridCol w="935884">
                  <a:extLst>
                    <a:ext uri="{9D8B030D-6E8A-4147-A177-3AD203B41FA5}">
                      <a16:colId xmlns:a16="http://schemas.microsoft.com/office/drawing/2014/main" val="3205292133"/>
                    </a:ext>
                  </a:extLst>
                </a:gridCol>
                <a:gridCol w="935884">
                  <a:extLst>
                    <a:ext uri="{9D8B030D-6E8A-4147-A177-3AD203B41FA5}">
                      <a16:colId xmlns:a16="http://schemas.microsoft.com/office/drawing/2014/main" val="3860680305"/>
                    </a:ext>
                  </a:extLst>
                </a:gridCol>
                <a:gridCol w="935884">
                  <a:extLst>
                    <a:ext uri="{9D8B030D-6E8A-4147-A177-3AD203B41FA5}">
                      <a16:colId xmlns:a16="http://schemas.microsoft.com/office/drawing/2014/main" val="770187199"/>
                    </a:ext>
                  </a:extLst>
                </a:gridCol>
              </a:tblGrid>
              <a:tr h="370840">
                <a:tc>
                  <a:txBody>
                    <a:bodyPr/>
                    <a:lstStyle/>
                    <a:p>
                      <a:pPr algn="ctr"/>
                      <a:r>
                        <a:rPr lang="en-US" altLang="zh-CN" sz="1200">
                          <a:solidFill>
                            <a:srgbClr val="147485"/>
                          </a:solidFill>
                        </a:rPr>
                        <a:t>JAN</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FEB</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highlight>
                            <a:srgbClr val="FFFFFF"/>
                          </a:highlight>
                        </a:rPr>
                        <a:t>MAR</a:t>
                      </a:r>
                      <a:endParaRPr lang="zh-CN" altLang="en-US" sz="1200">
                        <a:solidFill>
                          <a:srgbClr val="147485"/>
                        </a:solidFill>
                        <a:highlight>
                          <a:srgbClr val="FFFFFF"/>
                        </a:highligh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APR</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MAY</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JUN</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JUL</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AUG</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SEP</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OTC</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NOV</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solidFill>
                            <a:srgbClr val="147485"/>
                          </a:solidFill>
                        </a:rPr>
                        <a:t>DEC</a:t>
                      </a:r>
                      <a:endParaRPr lang="zh-CN" altLang="en-US" sz="1200">
                        <a:solidFill>
                          <a:srgbClr val="147485"/>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1547686"/>
                  </a:ext>
                </a:extLst>
              </a:tr>
            </a:tbl>
          </a:graphicData>
        </a:graphic>
      </p:graphicFrame>
      <p:sp>
        <p:nvSpPr>
          <p:cNvPr id="2" name="Title 1">
            <a:extLst>
              <a:ext uri="{FF2B5EF4-FFF2-40B4-BE49-F238E27FC236}">
                <a16:creationId xmlns:a16="http://schemas.microsoft.com/office/drawing/2014/main" id="{F34F9162-B2EE-6407-82E7-80116CDBF6A1}"/>
              </a:ext>
            </a:extLst>
          </p:cNvPr>
          <p:cNvSpPr>
            <a:spLocks noGrp="1"/>
          </p:cNvSpPr>
          <p:nvPr>
            <p:ph type="title"/>
          </p:nvPr>
        </p:nvSpPr>
        <p:spPr>
          <a:xfrm>
            <a:off x="146331" y="171964"/>
            <a:ext cx="11233151" cy="342767"/>
          </a:xfrm>
        </p:spPr>
        <p:txBody>
          <a:bodyPr/>
          <a:lstStyle/>
          <a:p>
            <a:r>
              <a:rPr lang="en-US" altLang="zh-CN"/>
              <a:t>2025 TA Key Milestone Overview – Eye Health</a:t>
            </a:r>
            <a:endParaRPr lang="zh-CN" altLang="en-US"/>
          </a:p>
        </p:txBody>
      </p:sp>
      <p:sp>
        <p:nvSpPr>
          <p:cNvPr id="6" name="Slide Number Placeholder 5">
            <a:extLst>
              <a:ext uri="{FF2B5EF4-FFF2-40B4-BE49-F238E27FC236}">
                <a16:creationId xmlns:a16="http://schemas.microsoft.com/office/drawing/2014/main" id="{E055EEA7-99BA-F1C3-7B5F-810A639541C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 name="TextBox 18">
            <a:extLst>
              <a:ext uri="{FF2B5EF4-FFF2-40B4-BE49-F238E27FC236}">
                <a16:creationId xmlns:a16="http://schemas.microsoft.com/office/drawing/2014/main" id="{8D3F8796-63AA-D3F8-F3DD-EEB7C1AE05AE}"/>
              </a:ext>
            </a:extLst>
          </p:cNvPr>
          <p:cNvSpPr txBox="1"/>
          <p:nvPr/>
        </p:nvSpPr>
        <p:spPr>
          <a:xfrm>
            <a:off x="71188" y="1098747"/>
            <a:ext cx="986994" cy="577759"/>
          </a:xfrm>
          <a:prstGeom prst="rect">
            <a:avLst/>
          </a:prstGeom>
          <a:solidFill>
            <a:schemeClr val="tx2"/>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Global milestones</a:t>
            </a:r>
          </a:p>
        </p:txBody>
      </p:sp>
      <p:sp>
        <p:nvSpPr>
          <p:cNvPr id="20" name="TextBox 19">
            <a:extLst>
              <a:ext uri="{FF2B5EF4-FFF2-40B4-BE49-F238E27FC236}">
                <a16:creationId xmlns:a16="http://schemas.microsoft.com/office/drawing/2014/main" id="{D614D453-D18A-3508-560B-4201C99D689D}"/>
              </a:ext>
            </a:extLst>
          </p:cNvPr>
          <p:cNvSpPr txBox="1"/>
          <p:nvPr/>
        </p:nvSpPr>
        <p:spPr>
          <a:xfrm>
            <a:off x="71188" y="5209139"/>
            <a:ext cx="986994" cy="488967"/>
          </a:xfrm>
          <a:prstGeom prst="rect">
            <a:avLst/>
          </a:prstGeom>
          <a:solidFill>
            <a:schemeClr val="tx2"/>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altLang="zh-CN" sz="1400" b="1" i="1" u="none" strike="noStrike" kern="1200" cap="none" spc="0" normalizeH="0" baseline="0" noProof="0">
                <a:ln>
                  <a:noFill/>
                </a:ln>
                <a:solidFill>
                  <a:srgbClr val="000000"/>
                </a:solidFill>
                <a:effectLst/>
                <a:uLnTx/>
                <a:uFillTx/>
                <a:latin typeface="Boehringer Forward Text"/>
                <a:ea typeface="+mn-ea"/>
                <a:cs typeface="+mn-cs"/>
              </a:rPr>
              <a:t>China </a:t>
            </a: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 milestones</a:t>
            </a:r>
          </a:p>
        </p:txBody>
      </p:sp>
      <p:grpSp>
        <p:nvGrpSpPr>
          <p:cNvPr id="211" name="Group 343">
            <a:extLst>
              <a:ext uri="{FF2B5EF4-FFF2-40B4-BE49-F238E27FC236}">
                <a16:creationId xmlns:a16="http://schemas.microsoft.com/office/drawing/2014/main" id="{A6D440EA-5C32-8A5C-59B8-7561E27996C3}"/>
              </a:ext>
            </a:extLst>
          </p:cNvPr>
          <p:cNvGrpSpPr/>
          <p:nvPr/>
        </p:nvGrpSpPr>
        <p:grpSpPr>
          <a:xfrm>
            <a:off x="1867493" y="3031487"/>
            <a:ext cx="324000" cy="324000"/>
            <a:chOff x="5311199" y="2962865"/>
            <a:chExt cx="324000" cy="324000"/>
          </a:xfrm>
        </p:grpSpPr>
        <p:sp>
          <p:nvSpPr>
            <p:cNvPr id="212" name="Oval 344">
              <a:extLst>
                <a:ext uri="{FF2B5EF4-FFF2-40B4-BE49-F238E27FC236}">
                  <a16:creationId xmlns:a16="http://schemas.microsoft.com/office/drawing/2014/main" id="{A49A0061-9589-CE4A-A6AA-11B085858281}"/>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13" name="Group 348">
              <a:extLst>
                <a:ext uri="{FF2B5EF4-FFF2-40B4-BE49-F238E27FC236}">
                  <a16:creationId xmlns:a16="http://schemas.microsoft.com/office/drawing/2014/main" id="{E839E61D-5061-AFC4-5EA9-EA7B488E31BC}"/>
                </a:ext>
              </a:extLst>
            </p:cNvPr>
            <p:cNvGrpSpPr/>
            <p:nvPr/>
          </p:nvGrpSpPr>
          <p:grpSpPr>
            <a:xfrm>
              <a:off x="5373950" y="3024278"/>
              <a:ext cx="198000" cy="198000"/>
              <a:chOff x="5411047" y="3113464"/>
              <a:chExt cx="198000" cy="198000"/>
            </a:xfrm>
          </p:grpSpPr>
          <p:sp>
            <p:nvSpPr>
              <p:cNvPr id="214" name="Oval 349">
                <a:extLst>
                  <a:ext uri="{FF2B5EF4-FFF2-40B4-BE49-F238E27FC236}">
                    <a16:creationId xmlns:a16="http://schemas.microsoft.com/office/drawing/2014/main" id="{38FAA547-9044-34F1-3EAE-94EDDACA6410}"/>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15" name="Graphic 350" descr="Play outline">
                <a:extLst>
                  <a:ext uri="{FF2B5EF4-FFF2-40B4-BE49-F238E27FC236}">
                    <a16:creationId xmlns:a16="http://schemas.microsoft.com/office/drawing/2014/main" id="{40997B26-5BE7-632C-A6AF-8C7846FE09C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sp>
        <p:nvSpPr>
          <p:cNvPr id="216" name="Rectangle 373">
            <a:extLst>
              <a:ext uri="{FF2B5EF4-FFF2-40B4-BE49-F238E27FC236}">
                <a16:creationId xmlns:a16="http://schemas.microsoft.com/office/drawing/2014/main" id="{AFCBF0C5-5004-CC5C-159D-25D97538F82C}"/>
              </a:ext>
            </a:extLst>
          </p:cNvPr>
          <p:cNvSpPr/>
          <p:nvPr/>
        </p:nvSpPr>
        <p:spPr>
          <a:xfrm flipH="1">
            <a:off x="5106981" y="3877704"/>
            <a:ext cx="1284293" cy="506374"/>
          </a:xfrm>
          <a:prstGeom prst="rect">
            <a:avLst/>
          </a:prstGeom>
          <a:solidFill>
            <a:srgbClr val="DAF5F8"/>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  GA ECR </a:t>
            </a:r>
            <a:r>
              <a:rPr kumimoji="0" lang="en-US" sz="1000" b="0" i="0" u="none" strike="noStrike" kern="1200" cap="none" spc="0" normalizeH="0" baseline="0" noProof="0">
                <a:ln>
                  <a:noFill/>
                </a:ln>
                <a:solidFill>
                  <a:srgbClr val="123563"/>
                </a:solidFill>
                <a:effectLst/>
                <a:uLnTx/>
                <a:uFillTx/>
                <a:latin typeface="Boehringer Forward Text"/>
                <a:ea typeface="+mn-ea"/>
                <a:cs typeface="+mn-cs"/>
              </a:rPr>
              <a:t>FPI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23563"/>
                </a:solidFill>
                <a:effectLst/>
                <a:uLnTx/>
                <a:uFillTx/>
                <a:latin typeface="Boehringer Forward Text"/>
                <a:ea typeface="+mn-ea"/>
                <a:cs typeface="+mn-cs"/>
              </a:rPr>
              <a:t>  (</a:t>
            </a:r>
            <a:r>
              <a:rPr lang="en-US" sz="1000">
                <a:solidFill>
                  <a:srgbClr val="123563"/>
                </a:solidFill>
                <a:latin typeface="Boehringer Forward Text"/>
              </a:rPr>
              <a:t>May as best case</a:t>
            </a:r>
            <a:r>
              <a:rPr kumimoji="0" lang="en-US" sz="1000" b="0" i="0" u="none" strike="noStrike" kern="1200" cap="none" spc="0" normalizeH="0" baseline="0" noProof="0">
                <a:ln>
                  <a:noFill/>
                </a:ln>
                <a:solidFill>
                  <a:srgbClr val="123563"/>
                </a:solidFill>
                <a:effectLst/>
                <a:uLnTx/>
                <a:uFillTx/>
                <a:latin typeface="Boehringer Forward Text"/>
                <a:ea typeface="+mn-ea"/>
                <a:cs typeface="+mn-cs"/>
              </a:rPr>
              <a:t>)</a:t>
            </a:r>
          </a:p>
        </p:txBody>
      </p:sp>
      <p:cxnSp>
        <p:nvCxnSpPr>
          <p:cNvPr id="223" name="Straight Connector 222">
            <a:extLst>
              <a:ext uri="{FF2B5EF4-FFF2-40B4-BE49-F238E27FC236}">
                <a16:creationId xmlns:a16="http://schemas.microsoft.com/office/drawing/2014/main" id="{C4A639B2-F02F-6BC3-FF3F-D0C897D541DF}"/>
              </a:ext>
            </a:extLst>
          </p:cNvPr>
          <p:cNvCxnSpPr>
            <a:cxnSpLocks/>
          </p:cNvCxnSpPr>
          <p:nvPr/>
        </p:nvCxnSpPr>
        <p:spPr>
          <a:xfrm flipV="1">
            <a:off x="5107419" y="3411044"/>
            <a:ext cx="0" cy="39710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 name="Arrow: Right 53">
            <a:extLst>
              <a:ext uri="{FF2B5EF4-FFF2-40B4-BE49-F238E27FC236}">
                <a16:creationId xmlns:a16="http://schemas.microsoft.com/office/drawing/2014/main" id="{3890A487-A01B-9620-BB1E-81481B962F31}"/>
              </a:ext>
            </a:extLst>
          </p:cNvPr>
          <p:cNvSpPr/>
          <p:nvPr/>
        </p:nvSpPr>
        <p:spPr>
          <a:xfrm flipH="1">
            <a:off x="5106982" y="3772254"/>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1" name="Group 20">
            <a:extLst>
              <a:ext uri="{FF2B5EF4-FFF2-40B4-BE49-F238E27FC236}">
                <a16:creationId xmlns:a16="http://schemas.microsoft.com/office/drawing/2014/main" id="{114D375B-1FA3-5597-9F19-EC41E5297401}"/>
              </a:ext>
            </a:extLst>
          </p:cNvPr>
          <p:cNvGrpSpPr/>
          <p:nvPr/>
        </p:nvGrpSpPr>
        <p:grpSpPr>
          <a:xfrm>
            <a:off x="4957719" y="1823770"/>
            <a:ext cx="1441618" cy="1575498"/>
            <a:chOff x="5036098" y="1823770"/>
            <a:chExt cx="1441618" cy="1575498"/>
          </a:xfrm>
        </p:grpSpPr>
        <p:grpSp>
          <p:nvGrpSpPr>
            <p:cNvPr id="79" name="Group 343">
              <a:extLst>
                <a:ext uri="{FF2B5EF4-FFF2-40B4-BE49-F238E27FC236}">
                  <a16:creationId xmlns:a16="http://schemas.microsoft.com/office/drawing/2014/main" id="{D3143154-8D74-9D26-D272-43EE314C1A2E}"/>
                </a:ext>
              </a:extLst>
            </p:cNvPr>
            <p:cNvGrpSpPr/>
            <p:nvPr/>
          </p:nvGrpSpPr>
          <p:grpSpPr>
            <a:xfrm>
              <a:off x="5036098" y="3075268"/>
              <a:ext cx="324000" cy="324000"/>
              <a:chOff x="5311199" y="2962865"/>
              <a:chExt cx="324000" cy="324000"/>
            </a:xfrm>
          </p:grpSpPr>
          <p:sp>
            <p:nvSpPr>
              <p:cNvPr id="80" name="Oval 344">
                <a:extLst>
                  <a:ext uri="{FF2B5EF4-FFF2-40B4-BE49-F238E27FC236}">
                    <a16:creationId xmlns:a16="http://schemas.microsoft.com/office/drawing/2014/main" id="{AA4A96BB-A25C-E2BC-A36D-F52681D8C965}"/>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81" name="Group 348">
                <a:extLst>
                  <a:ext uri="{FF2B5EF4-FFF2-40B4-BE49-F238E27FC236}">
                    <a16:creationId xmlns:a16="http://schemas.microsoft.com/office/drawing/2014/main" id="{D8AA6253-08EF-D75F-1AB7-53A038BB8299}"/>
                  </a:ext>
                </a:extLst>
              </p:cNvPr>
              <p:cNvGrpSpPr/>
              <p:nvPr/>
            </p:nvGrpSpPr>
            <p:grpSpPr>
              <a:xfrm>
                <a:off x="5373950" y="3024278"/>
                <a:ext cx="198000" cy="198000"/>
                <a:chOff x="5411047" y="3113464"/>
                <a:chExt cx="198000" cy="198000"/>
              </a:xfrm>
            </p:grpSpPr>
            <p:sp>
              <p:nvSpPr>
                <p:cNvPr id="82" name="Oval 349">
                  <a:extLst>
                    <a:ext uri="{FF2B5EF4-FFF2-40B4-BE49-F238E27FC236}">
                      <a16:creationId xmlns:a16="http://schemas.microsoft.com/office/drawing/2014/main" id="{A0B01C75-B0BF-C634-E372-3956010BC67A}"/>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83" name="Graphic 350" descr="Play outline">
                  <a:extLst>
                    <a:ext uri="{FF2B5EF4-FFF2-40B4-BE49-F238E27FC236}">
                      <a16:creationId xmlns:a16="http://schemas.microsoft.com/office/drawing/2014/main" id="{4FC18D94-0561-95A9-49A7-37E341BD5208}"/>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84" name="Straight Connector 83">
              <a:extLst>
                <a:ext uri="{FF2B5EF4-FFF2-40B4-BE49-F238E27FC236}">
                  <a16:creationId xmlns:a16="http://schemas.microsoft.com/office/drawing/2014/main" id="{3EF09B7D-256F-A145-EEDE-C63F7446BB19}"/>
                </a:ext>
              </a:extLst>
            </p:cNvPr>
            <p:cNvCxnSpPr>
              <a:cxnSpLocks/>
            </p:cNvCxnSpPr>
            <p:nvPr/>
          </p:nvCxnSpPr>
          <p:spPr>
            <a:xfrm flipV="1">
              <a:off x="5193862" y="1878830"/>
              <a:ext cx="3966" cy="118872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86" name="Rectangle 373">
              <a:extLst>
                <a:ext uri="{FF2B5EF4-FFF2-40B4-BE49-F238E27FC236}">
                  <a16:creationId xmlns:a16="http://schemas.microsoft.com/office/drawing/2014/main" id="{6CB226A9-D187-6537-475C-A5800E9DECC4}"/>
                </a:ext>
              </a:extLst>
            </p:cNvPr>
            <p:cNvSpPr/>
            <p:nvPr/>
          </p:nvSpPr>
          <p:spPr>
            <a:xfrm flipH="1">
              <a:off x="5301862" y="1823770"/>
              <a:ext cx="1175854" cy="566880"/>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123563"/>
                  </a:solidFill>
                  <a:effectLst/>
                  <a:uLnTx/>
                  <a:uFillTx/>
                  <a:latin typeface="Boehringer Forward Text"/>
                  <a:ea typeface="+mn-ea"/>
                  <a:cs typeface="+mn-cs"/>
                </a:rPr>
                <a:t>PKKi</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 - DME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23563"/>
                  </a:solidFill>
                  <a:effectLst/>
                  <a:uLnTx/>
                  <a:uFillTx/>
                  <a:latin typeface="Boehringer Forward Text"/>
                  <a:ea typeface="+mn-ea"/>
                  <a:cs typeface="+mn-cs"/>
                </a:rPr>
                <a:t>Ph2b FSS (May)</a:t>
              </a:r>
            </a:p>
          </p:txBody>
        </p:sp>
        <p:sp>
          <p:nvSpPr>
            <p:cNvPr id="8" name="Arrow: Right 53">
              <a:extLst>
                <a:ext uri="{FF2B5EF4-FFF2-40B4-BE49-F238E27FC236}">
                  <a16:creationId xmlns:a16="http://schemas.microsoft.com/office/drawing/2014/main" id="{4AFD0F58-4498-1C71-30EB-94514D20018B}"/>
                </a:ext>
              </a:extLst>
            </p:cNvPr>
            <p:cNvSpPr/>
            <p:nvPr/>
          </p:nvSpPr>
          <p:spPr>
            <a:xfrm flipH="1">
              <a:off x="5186604" y="1867162"/>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25" name="Group 24">
            <a:extLst>
              <a:ext uri="{FF2B5EF4-FFF2-40B4-BE49-F238E27FC236}">
                <a16:creationId xmlns:a16="http://schemas.microsoft.com/office/drawing/2014/main" id="{BB673623-202D-B423-66B1-57DBB9CDE444}"/>
              </a:ext>
            </a:extLst>
          </p:cNvPr>
          <p:cNvGrpSpPr/>
          <p:nvPr/>
        </p:nvGrpSpPr>
        <p:grpSpPr>
          <a:xfrm>
            <a:off x="3074934" y="3079717"/>
            <a:ext cx="324000" cy="324000"/>
            <a:chOff x="2124108" y="2977434"/>
            <a:chExt cx="324000" cy="324000"/>
          </a:xfrm>
        </p:grpSpPr>
        <p:sp>
          <p:nvSpPr>
            <p:cNvPr id="28" name="Oval 27">
              <a:extLst>
                <a:ext uri="{FF2B5EF4-FFF2-40B4-BE49-F238E27FC236}">
                  <a16:creationId xmlns:a16="http://schemas.microsoft.com/office/drawing/2014/main" id="{EC709880-2C01-BA18-7081-F6AF7260DE01}"/>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9" name="Oval 28">
              <a:extLst>
                <a:ext uri="{FF2B5EF4-FFF2-40B4-BE49-F238E27FC236}">
                  <a16:creationId xmlns:a16="http://schemas.microsoft.com/office/drawing/2014/main" id="{AAF7BE1E-6FA9-4E7A-1471-2B0936F9B298}"/>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0" name="Graphic 29" descr="Diamond with solid fill">
              <a:extLst>
                <a:ext uri="{FF2B5EF4-FFF2-40B4-BE49-F238E27FC236}">
                  <a16:creationId xmlns:a16="http://schemas.microsoft.com/office/drawing/2014/main" id="{8806FF94-2D0D-C294-7972-D781BDFDB97D}"/>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31" name="Rectangle 373">
            <a:extLst>
              <a:ext uri="{FF2B5EF4-FFF2-40B4-BE49-F238E27FC236}">
                <a16:creationId xmlns:a16="http://schemas.microsoft.com/office/drawing/2014/main" id="{346B2125-C1BE-3B12-145A-8E8932A64151}"/>
              </a:ext>
            </a:extLst>
          </p:cNvPr>
          <p:cNvSpPr/>
          <p:nvPr/>
        </p:nvSpPr>
        <p:spPr>
          <a:xfrm flipH="1">
            <a:off x="3323021" y="4774950"/>
            <a:ext cx="1284149" cy="434189"/>
          </a:xfrm>
          <a:prstGeom prst="rect">
            <a:avLst/>
          </a:prstGeom>
          <a:noFill/>
          <a:ln w="28575">
            <a:solidFill>
              <a:schemeClr val="tx2"/>
            </a:solid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err="1">
                <a:ln>
                  <a:noFill/>
                </a:ln>
                <a:solidFill>
                  <a:srgbClr val="002060"/>
                </a:solidFill>
                <a:effectLst/>
                <a:uLnTx/>
                <a:uFillTx/>
                <a:latin typeface="Boehringer Forward Text"/>
                <a:ea typeface="+mn-ea"/>
                <a:cs typeface="+mn-cs"/>
              </a:rPr>
              <a:t>PKKi</a:t>
            </a:r>
            <a:r>
              <a:rPr kumimoji="0" lang="en-US" altLang="zh-CN" sz="1000" b="0" i="0" u="none" strike="noStrike" kern="1200" cap="none" spc="0" normalizeH="0" baseline="0" noProof="0" dirty="0">
                <a:ln>
                  <a:noFill/>
                </a:ln>
                <a:solidFill>
                  <a:srgbClr val="002060"/>
                </a:solidFill>
                <a:effectLst/>
                <a:uLnTx/>
                <a:uFillTx/>
                <a:latin typeface="Boehringer Forward Text"/>
                <a:ea typeface="+mn-ea"/>
                <a:cs typeface="+mn-cs"/>
              </a:rPr>
              <a:t> - DME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2060"/>
                </a:solidFill>
                <a:effectLst/>
                <a:uLnTx/>
                <a:uFillTx/>
                <a:latin typeface="Boehringer Forward Text"/>
                <a:ea typeface="+mn-ea"/>
                <a:cs typeface="+mn-cs"/>
              </a:rPr>
              <a:t>Ph2 CTA Sub (Mar)</a:t>
            </a:r>
          </a:p>
        </p:txBody>
      </p:sp>
      <p:cxnSp>
        <p:nvCxnSpPr>
          <p:cNvPr id="225" name="Straight Connector 224">
            <a:extLst>
              <a:ext uri="{FF2B5EF4-FFF2-40B4-BE49-F238E27FC236}">
                <a16:creationId xmlns:a16="http://schemas.microsoft.com/office/drawing/2014/main" id="{3481F817-4C7B-A6E9-0AA5-254BDCB566DB}"/>
              </a:ext>
            </a:extLst>
          </p:cNvPr>
          <p:cNvCxnSpPr>
            <a:cxnSpLocks/>
            <a:stCxn id="226" idx="3"/>
          </p:cNvCxnSpPr>
          <p:nvPr/>
        </p:nvCxnSpPr>
        <p:spPr>
          <a:xfrm flipV="1">
            <a:off x="3233361" y="3403717"/>
            <a:ext cx="3573" cy="156104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26" name="Arrow: Right 53">
            <a:extLst>
              <a:ext uri="{FF2B5EF4-FFF2-40B4-BE49-F238E27FC236}">
                <a16:creationId xmlns:a16="http://schemas.microsoft.com/office/drawing/2014/main" id="{406907D5-56C0-9E62-8D92-D62E1C65E4D9}"/>
              </a:ext>
            </a:extLst>
          </p:cNvPr>
          <p:cNvSpPr/>
          <p:nvPr/>
        </p:nvSpPr>
        <p:spPr>
          <a:xfrm flipH="1">
            <a:off x="3233361" y="4910763"/>
            <a:ext cx="108000" cy="108000"/>
          </a:xfrm>
          <a:prstGeom prst="rect">
            <a:avLst/>
          </a:prstGeom>
          <a:solidFill>
            <a:srgbClr val="FFD70E"/>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53" name="Group 252">
            <a:extLst>
              <a:ext uri="{FF2B5EF4-FFF2-40B4-BE49-F238E27FC236}">
                <a16:creationId xmlns:a16="http://schemas.microsoft.com/office/drawing/2014/main" id="{3CBCD128-7BE8-70B1-6432-3B961C1A128D}"/>
              </a:ext>
            </a:extLst>
          </p:cNvPr>
          <p:cNvGrpSpPr/>
          <p:nvPr/>
        </p:nvGrpSpPr>
        <p:grpSpPr>
          <a:xfrm>
            <a:off x="6363963" y="3076256"/>
            <a:ext cx="1719730" cy="1801009"/>
            <a:chOff x="8599892" y="3076256"/>
            <a:chExt cx="1719730" cy="1801009"/>
          </a:xfrm>
        </p:grpSpPr>
        <p:grpSp>
          <p:nvGrpSpPr>
            <p:cNvPr id="227" name="Group 226">
              <a:extLst>
                <a:ext uri="{FF2B5EF4-FFF2-40B4-BE49-F238E27FC236}">
                  <a16:creationId xmlns:a16="http://schemas.microsoft.com/office/drawing/2014/main" id="{F562E0E8-47D0-6A9E-EE39-17532D90139E}"/>
                </a:ext>
              </a:extLst>
            </p:cNvPr>
            <p:cNvGrpSpPr/>
            <p:nvPr/>
          </p:nvGrpSpPr>
          <p:grpSpPr>
            <a:xfrm>
              <a:off x="8599892" y="3076256"/>
              <a:ext cx="324000" cy="324000"/>
              <a:chOff x="2124108" y="2977434"/>
              <a:chExt cx="324000" cy="324000"/>
            </a:xfrm>
          </p:grpSpPr>
          <p:sp>
            <p:nvSpPr>
              <p:cNvPr id="230" name="Oval 229">
                <a:extLst>
                  <a:ext uri="{FF2B5EF4-FFF2-40B4-BE49-F238E27FC236}">
                    <a16:creationId xmlns:a16="http://schemas.microsoft.com/office/drawing/2014/main" id="{FD87DA34-E9EB-16B6-4C54-F39C4CAE2E0C}"/>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31" name="Oval 230">
                <a:extLst>
                  <a:ext uri="{FF2B5EF4-FFF2-40B4-BE49-F238E27FC236}">
                    <a16:creationId xmlns:a16="http://schemas.microsoft.com/office/drawing/2014/main" id="{DFC360AC-A4CA-7CDC-8D0B-7CBDB92799F9}"/>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32" name="Graphic 231" descr="Diamond with solid fill">
                <a:extLst>
                  <a:ext uri="{FF2B5EF4-FFF2-40B4-BE49-F238E27FC236}">
                    <a16:creationId xmlns:a16="http://schemas.microsoft.com/office/drawing/2014/main" id="{AFC78C27-38D0-94B9-6BC3-227CA3E10F8A}"/>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sp>
          <p:nvSpPr>
            <p:cNvPr id="250" name="Rectangle 373">
              <a:extLst>
                <a:ext uri="{FF2B5EF4-FFF2-40B4-BE49-F238E27FC236}">
                  <a16:creationId xmlns:a16="http://schemas.microsoft.com/office/drawing/2014/main" id="{E8B2C59F-0DFF-C970-7337-9F08DF795927}"/>
                </a:ext>
              </a:extLst>
            </p:cNvPr>
            <p:cNvSpPr/>
            <p:nvPr/>
          </p:nvSpPr>
          <p:spPr>
            <a:xfrm flipH="1">
              <a:off x="8855601" y="4370891"/>
              <a:ext cx="1464021" cy="50637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DR/DME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23563"/>
                  </a:solidFill>
                  <a:effectLst/>
                  <a:uLnTx/>
                  <a:uFillTx/>
                  <a:latin typeface="Boehringer Forward Text"/>
                  <a:ea typeface="+mn-ea"/>
                  <a:cs typeface="+mn-cs"/>
                </a:rPr>
                <a:t>CN AB Meeting (</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Jul</a:t>
              </a:r>
              <a:r>
                <a:rPr kumimoji="0" lang="en-US" sz="1000" b="0" i="0" u="none" strike="noStrike" kern="1200" cap="none" spc="0" normalizeH="0" baseline="0" noProof="0">
                  <a:ln>
                    <a:noFill/>
                  </a:ln>
                  <a:solidFill>
                    <a:srgbClr val="123563"/>
                  </a:solidFill>
                  <a:effectLst/>
                  <a:uLnTx/>
                  <a:uFillTx/>
                  <a:latin typeface="Boehringer Forward Text"/>
                  <a:ea typeface="+mn-ea"/>
                  <a:cs typeface="+mn-cs"/>
                </a:rPr>
                <a:t>)</a:t>
              </a:r>
            </a:p>
          </p:txBody>
        </p:sp>
        <p:cxnSp>
          <p:nvCxnSpPr>
            <p:cNvPr id="251" name="Straight Connector 250">
              <a:extLst>
                <a:ext uri="{FF2B5EF4-FFF2-40B4-BE49-F238E27FC236}">
                  <a16:creationId xmlns:a16="http://schemas.microsoft.com/office/drawing/2014/main" id="{0092DE16-D738-3D7E-9D25-AE40780DBFC5}"/>
                </a:ext>
              </a:extLst>
            </p:cNvPr>
            <p:cNvCxnSpPr>
              <a:cxnSpLocks/>
              <a:stCxn id="252" idx="3"/>
              <a:endCxn id="230" idx="4"/>
            </p:cNvCxnSpPr>
            <p:nvPr/>
          </p:nvCxnSpPr>
          <p:spPr>
            <a:xfrm flipH="1" flipV="1">
              <a:off x="8761892" y="3400256"/>
              <a:ext cx="2501" cy="108228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52" name="Arrow: Right 53">
              <a:extLst>
                <a:ext uri="{FF2B5EF4-FFF2-40B4-BE49-F238E27FC236}">
                  <a16:creationId xmlns:a16="http://schemas.microsoft.com/office/drawing/2014/main" id="{0C6B445E-F967-61A2-65D1-E1792A66F9B2}"/>
                </a:ext>
              </a:extLst>
            </p:cNvPr>
            <p:cNvSpPr/>
            <p:nvPr/>
          </p:nvSpPr>
          <p:spPr>
            <a:xfrm flipH="1">
              <a:off x="8764393" y="4428537"/>
              <a:ext cx="108000" cy="108000"/>
            </a:xfrm>
            <a:prstGeom prst="rect">
              <a:avLst/>
            </a:prstGeom>
            <a:solidFill>
              <a:srgbClr val="80008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40" name="Rectangle 373">
            <a:extLst>
              <a:ext uri="{FF2B5EF4-FFF2-40B4-BE49-F238E27FC236}">
                <a16:creationId xmlns:a16="http://schemas.microsoft.com/office/drawing/2014/main" id="{90B4BF4D-0BEE-A70B-1555-09AB20B5BB00}"/>
              </a:ext>
            </a:extLst>
          </p:cNvPr>
          <p:cNvSpPr/>
          <p:nvPr/>
        </p:nvSpPr>
        <p:spPr>
          <a:xfrm flipH="1">
            <a:off x="10318308" y="5158663"/>
            <a:ext cx="1555649" cy="801074"/>
          </a:xfrm>
          <a:prstGeom prst="rect">
            <a:avLst/>
          </a:prstGeom>
          <a:solidFill>
            <a:srgbClr val="FFC000"/>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123563"/>
                </a:solidFill>
                <a:effectLst/>
                <a:uLnTx/>
                <a:uFillTx/>
                <a:latin typeface="Boehringer Forward Text"/>
                <a:ea typeface="+mn-ea"/>
                <a:cs typeface="+mn-cs"/>
              </a:rPr>
              <a:t>PKKi</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 – DME Ph2  1</a:t>
            </a:r>
            <a:r>
              <a:rPr kumimoji="0" lang="en-US" altLang="zh-CN" sz="1000" b="0" i="0" u="none" strike="noStrike" kern="1200" cap="none" spc="0" normalizeH="0" baseline="30000" noProof="0">
                <a:ln>
                  <a:noFill/>
                </a:ln>
                <a:solidFill>
                  <a:srgbClr val="123563"/>
                </a:solidFill>
                <a:effectLst/>
                <a:uLnTx/>
                <a:uFillTx/>
                <a:latin typeface="Boehringer Forward Text"/>
                <a:ea typeface="+mn-ea"/>
                <a:cs typeface="+mn-cs"/>
              </a:rPr>
              <a:t>st</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 SIV </a:t>
            </a:r>
          </a:p>
          <a:p>
            <a:pPr>
              <a:defRPr/>
            </a:pPr>
            <a:r>
              <a:rPr lang="en-US" altLang="zh-CN" sz="1000">
                <a:solidFill>
                  <a:srgbClr val="123563"/>
                </a:solidFill>
                <a:latin typeface="Boehringer Forward Text"/>
              </a:rPr>
              <a:t>Local </a:t>
            </a:r>
            <a:r>
              <a:rPr lang="en-US" altLang="zh-CN" sz="1000" err="1">
                <a:solidFill>
                  <a:srgbClr val="123563"/>
                </a:solidFill>
                <a:latin typeface="Boehringer Forward Text"/>
              </a:rPr>
              <a:t>eAT</a:t>
            </a:r>
            <a:r>
              <a:rPr lang="en-US" altLang="zh-CN" sz="1000">
                <a:solidFill>
                  <a:srgbClr val="123563"/>
                </a:solidFill>
                <a:latin typeface="Boehringer Forward Text"/>
              </a:rPr>
              <a:t> propose: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123563"/>
                </a:solidFill>
                <a:effectLst/>
                <a:uLnTx/>
                <a:uFillTx/>
                <a:latin typeface="Boehringer Forward Text"/>
                <a:ea typeface="+mn-ea"/>
                <a:cs typeface="+mn-cs"/>
              </a:rPr>
              <a:t>Jan/Feb 2026 </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(before Spring Festival)</a:t>
            </a:r>
          </a:p>
        </p:txBody>
      </p:sp>
      <p:sp>
        <p:nvSpPr>
          <p:cNvPr id="39" name="Arrow: Right 53">
            <a:extLst>
              <a:ext uri="{FF2B5EF4-FFF2-40B4-BE49-F238E27FC236}">
                <a16:creationId xmlns:a16="http://schemas.microsoft.com/office/drawing/2014/main" id="{3C14E140-5C7F-FE43-FCA0-13CE14DEBBF9}"/>
              </a:ext>
            </a:extLst>
          </p:cNvPr>
          <p:cNvSpPr/>
          <p:nvPr/>
        </p:nvSpPr>
        <p:spPr>
          <a:xfrm flipH="1">
            <a:off x="10129819" y="5433491"/>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47" name="Group 46">
            <a:extLst>
              <a:ext uri="{FF2B5EF4-FFF2-40B4-BE49-F238E27FC236}">
                <a16:creationId xmlns:a16="http://schemas.microsoft.com/office/drawing/2014/main" id="{990F30A9-1D8E-EE23-2127-D64B563E6C09}"/>
              </a:ext>
            </a:extLst>
          </p:cNvPr>
          <p:cNvGrpSpPr/>
          <p:nvPr/>
        </p:nvGrpSpPr>
        <p:grpSpPr>
          <a:xfrm>
            <a:off x="359231" y="1823770"/>
            <a:ext cx="1441618" cy="1575498"/>
            <a:chOff x="5036098" y="1823770"/>
            <a:chExt cx="1441618" cy="1575498"/>
          </a:xfrm>
        </p:grpSpPr>
        <p:grpSp>
          <p:nvGrpSpPr>
            <p:cNvPr id="48" name="Group 343">
              <a:extLst>
                <a:ext uri="{FF2B5EF4-FFF2-40B4-BE49-F238E27FC236}">
                  <a16:creationId xmlns:a16="http://schemas.microsoft.com/office/drawing/2014/main" id="{775508D3-03D9-F80D-B3B1-CCCD6A29AD7C}"/>
                </a:ext>
              </a:extLst>
            </p:cNvPr>
            <p:cNvGrpSpPr/>
            <p:nvPr/>
          </p:nvGrpSpPr>
          <p:grpSpPr>
            <a:xfrm>
              <a:off x="5036098" y="3075268"/>
              <a:ext cx="324000" cy="324000"/>
              <a:chOff x="5311199" y="2962865"/>
              <a:chExt cx="324000" cy="324000"/>
            </a:xfrm>
          </p:grpSpPr>
          <p:sp>
            <p:nvSpPr>
              <p:cNvPr id="52" name="Oval 344">
                <a:extLst>
                  <a:ext uri="{FF2B5EF4-FFF2-40B4-BE49-F238E27FC236}">
                    <a16:creationId xmlns:a16="http://schemas.microsoft.com/office/drawing/2014/main" id="{F082DAA9-C6D5-DD8D-A2A5-C7794F487A97}"/>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53" name="Group 348">
                <a:extLst>
                  <a:ext uri="{FF2B5EF4-FFF2-40B4-BE49-F238E27FC236}">
                    <a16:creationId xmlns:a16="http://schemas.microsoft.com/office/drawing/2014/main" id="{3D9D2F16-0212-5269-756C-C7E6E8B083EC}"/>
                  </a:ext>
                </a:extLst>
              </p:cNvPr>
              <p:cNvGrpSpPr/>
              <p:nvPr/>
            </p:nvGrpSpPr>
            <p:grpSpPr>
              <a:xfrm>
                <a:off x="5373950" y="3024278"/>
                <a:ext cx="198000" cy="198000"/>
                <a:chOff x="5411047" y="3113464"/>
                <a:chExt cx="198000" cy="198000"/>
              </a:xfrm>
            </p:grpSpPr>
            <p:sp>
              <p:nvSpPr>
                <p:cNvPr id="54" name="Oval 349">
                  <a:extLst>
                    <a:ext uri="{FF2B5EF4-FFF2-40B4-BE49-F238E27FC236}">
                      <a16:creationId xmlns:a16="http://schemas.microsoft.com/office/drawing/2014/main" id="{BF077DCF-2963-99B2-8881-B6F449FAD981}"/>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55" name="Graphic 350" descr="Play outline">
                  <a:extLst>
                    <a:ext uri="{FF2B5EF4-FFF2-40B4-BE49-F238E27FC236}">
                      <a16:creationId xmlns:a16="http://schemas.microsoft.com/office/drawing/2014/main" id="{D1A2F654-7AD5-D647-9940-D78741D5E662}"/>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49" name="Straight Connector 48">
              <a:extLst>
                <a:ext uri="{FF2B5EF4-FFF2-40B4-BE49-F238E27FC236}">
                  <a16:creationId xmlns:a16="http://schemas.microsoft.com/office/drawing/2014/main" id="{CA373CFB-CD18-4F9C-B4E0-D3D52C4BCC25}"/>
                </a:ext>
              </a:extLst>
            </p:cNvPr>
            <p:cNvCxnSpPr>
              <a:cxnSpLocks/>
            </p:cNvCxnSpPr>
            <p:nvPr/>
          </p:nvCxnSpPr>
          <p:spPr>
            <a:xfrm flipV="1">
              <a:off x="5193862" y="1878830"/>
              <a:ext cx="3966" cy="118872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50" name="Rectangle 373">
              <a:extLst>
                <a:ext uri="{FF2B5EF4-FFF2-40B4-BE49-F238E27FC236}">
                  <a16:creationId xmlns:a16="http://schemas.microsoft.com/office/drawing/2014/main" id="{DE10F8F5-A574-650C-F029-69FCC73888C5}"/>
                </a:ext>
              </a:extLst>
            </p:cNvPr>
            <p:cNvSpPr/>
            <p:nvPr/>
          </p:nvSpPr>
          <p:spPr>
            <a:xfrm flipH="1">
              <a:off x="5301862" y="1823770"/>
              <a:ext cx="1175854" cy="397346"/>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chemeClr val="bg1">
                      <a:lumMod val="65000"/>
                    </a:schemeClr>
                  </a:solidFill>
                  <a:effectLst/>
                  <a:uLnTx/>
                  <a:uFillTx/>
                  <a:latin typeface="Boehringer Forward Text"/>
                  <a:ea typeface="+mn-ea"/>
                  <a:cs typeface="+mn-cs"/>
                </a:rPr>
                <a:t>PAFR </a:t>
              </a:r>
              <a:r>
                <a:rPr kumimoji="0" lang="en-US" altLang="zh-CN" sz="1000" b="0" i="0" u="none" strike="noStrike" kern="1200" cap="none" spc="0" normalizeH="0" baseline="0" noProof="0" err="1">
                  <a:ln>
                    <a:noFill/>
                  </a:ln>
                  <a:solidFill>
                    <a:schemeClr val="bg1">
                      <a:lumMod val="65000"/>
                    </a:schemeClr>
                  </a:solidFill>
                  <a:effectLst/>
                  <a:uLnTx/>
                  <a:uFillTx/>
                  <a:latin typeface="Boehringer Forward Text"/>
                  <a:ea typeface="+mn-ea"/>
                  <a:cs typeface="+mn-cs"/>
                </a:rPr>
                <a:t>Antago</a:t>
              </a:r>
              <a:r>
                <a:rPr kumimoji="0" lang="en-US" altLang="zh-CN" sz="1000" b="0" i="0" u="none" strike="noStrike" kern="1200" cap="none" spc="0" normalizeH="0" baseline="0" noProof="0">
                  <a:ln>
                    <a:noFill/>
                  </a:ln>
                  <a:solidFill>
                    <a:schemeClr val="bg1">
                      <a:lumMod val="65000"/>
                    </a:schemeClr>
                  </a:solidFill>
                  <a:effectLst/>
                  <a:uLnTx/>
                  <a:uFillTx/>
                  <a:latin typeface="Boehringer Forward Text"/>
                  <a:ea typeface="+mn-ea"/>
                  <a:cs typeface="+mn-cs"/>
                </a:rPr>
                <a:t> - GA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65000"/>
                    </a:schemeClr>
                  </a:solidFill>
                  <a:effectLst/>
                  <a:uLnTx/>
                  <a:uFillTx/>
                  <a:latin typeface="Boehringer Forward Text"/>
                  <a:ea typeface="+mn-ea"/>
                  <a:cs typeface="+mn-cs"/>
                </a:rPr>
                <a:t>Ph2 FSS (Jan)</a:t>
              </a:r>
            </a:p>
          </p:txBody>
        </p:sp>
        <p:sp>
          <p:nvSpPr>
            <p:cNvPr id="51" name="Arrow: Right 53">
              <a:extLst>
                <a:ext uri="{FF2B5EF4-FFF2-40B4-BE49-F238E27FC236}">
                  <a16:creationId xmlns:a16="http://schemas.microsoft.com/office/drawing/2014/main" id="{2E110284-5260-0B99-EB12-DD5AB3748103}"/>
                </a:ext>
              </a:extLst>
            </p:cNvPr>
            <p:cNvSpPr/>
            <p:nvPr/>
          </p:nvSpPr>
          <p:spPr>
            <a:xfrm flipH="1">
              <a:off x="5186604" y="1867162"/>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275" name="Group 274">
            <a:extLst>
              <a:ext uri="{FF2B5EF4-FFF2-40B4-BE49-F238E27FC236}">
                <a16:creationId xmlns:a16="http://schemas.microsoft.com/office/drawing/2014/main" id="{F77293E8-197E-531E-536E-635C13C9E063}"/>
              </a:ext>
            </a:extLst>
          </p:cNvPr>
          <p:cNvGrpSpPr/>
          <p:nvPr/>
        </p:nvGrpSpPr>
        <p:grpSpPr>
          <a:xfrm>
            <a:off x="5477220" y="2239153"/>
            <a:ext cx="1441618" cy="1157481"/>
            <a:chOff x="5036098" y="2241787"/>
            <a:chExt cx="1441618" cy="1157481"/>
          </a:xfrm>
        </p:grpSpPr>
        <p:grpSp>
          <p:nvGrpSpPr>
            <p:cNvPr id="276" name="Group 343">
              <a:extLst>
                <a:ext uri="{FF2B5EF4-FFF2-40B4-BE49-F238E27FC236}">
                  <a16:creationId xmlns:a16="http://schemas.microsoft.com/office/drawing/2014/main" id="{F8A2D415-582D-C290-6A05-CD1FAE4D3896}"/>
                </a:ext>
              </a:extLst>
            </p:cNvPr>
            <p:cNvGrpSpPr/>
            <p:nvPr/>
          </p:nvGrpSpPr>
          <p:grpSpPr>
            <a:xfrm>
              <a:off x="5036098" y="3075268"/>
              <a:ext cx="324000" cy="324000"/>
              <a:chOff x="5311199" y="2962865"/>
              <a:chExt cx="324000" cy="324000"/>
            </a:xfrm>
          </p:grpSpPr>
          <p:sp>
            <p:nvSpPr>
              <p:cNvPr id="280" name="Oval 344">
                <a:extLst>
                  <a:ext uri="{FF2B5EF4-FFF2-40B4-BE49-F238E27FC236}">
                    <a16:creationId xmlns:a16="http://schemas.microsoft.com/office/drawing/2014/main" id="{6EDAC2B9-B192-9EA4-87E9-5745E4A5BF38}"/>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81" name="Group 348">
                <a:extLst>
                  <a:ext uri="{FF2B5EF4-FFF2-40B4-BE49-F238E27FC236}">
                    <a16:creationId xmlns:a16="http://schemas.microsoft.com/office/drawing/2014/main" id="{D1AF6402-E3FB-DF58-FB41-C23CA628C218}"/>
                  </a:ext>
                </a:extLst>
              </p:cNvPr>
              <p:cNvGrpSpPr/>
              <p:nvPr/>
            </p:nvGrpSpPr>
            <p:grpSpPr>
              <a:xfrm>
                <a:off x="5373950" y="3024278"/>
                <a:ext cx="198000" cy="198000"/>
                <a:chOff x="5411047" y="3113464"/>
                <a:chExt cx="198000" cy="198000"/>
              </a:xfrm>
            </p:grpSpPr>
            <p:sp>
              <p:nvSpPr>
                <p:cNvPr id="282" name="Oval 349">
                  <a:extLst>
                    <a:ext uri="{FF2B5EF4-FFF2-40B4-BE49-F238E27FC236}">
                      <a16:creationId xmlns:a16="http://schemas.microsoft.com/office/drawing/2014/main" id="{4B5004E1-5E8F-5A4C-C876-E17DBD9B3145}"/>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83" name="Graphic 350" descr="Play outline">
                  <a:extLst>
                    <a:ext uri="{FF2B5EF4-FFF2-40B4-BE49-F238E27FC236}">
                      <a16:creationId xmlns:a16="http://schemas.microsoft.com/office/drawing/2014/main" id="{D41E30F4-216B-746C-C68A-D8CE7B060154}"/>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45462" y="3137223"/>
                  <a:ext cx="158314" cy="158314"/>
                </a:xfrm>
                <a:prstGeom prst="rect">
                  <a:avLst/>
                </a:prstGeom>
              </p:spPr>
            </p:pic>
          </p:grpSp>
        </p:grpSp>
        <p:cxnSp>
          <p:nvCxnSpPr>
            <p:cNvPr id="277" name="Straight Connector 276">
              <a:extLst>
                <a:ext uri="{FF2B5EF4-FFF2-40B4-BE49-F238E27FC236}">
                  <a16:creationId xmlns:a16="http://schemas.microsoft.com/office/drawing/2014/main" id="{76717C64-7F6B-EDBE-B30C-7E4A3C113674}"/>
                </a:ext>
              </a:extLst>
            </p:cNvPr>
            <p:cNvCxnSpPr>
              <a:cxnSpLocks/>
              <a:stCxn id="280" idx="0"/>
              <a:endCxn id="279" idx="3"/>
            </p:cNvCxnSpPr>
            <p:nvPr/>
          </p:nvCxnSpPr>
          <p:spPr>
            <a:xfrm flipH="1" flipV="1">
              <a:off x="5195313" y="2339179"/>
              <a:ext cx="2785" cy="736089"/>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78" name="Rectangle 373">
              <a:extLst>
                <a:ext uri="{FF2B5EF4-FFF2-40B4-BE49-F238E27FC236}">
                  <a16:creationId xmlns:a16="http://schemas.microsoft.com/office/drawing/2014/main" id="{F8880033-35A0-71B5-2C88-DFBCE24F548B}"/>
                </a:ext>
              </a:extLst>
            </p:cNvPr>
            <p:cNvSpPr/>
            <p:nvPr/>
          </p:nvSpPr>
          <p:spPr>
            <a:xfrm flipH="1">
              <a:off x="5301862" y="2241787"/>
              <a:ext cx="1175854" cy="431328"/>
            </a:xfrm>
            <a:prstGeom prst="rect">
              <a:avLst/>
            </a:prstGeom>
            <a:solidFill>
              <a:srgbClr val="FFFF00"/>
            </a:solidFill>
            <a:ln w="12700">
              <a:solidFill>
                <a:schemeClr val="tx1"/>
              </a:solidFill>
              <a:prstDash val="dash"/>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FZD4/LRP5 - DME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23563"/>
                  </a:solidFill>
                  <a:effectLst/>
                  <a:uLnTx/>
                  <a:uFillTx/>
                  <a:latin typeface="Boehringer Forward Text"/>
                  <a:ea typeface="+mn-ea"/>
                  <a:cs typeface="+mn-cs"/>
                </a:rPr>
                <a:t>Ph1/2 FSS (Jun)</a:t>
              </a:r>
            </a:p>
          </p:txBody>
        </p:sp>
        <p:sp>
          <p:nvSpPr>
            <p:cNvPr id="279" name="Arrow: Right 53">
              <a:extLst>
                <a:ext uri="{FF2B5EF4-FFF2-40B4-BE49-F238E27FC236}">
                  <a16:creationId xmlns:a16="http://schemas.microsoft.com/office/drawing/2014/main" id="{EA2F2367-284A-19ED-FA94-A00A01C4514E}"/>
                </a:ext>
              </a:extLst>
            </p:cNvPr>
            <p:cNvSpPr/>
            <p:nvPr/>
          </p:nvSpPr>
          <p:spPr>
            <a:xfrm flipH="1">
              <a:off x="5195313" y="2285179"/>
              <a:ext cx="108000" cy="108000"/>
            </a:xfrm>
            <a:prstGeom prst="rect">
              <a:avLst/>
            </a:prstGeom>
            <a:solidFill>
              <a:srgbClr val="00519F"/>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grpSp>
      <p:cxnSp>
        <p:nvCxnSpPr>
          <p:cNvPr id="26" name="Straight Arrow Connector 25">
            <a:extLst>
              <a:ext uri="{FF2B5EF4-FFF2-40B4-BE49-F238E27FC236}">
                <a16:creationId xmlns:a16="http://schemas.microsoft.com/office/drawing/2014/main" id="{5440F6C3-7B50-5C5E-80CF-71DE17C38134}"/>
              </a:ext>
            </a:extLst>
          </p:cNvPr>
          <p:cNvCxnSpPr>
            <a:cxnSpLocks/>
          </p:cNvCxnSpPr>
          <p:nvPr/>
        </p:nvCxnSpPr>
        <p:spPr bwMode="gray">
          <a:xfrm flipV="1">
            <a:off x="4574762" y="5039569"/>
            <a:ext cx="5489380" cy="9735"/>
          </a:xfrm>
          <a:prstGeom prst="straightConnector1">
            <a:avLst/>
          </a:prstGeom>
          <a:ln w="28575">
            <a:solidFill>
              <a:schemeClr val="tx2">
                <a:lumMod val="20000"/>
                <a:lumOff val="8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 name="Shape 100">
            <a:extLst>
              <a:ext uri="{FF2B5EF4-FFF2-40B4-BE49-F238E27FC236}">
                <a16:creationId xmlns:a16="http://schemas.microsoft.com/office/drawing/2014/main" id="{A44047B4-AAF7-EECA-039D-4A80248A9A33}"/>
              </a:ext>
            </a:extLst>
          </p:cNvPr>
          <p:cNvSpPr/>
          <p:nvPr/>
        </p:nvSpPr>
        <p:spPr>
          <a:xfrm>
            <a:off x="4469662" y="1818279"/>
            <a:ext cx="24126" cy="0"/>
          </a:xfrm>
          <a:prstGeom prst="line">
            <a:avLst/>
          </a:prstGeom>
          <a:noFill/>
          <a:ln w="6350">
            <a:solidFill>
              <a:srgbClr val="2CA0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grpSp>
        <p:nvGrpSpPr>
          <p:cNvPr id="9" name="Group 8">
            <a:extLst>
              <a:ext uri="{FF2B5EF4-FFF2-40B4-BE49-F238E27FC236}">
                <a16:creationId xmlns:a16="http://schemas.microsoft.com/office/drawing/2014/main" id="{3B168638-FAEF-4AA5-95BE-CE6E18C44800}"/>
              </a:ext>
            </a:extLst>
          </p:cNvPr>
          <p:cNvGrpSpPr/>
          <p:nvPr/>
        </p:nvGrpSpPr>
        <p:grpSpPr>
          <a:xfrm>
            <a:off x="8799961" y="6617095"/>
            <a:ext cx="1140131" cy="180000"/>
            <a:chOff x="5301735" y="6564954"/>
            <a:chExt cx="1140131" cy="180000"/>
          </a:xfrm>
        </p:grpSpPr>
        <p:sp>
          <p:nvSpPr>
            <p:cNvPr id="11" name="TextBox 10">
              <a:extLst>
                <a:ext uri="{FF2B5EF4-FFF2-40B4-BE49-F238E27FC236}">
                  <a16:creationId xmlns:a16="http://schemas.microsoft.com/office/drawing/2014/main" id="{04BC1DB7-0251-4E5C-A7B5-1F707F6E1156}"/>
                </a:ext>
              </a:extLst>
            </p:cNvPr>
            <p:cNvSpPr txBox="1"/>
            <p:nvPr/>
          </p:nvSpPr>
          <p:spPr>
            <a:xfrm>
              <a:off x="5509249" y="6606240"/>
              <a:ext cx="932617" cy="91969"/>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Study start/ read-out</a:t>
              </a:r>
            </a:p>
          </p:txBody>
        </p:sp>
        <p:grpSp>
          <p:nvGrpSpPr>
            <p:cNvPr id="12" name="Group 11">
              <a:extLst>
                <a:ext uri="{FF2B5EF4-FFF2-40B4-BE49-F238E27FC236}">
                  <a16:creationId xmlns:a16="http://schemas.microsoft.com/office/drawing/2014/main" id="{0CF02511-2B56-1616-B97A-583E1B9EF57E}"/>
                </a:ext>
              </a:extLst>
            </p:cNvPr>
            <p:cNvGrpSpPr/>
            <p:nvPr/>
          </p:nvGrpSpPr>
          <p:grpSpPr>
            <a:xfrm>
              <a:off x="5301735" y="6564954"/>
              <a:ext cx="188349" cy="180000"/>
              <a:chOff x="5411045" y="3113464"/>
              <a:chExt cx="207184" cy="198000"/>
            </a:xfrm>
            <a:noFill/>
          </p:grpSpPr>
          <p:sp>
            <p:nvSpPr>
              <p:cNvPr id="13" name="Oval 12">
                <a:extLst>
                  <a:ext uri="{FF2B5EF4-FFF2-40B4-BE49-F238E27FC236}">
                    <a16:creationId xmlns:a16="http://schemas.microsoft.com/office/drawing/2014/main" id="{BB2F9FC1-B862-05FC-FD7B-BC4C3F04FD71}"/>
                  </a:ext>
                </a:extLst>
              </p:cNvPr>
              <p:cNvSpPr/>
              <p:nvPr/>
            </p:nvSpPr>
            <p:spPr>
              <a:xfrm>
                <a:off x="5411045" y="3113464"/>
                <a:ext cx="201168" cy="198000"/>
              </a:xfrm>
              <a:prstGeom prst="ellipse">
                <a:avLst/>
              </a:prstGeom>
              <a:grp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800" b="0" i="0" u="none" strike="noStrike" kern="1200" cap="none" spc="0" normalizeH="0" baseline="0" noProof="0">
                  <a:ln>
                    <a:noFill/>
                  </a:ln>
                  <a:solidFill>
                    <a:srgbClr val="123563"/>
                  </a:solidFill>
                  <a:effectLst/>
                  <a:uLnTx/>
                  <a:uFillTx/>
                  <a:latin typeface="BISans"/>
                  <a:ea typeface="+mn-ea"/>
                  <a:cs typeface="+mn-cs"/>
                </a:endParaRPr>
              </a:p>
            </p:txBody>
          </p:sp>
          <p:pic>
            <p:nvPicPr>
              <p:cNvPr id="23" name="Graphic 22" descr="Play outline">
                <a:extLst>
                  <a:ext uri="{FF2B5EF4-FFF2-40B4-BE49-F238E27FC236}">
                    <a16:creationId xmlns:a16="http://schemas.microsoft.com/office/drawing/2014/main" id="{1EF8C034-18C5-7AC4-11C3-71BB1F8E027F}"/>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448513" y="3129032"/>
                <a:ext cx="169716" cy="169715"/>
              </a:xfrm>
              <a:prstGeom prst="rect">
                <a:avLst/>
              </a:prstGeom>
            </p:spPr>
          </p:pic>
        </p:grpSp>
      </p:grpSp>
      <p:sp>
        <p:nvSpPr>
          <p:cNvPr id="24" name="TextBox 23">
            <a:extLst>
              <a:ext uri="{FF2B5EF4-FFF2-40B4-BE49-F238E27FC236}">
                <a16:creationId xmlns:a16="http://schemas.microsoft.com/office/drawing/2014/main" id="{6EF394FC-BC3F-874F-67BA-8972771D5053}"/>
              </a:ext>
            </a:extLst>
          </p:cNvPr>
          <p:cNvSpPr txBox="1"/>
          <p:nvPr/>
        </p:nvSpPr>
        <p:spPr>
          <a:xfrm>
            <a:off x="11081635" y="6654708"/>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Milestone</a:t>
            </a:r>
          </a:p>
        </p:txBody>
      </p:sp>
      <p:sp>
        <p:nvSpPr>
          <p:cNvPr id="235" name="Oval 234">
            <a:extLst>
              <a:ext uri="{FF2B5EF4-FFF2-40B4-BE49-F238E27FC236}">
                <a16:creationId xmlns:a16="http://schemas.microsoft.com/office/drawing/2014/main" id="{079C3D5E-EF37-FEE7-FA1B-18FF6081D5EA}"/>
              </a:ext>
            </a:extLst>
          </p:cNvPr>
          <p:cNvSpPr/>
          <p:nvPr/>
        </p:nvSpPr>
        <p:spPr>
          <a:xfrm>
            <a:off x="10874125" y="6631248"/>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ISans"/>
              <a:ea typeface="+mn-ea"/>
              <a:cs typeface="+mn-cs"/>
            </a:endParaRPr>
          </a:p>
        </p:txBody>
      </p:sp>
      <p:pic>
        <p:nvPicPr>
          <p:cNvPr id="236" name="Graphic 235" descr="Diamond with solid fill">
            <a:extLst>
              <a:ext uri="{FF2B5EF4-FFF2-40B4-BE49-F238E27FC236}">
                <a16:creationId xmlns:a16="http://schemas.microsoft.com/office/drawing/2014/main" id="{34EA438B-8642-8212-732B-03409DCA774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86982" y="6644632"/>
            <a:ext cx="154286" cy="154286"/>
          </a:xfrm>
          <a:prstGeom prst="rect">
            <a:avLst/>
          </a:prstGeom>
        </p:spPr>
      </p:pic>
      <p:sp>
        <p:nvSpPr>
          <p:cNvPr id="237" name="Oval 303">
            <a:extLst>
              <a:ext uri="{FF2B5EF4-FFF2-40B4-BE49-F238E27FC236}">
                <a16:creationId xmlns:a16="http://schemas.microsoft.com/office/drawing/2014/main" id="{44A8DD5A-323C-FABD-DED7-B81362AFD751}"/>
              </a:ext>
            </a:extLst>
          </p:cNvPr>
          <p:cNvSpPr/>
          <p:nvPr/>
        </p:nvSpPr>
        <p:spPr>
          <a:xfrm>
            <a:off x="10030309" y="6617094"/>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BISansCond"/>
              <a:ea typeface="+mn-ea"/>
              <a:cs typeface="+mn-cs"/>
            </a:endParaRPr>
          </a:p>
        </p:txBody>
      </p:sp>
      <p:sp>
        <p:nvSpPr>
          <p:cNvPr id="238" name="TextBox 237">
            <a:extLst>
              <a:ext uri="{FF2B5EF4-FFF2-40B4-BE49-F238E27FC236}">
                <a16:creationId xmlns:a16="http://schemas.microsoft.com/office/drawing/2014/main" id="{0BC6DA4C-80A3-5E1C-1AA2-185BC28DC16E}"/>
              </a:ext>
            </a:extLst>
          </p:cNvPr>
          <p:cNvSpPr txBox="1"/>
          <p:nvPr/>
        </p:nvSpPr>
        <p:spPr>
          <a:xfrm>
            <a:off x="10237819" y="6646313"/>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1200" cap="none" spc="0" normalizeH="0" baseline="0" noProof="0">
                <a:ln>
                  <a:noFill/>
                </a:ln>
                <a:solidFill>
                  <a:srgbClr val="123563"/>
                </a:solidFill>
                <a:effectLst/>
                <a:uLnTx/>
                <a:uFillTx/>
                <a:latin typeface="BISans"/>
                <a:ea typeface="+mn-ea"/>
                <a:cs typeface="+mn-cs"/>
              </a:rPr>
              <a:t>Termination</a:t>
            </a:r>
          </a:p>
        </p:txBody>
      </p:sp>
      <p:sp>
        <p:nvSpPr>
          <p:cNvPr id="239" name="Freeform 61">
            <a:extLst>
              <a:ext uri="{FF2B5EF4-FFF2-40B4-BE49-F238E27FC236}">
                <a16:creationId xmlns:a16="http://schemas.microsoft.com/office/drawing/2014/main" id="{F52903D3-7153-1C4E-B487-996A0FC5F6AE}"/>
              </a:ext>
            </a:extLst>
          </p:cNvPr>
          <p:cNvSpPr>
            <a:spLocks noChangeAspect="1" noEditPoints="1"/>
          </p:cNvSpPr>
          <p:nvPr/>
        </p:nvSpPr>
        <p:spPr bwMode="auto">
          <a:xfrm>
            <a:off x="10064142" y="6651663"/>
            <a:ext cx="112334" cy="112334"/>
          </a:xfrm>
          <a:custGeom>
            <a:avLst/>
            <a:gdLst>
              <a:gd name="T0" fmla="*/ 100 w 200"/>
              <a:gd name="T1" fmla="*/ 0 h 200"/>
              <a:gd name="T2" fmla="*/ 0 w 200"/>
              <a:gd name="T3" fmla="*/ 100 h 200"/>
              <a:gd name="T4" fmla="*/ 100 w 200"/>
              <a:gd name="T5" fmla="*/ 200 h 200"/>
              <a:gd name="T6" fmla="*/ 200 w 200"/>
              <a:gd name="T7" fmla="*/ 100 h 200"/>
              <a:gd name="T8" fmla="*/ 100 w 200"/>
              <a:gd name="T9" fmla="*/ 0 h 200"/>
              <a:gd name="T10" fmla="*/ 100 w 200"/>
              <a:gd name="T11" fmla="*/ 188 h 200"/>
              <a:gd name="T12" fmla="*/ 12 w 200"/>
              <a:gd name="T13" fmla="*/ 100 h 200"/>
              <a:gd name="T14" fmla="*/ 100 w 200"/>
              <a:gd name="T15" fmla="*/ 13 h 200"/>
              <a:gd name="T16" fmla="*/ 187 w 200"/>
              <a:gd name="T17" fmla="*/ 100 h 200"/>
              <a:gd name="T18" fmla="*/ 100 w 200"/>
              <a:gd name="T19" fmla="*/ 188 h 200"/>
              <a:gd name="T20" fmla="*/ 131 w 200"/>
              <a:gd name="T21" fmla="*/ 60 h 200"/>
              <a:gd name="T22" fmla="*/ 100 w 200"/>
              <a:gd name="T23" fmla="*/ 92 h 200"/>
              <a:gd name="T24" fmla="*/ 69 w 200"/>
              <a:gd name="T25" fmla="*/ 60 h 200"/>
              <a:gd name="T26" fmla="*/ 60 w 200"/>
              <a:gd name="T27" fmla="*/ 69 h 200"/>
              <a:gd name="T28" fmla="*/ 91 w 200"/>
              <a:gd name="T29" fmla="*/ 100 h 200"/>
              <a:gd name="T30" fmla="*/ 60 w 200"/>
              <a:gd name="T31" fmla="*/ 132 h 200"/>
              <a:gd name="T32" fmla="*/ 69 w 200"/>
              <a:gd name="T33" fmla="*/ 140 h 200"/>
              <a:gd name="T34" fmla="*/ 100 w 200"/>
              <a:gd name="T35" fmla="*/ 109 h 200"/>
              <a:gd name="T36" fmla="*/ 131 w 200"/>
              <a:gd name="T37" fmla="*/ 140 h 200"/>
              <a:gd name="T38" fmla="*/ 140 w 200"/>
              <a:gd name="T39" fmla="*/ 132 h 200"/>
              <a:gd name="T40" fmla="*/ 109 w 200"/>
              <a:gd name="T41" fmla="*/ 100 h 200"/>
              <a:gd name="T42" fmla="*/ 140 w 200"/>
              <a:gd name="T43" fmla="*/ 69 h 200"/>
              <a:gd name="T44" fmla="*/ 131 w 200"/>
              <a:gd name="T45" fmla="*/ 6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00">
                <a:moveTo>
                  <a:pt x="100" y="0"/>
                </a:moveTo>
                <a:cubicBezTo>
                  <a:pt x="45" y="0"/>
                  <a:pt x="0" y="45"/>
                  <a:pt x="0" y="100"/>
                </a:cubicBezTo>
                <a:cubicBezTo>
                  <a:pt x="0" y="156"/>
                  <a:pt x="45" y="200"/>
                  <a:pt x="100" y="200"/>
                </a:cubicBezTo>
                <a:cubicBezTo>
                  <a:pt x="155" y="200"/>
                  <a:pt x="200" y="156"/>
                  <a:pt x="200" y="100"/>
                </a:cubicBezTo>
                <a:cubicBezTo>
                  <a:pt x="200" y="45"/>
                  <a:pt x="155" y="0"/>
                  <a:pt x="100" y="0"/>
                </a:cubicBezTo>
                <a:close/>
                <a:moveTo>
                  <a:pt x="100" y="188"/>
                </a:moveTo>
                <a:cubicBezTo>
                  <a:pt x="52" y="188"/>
                  <a:pt x="12" y="149"/>
                  <a:pt x="12" y="100"/>
                </a:cubicBezTo>
                <a:cubicBezTo>
                  <a:pt x="12" y="52"/>
                  <a:pt x="52" y="13"/>
                  <a:pt x="100" y="13"/>
                </a:cubicBezTo>
                <a:cubicBezTo>
                  <a:pt x="148" y="13"/>
                  <a:pt x="187" y="52"/>
                  <a:pt x="187" y="100"/>
                </a:cubicBezTo>
                <a:cubicBezTo>
                  <a:pt x="187" y="149"/>
                  <a:pt x="148" y="188"/>
                  <a:pt x="100" y="188"/>
                </a:cubicBezTo>
                <a:close/>
                <a:moveTo>
                  <a:pt x="131" y="60"/>
                </a:moveTo>
                <a:cubicBezTo>
                  <a:pt x="100" y="92"/>
                  <a:pt x="100" y="92"/>
                  <a:pt x="100" y="92"/>
                </a:cubicBezTo>
                <a:cubicBezTo>
                  <a:pt x="69" y="60"/>
                  <a:pt x="69" y="60"/>
                  <a:pt x="69" y="60"/>
                </a:cubicBezTo>
                <a:cubicBezTo>
                  <a:pt x="60" y="69"/>
                  <a:pt x="60" y="69"/>
                  <a:pt x="60" y="69"/>
                </a:cubicBezTo>
                <a:cubicBezTo>
                  <a:pt x="91" y="100"/>
                  <a:pt x="91" y="100"/>
                  <a:pt x="91" y="100"/>
                </a:cubicBezTo>
                <a:cubicBezTo>
                  <a:pt x="60" y="132"/>
                  <a:pt x="60" y="132"/>
                  <a:pt x="60" y="132"/>
                </a:cubicBezTo>
                <a:cubicBezTo>
                  <a:pt x="69" y="140"/>
                  <a:pt x="69" y="140"/>
                  <a:pt x="69" y="140"/>
                </a:cubicBezTo>
                <a:cubicBezTo>
                  <a:pt x="100" y="109"/>
                  <a:pt x="100" y="109"/>
                  <a:pt x="100" y="109"/>
                </a:cubicBezTo>
                <a:cubicBezTo>
                  <a:pt x="131" y="140"/>
                  <a:pt x="131" y="140"/>
                  <a:pt x="131" y="140"/>
                </a:cubicBezTo>
                <a:cubicBezTo>
                  <a:pt x="140" y="132"/>
                  <a:pt x="140" y="132"/>
                  <a:pt x="140" y="132"/>
                </a:cubicBezTo>
                <a:cubicBezTo>
                  <a:pt x="109" y="100"/>
                  <a:pt x="109" y="100"/>
                  <a:pt x="109" y="100"/>
                </a:cubicBezTo>
                <a:cubicBezTo>
                  <a:pt x="140" y="69"/>
                  <a:pt x="140" y="69"/>
                  <a:pt x="140" y="69"/>
                </a:cubicBezTo>
                <a:lnTo>
                  <a:pt x="131" y="60"/>
                </a:lnTo>
                <a:close/>
              </a:path>
            </a:pathLst>
          </a:custGeom>
          <a:solidFill>
            <a:srgbClr val="000000"/>
          </a:solidFill>
          <a:ln>
            <a:solidFill>
              <a:srgbClr val="123563"/>
            </a:solidFill>
          </a:ln>
        </p:spPr>
        <p:txBody>
          <a:bodyPr vert="horz" wrap="square" lIns="78191" tIns="39096" rIns="78191" bIns="3909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58595B"/>
              </a:solidFill>
              <a:effectLst/>
              <a:uLnTx/>
              <a:uFillTx/>
              <a:latin typeface="BISansCond"/>
              <a:ea typeface="+mn-ea"/>
              <a:cs typeface="+mn-cs"/>
            </a:endParaRPr>
          </a:p>
        </p:txBody>
      </p:sp>
      <p:grpSp>
        <p:nvGrpSpPr>
          <p:cNvPr id="241" name="Group 240">
            <a:extLst>
              <a:ext uri="{FF2B5EF4-FFF2-40B4-BE49-F238E27FC236}">
                <a16:creationId xmlns:a16="http://schemas.microsoft.com/office/drawing/2014/main" id="{1E355654-3AAE-747B-C34E-7B69B3BCBDE6}"/>
              </a:ext>
            </a:extLst>
          </p:cNvPr>
          <p:cNvGrpSpPr/>
          <p:nvPr/>
        </p:nvGrpSpPr>
        <p:grpSpPr>
          <a:xfrm>
            <a:off x="541285" y="6683469"/>
            <a:ext cx="8106900" cy="154472"/>
            <a:chOff x="2331615" y="6464705"/>
            <a:chExt cx="8106900" cy="154472"/>
          </a:xfrm>
        </p:grpSpPr>
        <p:sp>
          <p:nvSpPr>
            <p:cNvPr id="242" name="Text 176">
              <a:extLst>
                <a:ext uri="{FF2B5EF4-FFF2-40B4-BE49-F238E27FC236}">
                  <a16:creationId xmlns:a16="http://schemas.microsoft.com/office/drawing/2014/main" id="{7E337A6D-60D6-9505-CBFC-12FE70C1ACBE}"/>
                </a:ext>
              </a:extLst>
            </p:cNvPr>
            <p:cNvSpPr/>
            <p:nvPr/>
          </p:nvSpPr>
          <p:spPr>
            <a:xfrm>
              <a:off x="2508566" y="6483411"/>
              <a:ext cx="30548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3" name="Text 177">
              <a:extLst>
                <a:ext uri="{FF2B5EF4-FFF2-40B4-BE49-F238E27FC236}">
                  <a16:creationId xmlns:a16="http://schemas.microsoft.com/office/drawing/2014/main" id="{9E810523-91DA-0CBD-63D9-02F28EEAE9BB}"/>
                </a:ext>
              </a:extLst>
            </p:cNvPr>
            <p:cNvSpPr/>
            <p:nvPr/>
          </p:nvSpPr>
          <p:spPr>
            <a:xfrm>
              <a:off x="3164021" y="6483411"/>
              <a:ext cx="329572"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4" name="Text 178">
              <a:extLst>
                <a:ext uri="{FF2B5EF4-FFF2-40B4-BE49-F238E27FC236}">
                  <a16:creationId xmlns:a16="http://schemas.microsoft.com/office/drawing/2014/main" id="{549B191C-E2EB-9552-3951-4606B7F6BF7C}"/>
                </a:ext>
              </a:extLst>
            </p:cNvPr>
            <p:cNvSpPr/>
            <p:nvPr/>
          </p:nvSpPr>
          <p:spPr>
            <a:xfrm>
              <a:off x="3843562" y="6483411"/>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Phase III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5" name="Text 179">
              <a:extLst>
                <a:ext uri="{FF2B5EF4-FFF2-40B4-BE49-F238E27FC236}">
                  <a16:creationId xmlns:a16="http://schemas.microsoft.com/office/drawing/2014/main" id="{4A93F4EC-3CA5-E02E-6C7C-BFD1D5ADAB17}"/>
                </a:ext>
              </a:extLst>
            </p:cNvPr>
            <p:cNvSpPr/>
            <p:nvPr/>
          </p:nvSpPr>
          <p:spPr>
            <a:xfrm>
              <a:off x="4547188" y="6483411"/>
              <a:ext cx="556036"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Confirmatory</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6" name="Text 180">
              <a:extLst>
                <a:ext uri="{FF2B5EF4-FFF2-40B4-BE49-F238E27FC236}">
                  <a16:creationId xmlns:a16="http://schemas.microsoft.com/office/drawing/2014/main" id="{C720387C-B2D6-65EA-EC77-13632355554D}"/>
                </a:ext>
              </a:extLst>
            </p:cNvPr>
            <p:cNvSpPr/>
            <p:nvPr/>
          </p:nvSpPr>
          <p:spPr>
            <a:xfrm>
              <a:off x="6537525" y="6484742"/>
              <a:ext cx="627135"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1st Submission</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7" name="Text 181">
              <a:extLst>
                <a:ext uri="{FF2B5EF4-FFF2-40B4-BE49-F238E27FC236}">
                  <a16:creationId xmlns:a16="http://schemas.microsoft.com/office/drawing/2014/main" id="{52B0CED3-6636-E4BA-6EDA-5DA9E630A5FB}"/>
                </a:ext>
              </a:extLst>
            </p:cNvPr>
            <p:cNvSpPr/>
            <p:nvPr/>
          </p:nvSpPr>
          <p:spPr>
            <a:xfrm>
              <a:off x="7514631" y="6484742"/>
              <a:ext cx="454918"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1st Launch</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8" name="Text 182">
              <a:extLst>
                <a:ext uri="{FF2B5EF4-FFF2-40B4-BE49-F238E27FC236}">
                  <a16:creationId xmlns:a16="http://schemas.microsoft.com/office/drawing/2014/main" id="{65FFED6B-F15D-41AF-FDC9-6CBD219C0410}"/>
                </a:ext>
              </a:extLst>
            </p:cNvPr>
            <p:cNvSpPr/>
            <p:nvPr/>
          </p:nvSpPr>
          <p:spPr>
            <a:xfrm>
              <a:off x="8319520" y="6484742"/>
              <a:ext cx="229690"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PoCP</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9" name="Text 183">
              <a:extLst>
                <a:ext uri="{FF2B5EF4-FFF2-40B4-BE49-F238E27FC236}">
                  <a16:creationId xmlns:a16="http://schemas.microsoft.com/office/drawing/2014/main" id="{44BA9A92-9859-3C85-69C7-CA9E13F554E6}"/>
                </a:ext>
              </a:extLst>
            </p:cNvPr>
            <p:cNvSpPr/>
            <p:nvPr/>
          </p:nvSpPr>
          <p:spPr>
            <a:xfrm>
              <a:off x="8899179" y="6484742"/>
              <a:ext cx="22917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RoFD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4" name="Shape 184">
              <a:extLst>
                <a:ext uri="{FF2B5EF4-FFF2-40B4-BE49-F238E27FC236}">
                  <a16:creationId xmlns:a16="http://schemas.microsoft.com/office/drawing/2014/main" id="{28D5F4EE-516C-25D6-556C-A0CEC10A7FFE}"/>
                </a:ext>
              </a:extLst>
            </p:cNvPr>
            <p:cNvSpPr/>
            <p:nvPr/>
          </p:nvSpPr>
          <p:spPr>
            <a:xfrm>
              <a:off x="2331615" y="6488331"/>
              <a:ext cx="117968" cy="113529"/>
            </a:xfrm>
            <a:prstGeom prst="rect">
              <a:avLst/>
            </a:prstGeom>
            <a:solidFill>
              <a:srgbClr val="00519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5" name="Shape 185">
              <a:extLst>
                <a:ext uri="{FF2B5EF4-FFF2-40B4-BE49-F238E27FC236}">
                  <a16:creationId xmlns:a16="http://schemas.microsoft.com/office/drawing/2014/main" id="{6D2A5F9D-56DC-6176-1737-187C7F2E070E}"/>
                </a:ext>
              </a:extLst>
            </p:cNvPr>
            <p:cNvSpPr/>
            <p:nvPr/>
          </p:nvSpPr>
          <p:spPr>
            <a:xfrm>
              <a:off x="2987071" y="6488331"/>
              <a:ext cx="117968" cy="113529"/>
            </a:xfrm>
            <a:prstGeom prst="rect">
              <a:avLst/>
            </a:prstGeom>
            <a:solidFill>
              <a:srgbClr val="F576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 name="Shape 186">
              <a:extLst>
                <a:ext uri="{FF2B5EF4-FFF2-40B4-BE49-F238E27FC236}">
                  <a16:creationId xmlns:a16="http://schemas.microsoft.com/office/drawing/2014/main" id="{87136ED5-6A0D-B983-9248-E25143BA0C10}"/>
                </a:ext>
              </a:extLst>
            </p:cNvPr>
            <p:cNvSpPr/>
            <p:nvPr/>
          </p:nvSpPr>
          <p:spPr>
            <a:xfrm>
              <a:off x="3666612" y="6488331"/>
              <a:ext cx="117968" cy="113529"/>
            </a:xfrm>
            <a:prstGeom prst="rect">
              <a:avLst/>
            </a:prstGeom>
            <a:solidFill>
              <a:srgbClr val="21A3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 name="Shape 187">
              <a:extLst>
                <a:ext uri="{FF2B5EF4-FFF2-40B4-BE49-F238E27FC236}">
                  <a16:creationId xmlns:a16="http://schemas.microsoft.com/office/drawing/2014/main" id="{4551FF1D-2577-D1BF-8C26-9337F5A1086C}"/>
                </a:ext>
              </a:extLst>
            </p:cNvPr>
            <p:cNvSpPr/>
            <p:nvPr/>
          </p:nvSpPr>
          <p:spPr>
            <a:xfrm>
              <a:off x="4370238" y="6488331"/>
              <a:ext cx="117968" cy="113529"/>
            </a:xfrm>
            <a:prstGeom prst="rect">
              <a:avLst/>
            </a:prstGeom>
            <a:solidFill>
              <a:srgbClr val="98DF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4" name="Shape 188">
              <a:extLst>
                <a:ext uri="{FF2B5EF4-FFF2-40B4-BE49-F238E27FC236}">
                  <a16:creationId xmlns:a16="http://schemas.microsoft.com/office/drawing/2014/main" id="{B3385E9E-7C6F-23F6-ED69-6D0C8B659070}"/>
                </a:ext>
              </a:extLst>
            </p:cNvPr>
            <p:cNvSpPr/>
            <p:nvPr/>
          </p:nvSpPr>
          <p:spPr>
            <a:xfrm>
              <a:off x="6360574" y="6489662"/>
              <a:ext cx="117968" cy="113529"/>
            </a:xfrm>
            <a:prstGeom prst="rect">
              <a:avLst/>
            </a:prstGeom>
            <a:solidFill>
              <a:srgbClr val="E377C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 name="Shape 189">
              <a:extLst>
                <a:ext uri="{FF2B5EF4-FFF2-40B4-BE49-F238E27FC236}">
                  <a16:creationId xmlns:a16="http://schemas.microsoft.com/office/drawing/2014/main" id="{62574CCE-1327-9D0B-9515-5A4D53EB7030}"/>
                </a:ext>
              </a:extLst>
            </p:cNvPr>
            <p:cNvSpPr/>
            <p:nvPr/>
          </p:nvSpPr>
          <p:spPr>
            <a:xfrm>
              <a:off x="7337678" y="6489662"/>
              <a:ext cx="117968" cy="113529"/>
            </a:xfrm>
            <a:prstGeom prst="rect">
              <a:avLst/>
            </a:prstGeom>
            <a:solidFill>
              <a:srgbClr val="17BEC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 name="Shape 190">
              <a:extLst>
                <a:ext uri="{FF2B5EF4-FFF2-40B4-BE49-F238E27FC236}">
                  <a16:creationId xmlns:a16="http://schemas.microsoft.com/office/drawing/2014/main" id="{76C5EC2D-8472-1F71-968E-76828CAB3CC6}"/>
                </a:ext>
              </a:extLst>
            </p:cNvPr>
            <p:cNvSpPr/>
            <p:nvPr/>
          </p:nvSpPr>
          <p:spPr>
            <a:xfrm>
              <a:off x="8142568" y="6489662"/>
              <a:ext cx="117968" cy="113529"/>
            </a:xfrm>
            <a:prstGeom prst="rect">
              <a:avLst/>
            </a:prstGeom>
            <a:solidFill>
              <a:srgbClr val="D6272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8" name="Shape 191">
              <a:extLst>
                <a:ext uri="{FF2B5EF4-FFF2-40B4-BE49-F238E27FC236}">
                  <a16:creationId xmlns:a16="http://schemas.microsoft.com/office/drawing/2014/main" id="{6E797C08-2717-7E3B-94A1-85C1DA48B508}"/>
                </a:ext>
              </a:extLst>
            </p:cNvPr>
            <p:cNvSpPr/>
            <p:nvPr/>
          </p:nvSpPr>
          <p:spPr>
            <a:xfrm>
              <a:off x="8722229" y="6489662"/>
              <a:ext cx="117968" cy="113529"/>
            </a:xfrm>
            <a:prstGeom prst="rect">
              <a:avLst/>
            </a:prstGeom>
            <a:solidFill>
              <a:srgbClr val="BCBD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2" name="Shape 104">
              <a:extLst>
                <a:ext uri="{FF2B5EF4-FFF2-40B4-BE49-F238E27FC236}">
                  <a16:creationId xmlns:a16="http://schemas.microsoft.com/office/drawing/2014/main" id="{696A9B6D-473A-837E-7A4F-1992149289CB}"/>
                </a:ext>
              </a:extLst>
            </p:cNvPr>
            <p:cNvSpPr/>
            <p:nvPr/>
          </p:nvSpPr>
          <p:spPr>
            <a:xfrm>
              <a:off x="5236378" y="6467012"/>
              <a:ext cx="145580" cy="132325"/>
            </a:xfrm>
            <a:prstGeom prst="ellipse">
              <a:avLst/>
            </a:prstGeom>
            <a:solidFill>
              <a:srgbClr val="800080"/>
            </a:solidFill>
            <a:ln w="3175">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6" name="Text 212">
              <a:extLst>
                <a:ext uri="{FF2B5EF4-FFF2-40B4-BE49-F238E27FC236}">
                  <a16:creationId xmlns:a16="http://schemas.microsoft.com/office/drawing/2014/main" id="{F867F99A-777D-6550-E974-A229ED94A9C0}"/>
                </a:ext>
              </a:extLst>
            </p:cNvPr>
            <p:cNvSpPr/>
            <p:nvPr/>
          </p:nvSpPr>
          <p:spPr>
            <a:xfrm>
              <a:off x="5482194" y="6464705"/>
              <a:ext cx="1032878" cy="154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700">
                  <a:solidFill>
                    <a:srgbClr val="000000"/>
                  </a:solidFill>
                  <a:latin typeface="Open Sans" pitchFamily="34" charset="0"/>
                  <a:ea typeface="Open Sans" pitchFamily="34" charset="-122"/>
                  <a:cs typeface="Open Sans" pitchFamily="34" charset="-120"/>
                </a:rPr>
                <a:t>Other Activities</a:t>
              </a:r>
              <a:endParaRPr kumimoji="0" lang="en-US" altLang="zh-CN"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5" name="Text 178">
              <a:extLst>
                <a:ext uri="{FF2B5EF4-FFF2-40B4-BE49-F238E27FC236}">
                  <a16:creationId xmlns:a16="http://schemas.microsoft.com/office/drawing/2014/main" id="{5E21544E-7CA0-EB80-0411-FE881B14F42F}"/>
                </a:ext>
              </a:extLst>
            </p:cNvPr>
            <p:cNvSpPr/>
            <p:nvPr/>
          </p:nvSpPr>
          <p:spPr>
            <a:xfrm>
              <a:off x="9487647" y="6484721"/>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TLR</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6" name="Shape 186">
              <a:extLst>
                <a:ext uri="{FF2B5EF4-FFF2-40B4-BE49-F238E27FC236}">
                  <a16:creationId xmlns:a16="http://schemas.microsoft.com/office/drawing/2014/main" id="{A93327C4-E1B0-EA77-3B03-33F10DF1DDFB}"/>
                </a:ext>
              </a:extLst>
            </p:cNvPr>
            <p:cNvSpPr/>
            <p:nvPr/>
          </p:nvSpPr>
          <p:spPr>
            <a:xfrm>
              <a:off x="9310697" y="6489641"/>
              <a:ext cx="117968" cy="113529"/>
            </a:xfrm>
            <a:prstGeom prst="rect">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7" name="Text 178">
              <a:extLst>
                <a:ext uri="{FF2B5EF4-FFF2-40B4-BE49-F238E27FC236}">
                  <a16:creationId xmlns:a16="http://schemas.microsoft.com/office/drawing/2014/main" id="{B6C17ACF-FCA8-A25E-8A13-76E8166A8BB9}"/>
                </a:ext>
              </a:extLst>
            </p:cNvPr>
            <p:cNvSpPr/>
            <p:nvPr/>
          </p:nvSpPr>
          <p:spPr>
            <a:xfrm>
              <a:off x="10084858" y="6480384"/>
              <a:ext cx="353657" cy="113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Open Sans" pitchFamily="34" charset="0"/>
                  <a:ea typeface="Open Sans" pitchFamily="34" charset="-122"/>
                  <a:cs typeface="Open Sans" pitchFamily="34" charset="-120"/>
                </a:rPr>
                <a:t>HAI</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Shape 186">
              <a:extLst>
                <a:ext uri="{FF2B5EF4-FFF2-40B4-BE49-F238E27FC236}">
                  <a16:creationId xmlns:a16="http://schemas.microsoft.com/office/drawing/2014/main" id="{0723D834-A7DE-62FB-5C79-1AD440FB1D56}"/>
                </a:ext>
              </a:extLst>
            </p:cNvPr>
            <p:cNvSpPr/>
            <p:nvPr/>
          </p:nvSpPr>
          <p:spPr>
            <a:xfrm>
              <a:off x="9907908" y="6485304"/>
              <a:ext cx="117968" cy="113529"/>
            </a:xfrm>
            <a:prstGeom prst="rect">
              <a:avLst/>
            </a:prstGeom>
            <a:solidFill>
              <a:schemeClr val="accent4">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grpSp>
      <p:sp>
        <p:nvSpPr>
          <p:cNvPr id="228" name="Arrow: Right 53">
            <a:extLst>
              <a:ext uri="{FF2B5EF4-FFF2-40B4-BE49-F238E27FC236}">
                <a16:creationId xmlns:a16="http://schemas.microsoft.com/office/drawing/2014/main" id="{4FCD6E64-078A-D65B-D1EE-8C0BC5E493A7}"/>
              </a:ext>
            </a:extLst>
          </p:cNvPr>
          <p:cNvSpPr/>
          <p:nvPr/>
        </p:nvSpPr>
        <p:spPr>
          <a:xfrm flipH="1">
            <a:off x="10122476" y="4500390"/>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29" name="Rectangle 373">
            <a:extLst>
              <a:ext uri="{FF2B5EF4-FFF2-40B4-BE49-F238E27FC236}">
                <a16:creationId xmlns:a16="http://schemas.microsoft.com/office/drawing/2014/main" id="{2EA3A883-1EDB-34BF-1288-5E7A97836B7D}"/>
              </a:ext>
            </a:extLst>
          </p:cNvPr>
          <p:cNvSpPr/>
          <p:nvPr/>
        </p:nvSpPr>
        <p:spPr>
          <a:xfrm flipH="1">
            <a:off x="10318308" y="4279313"/>
            <a:ext cx="1586817" cy="689529"/>
          </a:xfrm>
          <a:prstGeom prst="rect">
            <a:avLst/>
          </a:prstGeom>
          <a:solidFill>
            <a:srgbClr val="FFC000"/>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err="1">
                <a:ln>
                  <a:noFill/>
                </a:ln>
                <a:solidFill>
                  <a:srgbClr val="123563"/>
                </a:solidFill>
                <a:effectLst/>
                <a:uLnTx/>
                <a:uFillTx/>
                <a:latin typeface="Boehringer Forward Text"/>
                <a:ea typeface="+mn-ea"/>
                <a:cs typeface="+mn-cs"/>
              </a:rPr>
              <a:t>PKKi</a:t>
            </a: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 – DME   Ph2  IM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a:solidFill>
                  <a:srgbClr val="123563"/>
                </a:solidFill>
                <a:latin typeface="Boehringer Forward Text"/>
              </a:rPr>
              <a:t>Local </a:t>
            </a:r>
            <a:r>
              <a:rPr lang="en-US" altLang="zh-CN" sz="1000" err="1">
                <a:solidFill>
                  <a:srgbClr val="123563"/>
                </a:solidFill>
                <a:latin typeface="Boehringer Forward Text"/>
              </a:rPr>
              <a:t>eAT</a:t>
            </a:r>
            <a:r>
              <a:rPr lang="en-US" altLang="zh-CN" sz="1000">
                <a:solidFill>
                  <a:srgbClr val="123563"/>
                </a:solidFill>
                <a:latin typeface="Boehringer Forward Text"/>
              </a:rPr>
              <a:t> propose: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23563"/>
                </a:solidFill>
                <a:effectLst/>
                <a:uLnTx/>
                <a:uFillTx/>
                <a:latin typeface="Boehringer Forward Text"/>
                <a:ea typeface="+mn-ea"/>
                <a:cs typeface="+mn-cs"/>
              </a:rPr>
              <a:t>Jan 2026 </a:t>
            </a:r>
            <a:r>
              <a:rPr kumimoji="0" lang="en-US" sz="1000" b="0" i="0" u="none" strike="noStrike" kern="1200" cap="none" spc="0" normalizeH="0" baseline="0" noProof="0">
                <a:ln>
                  <a:noFill/>
                </a:ln>
                <a:solidFill>
                  <a:srgbClr val="123563"/>
                </a:solidFill>
                <a:effectLst/>
                <a:uLnTx/>
                <a:uFillTx/>
                <a:latin typeface="Boehringer Forward Text"/>
                <a:ea typeface="+mn-ea"/>
                <a:cs typeface="+mn-cs"/>
              </a:rPr>
              <a:t>( before 1</a:t>
            </a:r>
            <a:r>
              <a:rPr kumimoji="0" lang="en-US" sz="1000" b="0" i="0" u="none" strike="noStrike" kern="1200" cap="none" spc="0" normalizeH="0" baseline="30000" noProof="0">
                <a:ln>
                  <a:noFill/>
                </a:ln>
                <a:solidFill>
                  <a:srgbClr val="123563"/>
                </a:solidFill>
                <a:effectLst/>
                <a:uLnTx/>
                <a:uFillTx/>
                <a:latin typeface="Boehringer Forward Text"/>
                <a:ea typeface="+mn-ea"/>
                <a:cs typeface="+mn-cs"/>
              </a:rPr>
              <a:t>st</a:t>
            </a:r>
            <a:r>
              <a:rPr kumimoji="0" lang="en-US" sz="1000" b="0" i="0" u="none" strike="noStrike" kern="1200" cap="none" spc="0" normalizeH="0" baseline="0" noProof="0">
                <a:ln>
                  <a:noFill/>
                </a:ln>
                <a:solidFill>
                  <a:srgbClr val="123563"/>
                </a:solidFill>
                <a:effectLst/>
                <a:uLnTx/>
                <a:uFillTx/>
                <a:latin typeface="Boehringer Forward Text"/>
                <a:ea typeface="+mn-ea"/>
                <a:cs typeface="+mn-cs"/>
              </a:rPr>
              <a:t> SIV)</a:t>
            </a:r>
          </a:p>
        </p:txBody>
      </p:sp>
      <p:sp>
        <p:nvSpPr>
          <p:cNvPr id="15" name="Rectangle 373">
            <a:extLst>
              <a:ext uri="{FF2B5EF4-FFF2-40B4-BE49-F238E27FC236}">
                <a16:creationId xmlns:a16="http://schemas.microsoft.com/office/drawing/2014/main" id="{C531CD0C-D1F4-AC8A-A00D-8987B21B28D4}"/>
              </a:ext>
            </a:extLst>
          </p:cNvPr>
          <p:cNvSpPr/>
          <p:nvPr/>
        </p:nvSpPr>
        <p:spPr>
          <a:xfrm flipH="1">
            <a:off x="629374" y="2337304"/>
            <a:ext cx="1175854" cy="397346"/>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chemeClr val="bg1">
                    <a:lumMod val="65000"/>
                  </a:schemeClr>
                </a:solidFill>
                <a:effectLst/>
                <a:uLnTx/>
                <a:uFillTx/>
                <a:latin typeface="Boehringer Forward Text"/>
                <a:ea typeface="+mn-ea"/>
                <a:cs typeface="+mn-cs"/>
              </a:rPr>
              <a:t>Anti-C3 - GA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65000"/>
                  </a:schemeClr>
                </a:solidFill>
                <a:effectLst/>
                <a:uLnTx/>
                <a:uFillTx/>
                <a:latin typeface="Boehringer Forward Text"/>
                <a:ea typeface="+mn-ea"/>
                <a:cs typeface="+mn-cs"/>
              </a:rPr>
              <a:t>Ph2 FSS (Jan)</a:t>
            </a:r>
          </a:p>
        </p:txBody>
      </p:sp>
      <p:sp>
        <p:nvSpPr>
          <p:cNvPr id="57" name="Arrow: Right 53">
            <a:extLst>
              <a:ext uri="{FF2B5EF4-FFF2-40B4-BE49-F238E27FC236}">
                <a16:creationId xmlns:a16="http://schemas.microsoft.com/office/drawing/2014/main" id="{16F84AA9-733C-8090-0F90-9390D7743EEF}"/>
              </a:ext>
            </a:extLst>
          </p:cNvPr>
          <p:cNvSpPr/>
          <p:nvPr/>
        </p:nvSpPr>
        <p:spPr>
          <a:xfrm flipH="1">
            <a:off x="514116" y="2475946"/>
            <a:ext cx="108000" cy="108000"/>
          </a:xfrm>
          <a:prstGeom prst="rect">
            <a:avLst/>
          </a:prstGeom>
          <a:solidFill>
            <a:srgbClr val="F5762C"/>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258" name="Straight Connector 257">
            <a:extLst>
              <a:ext uri="{FF2B5EF4-FFF2-40B4-BE49-F238E27FC236}">
                <a16:creationId xmlns:a16="http://schemas.microsoft.com/office/drawing/2014/main" id="{221E9FCF-A804-6E6A-9070-9E44A437C80D}"/>
              </a:ext>
            </a:extLst>
          </p:cNvPr>
          <p:cNvCxnSpPr>
            <a:cxnSpLocks/>
            <a:stCxn id="28" idx="0"/>
            <a:endCxn id="261" idx="1"/>
          </p:cNvCxnSpPr>
          <p:nvPr/>
        </p:nvCxnSpPr>
        <p:spPr>
          <a:xfrm flipH="1" flipV="1">
            <a:off x="3224219" y="2105446"/>
            <a:ext cx="12715" cy="97427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61" name="Shape 186">
            <a:extLst>
              <a:ext uri="{FF2B5EF4-FFF2-40B4-BE49-F238E27FC236}">
                <a16:creationId xmlns:a16="http://schemas.microsoft.com/office/drawing/2014/main" id="{595815FD-F28B-D394-F6ED-10FC4132F8AC}"/>
              </a:ext>
            </a:extLst>
          </p:cNvPr>
          <p:cNvSpPr/>
          <p:nvPr/>
        </p:nvSpPr>
        <p:spPr>
          <a:xfrm>
            <a:off x="3224219" y="2048681"/>
            <a:ext cx="117968" cy="113529"/>
          </a:xfrm>
          <a:prstGeom prst="rect">
            <a:avLst/>
          </a:prstGeom>
          <a:solidFill>
            <a:schemeClr val="accent4">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4" name="Rectangle 373">
            <a:extLst>
              <a:ext uri="{FF2B5EF4-FFF2-40B4-BE49-F238E27FC236}">
                <a16:creationId xmlns:a16="http://schemas.microsoft.com/office/drawing/2014/main" id="{F0BFF9A2-A49B-E483-78ED-646980FC593C}"/>
              </a:ext>
            </a:extLst>
          </p:cNvPr>
          <p:cNvSpPr/>
          <p:nvPr/>
        </p:nvSpPr>
        <p:spPr>
          <a:xfrm flipH="1">
            <a:off x="1971428" y="1944555"/>
            <a:ext cx="1252791" cy="350486"/>
          </a:xfrm>
          <a:prstGeom prst="rect">
            <a:avLst/>
          </a:prstGeom>
          <a:solidFill>
            <a:srgbClr val="DAF5F8"/>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Anti-C3 – GA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123563"/>
                </a:solidFill>
                <a:latin typeface="Boehringer Forward Text"/>
              </a:rPr>
              <a:t>PMDA informal HAI</a:t>
            </a:r>
            <a:endParaRPr kumimoji="0" lang="en-US" sz="1000"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265" name="Rectangle 373">
            <a:extLst>
              <a:ext uri="{FF2B5EF4-FFF2-40B4-BE49-F238E27FC236}">
                <a16:creationId xmlns:a16="http://schemas.microsoft.com/office/drawing/2014/main" id="{08BAFCF4-7386-08D8-6A9A-8F274C4CD611}"/>
              </a:ext>
            </a:extLst>
          </p:cNvPr>
          <p:cNvSpPr/>
          <p:nvPr/>
        </p:nvSpPr>
        <p:spPr>
          <a:xfrm flipH="1">
            <a:off x="5268320" y="5350090"/>
            <a:ext cx="1252791" cy="539607"/>
          </a:xfrm>
          <a:prstGeom prst="rect">
            <a:avLst/>
          </a:prstGeom>
          <a:solidFill>
            <a:srgbClr val="DAF5F8"/>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Anti-C3 – GA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123563"/>
                </a:solidFill>
                <a:latin typeface="Boehringer Forward Text"/>
              </a:rPr>
              <a:t>CDE Type 3 HAI: under evaluation</a:t>
            </a:r>
            <a:endParaRPr kumimoji="0" lang="en-US" sz="1000"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266" name="Shape 186">
            <a:extLst>
              <a:ext uri="{FF2B5EF4-FFF2-40B4-BE49-F238E27FC236}">
                <a16:creationId xmlns:a16="http://schemas.microsoft.com/office/drawing/2014/main" id="{275FF68C-1EED-F58B-434C-43C60464C32D}"/>
              </a:ext>
            </a:extLst>
          </p:cNvPr>
          <p:cNvSpPr/>
          <p:nvPr/>
        </p:nvSpPr>
        <p:spPr>
          <a:xfrm>
            <a:off x="5155998" y="5573189"/>
            <a:ext cx="117968" cy="113529"/>
          </a:xfrm>
          <a:prstGeom prst="rect">
            <a:avLst/>
          </a:prstGeom>
          <a:solidFill>
            <a:schemeClr val="accent4">
              <a:lumMod val="7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267" name="Straight Arrow Connector 266">
            <a:extLst>
              <a:ext uri="{FF2B5EF4-FFF2-40B4-BE49-F238E27FC236}">
                <a16:creationId xmlns:a16="http://schemas.microsoft.com/office/drawing/2014/main" id="{29668B73-AF09-6389-DCF3-4299C66C3B0D}"/>
              </a:ext>
            </a:extLst>
          </p:cNvPr>
          <p:cNvCxnSpPr>
            <a:cxnSpLocks/>
          </p:cNvCxnSpPr>
          <p:nvPr/>
        </p:nvCxnSpPr>
        <p:spPr bwMode="gray">
          <a:xfrm>
            <a:off x="6918838" y="2454817"/>
            <a:ext cx="1257724" cy="0"/>
          </a:xfrm>
          <a:prstGeom prst="straightConnector1">
            <a:avLst/>
          </a:prstGeom>
          <a:ln w="28575">
            <a:solidFill>
              <a:srgbClr val="FFFF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2" name="Rectangle 373">
            <a:extLst>
              <a:ext uri="{FF2B5EF4-FFF2-40B4-BE49-F238E27FC236}">
                <a16:creationId xmlns:a16="http://schemas.microsoft.com/office/drawing/2014/main" id="{DD0A1A08-994E-E6BE-3DC5-BCFDBFF63444}"/>
              </a:ext>
            </a:extLst>
          </p:cNvPr>
          <p:cNvSpPr/>
          <p:nvPr/>
        </p:nvSpPr>
        <p:spPr>
          <a:xfrm flipH="1">
            <a:off x="8235546" y="2285401"/>
            <a:ext cx="1749775" cy="375578"/>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123563"/>
                </a:solidFill>
                <a:effectLst/>
                <a:uLnTx/>
                <a:uFillTx/>
                <a:latin typeface="Boehringer Forward Text"/>
                <a:ea typeface="+mn-ea"/>
                <a:cs typeface="+mn-cs"/>
              </a:rPr>
              <a:t>Delayed to Mar/Apr 2026 due to animal study</a:t>
            </a:r>
            <a:endParaRPr kumimoji="0" lang="en-US" sz="1000"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273" name="Group 272">
            <a:extLst>
              <a:ext uri="{FF2B5EF4-FFF2-40B4-BE49-F238E27FC236}">
                <a16:creationId xmlns:a16="http://schemas.microsoft.com/office/drawing/2014/main" id="{118EA522-FCD1-9F5A-6242-772F2F1F427B}"/>
              </a:ext>
            </a:extLst>
          </p:cNvPr>
          <p:cNvGrpSpPr/>
          <p:nvPr/>
        </p:nvGrpSpPr>
        <p:grpSpPr>
          <a:xfrm>
            <a:off x="3969938" y="3085781"/>
            <a:ext cx="324000" cy="324000"/>
            <a:chOff x="2124108" y="2977434"/>
            <a:chExt cx="324000" cy="324000"/>
          </a:xfrm>
        </p:grpSpPr>
        <p:sp>
          <p:nvSpPr>
            <p:cNvPr id="274" name="Oval 273">
              <a:extLst>
                <a:ext uri="{FF2B5EF4-FFF2-40B4-BE49-F238E27FC236}">
                  <a16:creationId xmlns:a16="http://schemas.microsoft.com/office/drawing/2014/main" id="{5B629A8C-0E22-F1EF-1CA3-C0EDE80D248F}"/>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84" name="Oval 283">
              <a:extLst>
                <a:ext uri="{FF2B5EF4-FFF2-40B4-BE49-F238E27FC236}">
                  <a16:creationId xmlns:a16="http://schemas.microsoft.com/office/drawing/2014/main" id="{27914019-5A1F-A56E-D3D3-394D9B4BECB7}"/>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65" name="Graphic 64" descr="Diamond with solid fill">
              <a:extLst>
                <a:ext uri="{FF2B5EF4-FFF2-40B4-BE49-F238E27FC236}">
                  <a16:creationId xmlns:a16="http://schemas.microsoft.com/office/drawing/2014/main" id="{2F3427F2-1504-C9DF-3286-17B60472B71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206951" y="3060277"/>
              <a:ext cx="158314" cy="158314"/>
            </a:xfrm>
            <a:prstGeom prst="rect">
              <a:avLst/>
            </a:prstGeom>
          </p:spPr>
        </p:pic>
      </p:grpSp>
      <p:cxnSp>
        <p:nvCxnSpPr>
          <p:cNvPr id="66" name="Straight Connector 65">
            <a:extLst>
              <a:ext uri="{FF2B5EF4-FFF2-40B4-BE49-F238E27FC236}">
                <a16:creationId xmlns:a16="http://schemas.microsoft.com/office/drawing/2014/main" id="{BA7FD62C-102C-0F61-189A-5C928B54BFCD}"/>
              </a:ext>
            </a:extLst>
          </p:cNvPr>
          <p:cNvCxnSpPr>
            <a:cxnSpLocks/>
            <a:stCxn id="274" idx="0"/>
            <a:endCxn id="68" idx="1"/>
          </p:cNvCxnSpPr>
          <p:nvPr/>
        </p:nvCxnSpPr>
        <p:spPr>
          <a:xfrm flipH="1" flipV="1">
            <a:off x="4129094" y="1595578"/>
            <a:ext cx="2844" cy="149020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68" name="Shape 188">
            <a:extLst>
              <a:ext uri="{FF2B5EF4-FFF2-40B4-BE49-F238E27FC236}">
                <a16:creationId xmlns:a16="http://schemas.microsoft.com/office/drawing/2014/main" id="{947F75C8-4AC8-2309-69F3-6B035FD41999}"/>
              </a:ext>
            </a:extLst>
          </p:cNvPr>
          <p:cNvSpPr/>
          <p:nvPr/>
        </p:nvSpPr>
        <p:spPr>
          <a:xfrm>
            <a:off x="4129094" y="1538813"/>
            <a:ext cx="117968" cy="113529"/>
          </a:xfrm>
          <a:prstGeom prst="rect">
            <a:avLst/>
          </a:prstGeom>
          <a:solidFill>
            <a:srgbClr val="FF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0" name="Rectangle 373">
            <a:extLst>
              <a:ext uri="{FF2B5EF4-FFF2-40B4-BE49-F238E27FC236}">
                <a16:creationId xmlns:a16="http://schemas.microsoft.com/office/drawing/2014/main" id="{667DC1FB-6865-5E12-D89C-B55E2D6D7481}"/>
              </a:ext>
            </a:extLst>
          </p:cNvPr>
          <p:cNvSpPr/>
          <p:nvPr/>
        </p:nvSpPr>
        <p:spPr>
          <a:xfrm flipH="1">
            <a:off x="2637428" y="1401213"/>
            <a:ext cx="1491665" cy="350486"/>
          </a:xfrm>
          <a:prstGeom prst="rect">
            <a:avLst/>
          </a:prstGeom>
          <a:solidFill>
            <a:srgbClr val="DAF5F8"/>
          </a:solidFill>
          <a:ln w="12700">
            <a:noFill/>
          </a:ln>
          <a:effectLst/>
        </p:spPr>
        <p:style>
          <a:lnRef idx="0">
            <a:schemeClr val="accent1"/>
          </a:lnRef>
          <a:fillRef idx="1">
            <a:schemeClr val="accent1"/>
          </a:fillRef>
          <a:effectRef idx="0">
            <a:schemeClr val="dk1"/>
          </a:effectRef>
          <a:fontRef idx="minor">
            <a:schemeClr val="lt1"/>
          </a:fontRef>
        </p:style>
        <p:txBody>
          <a:bodyPr lIns="36000" rIns="36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sz="1000" err="1">
                <a:solidFill>
                  <a:srgbClr val="123563"/>
                </a:solidFill>
                <a:latin typeface="Boehringer Forward Text"/>
              </a:rPr>
              <a:t>Nintedanib</a:t>
            </a:r>
            <a:r>
              <a:rPr lang="en-US" altLang="zh-CN" sz="1000">
                <a:solidFill>
                  <a:srgbClr val="123563"/>
                </a:solidFill>
                <a:latin typeface="Boehringer Forward Text"/>
              </a:rPr>
              <a:t> IVT XR Termination (Apr HPSC)</a:t>
            </a:r>
            <a:endParaRPr kumimoji="0" lang="en-US" sz="1000"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61" name="文本框 60">
            <a:extLst>
              <a:ext uri="{FF2B5EF4-FFF2-40B4-BE49-F238E27FC236}">
                <a16:creationId xmlns:a16="http://schemas.microsoft.com/office/drawing/2014/main" id="{E1C3CD34-28DA-B76A-36D7-19A404DC1F49}"/>
              </a:ext>
            </a:extLst>
          </p:cNvPr>
          <p:cNvSpPr txBox="1"/>
          <p:nvPr/>
        </p:nvSpPr>
        <p:spPr bwMode="gray">
          <a:xfrm>
            <a:off x="10120309" y="3902696"/>
            <a:ext cx="1149006" cy="320024"/>
          </a:xfrm>
          <a:prstGeom prst="rect">
            <a:avLst/>
          </a:prstGeom>
          <a:noFill/>
        </p:spPr>
        <p:txBody>
          <a:bodyPr wrap="square" lIns="0" tIns="0" rIns="0" bIns="0" rtlCol="0">
            <a:spAutoFit/>
          </a:bodyPr>
          <a:lstStyle/>
          <a:p>
            <a:pPr marL="182880" algn="l">
              <a:lnSpc>
                <a:spcPct val="200000"/>
              </a:lnSpc>
            </a:pPr>
            <a:r>
              <a:rPr lang="en-US" altLang="zh-CN" sz="1200">
                <a:solidFill>
                  <a:srgbClr val="076D7E"/>
                </a:solidFill>
              </a:rPr>
              <a:t>Update</a:t>
            </a:r>
            <a:endParaRPr lang="zh-CN" altLang="en-US" sz="1200">
              <a:solidFill>
                <a:srgbClr val="076D7E"/>
              </a:solidFill>
            </a:endParaRPr>
          </a:p>
        </p:txBody>
      </p:sp>
    </p:spTree>
    <p:extLst>
      <p:ext uri="{BB962C8B-B14F-4D97-AF65-F5344CB8AC3E}">
        <p14:creationId xmlns:p14="http://schemas.microsoft.com/office/powerpoint/2010/main" val="3269721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2A0D2-3DB8-7E0C-67C9-9AB75CF41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15E6A-EC6D-10CA-6DD7-6AA926A8005A}"/>
              </a:ext>
            </a:extLst>
          </p:cNvPr>
          <p:cNvSpPr>
            <a:spLocks noGrp="1"/>
          </p:cNvSpPr>
          <p:nvPr>
            <p:ph type="title"/>
          </p:nvPr>
        </p:nvSpPr>
        <p:spPr>
          <a:xfrm>
            <a:off x="479426" y="477000"/>
            <a:ext cx="11363253" cy="720000"/>
          </a:xfrm>
        </p:spPr>
        <p:txBody>
          <a:bodyPr/>
          <a:lstStyle/>
          <a:p>
            <a:r>
              <a:rPr lang="en-US" altLang="zh-CN" dirty="0"/>
              <a:t>Eye Health: Decisions/Advice provided by TA-CEC (Apr 2025 – May 2025)</a:t>
            </a:r>
            <a:endParaRPr lang="zh-CN" altLang="en-US" dirty="0"/>
          </a:p>
        </p:txBody>
      </p:sp>
      <p:sp>
        <p:nvSpPr>
          <p:cNvPr id="4" name="Footer Placeholder 3">
            <a:extLst>
              <a:ext uri="{FF2B5EF4-FFF2-40B4-BE49-F238E27FC236}">
                <a16:creationId xmlns:a16="http://schemas.microsoft.com/office/drawing/2014/main" id="{96DDD299-5E35-229F-4ABD-F67E378BE9AC}"/>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0B321A09-1F96-13F5-FF58-E3BC3E183C2D}"/>
              </a:ext>
            </a:extLst>
          </p:cNvPr>
          <p:cNvSpPr>
            <a:spLocks noGrp="1"/>
          </p:cNvSpPr>
          <p:nvPr>
            <p:ph type="sldNum" sz="quarter" idx="17"/>
          </p:nvPr>
        </p:nvSpPr>
        <p:spPr/>
        <p:txBody>
          <a:bodyPr/>
          <a:lstStyle/>
          <a:p>
            <a:fld id="{8FF9B0DE-3FEB-4AA0-B465-B80EF7C1333D}" type="slidenum">
              <a:rPr lang="en-US" smtClean="0"/>
              <a:pPr/>
              <a:t>9</a:t>
            </a:fld>
            <a:endParaRPr lang="en-US"/>
          </a:p>
        </p:txBody>
      </p:sp>
      <p:graphicFrame>
        <p:nvGraphicFramePr>
          <p:cNvPr id="7" name="Inhaltsplatzhalter 11">
            <a:extLst>
              <a:ext uri="{FF2B5EF4-FFF2-40B4-BE49-F238E27FC236}">
                <a16:creationId xmlns:a16="http://schemas.microsoft.com/office/drawing/2014/main" id="{1A4775E0-0F34-FD3D-3732-DCC79D58A3F5}"/>
              </a:ext>
            </a:extLst>
          </p:cNvPr>
          <p:cNvGraphicFramePr>
            <a:graphicFrameLocks/>
          </p:cNvGraphicFramePr>
          <p:nvPr>
            <p:extLst>
              <p:ext uri="{D42A27DB-BD31-4B8C-83A1-F6EECF244321}">
                <p14:modId xmlns:p14="http://schemas.microsoft.com/office/powerpoint/2010/main" val="1548425891"/>
              </p:ext>
            </p:extLst>
          </p:nvPr>
        </p:nvGraphicFramePr>
        <p:xfrm>
          <a:off x="349321" y="1119042"/>
          <a:ext cx="11630345" cy="2636037"/>
        </p:xfrm>
        <a:graphic>
          <a:graphicData uri="http://schemas.openxmlformats.org/drawingml/2006/table">
            <a:tbl>
              <a:tblPr firstRow="1" bandRow="1">
                <a:tableStyleId>{5C22544A-7EE6-4342-B048-85BDC9FD1C3A}</a:tableStyleId>
              </a:tblPr>
              <a:tblGrid>
                <a:gridCol w="1927154">
                  <a:extLst>
                    <a:ext uri="{9D8B030D-6E8A-4147-A177-3AD203B41FA5}">
                      <a16:colId xmlns:a16="http://schemas.microsoft.com/office/drawing/2014/main" val="2389719309"/>
                    </a:ext>
                  </a:extLst>
                </a:gridCol>
                <a:gridCol w="5391150">
                  <a:extLst>
                    <a:ext uri="{9D8B030D-6E8A-4147-A177-3AD203B41FA5}">
                      <a16:colId xmlns:a16="http://schemas.microsoft.com/office/drawing/2014/main" val="2275645487"/>
                    </a:ext>
                  </a:extLst>
                </a:gridCol>
                <a:gridCol w="2206904">
                  <a:extLst>
                    <a:ext uri="{9D8B030D-6E8A-4147-A177-3AD203B41FA5}">
                      <a16:colId xmlns:a16="http://schemas.microsoft.com/office/drawing/2014/main" val="418550560"/>
                    </a:ext>
                  </a:extLst>
                </a:gridCol>
                <a:gridCol w="2105137">
                  <a:extLst>
                    <a:ext uri="{9D8B030D-6E8A-4147-A177-3AD203B41FA5}">
                      <a16:colId xmlns:a16="http://schemas.microsoft.com/office/drawing/2014/main" val="3293208662"/>
                    </a:ext>
                  </a:extLst>
                </a:gridCol>
              </a:tblGrid>
              <a:tr h="623037">
                <a:tc>
                  <a:txBody>
                    <a:bodyPr/>
                    <a:lstStyle/>
                    <a:p>
                      <a:pPr algn="ctr"/>
                      <a:r>
                        <a:rPr lang="en-US" altLang="zh-CN" sz="1600">
                          <a:solidFill>
                            <a:schemeClr val="bg2"/>
                          </a:solidFill>
                        </a:rPr>
                        <a:t>Topic</a:t>
                      </a:r>
                      <a:endParaRPr lang="zh-CN" altLang="en-US" sz="1600">
                        <a:solidFill>
                          <a:schemeClr val="bg2"/>
                        </a:solidFill>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dirty="0">
                          <a:ln>
                            <a:noFill/>
                          </a:ln>
                          <a:solidFill>
                            <a:schemeClr val="tx1"/>
                          </a:solidFill>
                          <a:effectLst/>
                          <a:uLnTx/>
                          <a:uFillTx/>
                          <a:latin typeface="+mn-lt"/>
                          <a:ea typeface="+mn-ea"/>
                          <a:cs typeface="+mn-cs"/>
                        </a:rPr>
                        <a:t>Background</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TA-CEC </a:t>
                      </a:r>
                    </a:p>
                    <a:p>
                      <a:pPr algn="ctr"/>
                      <a:r>
                        <a:rPr kumimoji="0" lang="en-US" sz="1600" b="1" i="0" u="none" strike="noStrike" kern="1200" cap="none" spc="0" normalizeH="0" baseline="0" noProof="0">
                          <a:ln>
                            <a:noFill/>
                          </a:ln>
                          <a:solidFill>
                            <a:schemeClr val="tx1"/>
                          </a:solidFill>
                          <a:effectLst/>
                          <a:uLnTx/>
                          <a:uFillTx/>
                          <a:latin typeface="+mn-lt"/>
                          <a:ea typeface="+mn-ea"/>
                          <a:cs typeface="+mn-cs"/>
                        </a:rPr>
                        <a:t>Decisions/Advice</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Next steps/ Updates</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992404">
                <a:tc>
                  <a:txBody>
                    <a:bodyPr/>
                    <a:lstStyle/>
                    <a:p>
                      <a:pPr algn="l">
                        <a:spcAft>
                          <a:spcPts val="600"/>
                        </a:spcAft>
                      </a:pPr>
                      <a:r>
                        <a:rPr kumimoji="0" lang="en-US" altLang="zh-CN" sz="1200" b="0" i="0" u="none" strike="noStrike" kern="1200" cap="none" spc="0" normalizeH="0" baseline="0" dirty="0">
                          <a:ln>
                            <a:noFill/>
                          </a:ln>
                          <a:solidFill>
                            <a:schemeClr val="tx1"/>
                          </a:solidFill>
                          <a:effectLst/>
                          <a:uLnTx/>
                          <a:uFillTx/>
                          <a:latin typeface="+mn-lt"/>
                          <a:ea typeface="+mn-ea"/>
                          <a:cs typeface="+mn-cs"/>
                        </a:rPr>
                        <a:t>GA Evidence Gap Analysis</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dirty="0"/>
                        <a:t>With timeline delayed by 4-5 months due to GA ECR contract process, local evidence team proposes: </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Accelerate enrollment and perform early IA with 6 months follow-up from less than 50 patients (the pre-defined sample size for IA) to catch up with the ph3 decision point in July 2026 for Anti-C3.</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The team is evaluating the feasibility and risk to conduct informal HAI with CDE after positive feedback from PMDA informal/non-binding consultation which allows JP integration into Anti-C3 Ph3 without early data. </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Search for additional evidence or insights on GA beyond the GA ECR database. </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Endorsed in May CEC</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dirty="0">
                          <a:ln>
                            <a:noFill/>
                          </a:ln>
                          <a:solidFill>
                            <a:schemeClr val="tx1"/>
                          </a:solidFill>
                          <a:effectLst/>
                          <a:uLnTx/>
                          <a:uFillTx/>
                          <a:latin typeface="+mn-lt"/>
                          <a:ea typeface="+mn-ea"/>
                          <a:cs typeface="+mn-cs"/>
                        </a:rPr>
                        <a:t>Close engagement with sites</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1200" b="0" i="0" u="none" strike="noStrike" kern="1200" cap="none" spc="0" normalizeH="0" baseline="0" dirty="0">
                          <a:ln>
                            <a:noFill/>
                          </a:ln>
                          <a:solidFill>
                            <a:schemeClr val="tx1"/>
                          </a:solidFill>
                          <a:effectLst/>
                          <a:uLnTx/>
                          <a:uFillTx/>
                          <a:latin typeface="+mn-lt"/>
                          <a:ea typeface="+mn-ea"/>
                          <a:cs typeface="+mn-cs"/>
                        </a:rPr>
                        <a:t>Evaluate HAI proposal with local and global teams</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687343"/>
                  </a:ext>
                </a:extLst>
              </a:tr>
            </a:tbl>
          </a:graphicData>
        </a:graphic>
      </p:graphicFrame>
    </p:spTree>
    <p:extLst>
      <p:ext uri="{BB962C8B-B14F-4D97-AF65-F5344CB8AC3E}">
        <p14:creationId xmlns:p14="http://schemas.microsoft.com/office/powerpoint/2010/main" val="334723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p:txBody>
          <a:bodyPr/>
          <a:lstStyle/>
          <a:p>
            <a:r>
              <a:rPr lang="en-US" altLang="zh-CN" dirty="0"/>
              <a:t>Eye Health Portfolio Key Update – Late-Stage and Early-Stage Assets</a:t>
            </a:r>
            <a:endParaRPr lang="zh-CN" altLang="en-US" dirty="0"/>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fld id="{8FF9B0DE-3FEB-4AA0-B465-B80EF7C1333D}" type="slidenum">
              <a:rPr lang="en-US" smtClean="0"/>
              <a:pPr/>
              <a:t>10</a:t>
            </a:fld>
            <a:endParaRPr lang="en-US"/>
          </a:p>
        </p:txBody>
      </p:sp>
      <p:sp>
        <p:nvSpPr>
          <p:cNvPr id="11" name="Star: 5 Points 10">
            <a:extLst>
              <a:ext uri="{FF2B5EF4-FFF2-40B4-BE49-F238E27FC236}">
                <a16:creationId xmlns:a16="http://schemas.microsoft.com/office/drawing/2014/main" id="{16A7E44C-FAED-3FA6-1226-6251D6942196}"/>
              </a:ext>
            </a:extLst>
          </p:cNvPr>
          <p:cNvSpPr/>
          <p:nvPr/>
        </p:nvSpPr>
        <p:spPr bwMode="gray">
          <a:xfrm>
            <a:off x="2031560" y="6281428"/>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B758AD1B-31DD-5C0B-088D-D132426302CD}"/>
              </a:ext>
            </a:extLst>
          </p:cNvPr>
          <p:cNvSpPr txBox="1"/>
          <p:nvPr/>
        </p:nvSpPr>
        <p:spPr bwMode="gray">
          <a:xfrm>
            <a:off x="2203692" y="6246118"/>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35840D5A-C2A9-A527-D937-4ACAFE7D9609}"/>
              </a:ext>
            </a:extLst>
          </p:cNvPr>
          <p:cNvSpPr txBox="1"/>
          <p:nvPr/>
        </p:nvSpPr>
        <p:spPr bwMode="gray">
          <a:xfrm>
            <a:off x="3322235" y="6255354"/>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EA8E2C38-D438-9D58-DA0F-123F2912D951}"/>
              </a:ext>
            </a:extLst>
          </p:cNvPr>
          <p:cNvSpPr/>
          <p:nvPr/>
        </p:nvSpPr>
        <p:spPr bwMode="gray">
          <a:xfrm>
            <a:off x="3123763" y="6263428"/>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15" name="Table 6">
            <a:extLst>
              <a:ext uri="{FF2B5EF4-FFF2-40B4-BE49-F238E27FC236}">
                <a16:creationId xmlns:a16="http://schemas.microsoft.com/office/drawing/2014/main" id="{B16C4F7B-FFC9-8C91-F3C2-0272A3D6E47F}"/>
              </a:ext>
            </a:extLst>
          </p:cNvPr>
          <p:cNvGraphicFramePr>
            <a:graphicFrameLocks noGrp="1"/>
          </p:cNvGraphicFramePr>
          <p:nvPr>
            <p:extLst>
              <p:ext uri="{D42A27DB-BD31-4B8C-83A1-F6EECF244321}">
                <p14:modId xmlns:p14="http://schemas.microsoft.com/office/powerpoint/2010/main" val="1795145204"/>
              </p:ext>
            </p:extLst>
          </p:nvPr>
        </p:nvGraphicFramePr>
        <p:xfrm>
          <a:off x="479423" y="980645"/>
          <a:ext cx="11233152" cy="3730692"/>
        </p:xfrm>
        <a:graphic>
          <a:graphicData uri="http://schemas.openxmlformats.org/drawingml/2006/table">
            <a:tbl>
              <a:tblPr firstRow="1" bandRow="1">
                <a:tableStyleId>{7E9639D4-E3E2-4D34-9284-5A2195B3D0D7}</a:tableStyleId>
              </a:tblPr>
              <a:tblGrid>
                <a:gridCol w="1019439">
                  <a:extLst>
                    <a:ext uri="{9D8B030D-6E8A-4147-A177-3AD203B41FA5}">
                      <a16:colId xmlns:a16="http://schemas.microsoft.com/office/drawing/2014/main" val="3183558779"/>
                    </a:ext>
                  </a:extLst>
                </a:gridCol>
                <a:gridCol w="904973">
                  <a:extLst>
                    <a:ext uri="{9D8B030D-6E8A-4147-A177-3AD203B41FA5}">
                      <a16:colId xmlns:a16="http://schemas.microsoft.com/office/drawing/2014/main" val="4060529730"/>
                    </a:ext>
                  </a:extLst>
                </a:gridCol>
                <a:gridCol w="1310326">
                  <a:extLst>
                    <a:ext uri="{9D8B030D-6E8A-4147-A177-3AD203B41FA5}">
                      <a16:colId xmlns:a16="http://schemas.microsoft.com/office/drawing/2014/main" val="1540706906"/>
                    </a:ext>
                  </a:extLst>
                </a:gridCol>
                <a:gridCol w="6057623">
                  <a:extLst>
                    <a:ext uri="{9D8B030D-6E8A-4147-A177-3AD203B41FA5}">
                      <a16:colId xmlns:a16="http://schemas.microsoft.com/office/drawing/2014/main" val="1815427223"/>
                    </a:ext>
                  </a:extLst>
                </a:gridCol>
                <a:gridCol w="1940791">
                  <a:extLst>
                    <a:ext uri="{9D8B030D-6E8A-4147-A177-3AD203B41FA5}">
                      <a16:colId xmlns:a16="http://schemas.microsoft.com/office/drawing/2014/main" val="3539556881"/>
                    </a:ext>
                  </a:extLst>
                </a:gridCol>
              </a:tblGrid>
              <a:tr h="74340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100"/>
                        <a:t>Asset Name (MoA)</a:t>
                      </a:r>
                      <a:endParaRPr lang="zh-CN" altLang="en-US" sz="1100"/>
                    </a:p>
                  </a:txBody>
                  <a:tcPr anchor="ct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100"/>
                        <a:t>Indication</a:t>
                      </a:r>
                      <a:endParaRPr lang="zh-CN" altLang="en-US" sz="1100"/>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100"/>
                        <a:t>China Approval</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100"/>
                        <a:t>(base case) </a:t>
                      </a:r>
                      <a:endParaRPr lang="zh-CN" altLang="en-US" sz="1100"/>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100"/>
                        <a:t>Update</a:t>
                      </a:r>
                      <a:endParaRPr lang="zh-CN" altLang="en-US" sz="1100" i="1">
                        <a:solidFill>
                          <a:schemeClr val="bg1">
                            <a:lumMod val="75000"/>
                          </a:schemeClr>
                        </a:solidFill>
                      </a:endParaRPr>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100"/>
                        <a:t>Next Step</a:t>
                      </a:r>
                      <a:endParaRPr lang="zh-CN" altLang="en-US" sz="1100"/>
                    </a:p>
                  </a:txBody>
                  <a:tcPr anchor="ct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176102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100" i="0">
                          <a:solidFill>
                            <a:schemeClr val="tx1"/>
                          </a:solidFill>
                        </a:rPr>
                        <a:t>PKKi</a:t>
                      </a:r>
                      <a:endParaRPr lang="zh-CN" altLang="en-US" sz="1100" i="0" err="1">
                        <a:solidFill>
                          <a:schemeClr val="tx1"/>
                        </a:solidFill>
                      </a:endParaRPr>
                    </a:p>
                  </a:txBody>
                  <a:tcPr anchor="ctr">
                    <a:lnR w="12700" cap="flat" cmpd="sng" algn="ctr">
                      <a:solidFill>
                        <a:schemeClr val="bg1">
                          <a:lumMod val="85000"/>
                        </a:schemeClr>
                      </a:solidFill>
                      <a:prstDash val="dash"/>
                      <a:round/>
                      <a:headEnd type="none" w="med" len="med"/>
                      <a:tailEnd type="none" w="med" len="med"/>
                    </a:lnR>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1" lang="en-US" altLang="zh-CN" sz="1100" i="0" kern="1200">
                          <a:solidFill>
                            <a:schemeClr val="tx1"/>
                          </a:solidFill>
                          <a:latin typeface="+mn-lt"/>
                          <a:ea typeface="+mn-ea"/>
                          <a:cs typeface="+mn-cs"/>
                        </a:rPr>
                        <a:t>DME</a:t>
                      </a:r>
                      <a:endParaRPr kumimoji="1" lang="zh-CN" altLang="en-US" sz="11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algn="ctr"/>
                      <a:r>
                        <a:rPr lang="en-US" altLang="zh-CN" sz="1100" i="0">
                          <a:solidFill>
                            <a:schemeClr val="tx1"/>
                          </a:solidFill>
                        </a:rPr>
                        <a:t>Feb 2033</a:t>
                      </a:r>
                      <a:endParaRPr lang="zh-CN" altLang="en-US" sz="1100" i="0">
                        <a:solidFill>
                          <a:schemeClr val="tx1"/>
                        </a:solidFill>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dirty="0"/>
                        <a:t>CTA:</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China CTA was submitted on Mar 31</a:t>
                      </a:r>
                      <a:r>
                        <a:rPr lang="en-US" altLang="zh-CN" sz="1100" baseline="30000" dirty="0"/>
                        <a:t>st</a:t>
                      </a:r>
                      <a:r>
                        <a:rPr lang="en-US" altLang="zh-CN" sz="1100" dirty="0"/>
                        <a:t> and was accepted by CDE on Apr 8</a:t>
                      </a:r>
                      <a:r>
                        <a:rPr lang="en-US" altLang="zh-CN" sz="1100" baseline="30000" dirty="0"/>
                        <a:t>th</a:t>
                      </a:r>
                      <a:r>
                        <a:rPr lang="en-US" altLang="zh-CN" sz="1100" dirty="0"/>
                        <a:t>.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The team received two HA questions on May 9</a:t>
                      </a:r>
                      <a:r>
                        <a:rPr lang="en-US" altLang="zh-CN" sz="1100" baseline="30000" dirty="0"/>
                        <a:t>th</a:t>
                      </a:r>
                      <a:r>
                        <a:rPr lang="en-US" altLang="zh-CN" sz="1100" dirty="0"/>
                        <a:t> about allocated Chinese sample size in the proposed ph2 and whether Chinese patients have been enrolled in ph1. Response will be submitted by May 16</a:t>
                      </a:r>
                      <a:r>
                        <a:rPr lang="en-US" altLang="zh-CN" sz="1100" baseline="30000" dirty="0"/>
                        <a:t>th</a:t>
                      </a:r>
                      <a:r>
                        <a:rPr lang="en-US" altLang="zh-CN" sz="1100" dirty="0"/>
                        <a:t>.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dirty="0"/>
                        <a:t>CTA approval is expected in Jul 2025</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ltLang="zh-CN" sz="1100" b="0" kern="1200" dirty="0">
                          <a:solidFill>
                            <a:schemeClr val="tx1"/>
                          </a:solidFill>
                          <a:latin typeface="+mn-lt"/>
                          <a:ea typeface="+mn-ea"/>
                          <a:cs typeface="+mn-cs"/>
                        </a:rPr>
                        <a:t>SSV: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b="0" kern="1200" dirty="0">
                          <a:solidFill>
                            <a:schemeClr val="tx1"/>
                          </a:solidFill>
                          <a:latin typeface="+mn-lt"/>
                          <a:ea typeface="+mn-ea"/>
                          <a:cs typeface="+mn-cs"/>
                        </a:rPr>
                        <a:t>IQVIA &amp; BI teams jointly visited leading PI Prof. Xun Xu on Apr 22</a:t>
                      </a:r>
                      <a:r>
                        <a:rPr lang="en-US" altLang="zh-CN" sz="1100" b="0" kern="1200" baseline="30000" dirty="0">
                          <a:solidFill>
                            <a:schemeClr val="tx1"/>
                          </a:solidFill>
                          <a:latin typeface="+mn-lt"/>
                          <a:ea typeface="+mn-ea"/>
                          <a:cs typeface="+mn-cs"/>
                        </a:rPr>
                        <a:t>nd</a:t>
                      </a:r>
                      <a:r>
                        <a:rPr lang="en-US" altLang="zh-CN" sz="1100" b="0" kern="1200" dirty="0">
                          <a:solidFill>
                            <a:schemeClr val="tx1"/>
                          </a:solidFill>
                          <a:latin typeface="+mn-lt"/>
                          <a:ea typeface="+mn-ea"/>
                          <a:cs typeface="+mn-cs"/>
                        </a:rPr>
                        <a:t>, and Prof. Xu</a:t>
                      </a:r>
                      <a:r>
                        <a:rPr lang="en-US" altLang="zh-CN" sz="1100" dirty="0"/>
                        <a:t> shared insights on the proposed site list and potential challenge on EC review due to placebo control.</a:t>
                      </a:r>
                      <a:endParaRPr lang="en-US" altLang="zh-CN" sz="1100" b="0" kern="1200" dirty="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285750" indent="-285750">
                        <a:buFont typeface="Arial" panose="020B0604020202020204" pitchFamily="34" charset="0"/>
                        <a:buChar char="•"/>
                      </a:pPr>
                      <a:r>
                        <a:rPr lang="en-US" altLang="zh-CN" sz="1100" dirty="0"/>
                        <a:t>Prepare for other potential CDE query</a:t>
                      </a:r>
                    </a:p>
                    <a:p>
                      <a:pPr marL="285750" indent="-285750">
                        <a:buFont typeface="Arial" panose="020B0604020202020204" pitchFamily="34" charset="0"/>
                        <a:buChar char="•"/>
                      </a:pPr>
                      <a:r>
                        <a:rPr lang="en-US" altLang="zh-CN" sz="1100" dirty="0"/>
                        <a:t>Follow up IQVIA SSV update</a:t>
                      </a:r>
                    </a:p>
                    <a:p>
                      <a:pPr marL="285750" indent="-285750">
                        <a:buFont typeface="Arial" panose="020B0604020202020204" pitchFamily="34" charset="0"/>
                        <a:buChar char="•"/>
                      </a:pPr>
                      <a:r>
                        <a:rPr lang="en-US" altLang="zh-CN" sz="1100" dirty="0"/>
                        <a:t>Invite selected sites PI to attend NAB</a:t>
                      </a:r>
                      <a:endParaRPr lang="zh-CN" altLang="en-US" sz="1100" dirty="0"/>
                    </a:p>
                  </a:txBody>
                  <a:tcPr anchor="ct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r h="838445">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100" i="0" dirty="0" err="1">
                          <a:solidFill>
                            <a:schemeClr val="tx1"/>
                          </a:solidFill>
                        </a:rPr>
                        <a:t>Nintedanib</a:t>
                      </a:r>
                      <a:r>
                        <a:rPr lang="en-US" altLang="zh-CN" sz="1100" i="0" dirty="0">
                          <a:solidFill>
                            <a:schemeClr val="tx1"/>
                          </a:solidFill>
                        </a:rPr>
                        <a:t> IVT</a:t>
                      </a:r>
                      <a:endParaRPr lang="zh-CN" altLang="en-US" sz="1100" i="0" dirty="0">
                        <a:solidFill>
                          <a:schemeClr val="tx1"/>
                        </a:solidFill>
                      </a:endParaRPr>
                    </a:p>
                  </a:txBody>
                  <a:tcPr anchor="ctr">
                    <a:lnR w="12700" cap="flat" cmpd="sng" algn="ctr">
                      <a:solidFill>
                        <a:schemeClr val="bg1">
                          <a:lumMod val="85000"/>
                        </a:schemeClr>
                      </a:solidFill>
                      <a:prstDash val="dash"/>
                      <a:round/>
                      <a:headEnd type="none" w="med" len="med"/>
                      <a:tailEnd type="none" w="med" len="med"/>
                    </a:lnR>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1" lang="en-US" altLang="zh-CN" sz="1100" i="0" kern="1200" dirty="0" err="1">
                          <a:solidFill>
                            <a:schemeClr val="tx1"/>
                          </a:solidFill>
                          <a:latin typeface="+mn-lt"/>
                          <a:ea typeface="+mn-ea"/>
                          <a:cs typeface="+mn-cs"/>
                        </a:rPr>
                        <a:t>nAMD</a:t>
                      </a:r>
                      <a:endParaRPr kumimoji="1" lang="zh-CN" altLang="en-US" sz="1100" i="0" kern="1200" dirty="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algn="ctr"/>
                      <a:r>
                        <a:rPr lang="en-US" altLang="zh-CN" sz="1100" i="0" dirty="0">
                          <a:solidFill>
                            <a:schemeClr val="tx1"/>
                          </a:solidFill>
                        </a:rPr>
                        <a:t>NA</a:t>
                      </a:r>
                      <a:endParaRPr lang="zh-CN" altLang="en-US" sz="1100" i="0" dirty="0">
                        <a:solidFill>
                          <a:schemeClr val="tx1"/>
                        </a:solidFill>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100" b="0" i="0" strike="noStrike" kern="1200" dirty="0">
                          <a:solidFill>
                            <a:schemeClr val="tx1"/>
                          </a:solidFill>
                          <a:latin typeface="+mn-lt"/>
                          <a:ea typeface="+mn-ea"/>
                          <a:cs typeface="+mn-cs"/>
                        </a:rPr>
                        <a:t>Terminated in Apr HPSC due to animal toxicity study not supporting ph1.</a:t>
                      </a: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indent="0">
                        <a:buFont typeface="Arial" panose="020B0604020202020204" pitchFamily="34" charset="0"/>
                        <a:buNone/>
                      </a:pPr>
                      <a:endParaRPr lang="zh-CN" altLang="en-US" sz="1100" dirty="0"/>
                    </a:p>
                  </a:txBody>
                  <a:tcPr anchor="ct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3175207487"/>
                  </a:ext>
                </a:extLst>
              </a:tr>
            </a:tbl>
          </a:graphicData>
        </a:graphic>
      </p:graphicFrame>
      <p:sp>
        <p:nvSpPr>
          <p:cNvPr id="3" name="Star: 4 Points 2">
            <a:extLst>
              <a:ext uri="{FF2B5EF4-FFF2-40B4-BE49-F238E27FC236}">
                <a16:creationId xmlns:a16="http://schemas.microsoft.com/office/drawing/2014/main" id="{74B4EB68-4940-CA60-788A-776149B85632}"/>
              </a:ext>
            </a:extLst>
          </p:cNvPr>
          <p:cNvSpPr/>
          <p:nvPr/>
        </p:nvSpPr>
        <p:spPr bwMode="gray">
          <a:xfrm>
            <a:off x="1079155" y="2616924"/>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900762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3BA3-18DA-962E-EA12-82D845373451}"/>
              </a:ext>
            </a:extLst>
          </p:cNvPr>
          <p:cNvSpPr>
            <a:spLocks noGrp="1"/>
          </p:cNvSpPr>
          <p:nvPr>
            <p:ph type="title"/>
          </p:nvPr>
        </p:nvSpPr>
        <p:spPr/>
        <p:txBody>
          <a:bodyPr/>
          <a:lstStyle/>
          <a:p>
            <a:r>
              <a:rPr lang="en-US" altLang="zh-CN"/>
              <a:t>Eye Health: Other Update</a:t>
            </a:r>
            <a:endParaRPr lang="zh-CN" altLang="en-US"/>
          </a:p>
        </p:txBody>
      </p:sp>
      <p:sp>
        <p:nvSpPr>
          <p:cNvPr id="3" name="Content Placeholder 2">
            <a:extLst>
              <a:ext uri="{FF2B5EF4-FFF2-40B4-BE49-F238E27FC236}">
                <a16:creationId xmlns:a16="http://schemas.microsoft.com/office/drawing/2014/main" id="{E590B296-0876-787E-EEE9-C073B432CCCB}"/>
              </a:ext>
            </a:extLst>
          </p:cNvPr>
          <p:cNvSpPr>
            <a:spLocks noGrp="1"/>
          </p:cNvSpPr>
          <p:nvPr>
            <p:ph idx="1"/>
          </p:nvPr>
        </p:nvSpPr>
        <p:spPr/>
        <p:txBody>
          <a:bodyPr vert="horz" lIns="0" tIns="0" rIns="0" bIns="0" rtlCol="0" anchor="t">
            <a:noAutofit/>
          </a:bodyPr>
          <a:lstStyle/>
          <a:p>
            <a:pPr marL="215900" indent="-215900" defTabSz="914377">
              <a:defRPr/>
            </a:pPr>
            <a:r>
              <a:rPr kumimoji="1" lang="en-US" altLang="zh-CN" dirty="0"/>
              <a:t>GA ECR (in collaboration with Prof. </a:t>
            </a:r>
            <a:r>
              <a:rPr kumimoji="1" lang="en-US" altLang="zh-CN" dirty="0" err="1"/>
              <a:t>Youxin</a:t>
            </a:r>
            <a:r>
              <a:rPr kumimoji="1" lang="en-US" altLang="zh-CN" dirty="0"/>
              <a:t> CHEN from Peking Union Hospital): </a:t>
            </a:r>
            <a:endParaRPr lang="zh-CN" altLang="en-US" dirty="0"/>
          </a:p>
          <a:p>
            <a:pPr marL="387350" lvl="1" indent="-171450" defTabSz="914377">
              <a:defRPr/>
            </a:pPr>
            <a:r>
              <a:rPr kumimoji="1" lang="en-US" altLang="zh-CN" dirty="0"/>
              <a:t>Contract signed on </a:t>
            </a:r>
            <a:r>
              <a:rPr lang="en-US" altLang="zh-CN" sz="1600" dirty="0">
                <a:solidFill>
                  <a:prstClr val="black"/>
                </a:solidFill>
                <a:cs typeface="Calibri"/>
              </a:rPr>
              <a:t>May 13</a:t>
            </a:r>
            <a:r>
              <a:rPr lang="en-US" altLang="zh-CN" sz="1600" baseline="30000" dirty="0">
                <a:solidFill>
                  <a:prstClr val="black"/>
                </a:solidFill>
                <a:cs typeface="Calibri"/>
              </a:rPr>
              <a:t>th</a:t>
            </a:r>
            <a:r>
              <a:rPr lang="en-US" altLang="zh-CN" sz="1600" dirty="0">
                <a:solidFill>
                  <a:prstClr val="black"/>
                </a:solidFill>
                <a:cs typeface="Calibri"/>
              </a:rPr>
              <a:t>. </a:t>
            </a:r>
          </a:p>
          <a:p>
            <a:pPr marL="387350" lvl="1" indent="-171450" defTabSz="914377">
              <a:defRPr/>
            </a:pPr>
            <a:r>
              <a:rPr lang="en-US" altLang="zh-CN" dirty="0">
                <a:solidFill>
                  <a:prstClr val="black"/>
                </a:solidFill>
                <a:cs typeface="Calibri"/>
              </a:rPr>
              <a:t>FPI is expected in May/Jun.</a:t>
            </a:r>
            <a:endParaRPr lang="en-US" altLang="zh-CN" sz="1600" dirty="0">
              <a:solidFill>
                <a:prstClr val="black"/>
              </a:solidFill>
              <a:cs typeface="Calibri"/>
            </a:endParaRPr>
          </a:p>
          <a:p>
            <a:pPr marL="215900" indent="-215900" defTabSz="914377"/>
            <a:endParaRPr kumimoji="1" lang="en-US" altLang="zh-CN" dirty="0"/>
          </a:p>
          <a:p>
            <a:pPr marL="215900" indent="-215900" defTabSz="914377"/>
            <a:r>
              <a:rPr kumimoji="1" lang="en-US" altLang="zh-CN" dirty="0"/>
              <a:t>National AB on DR/DME (July 12</a:t>
            </a:r>
            <a:r>
              <a:rPr kumimoji="1" lang="en-US" altLang="zh-CN" baseline="30000" dirty="0"/>
              <a:t>th</a:t>
            </a:r>
            <a:r>
              <a:rPr kumimoji="1" lang="en-US" altLang="zh-CN" dirty="0"/>
              <a:t>, Saturday, Shanghai): </a:t>
            </a:r>
          </a:p>
          <a:p>
            <a:pPr marL="431900" lvl="1" indent="-215900" defTabSz="914377"/>
            <a:r>
              <a:rPr lang="en-US" altLang="zh-CN" dirty="0">
                <a:solidFill>
                  <a:prstClr val="black"/>
                </a:solidFill>
                <a:cs typeface="Calibri"/>
              </a:rPr>
              <a:t>Global Eye Health pipeline will be introduced, clinical development of </a:t>
            </a:r>
            <a:r>
              <a:rPr lang="en-US" altLang="zh-CN" dirty="0" err="1">
                <a:solidFill>
                  <a:prstClr val="black"/>
                </a:solidFill>
                <a:cs typeface="Calibri"/>
              </a:rPr>
              <a:t>PKKi</a:t>
            </a:r>
            <a:r>
              <a:rPr lang="en-US" altLang="zh-CN" dirty="0">
                <a:solidFill>
                  <a:prstClr val="black"/>
                </a:solidFill>
                <a:cs typeface="Calibri"/>
              </a:rPr>
              <a:t> and Anti-Sema 3A, and DR/DME in China will be discussed.</a:t>
            </a:r>
          </a:p>
          <a:p>
            <a:pPr marL="431900" lvl="1" indent="-215900" defTabSz="914377"/>
            <a:r>
              <a:rPr lang="en-US" altLang="zh-CN" dirty="0">
                <a:solidFill>
                  <a:prstClr val="black"/>
                </a:solidFill>
                <a:cs typeface="Calibri"/>
              </a:rPr>
              <a:t>KEEs invitation is ongoing.</a:t>
            </a:r>
            <a:endParaRPr kumimoji="1" lang="en-US" altLang="zh-CN" dirty="0"/>
          </a:p>
          <a:p>
            <a:pPr marL="431800" lvl="1" indent="-215900" defTabSz="914377"/>
            <a:endParaRPr kumimoji="1" lang="en-US" altLang="zh-CN" dirty="0"/>
          </a:p>
          <a:p>
            <a:pPr marL="0" indent="0">
              <a:buNone/>
            </a:pPr>
            <a:endParaRPr lang="zh-CN" altLang="en-US" dirty="0"/>
          </a:p>
        </p:txBody>
      </p:sp>
      <p:sp>
        <p:nvSpPr>
          <p:cNvPr id="4" name="Text Placeholder 3">
            <a:extLst>
              <a:ext uri="{FF2B5EF4-FFF2-40B4-BE49-F238E27FC236}">
                <a16:creationId xmlns:a16="http://schemas.microsoft.com/office/drawing/2014/main" id="{CB78D62F-333A-2318-5440-925519C5F400}"/>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509C0677-8265-5804-C5AB-E841733F7454}"/>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CA98B3B8-E138-F938-09A6-D2B74B2C09D0}"/>
              </a:ext>
            </a:extLst>
          </p:cNvPr>
          <p:cNvSpPr>
            <a:spLocks noGrp="1"/>
          </p:cNvSpPr>
          <p:nvPr>
            <p:ph type="sldNum" sz="quarter" idx="20"/>
          </p:nvPr>
        </p:nvSpPr>
        <p:spPr/>
        <p:txBody>
          <a:bodyPr/>
          <a:lstStyle/>
          <a:p>
            <a:fld id="{DF4E8F9F-5B1F-4F5B-BE49-3245D8C18D9F}" type="slidenum">
              <a:rPr lang="en-US" smtClean="0"/>
              <a:pPr/>
              <a:t>11</a:t>
            </a:fld>
            <a:endParaRPr lang="en-US"/>
          </a:p>
        </p:txBody>
      </p:sp>
    </p:spTree>
    <p:extLst>
      <p:ext uri="{BB962C8B-B14F-4D97-AF65-F5344CB8AC3E}">
        <p14:creationId xmlns:p14="http://schemas.microsoft.com/office/powerpoint/2010/main" val="21358974"/>
      </p:ext>
    </p:extLst>
  </p:cSld>
  <p:clrMapOvr>
    <a:masterClrMapping/>
  </p:clrMapOvr>
</p:sld>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16.potx" id="{69C72FE0-88EE-4B76-BE66-8EEB0D909CD6}" vid="{8DD212FA-B497-4EF6-ADA5-99AC8AB58070}"/>
    </a:ext>
  </a:extLst>
</a:theme>
</file>

<file path=ppt/theme/theme3.xml><?xml version="1.0" encoding="utf-8"?>
<a:theme xmlns:a="http://schemas.openxmlformats.org/drawingml/2006/main" name="Mental Health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I MH_Portfolio PPT Template.potx  -  Read-Only" id="{F6CA399A-4DD3-4410-BB38-FA24BD8665C4}" vid="{1F2C4ECF-4D6D-465B-8AD7-B43D92951C65}"/>
    </a:ext>
  </a:extLst>
</a:theme>
</file>

<file path=ppt/theme/theme4.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BD2E9F-E915-4AE3-A1DA-52BB21A345C0}"/>
</file>

<file path=customXml/itemProps2.xml><?xml version="1.0" encoding="utf-8"?>
<ds:datastoreItem xmlns:ds="http://schemas.openxmlformats.org/officeDocument/2006/customXml" ds:itemID="{43DC9507-4245-45F6-8E52-4AC67BABE327}">
  <ds:schemaRefs>
    <ds:schemaRef ds:uri="ec62623e-b304-4fa3-a83c-e17a755c95ed"/>
    <ds:schemaRef ds:uri="f0cd7b45-6058-43e6-b3b9-79853643938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D6885DC-0AC1-41CC-BF2E-CE25858CFBC8}">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314</TotalTime>
  <Words>1967</Words>
  <Application>Microsoft Office PowerPoint</Application>
  <PresentationFormat>Widescreen</PresentationFormat>
  <Paragraphs>295</Paragraphs>
  <Slides>11</Slides>
  <Notes>2</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11</vt:i4>
      </vt:variant>
    </vt:vector>
  </HeadingPairs>
  <TitlesOfParts>
    <vt:vector size="26" baseType="lpstr">
      <vt:lpstr>等线</vt:lpstr>
      <vt:lpstr>Arial</vt:lpstr>
      <vt:lpstr>BISans</vt:lpstr>
      <vt:lpstr>BISansCond</vt:lpstr>
      <vt:lpstr>BISansOpti</vt:lpstr>
      <vt:lpstr>BISansOptiCond</vt:lpstr>
      <vt:lpstr>Boehringer Forward Head</vt:lpstr>
      <vt:lpstr>Boehringer Forward Text</vt:lpstr>
      <vt:lpstr>Calibri</vt:lpstr>
      <vt:lpstr>Open Sans</vt:lpstr>
      <vt:lpstr>Roboto</vt:lpstr>
      <vt:lpstr>Boehringer Ingelheim 16:9</vt:lpstr>
      <vt:lpstr>1_Boehringer Ingelheim 16:9</vt:lpstr>
      <vt:lpstr>Mental Health 16:9</vt:lpstr>
      <vt:lpstr>3_Boehringer Ingelheim 16:9</vt:lpstr>
      <vt:lpstr>Medical Advisory Panel (MAP) Meeting TA MHEH Update</vt:lpstr>
      <vt:lpstr>2025 TA Key Milestone Overview – Mental Health</vt:lpstr>
      <vt:lpstr>Mental Health: Decisions/Advice provided by TA-CEC (Apr 2025 – May 2025)</vt:lpstr>
      <vt:lpstr>Mental Health Portfolio Key Update – Late-Stage Assets</vt:lpstr>
      <vt:lpstr>Mental Health Portfolio Key Update – Late-Stage Assets</vt:lpstr>
      <vt:lpstr>Mental Health: Other Update The HA interaction on Precision Psychiatry was successfully completed on 24 April 2025</vt:lpstr>
      <vt:lpstr>TA Workshop – Iclepertin Learning and Good Practice Sharing</vt:lpstr>
      <vt:lpstr>2025 TA Key Milestone Overview – Eye Health</vt:lpstr>
      <vt:lpstr>Eye Health: Decisions/Advice provided by TA-CEC (Apr 2025 – May 2025)</vt:lpstr>
      <vt:lpstr>Eye Health Portfolio Key Update – Late-Stage and Early-Stage Assets</vt:lpstr>
      <vt:lpstr>Eye Health: Other Update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Lu,Dr.,Jiaqi (HP Medicine) BII-CN-S</dc:creator>
  <cp:lastModifiedBy>Liu,Dr.,Meiruo (HP Medicine) BII-CN-S</cp:lastModifiedBy>
  <cp:revision>3</cp:revision>
  <dcterms:created xsi:type="dcterms:W3CDTF">2023-11-09T09:11:57Z</dcterms:created>
  <dcterms:modified xsi:type="dcterms:W3CDTF">2025-05-14T14:22:24Z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ies>
</file>