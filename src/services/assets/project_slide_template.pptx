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5" r:id="rId3"/>
  </p:sldMasterIdLst>
  <p:notesMasterIdLst>
    <p:notesMasterId r:id="rId7"/>
  </p:notesMasterIdLst>
  <p:sldIdLst>
    <p:sldId id="285" r:id="rId4"/>
    <p:sldId id="2147471851" r:id="rId5"/>
    <p:sldId id="2147483617"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540"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A6098C-3566-48CB-BDCF-D84DAD332001}" type="datetimeFigureOut">
              <a:rPr lang="zh-CN" altLang="en-US" smtClean="0"/>
              <a:t>2026/7/3</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03963E-A828-4687-ACD1-ADC182DE597E}" type="slidenum">
              <a:rPr lang="zh-CN" altLang="en-US" smtClean="0"/>
              <a:t>‹#›</a:t>
            </a:fld>
            <a:endParaRPr lang="zh-CN" altLang="en-US"/>
          </a:p>
        </p:txBody>
      </p:sp>
    </p:spTree>
    <p:extLst>
      <p:ext uri="{BB962C8B-B14F-4D97-AF65-F5344CB8AC3E}">
        <p14:creationId xmlns:p14="http://schemas.microsoft.com/office/powerpoint/2010/main" val="3881221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zh-CN" sz="1200">
                <a:effectLst/>
                <a:latin typeface="Calibri" panose="020F0502020204030204" pitchFamily="34" charset="0"/>
                <a:ea typeface="Times New Roman" panose="02020603050405020304" pitchFamily="18" charset="0"/>
              </a:rPr>
              <a:t>„Dareon“ (Darius – Persian for ocean </a:t>
            </a:r>
            <a:r>
              <a:rPr lang="de-DE" altLang="zh-CN" sz="1200">
                <a:effectLst/>
                <a:latin typeface="Calibri" panose="020F0502020204030204" pitchFamily="34" charset="0"/>
                <a:ea typeface="Times New Roman" panose="02020603050405020304" pitchFamily="18" charset="0"/>
                <a:sym typeface="Wingdings" panose="05000000000000000000" pitchFamily="2" charset="2"/>
              </a:rPr>
              <a:t> Empowerment, new horizons, game changer)</a:t>
            </a:r>
            <a:endParaRPr lang="de-DE" altLang="zh-CN" sz="1200">
              <a:effectLst/>
              <a:latin typeface="Calibri" panose="020F0502020204030204" pitchFamily="34" charset="0"/>
              <a:ea typeface="Calibri" panose="020F0502020204030204" pitchFamily="34"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2933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5.sv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sv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7.svg"/><Relationship Id="rId1" Type="http://schemas.openxmlformats.org/officeDocument/2006/relationships/slideMaster" Target="../slideMasters/slideMaster3.xml"/><Relationship Id="rId4" Type="http://schemas.openxmlformats.org/officeDocument/2006/relationships/image" Target="../media/image1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9EDDA-E5FC-C9CA-C3B9-4AEAF4DEE354}"/>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2651D282-0303-F60E-DAE6-75314195BB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A9C60DC8-27D2-A6EA-C219-67C90FB6B54D}"/>
              </a:ext>
            </a:extLst>
          </p:cNvPr>
          <p:cNvSpPr>
            <a:spLocks noGrp="1"/>
          </p:cNvSpPr>
          <p:nvPr>
            <p:ph type="dt" sz="half" idx="10"/>
          </p:nvPr>
        </p:nvSpPr>
        <p:spPr/>
        <p:txBody>
          <a:bodyPr/>
          <a:lstStyle/>
          <a:p>
            <a:fld id="{EC807670-E3E8-4CE6-B0A1-E26247B809F7}" type="datetimeFigureOut">
              <a:rPr lang="zh-CN" altLang="en-US" smtClean="0"/>
              <a:t>2026/7/3</a:t>
            </a:fld>
            <a:endParaRPr lang="zh-CN" altLang="en-US"/>
          </a:p>
        </p:txBody>
      </p:sp>
      <p:sp>
        <p:nvSpPr>
          <p:cNvPr id="5" name="Footer Placeholder 4">
            <a:extLst>
              <a:ext uri="{FF2B5EF4-FFF2-40B4-BE49-F238E27FC236}">
                <a16:creationId xmlns:a16="http://schemas.microsoft.com/office/drawing/2014/main" id="{AF4C1753-EB51-CA9F-6AC0-7DB684DA022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81C1E279-6A6E-4E33-5A61-E91CAA9A8B96}"/>
              </a:ext>
            </a:extLst>
          </p:cNvPr>
          <p:cNvSpPr>
            <a:spLocks noGrp="1"/>
          </p:cNvSpPr>
          <p:nvPr>
            <p:ph type="sldNum" sz="quarter" idx="12"/>
          </p:nvPr>
        </p:nvSpPr>
        <p:spPr/>
        <p:txBody>
          <a:body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1298485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0472B-2D23-F3A5-768C-0456F3644145}"/>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39240DFD-918D-C6DE-CFA5-2074E2D9AE70}"/>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1AF2D1AB-4C51-B3E7-3320-C0430924CFCC}"/>
              </a:ext>
            </a:extLst>
          </p:cNvPr>
          <p:cNvSpPr>
            <a:spLocks noGrp="1"/>
          </p:cNvSpPr>
          <p:nvPr>
            <p:ph type="dt" sz="half" idx="10"/>
          </p:nvPr>
        </p:nvSpPr>
        <p:spPr/>
        <p:txBody>
          <a:bodyPr/>
          <a:lstStyle/>
          <a:p>
            <a:fld id="{EC807670-E3E8-4CE6-B0A1-E26247B809F7}" type="datetimeFigureOut">
              <a:rPr lang="zh-CN" altLang="en-US" smtClean="0"/>
              <a:t>2026/7/3</a:t>
            </a:fld>
            <a:endParaRPr lang="zh-CN" altLang="en-US"/>
          </a:p>
        </p:txBody>
      </p:sp>
      <p:sp>
        <p:nvSpPr>
          <p:cNvPr id="5" name="Footer Placeholder 4">
            <a:extLst>
              <a:ext uri="{FF2B5EF4-FFF2-40B4-BE49-F238E27FC236}">
                <a16:creationId xmlns:a16="http://schemas.microsoft.com/office/drawing/2014/main" id="{B34A4FF3-3B61-9EFA-4814-C91AC864CED0}"/>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CF3D6F45-BC8D-4ED1-807D-24F71C725B12}"/>
              </a:ext>
            </a:extLst>
          </p:cNvPr>
          <p:cNvSpPr>
            <a:spLocks noGrp="1"/>
          </p:cNvSpPr>
          <p:nvPr>
            <p:ph type="sldNum" sz="quarter" idx="12"/>
          </p:nvPr>
        </p:nvSpPr>
        <p:spPr/>
        <p:txBody>
          <a:body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486254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A98E1-A61E-CFEE-3520-206FAD0887DA}"/>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5E0936DD-586F-3D77-A66A-6B1B53F09D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75018FD9-BD51-8813-26BB-2E2CBADE4321}"/>
              </a:ext>
            </a:extLst>
          </p:cNvPr>
          <p:cNvSpPr>
            <a:spLocks noGrp="1"/>
          </p:cNvSpPr>
          <p:nvPr>
            <p:ph type="dt" sz="half" idx="10"/>
          </p:nvPr>
        </p:nvSpPr>
        <p:spPr/>
        <p:txBody>
          <a:bodyPr/>
          <a:lstStyle/>
          <a:p>
            <a:fld id="{EC807670-E3E8-4CE6-B0A1-E26247B809F7}" type="datetimeFigureOut">
              <a:rPr lang="zh-CN" altLang="en-US" smtClean="0"/>
              <a:t>2026/7/3</a:t>
            </a:fld>
            <a:endParaRPr lang="zh-CN" altLang="en-US"/>
          </a:p>
        </p:txBody>
      </p:sp>
      <p:sp>
        <p:nvSpPr>
          <p:cNvPr id="5" name="Footer Placeholder 4">
            <a:extLst>
              <a:ext uri="{FF2B5EF4-FFF2-40B4-BE49-F238E27FC236}">
                <a16:creationId xmlns:a16="http://schemas.microsoft.com/office/drawing/2014/main" id="{6340D17F-32B0-CADE-8F3A-CC8EB0EB5BD4}"/>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2ABBA66-2A3C-29CC-2D7E-D61C0E7DAC57}"/>
              </a:ext>
            </a:extLst>
          </p:cNvPr>
          <p:cNvSpPr>
            <a:spLocks noGrp="1"/>
          </p:cNvSpPr>
          <p:nvPr>
            <p:ph type="sldNum" sz="quarter" idx="12"/>
          </p:nvPr>
        </p:nvSpPr>
        <p:spPr/>
        <p:txBody>
          <a:body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3972633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A6071-69C8-EFCD-6584-64742342A82F}"/>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00AB150E-1EC4-24D9-3973-3673302047B9}"/>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A9063399-8D8E-8076-3FA3-45BAEFB913E0}"/>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AA7E3B26-9072-343B-3D89-D88FB11B9EB0}"/>
              </a:ext>
            </a:extLst>
          </p:cNvPr>
          <p:cNvSpPr>
            <a:spLocks noGrp="1"/>
          </p:cNvSpPr>
          <p:nvPr>
            <p:ph type="dt" sz="half" idx="10"/>
          </p:nvPr>
        </p:nvSpPr>
        <p:spPr/>
        <p:txBody>
          <a:bodyPr/>
          <a:lstStyle/>
          <a:p>
            <a:fld id="{EC807670-E3E8-4CE6-B0A1-E26247B809F7}" type="datetimeFigureOut">
              <a:rPr lang="zh-CN" altLang="en-US" smtClean="0"/>
              <a:t>2026/7/3</a:t>
            </a:fld>
            <a:endParaRPr lang="zh-CN" altLang="en-US"/>
          </a:p>
        </p:txBody>
      </p:sp>
      <p:sp>
        <p:nvSpPr>
          <p:cNvPr id="6" name="Footer Placeholder 5">
            <a:extLst>
              <a:ext uri="{FF2B5EF4-FFF2-40B4-BE49-F238E27FC236}">
                <a16:creationId xmlns:a16="http://schemas.microsoft.com/office/drawing/2014/main" id="{50AF4161-6B1F-7D7C-386C-C266F0027020}"/>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E1E65A59-A004-CC2F-31C0-4259124643BF}"/>
              </a:ext>
            </a:extLst>
          </p:cNvPr>
          <p:cNvSpPr>
            <a:spLocks noGrp="1"/>
          </p:cNvSpPr>
          <p:nvPr>
            <p:ph type="sldNum" sz="quarter" idx="12"/>
          </p:nvPr>
        </p:nvSpPr>
        <p:spPr/>
        <p:txBody>
          <a:body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1625010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4C94E-D60D-FA24-0B27-3E8B43B17607}"/>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41967EC6-A010-09A7-E325-448659C305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BF59D919-9FBF-BEB5-E254-AF04081066B5}"/>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E2CD1D4E-BE12-E287-7DE1-AFA6EA3ACF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FE226993-7837-0CD8-EA77-A795D400049E}"/>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F3B1C6FC-7863-EBE4-940A-45BF1567CBB7}"/>
              </a:ext>
            </a:extLst>
          </p:cNvPr>
          <p:cNvSpPr>
            <a:spLocks noGrp="1"/>
          </p:cNvSpPr>
          <p:nvPr>
            <p:ph type="dt" sz="half" idx="10"/>
          </p:nvPr>
        </p:nvSpPr>
        <p:spPr/>
        <p:txBody>
          <a:bodyPr/>
          <a:lstStyle/>
          <a:p>
            <a:fld id="{EC807670-E3E8-4CE6-B0A1-E26247B809F7}" type="datetimeFigureOut">
              <a:rPr lang="zh-CN" altLang="en-US" smtClean="0"/>
              <a:t>2026/7/3</a:t>
            </a:fld>
            <a:endParaRPr lang="zh-CN" altLang="en-US"/>
          </a:p>
        </p:txBody>
      </p:sp>
      <p:sp>
        <p:nvSpPr>
          <p:cNvPr id="8" name="Footer Placeholder 7">
            <a:extLst>
              <a:ext uri="{FF2B5EF4-FFF2-40B4-BE49-F238E27FC236}">
                <a16:creationId xmlns:a16="http://schemas.microsoft.com/office/drawing/2014/main" id="{58AAE1A1-34BB-6C65-CE08-8058069A1631}"/>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0D579E29-62E1-4EB0-1E11-D105364B8430}"/>
              </a:ext>
            </a:extLst>
          </p:cNvPr>
          <p:cNvSpPr>
            <a:spLocks noGrp="1"/>
          </p:cNvSpPr>
          <p:nvPr>
            <p:ph type="sldNum" sz="quarter" idx="12"/>
          </p:nvPr>
        </p:nvSpPr>
        <p:spPr/>
        <p:txBody>
          <a:body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170491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48336-A2F6-F678-B6B2-2E97A2C2FB76}"/>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F0CB333E-950D-CD19-6A09-87EB59E5575D}"/>
              </a:ext>
            </a:extLst>
          </p:cNvPr>
          <p:cNvSpPr>
            <a:spLocks noGrp="1"/>
          </p:cNvSpPr>
          <p:nvPr>
            <p:ph type="dt" sz="half" idx="10"/>
          </p:nvPr>
        </p:nvSpPr>
        <p:spPr/>
        <p:txBody>
          <a:bodyPr/>
          <a:lstStyle/>
          <a:p>
            <a:fld id="{EC807670-E3E8-4CE6-B0A1-E26247B809F7}" type="datetimeFigureOut">
              <a:rPr lang="zh-CN" altLang="en-US" smtClean="0"/>
              <a:t>2026/7/3</a:t>
            </a:fld>
            <a:endParaRPr lang="zh-CN" altLang="en-US"/>
          </a:p>
        </p:txBody>
      </p:sp>
      <p:sp>
        <p:nvSpPr>
          <p:cNvPr id="4" name="Footer Placeholder 3">
            <a:extLst>
              <a:ext uri="{FF2B5EF4-FFF2-40B4-BE49-F238E27FC236}">
                <a16:creationId xmlns:a16="http://schemas.microsoft.com/office/drawing/2014/main" id="{BFF1BD66-4A4C-7B47-AF4C-C1A0A7889C4A}"/>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C6A040AE-4C6A-810D-AAB7-6D2ECBDCF3B4}"/>
              </a:ext>
            </a:extLst>
          </p:cNvPr>
          <p:cNvSpPr>
            <a:spLocks noGrp="1"/>
          </p:cNvSpPr>
          <p:nvPr>
            <p:ph type="sldNum" sz="quarter" idx="12"/>
          </p:nvPr>
        </p:nvSpPr>
        <p:spPr/>
        <p:txBody>
          <a:body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1235076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1C5C4A-7220-38B8-52BF-06FC9903A165}"/>
              </a:ext>
            </a:extLst>
          </p:cNvPr>
          <p:cNvSpPr>
            <a:spLocks noGrp="1"/>
          </p:cNvSpPr>
          <p:nvPr>
            <p:ph type="dt" sz="half" idx="10"/>
          </p:nvPr>
        </p:nvSpPr>
        <p:spPr/>
        <p:txBody>
          <a:bodyPr/>
          <a:lstStyle/>
          <a:p>
            <a:fld id="{EC807670-E3E8-4CE6-B0A1-E26247B809F7}" type="datetimeFigureOut">
              <a:rPr lang="zh-CN" altLang="en-US" smtClean="0"/>
              <a:t>2026/7/3</a:t>
            </a:fld>
            <a:endParaRPr lang="zh-CN" altLang="en-US"/>
          </a:p>
        </p:txBody>
      </p:sp>
      <p:sp>
        <p:nvSpPr>
          <p:cNvPr id="3" name="Footer Placeholder 2">
            <a:extLst>
              <a:ext uri="{FF2B5EF4-FFF2-40B4-BE49-F238E27FC236}">
                <a16:creationId xmlns:a16="http://schemas.microsoft.com/office/drawing/2014/main" id="{45307370-A548-D2E5-4895-CC2C769F428C}"/>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41D3A021-A9E8-EFCD-935E-23BB2778E96E}"/>
              </a:ext>
            </a:extLst>
          </p:cNvPr>
          <p:cNvSpPr>
            <a:spLocks noGrp="1"/>
          </p:cNvSpPr>
          <p:nvPr>
            <p:ph type="sldNum" sz="quarter" idx="12"/>
          </p:nvPr>
        </p:nvSpPr>
        <p:spPr/>
        <p:txBody>
          <a:body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940067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85E21-1C63-216B-F0C4-B3463C8C2109}"/>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C575D1A8-F1FF-13BA-741D-C589D8952C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A7822E09-6A2B-46B4-9EEE-BCDF64F2C7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59C4DE03-345F-1B8E-97FE-11F42D62BDC5}"/>
              </a:ext>
            </a:extLst>
          </p:cNvPr>
          <p:cNvSpPr>
            <a:spLocks noGrp="1"/>
          </p:cNvSpPr>
          <p:nvPr>
            <p:ph type="dt" sz="half" idx="10"/>
          </p:nvPr>
        </p:nvSpPr>
        <p:spPr/>
        <p:txBody>
          <a:bodyPr/>
          <a:lstStyle/>
          <a:p>
            <a:fld id="{EC807670-E3E8-4CE6-B0A1-E26247B809F7}" type="datetimeFigureOut">
              <a:rPr lang="zh-CN" altLang="en-US" smtClean="0"/>
              <a:t>2026/7/3</a:t>
            </a:fld>
            <a:endParaRPr lang="zh-CN" altLang="en-US"/>
          </a:p>
        </p:txBody>
      </p:sp>
      <p:sp>
        <p:nvSpPr>
          <p:cNvPr id="6" name="Footer Placeholder 5">
            <a:extLst>
              <a:ext uri="{FF2B5EF4-FFF2-40B4-BE49-F238E27FC236}">
                <a16:creationId xmlns:a16="http://schemas.microsoft.com/office/drawing/2014/main" id="{D5B9BE81-02CE-2CD4-569E-ED05FCEADC81}"/>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D4356A41-8E3D-A3CA-0C98-0E69C236C272}"/>
              </a:ext>
            </a:extLst>
          </p:cNvPr>
          <p:cNvSpPr>
            <a:spLocks noGrp="1"/>
          </p:cNvSpPr>
          <p:nvPr>
            <p:ph type="sldNum" sz="quarter" idx="12"/>
          </p:nvPr>
        </p:nvSpPr>
        <p:spPr/>
        <p:txBody>
          <a:body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395943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E8E40-5FAC-BB79-F164-ED2DD130986C}"/>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B919A248-A1D7-16FB-D8B3-8FEE4696A5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8BD5E4F7-1DA2-6940-AAAA-6382BBDA6D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1EE90CA6-3C3B-BC54-90B7-513713195610}"/>
              </a:ext>
            </a:extLst>
          </p:cNvPr>
          <p:cNvSpPr>
            <a:spLocks noGrp="1"/>
          </p:cNvSpPr>
          <p:nvPr>
            <p:ph type="dt" sz="half" idx="10"/>
          </p:nvPr>
        </p:nvSpPr>
        <p:spPr/>
        <p:txBody>
          <a:bodyPr/>
          <a:lstStyle/>
          <a:p>
            <a:fld id="{EC807670-E3E8-4CE6-B0A1-E26247B809F7}" type="datetimeFigureOut">
              <a:rPr lang="zh-CN" altLang="en-US" smtClean="0"/>
              <a:t>2026/7/3</a:t>
            </a:fld>
            <a:endParaRPr lang="zh-CN" altLang="en-US"/>
          </a:p>
        </p:txBody>
      </p:sp>
      <p:sp>
        <p:nvSpPr>
          <p:cNvPr id="6" name="Footer Placeholder 5">
            <a:extLst>
              <a:ext uri="{FF2B5EF4-FFF2-40B4-BE49-F238E27FC236}">
                <a16:creationId xmlns:a16="http://schemas.microsoft.com/office/drawing/2014/main" id="{22213983-4121-6091-BB7D-D972CE2BBF78}"/>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8C878354-A8C6-D991-73C3-1EB4E5137CB3}"/>
              </a:ext>
            </a:extLst>
          </p:cNvPr>
          <p:cNvSpPr>
            <a:spLocks noGrp="1"/>
          </p:cNvSpPr>
          <p:nvPr>
            <p:ph type="sldNum" sz="quarter" idx="12"/>
          </p:nvPr>
        </p:nvSpPr>
        <p:spPr/>
        <p:txBody>
          <a:body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945181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DED38-038D-DDD7-A09C-621FFEE7D3AC}"/>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4196A357-040A-2FAD-EDF3-6DE2A5FFE8F7}"/>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BC1DAD5F-1F1D-0291-060E-0927810ED33A}"/>
              </a:ext>
            </a:extLst>
          </p:cNvPr>
          <p:cNvSpPr>
            <a:spLocks noGrp="1"/>
          </p:cNvSpPr>
          <p:nvPr>
            <p:ph type="dt" sz="half" idx="10"/>
          </p:nvPr>
        </p:nvSpPr>
        <p:spPr/>
        <p:txBody>
          <a:bodyPr/>
          <a:lstStyle/>
          <a:p>
            <a:fld id="{EC807670-E3E8-4CE6-B0A1-E26247B809F7}" type="datetimeFigureOut">
              <a:rPr lang="zh-CN" altLang="en-US" smtClean="0"/>
              <a:t>2026/7/3</a:t>
            </a:fld>
            <a:endParaRPr lang="zh-CN" altLang="en-US"/>
          </a:p>
        </p:txBody>
      </p:sp>
      <p:sp>
        <p:nvSpPr>
          <p:cNvPr id="5" name="Footer Placeholder 4">
            <a:extLst>
              <a:ext uri="{FF2B5EF4-FFF2-40B4-BE49-F238E27FC236}">
                <a16:creationId xmlns:a16="http://schemas.microsoft.com/office/drawing/2014/main" id="{8665AD24-6193-A33E-AA8F-B6E3CBDD1B50}"/>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74280E6D-8B4C-28B4-D87B-F910BCCEE82D}"/>
              </a:ext>
            </a:extLst>
          </p:cNvPr>
          <p:cNvSpPr>
            <a:spLocks noGrp="1"/>
          </p:cNvSpPr>
          <p:nvPr>
            <p:ph type="sldNum" sz="quarter" idx="12"/>
          </p:nvPr>
        </p:nvSpPr>
        <p:spPr/>
        <p:txBody>
          <a:body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785844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D47F66-6F9A-14FE-94EF-CC4902FC2954}"/>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B50655A1-2D87-DF83-4128-E37339AF22EE}"/>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A120C476-FD6D-0FB7-E950-85F22D91A1A1}"/>
              </a:ext>
            </a:extLst>
          </p:cNvPr>
          <p:cNvSpPr>
            <a:spLocks noGrp="1"/>
          </p:cNvSpPr>
          <p:nvPr>
            <p:ph type="dt" sz="half" idx="10"/>
          </p:nvPr>
        </p:nvSpPr>
        <p:spPr/>
        <p:txBody>
          <a:bodyPr/>
          <a:lstStyle/>
          <a:p>
            <a:fld id="{EC807670-E3E8-4CE6-B0A1-E26247B809F7}" type="datetimeFigureOut">
              <a:rPr lang="zh-CN" altLang="en-US" smtClean="0"/>
              <a:t>2026/7/3</a:t>
            </a:fld>
            <a:endParaRPr lang="zh-CN" altLang="en-US"/>
          </a:p>
        </p:txBody>
      </p:sp>
      <p:sp>
        <p:nvSpPr>
          <p:cNvPr id="5" name="Footer Placeholder 4">
            <a:extLst>
              <a:ext uri="{FF2B5EF4-FFF2-40B4-BE49-F238E27FC236}">
                <a16:creationId xmlns:a16="http://schemas.microsoft.com/office/drawing/2014/main" id="{0DB3B1E0-89C6-FA5C-354E-24B08D815916}"/>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EC19FA94-1BAE-A0AA-48BD-FD114364C60F}"/>
              </a:ext>
            </a:extLst>
          </p:cNvPr>
          <p:cNvSpPr>
            <a:spLocks noGrp="1"/>
          </p:cNvSpPr>
          <p:nvPr>
            <p:ph type="sldNum" sz="quarter" idx="12"/>
          </p:nvPr>
        </p:nvSpPr>
        <p:spPr/>
        <p:txBody>
          <a:body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1094420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Tree>
    <p:extLst>
      <p:ext uri="{BB962C8B-B14F-4D97-AF65-F5344CB8AC3E}">
        <p14:creationId xmlns:p14="http://schemas.microsoft.com/office/powerpoint/2010/main" val="690430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454198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057691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236120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66076991"/>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739045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149986808"/>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952186901"/>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42995206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65355089"/>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677348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1687253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5378241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60106795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6125865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658318620"/>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92781270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638211555"/>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7426266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1125920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0447801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6525800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0800741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7127259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18382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32109356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146336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907344984"/>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97063504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9958355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1735579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3607805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16024821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noProof="0"/>
          </a:p>
        </p:txBody>
      </p:sp>
      <p:sp>
        <p:nvSpPr>
          <p:cNvPr id="3" name="Fußzeilenplatzhalter 2"/>
          <p:cNvSpPr>
            <a:spLocks noGrp="1"/>
          </p:cNvSpPr>
          <p:nvPr>
            <p:ph type="ftr" sz="quarter" idx="11"/>
          </p:nvPr>
        </p:nvSpPr>
        <p:spPr/>
        <p:txBody>
          <a:bodyPr/>
          <a:lstStyle/>
          <a:p>
            <a:r>
              <a:rPr lang="en-US" noProof="0"/>
              <a:t>Presentation title    |    ONLY FOR INTERNAL USE</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764475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Tree>
    <p:extLst>
      <p:ext uri="{BB962C8B-B14F-4D97-AF65-F5344CB8AC3E}">
        <p14:creationId xmlns:p14="http://schemas.microsoft.com/office/powerpoint/2010/main" val="6094179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1463089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633293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957880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2654924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7" y="1412877"/>
            <a:ext cx="11233151" cy="4537075"/>
          </a:xfrm>
        </p:spPr>
        <p:txBody>
          <a:bodyPr/>
          <a:lstStyle>
            <a:lvl1pPr marL="359982" indent="-359982">
              <a:spcBef>
                <a:spcPts val="1800"/>
              </a:spcBef>
              <a:buFont typeface="+mj-lt"/>
              <a:buAutoNum type="arabicPeriod"/>
              <a:defRPr sz="2000"/>
            </a:lvl1pPr>
            <a:lvl2pPr marL="539973" indent="-179992">
              <a:spcBef>
                <a:spcPts val="200"/>
              </a:spcBef>
              <a:spcAft>
                <a:spcPts val="200"/>
              </a:spcAft>
              <a:buFont typeface="Arial" panose="020B0604020202020204" pitchFamily="34" charset="0"/>
              <a:buChar char="•"/>
              <a:defRPr/>
            </a:lvl2pPr>
            <a:lvl3pPr marL="539973" indent="-179992">
              <a:spcBef>
                <a:spcPts val="200"/>
              </a:spcBef>
              <a:spcAft>
                <a:spcPts val="200"/>
              </a:spcAft>
              <a:buFont typeface="Arial" panose="020B0604020202020204" pitchFamily="34" charset="0"/>
              <a:buChar char="•"/>
              <a:defRPr/>
            </a:lvl3pPr>
            <a:lvl4pPr marL="539973" indent="-179992">
              <a:spcBef>
                <a:spcPts val="200"/>
              </a:spcBef>
              <a:spcAft>
                <a:spcPts val="200"/>
              </a:spcAft>
              <a:buFont typeface="Arial" panose="020B0604020202020204" pitchFamily="34" charset="0"/>
              <a:buChar char="•"/>
              <a:defRPr/>
            </a:lvl4pPr>
            <a:lvl5pPr marL="539973" indent="-179992">
              <a:spcBef>
                <a:spcPts val="200"/>
              </a:spcBef>
              <a:spcAft>
                <a:spcPts val="200"/>
              </a:spcAft>
              <a:buFont typeface="Arial" panose="020B0604020202020204" pitchFamily="34" charset="0"/>
              <a:buChar char="•"/>
              <a:defRPr sz="1600"/>
            </a:lvl5pPr>
            <a:lvl6pPr marL="539973" indent="-179992">
              <a:spcBef>
                <a:spcPts val="200"/>
              </a:spcBef>
              <a:spcAft>
                <a:spcPts val="200"/>
              </a:spcAft>
              <a:buFont typeface="Arial" panose="020B0604020202020204" pitchFamily="34" charset="0"/>
              <a:buChar char="•"/>
              <a:defRPr sz="1600"/>
            </a:lvl6pPr>
            <a:lvl7pPr marL="539973" indent="-179992">
              <a:spcBef>
                <a:spcPts val="200"/>
              </a:spcBef>
              <a:spcAft>
                <a:spcPts val="200"/>
              </a:spcAft>
              <a:buFont typeface="Arial" panose="020B0604020202020204" pitchFamily="34" charset="0"/>
              <a:buChar char="•"/>
              <a:defRPr sz="1600"/>
            </a:lvl7pPr>
            <a:lvl8pPr marL="539973" indent="-179992">
              <a:spcBef>
                <a:spcPts val="200"/>
              </a:spcBef>
              <a:spcAft>
                <a:spcPts val="200"/>
              </a:spcAft>
              <a:buFont typeface="Arial" panose="020B0604020202020204" pitchFamily="34" charset="0"/>
              <a:buChar char="•"/>
              <a:defRPr sz="1600"/>
            </a:lvl8pPr>
            <a:lvl9pPr marL="539973" indent="-179992">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9067391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223177422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7554861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43023654"/>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7" y="1412876"/>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7"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3867467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7"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7379529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7"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15230103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23503691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92277107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289709560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22623756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0087012"/>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90"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1"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5418862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1"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2229200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5"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5669489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3448248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3"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4990557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4030457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40"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0382406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1"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488089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06479337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3"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7"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16356182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6423113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561456711"/>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13710698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50593037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3"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9"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47456486"/>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7"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7"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3"/>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5"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2109089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image" Target="../media/image1.svg"/><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 Type="http://schemas.openxmlformats.org/officeDocument/2006/relationships/slideLayout" Target="../slideLayouts/slideLayout48.xml"/><Relationship Id="rId21" Type="http://schemas.openxmlformats.org/officeDocument/2006/relationships/slideLayout" Target="../slideLayouts/slideLayout66.xml"/><Relationship Id="rId34" Type="http://schemas.openxmlformats.org/officeDocument/2006/relationships/theme" Target="../theme/theme3.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slideLayout" Target="../slideLayouts/slideLayout65.xml"/><Relationship Id="rId29" Type="http://schemas.openxmlformats.org/officeDocument/2006/relationships/slideLayout" Target="../slideLayouts/slideLayout7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slideLayout" Target="../slideLayouts/slideLayout76.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image" Target="../media/image1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A9DD77-777A-663F-4081-1E0E41F554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8AC4E2C9-487F-15B0-F164-8ECBFF1E7D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ACC01300-724A-048B-0276-E28DF62E2F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807670-E3E8-4CE6-B0A1-E26247B809F7}" type="datetimeFigureOut">
              <a:rPr lang="zh-CN" altLang="en-US" smtClean="0"/>
              <a:t>2026/7/3</a:t>
            </a:fld>
            <a:endParaRPr lang="zh-CN" altLang="en-US"/>
          </a:p>
        </p:txBody>
      </p:sp>
      <p:sp>
        <p:nvSpPr>
          <p:cNvPr id="5" name="Footer Placeholder 4">
            <a:extLst>
              <a:ext uri="{FF2B5EF4-FFF2-40B4-BE49-F238E27FC236}">
                <a16:creationId xmlns:a16="http://schemas.microsoft.com/office/drawing/2014/main" id="{2F146CDE-0605-09A9-E7CB-92D8CA09CF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a:extLst>
              <a:ext uri="{FF2B5EF4-FFF2-40B4-BE49-F238E27FC236}">
                <a16:creationId xmlns:a16="http://schemas.microsoft.com/office/drawing/2014/main" id="{C8D9B34E-4BAD-9C83-5066-AD8EB44E62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9D6D03-2988-422D-8B6C-39944E36BA82}" type="slidenum">
              <a:rPr lang="zh-CN" altLang="en-US" smtClean="0"/>
              <a:t>‹#›</a:t>
            </a:fld>
            <a:endParaRPr lang="zh-CN" altLang="en-US"/>
          </a:p>
        </p:txBody>
      </p:sp>
    </p:spTree>
    <p:extLst>
      <p:ext uri="{BB962C8B-B14F-4D97-AF65-F5344CB8AC3E}">
        <p14:creationId xmlns:p14="http://schemas.microsoft.com/office/powerpoint/2010/main" val="771099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1465482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hdr="0" ft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7"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5"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5"/>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78237277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Lst>
  <p:hf hdr="0" ftr="0" dt="0"/>
  <p:txStyles>
    <p:titleStyle>
      <a:lvl1pPr algn="l" defTabSz="914354"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89" indent="-215989" algn="l" defTabSz="914354"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79"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72"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60"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86" indent="-142867"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79"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20.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19.svg"/><Relationship Id="rId2" Type="http://schemas.openxmlformats.org/officeDocument/2006/relationships/tags" Target="../tags/tag2.xml"/><Relationship Id="rId16" Type="http://schemas.openxmlformats.org/officeDocument/2006/relationships/image" Target="../media/image18.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56.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dirty="0" err="1">
                <a:solidFill>
                  <a:schemeClr val="tx1"/>
                </a:solidFill>
                <a:latin typeface="+mn-lt"/>
              </a:rPr>
              <a:t>(Title from slide 3)</a:t>
            </a:r>
            <a:r>
              <a:rPr lang="en-US" altLang="zh-CN" sz="2400" i="1" dirty="0">
                <a:solidFill>
                  <a:schemeClr val="tx1"/>
                </a:solidFill>
                <a:latin typeface="+mn-lt"/>
              </a:rPr>
              <a:t/>
            </a:r>
            <a:r>
              <a:rPr lang="en-US" altLang="zh-CN" sz="2400" i="1" dirty="0" err="1">
                <a:solidFill>
                  <a:schemeClr val="tx1"/>
                </a:solidFill>
                <a:latin typeface="+mn-lt"/>
              </a:rPr>
              <a:t/>
            </a:r>
            <a:r>
              <a:rPr lang="en-US" altLang="zh-CN" sz="2400" i="1" dirty="0">
                <a:solidFill>
                  <a:schemeClr val="tx1"/>
                </a:solidFill>
                <a:latin typeface="+mn-lt"/>
              </a:rPr>
              <a:t/>
            </a:r>
            <a:r>
              <a:rPr lang="en-US" altLang="zh-CN" sz="2400" i="1" dirty="0" err="1">
                <a:solidFill>
                  <a:schemeClr val="tx1"/>
                </a:solidFill>
                <a:latin typeface="+mn-lt"/>
              </a:rPr>
              <a:t/>
            </a:r>
            <a:r>
              <a:rPr lang="en-US" altLang="zh-CN" sz="2400" i="1" dirty="0">
                <a:solidFill>
                  <a:schemeClr val="tx1"/>
                </a:solidFill>
                <a:latin typeface="+mn-lt"/>
              </a:rPr>
              <a:t/>
            </a:r>
            <a:r>
              <a:rPr lang="en-US" altLang="zh-CN" sz="2400" dirty="0"/>
              <a:t/>
            </a:r>
            <a:endParaRPr lang="zh-CN" altLang="en-US" dirty="0">
              <a:solidFill>
                <a:schemeClr val="bg1">
                  <a:lumMod val="75000"/>
                </a:schemeClr>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a:t>
            </a:fld>
            <a:endParaRPr lang="en-US" kern="0">
              <a:solidFill>
                <a:srgbClr val="08312A"/>
              </a:solidFill>
              <a:cs typeface="Arial"/>
              <a:sym typeface="Arial"/>
            </a:endParaRPr>
          </a:p>
        </p:txBody>
      </p:sp>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46762" y="3794778"/>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cxnSp>
        <p:nvCxnSpPr>
          <p:cNvPr id="15" name="Straight Connector 147">
            <a:extLst>
              <a:ext uri="{FF2B5EF4-FFF2-40B4-BE49-F238E27FC236}">
                <a16:creationId xmlns:a16="http://schemas.microsoft.com/office/drawing/2014/main" id="{0017F9BC-5DF9-827D-392F-0C63B9833159}"/>
              </a:ext>
            </a:extLst>
          </p:cNvPr>
          <p:cNvCxnSpPr>
            <a:cxnSpLocks/>
          </p:cNvCxnSpPr>
          <p:nvPr/>
        </p:nvCxnSpPr>
        <p:spPr bwMode="auto">
          <a:xfrm flipH="1">
            <a:off x="-14228" y="2503061"/>
            <a:ext cx="12161520" cy="0"/>
          </a:xfrm>
          <a:prstGeom prst="line">
            <a:avLst/>
          </a:prstGeom>
          <a:solidFill>
            <a:schemeClr val="accent1"/>
          </a:solidFill>
          <a:ln w="15875" cap="flat" cmpd="sng" algn="ctr">
            <a:solidFill>
              <a:schemeClr val="bg1">
                <a:lumMod val="50000"/>
              </a:schemeClr>
            </a:solidFill>
            <a:prstDash val="sysDash"/>
            <a:round/>
            <a:headEnd type="none" w="med" len="med"/>
            <a:tailEnd type="none" w="med" len="med"/>
          </a:ln>
          <a:effectLst/>
        </p:spPr>
      </p:cxnSp>
      <p:graphicFrame>
        <p:nvGraphicFramePr>
          <p:cNvPr id="16" name="Content Placeholder 6">
            <a:extLst>
              <a:ext uri="{FF2B5EF4-FFF2-40B4-BE49-F238E27FC236}">
                <a16:creationId xmlns:a16="http://schemas.microsoft.com/office/drawing/2014/main" id="{7F68A16C-CAD6-F10C-F911-2C308F263262}"/>
              </a:ext>
            </a:extLst>
          </p:cNvPr>
          <p:cNvGraphicFramePr>
            <a:graphicFrameLocks/>
          </p:cNvGraphicFramePr>
          <p:nvPr/>
        </p:nvGraphicFramePr>
        <p:xfrm>
          <a:off x="302019" y="3959554"/>
          <a:ext cx="11233150" cy="1371600"/>
        </p:xfrm>
        <a:graphic>
          <a:graphicData uri="http://schemas.openxmlformats.org/drawingml/2006/table">
            <a:tbl>
              <a:tblPr firstRow="1" bandRow="1">
                <a:tableStyleId>{912C8C85-51F0-491E-9774-3900AFEF0FD7}</a:tableStyleId>
              </a:tblPr>
              <a:tblGrid>
                <a:gridCol w="1772162">
                  <a:extLst>
                    <a:ext uri="{9D8B030D-6E8A-4147-A177-3AD203B41FA5}">
                      <a16:colId xmlns:a16="http://schemas.microsoft.com/office/drawing/2014/main" val="366465487"/>
                    </a:ext>
                  </a:extLst>
                </a:gridCol>
                <a:gridCol w="4730494">
                  <a:extLst>
                    <a:ext uri="{9D8B030D-6E8A-4147-A177-3AD203B41FA5}">
                      <a16:colId xmlns:a16="http://schemas.microsoft.com/office/drawing/2014/main" val="655646883"/>
                    </a:ext>
                  </a:extLst>
                </a:gridCol>
                <a:gridCol w="4730494">
                  <a:extLst>
                    <a:ext uri="{9D8B030D-6E8A-4147-A177-3AD203B41FA5}">
                      <a16:colId xmlns:a16="http://schemas.microsoft.com/office/drawing/2014/main" val="229733520"/>
                    </a:ext>
                  </a:extLst>
                </a:gridCol>
              </a:tblGrid>
              <a:tr h="243840">
                <a:tc>
                  <a:txBody>
                    <a:bodyPr/>
                    <a:lstStyle/>
                    <a:p>
                      <a:endParaRPr lang="zh-CN" altLang="en-US" sz="1200" dirty="0"/>
                    </a:p>
                  </a:txBody>
                  <a:tcPr/>
                </a:tc>
                <a:tc>
                  <a:txBody>
                    <a:bodyPr/>
                    <a:lstStyle/>
                    <a:p>
                      <a:pPr algn="ctr"/>
                      <a:r>
                        <a:rPr lang="en-US" altLang="zh-CN" sz="1200" dirty="0"/>
                        <a:t>Status</a:t>
                      </a:r>
                      <a:endParaRPr lang="zh-CN" altLang="en-US" sz="1200" dirty="0"/>
                    </a:p>
                  </a:txBody>
                  <a:tcPr/>
                </a:tc>
                <a:tc>
                  <a:txBody>
                    <a:bodyPr/>
                    <a:lstStyle/>
                    <a:p>
                      <a:pPr algn="ctr"/>
                      <a:r>
                        <a:rPr lang="en-US" altLang="zh-CN" sz="1200"/>
                        <a:t>Next steps</a:t>
                      </a:r>
                      <a:endParaRPr lang="zh-CN" altLang="en-US" sz="1200"/>
                    </a:p>
                  </a:txBody>
                  <a:tcPr/>
                </a:tc>
                <a:extLst>
                  <a:ext uri="{0D108BD9-81ED-4DB2-BD59-A6C34878D82A}">
                    <a16:rowId xmlns:a16="http://schemas.microsoft.com/office/drawing/2014/main" val="1407920694"/>
                  </a:ext>
                </a:extLst>
              </a:tr>
              <a:tr h="243840">
                <a:tc>
                  <a:txBody>
                    <a:bodyPr/>
                    <a:lstStyle/>
                    <a:p>
                      <a:pPr algn="ctr"/>
                      <a:r>
                        <a:rPr lang="en-US" altLang="zh-CN" sz="1200" dirty="0">
                          <a:solidFill>
                            <a:srgbClr val="076D7E"/>
                          </a:solidFill>
                        </a:rPr>
                        <a:t>Global </a:t>
                      </a:r>
                      <a:endParaRPr lang="zh-CN" altLang="en-US" sz="1200" dirty="0">
                        <a:solidFill>
                          <a:srgbClr val="076D7E"/>
                        </a:solidFill>
                      </a:endParaRPr>
                    </a:p>
                  </a:txBody>
                  <a:tcPr/>
                </a:tc>
                <a:tc>
                  <a:txBody>
                    <a:bodyPr/>
                    <a:lstStyle/>
                    <a:p>
                      <a:pPr algn="ctr"/>
                      <a:r>
                        <a:rPr lang="en-US" altLang="zh-CN" sz="1200" dirty="0"/>
                        <a:t>Part 3 patient number will increase from 30 to 50 and be incorporated into primary analysis.</a:t>
                      </a:r>
                      <a:endParaRPr lang="zh-CN" altLang="en-US" sz="1200" dirty="0"/>
                    </a:p>
                  </a:txBody>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altLang="zh-CN" sz="1200" dirty="0">
                          <a:cs typeface="Calibri"/>
                        </a:rPr>
                        <a:t>New CTP and timeline will be released in end of June.</a:t>
                      </a:r>
                    </a:p>
                  </a:txBody>
                  <a:tcPr/>
                </a:tc>
                <a:extLst>
                  <a:ext uri="{0D108BD9-81ED-4DB2-BD59-A6C34878D82A}">
                    <a16:rowId xmlns:a16="http://schemas.microsoft.com/office/drawing/2014/main" val="948327585"/>
                  </a:ext>
                </a:extLst>
              </a:tr>
              <a:tr h="243840">
                <a:tc>
                  <a:txBody>
                    <a:bodyPr/>
                    <a:lstStyle/>
                    <a:p>
                      <a:pPr algn="ctr"/>
                      <a:r>
                        <a:rPr lang="en-US" altLang="zh-CN" sz="1200">
                          <a:solidFill>
                            <a:srgbClr val="076D7E"/>
                          </a:solidFill>
                        </a:rPr>
                        <a:t>China</a:t>
                      </a:r>
                      <a:endParaRPr lang="zh-CN" altLang="en-US" sz="1200">
                        <a:solidFill>
                          <a:srgbClr val="076D7E"/>
                        </a:solidFill>
                      </a:endParaRPr>
                    </a:p>
                  </a:txBody>
                  <a:tcPr/>
                </a:tc>
                <a:tc>
                  <a:txBody>
                    <a:bodyPr/>
                    <a:lstStyle/>
                    <a:p>
                      <a:pPr algn="ctr"/>
                      <a:r>
                        <a:rPr lang="en-US" altLang="zh-CN" sz="1200" dirty="0"/>
                        <a:t>Target to recruit the first patient for part3 in Jul 2026.</a:t>
                      </a:r>
                      <a:endParaRPr lang="zh-CN" altLang="en-US" sz="1200" dirty="0"/>
                    </a:p>
                  </a:txBody>
                  <a:tcPr/>
                </a:tc>
                <a:tc>
                  <a:txBody>
                    <a:bodyPr/>
                    <a:lstStyle/>
                    <a:p>
                      <a:pPr algn="ctr"/>
                      <a:r>
                        <a:rPr lang="en-US" altLang="zh-CN" sz="1200" dirty="0"/>
                        <a:t>To get the endorsement from global to meet 15% CN patients in total (part 2+3).</a:t>
                      </a:r>
                    </a:p>
                    <a:p>
                      <a:pPr algn="ctr"/>
                      <a:r>
                        <a:rPr lang="en-US" altLang="zh-CN" sz="1200" dirty="0"/>
                        <a:t>Discuss HA interaction plan after CTP amendment finalization.</a:t>
                      </a:r>
                      <a:endParaRPr lang="zh-CN" altLang="en-US" sz="1200" dirty="0"/>
                    </a:p>
                  </a:txBody>
                  <a:tcPr/>
                </a:tc>
                <a:extLst>
                  <a:ext uri="{0D108BD9-81ED-4DB2-BD59-A6C34878D82A}">
                    <a16:rowId xmlns:a16="http://schemas.microsoft.com/office/drawing/2014/main" val="3697690211"/>
                  </a:ext>
                </a:extLst>
              </a:tr>
            </a:tbl>
          </a:graphicData>
        </a:graphic>
      </p:graphicFrame>
      <p:graphicFrame>
        <p:nvGraphicFramePr>
          <p:cNvPr id="17" name="Content Placeholder 6">
            <a:extLst>
              <a:ext uri="{FF2B5EF4-FFF2-40B4-BE49-F238E27FC236}">
                <a16:creationId xmlns:a16="http://schemas.microsoft.com/office/drawing/2014/main" id="{09534262-EB11-4919-5979-E802A1886738}"/>
              </a:ext>
            </a:extLst>
          </p:cNvPr>
          <p:cNvGraphicFramePr>
            <a:graphicFrameLocks/>
          </p:cNvGraphicFramePr>
          <p:nvPr/>
        </p:nvGraphicFramePr>
        <p:xfrm>
          <a:off x="336592" y="5571437"/>
          <a:ext cx="11232000" cy="518160"/>
        </p:xfrm>
        <a:graphic>
          <a:graphicData uri="http://schemas.openxmlformats.org/drawingml/2006/table">
            <a:tbl>
              <a:tblPr firstRow="1" bandRow="1">
                <a:tableStyleId>{912C8C85-51F0-491E-9774-3900AFEF0FD7}</a:tableStyleId>
              </a:tblPr>
              <a:tblGrid>
                <a:gridCol w="5616000">
                  <a:extLst>
                    <a:ext uri="{9D8B030D-6E8A-4147-A177-3AD203B41FA5}">
                      <a16:colId xmlns:a16="http://schemas.microsoft.com/office/drawing/2014/main" val="655646883"/>
                    </a:ext>
                  </a:extLst>
                </a:gridCol>
                <a:gridCol w="5616000">
                  <a:extLst>
                    <a:ext uri="{9D8B030D-6E8A-4147-A177-3AD203B41FA5}">
                      <a16:colId xmlns:a16="http://schemas.microsoft.com/office/drawing/2014/main" val="229733520"/>
                    </a:ext>
                  </a:extLst>
                </a:gridCol>
              </a:tblGrid>
              <a:tr h="0">
                <a:tc>
                  <a:txBody>
                    <a:bodyPr/>
                    <a:lstStyle/>
                    <a:p>
                      <a:pPr algn="ctr"/>
                      <a:r>
                        <a:rPr lang="en-US" altLang="zh-CN" sz="1100" dirty="0"/>
                        <a:t>Risk/Issue</a:t>
                      </a:r>
                      <a:endParaRPr lang="zh-CN" altLang="en-US" sz="1100" dirty="0"/>
                    </a:p>
                  </a:txBody>
                  <a:tcPr>
                    <a:lnL w="12700" cap="flat" cmpd="sng" algn="ctr">
                      <a:solidFill>
                        <a:srgbClr val="F5CDB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5CDB9"/>
                      </a:solidFill>
                      <a:prstDash val="solid"/>
                      <a:round/>
                      <a:headEnd type="none" w="med" len="med"/>
                      <a:tailEnd type="none" w="med" len="med"/>
                    </a:lnT>
                    <a:lnB w="12700" cap="flat" cmpd="sng" algn="ctr">
                      <a:solidFill>
                        <a:srgbClr val="F5CDB9"/>
                      </a:solidFill>
                      <a:prstDash val="solid"/>
                      <a:round/>
                      <a:headEnd type="none" w="med" len="med"/>
                      <a:tailEnd type="none" w="med" len="med"/>
                    </a:lnB>
                    <a:solidFill>
                      <a:srgbClr val="F58A68"/>
                    </a:solidFill>
                  </a:tcPr>
                </a:tc>
                <a:tc>
                  <a:txBody>
                    <a:bodyPr/>
                    <a:lstStyle/>
                    <a:p>
                      <a:pPr algn="ctr"/>
                      <a:r>
                        <a:rPr lang="en-US" altLang="zh-CN" sz="1100"/>
                        <a:t>Mitigation/Action</a:t>
                      </a:r>
                      <a:endParaRPr lang="zh-CN" altLang="en-US" sz="1100"/>
                    </a:p>
                  </a:txBody>
                  <a:tcPr>
                    <a:lnL w="12700" cap="flat" cmpd="sng" algn="ctr">
                      <a:noFill/>
                      <a:prstDash val="solid"/>
                      <a:round/>
                      <a:headEnd type="none" w="med" len="med"/>
                      <a:tailEnd type="none" w="med" len="med"/>
                    </a:lnL>
                    <a:lnR w="12700" cap="flat" cmpd="sng" algn="ctr">
                      <a:solidFill>
                        <a:srgbClr val="F5CDB9"/>
                      </a:solidFill>
                      <a:prstDash val="solid"/>
                      <a:round/>
                      <a:headEnd type="none" w="med" len="med"/>
                      <a:tailEnd type="none" w="med" len="med"/>
                    </a:lnR>
                    <a:lnT w="12700" cap="flat" cmpd="sng" algn="ctr">
                      <a:solidFill>
                        <a:srgbClr val="F5CDB9"/>
                      </a:solidFill>
                      <a:prstDash val="solid"/>
                      <a:round/>
                      <a:headEnd type="none" w="med" len="med"/>
                      <a:tailEnd type="none" w="med" len="med"/>
                    </a:lnT>
                    <a:lnB w="12700" cap="flat" cmpd="sng" algn="ctr">
                      <a:solidFill>
                        <a:srgbClr val="F5CDB9"/>
                      </a:solidFill>
                      <a:prstDash val="solid"/>
                      <a:round/>
                      <a:headEnd type="none" w="med" len="med"/>
                      <a:tailEnd type="none" w="med" len="med"/>
                    </a:lnB>
                    <a:solidFill>
                      <a:srgbClr val="F58A68"/>
                    </a:solidFill>
                  </a:tcPr>
                </a:tc>
                <a:extLst>
                  <a:ext uri="{0D108BD9-81ED-4DB2-BD59-A6C34878D82A}">
                    <a16:rowId xmlns:a16="http://schemas.microsoft.com/office/drawing/2014/main" val="1407920694"/>
                  </a:ext>
                </a:extLst>
              </a:tr>
              <a:tr h="241212">
                <a:tc>
                  <a:txBody>
                    <a:bodyPr/>
                    <a:lstStyle/>
                    <a:p>
                      <a:pPr algn="ctr"/>
                      <a:endParaRPr lang="zh-CN" altLang="en-US" sz="1100"/>
                    </a:p>
                  </a:txBody>
                  <a:tcPr>
                    <a:lnL w="12700" cap="flat" cmpd="sng" algn="ctr">
                      <a:solidFill>
                        <a:srgbClr val="F5CDB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5CDB9"/>
                      </a:solidFill>
                      <a:prstDash val="solid"/>
                      <a:round/>
                      <a:headEnd type="none" w="med" len="med"/>
                      <a:tailEnd type="none" w="med" len="med"/>
                    </a:lnT>
                    <a:lnB w="12700" cap="flat" cmpd="sng" algn="ctr">
                      <a:solidFill>
                        <a:srgbClr val="F5CDB9"/>
                      </a:solidFill>
                      <a:prstDash val="solid"/>
                      <a:round/>
                      <a:headEnd type="none" w="med" len="med"/>
                      <a:tailEnd type="none" w="med" len="med"/>
                    </a:lnB>
                  </a:tcPr>
                </a:tc>
                <a:tc>
                  <a:txBody>
                    <a:bodyPr/>
                    <a:lstStyle/>
                    <a:p>
                      <a:pPr algn="ctr"/>
                      <a:endParaRPr lang="zh-CN" altLang="en-US" sz="1100" dirty="0"/>
                    </a:p>
                  </a:txBody>
                  <a:tcPr>
                    <a:lnL w="12700" cap="flat" cmpd="sng" algn="ctr">
                      <a:noFill/>
                      <a:prstDash val="solid"/>
                      <a:round/>
                      <a:headEnd type="none" w="med" len="med"/>
                      <a:tailEnd type="none" w="med" len="med"/>
                    </a:lnL>
                    <a:lnR w="12700" cap="flat" cmpd="sng" algn="ctr">
                      <a:solidFill>
                        <a:srgbClr val="F5CDB9"/>
                      </a:solidFill>
                      <a:prstDash val="solid"/>
                      <a:round/>
                      <a:headEnd type="none" w="med" len="med"/>
                      <a:tailEnd type="none" w="med" len="med"/>
                    </a:lnR>
                    <a:lnT w="12700" cap="flat" cmpd="sng" algn="ctr">
                      <a:solidFill>
                        <a:srgbClr val="F5CDB9"/>
                      </a:solidFill>
                      <a:prstDash val="solid"/>
                      <a:round/>
                      <a:headEnd type="none" w="med" len="med"/>
                      <a:tailEnd type="none" w="med" len="med"/>
                    </a:lnT>
                    <a:lnB w="12700" cap="flat" cmpd="sng" algn="ctr">
                      <a:solidFill>
                        <a:srgbClr val="F5CDB9"/>
                      </a:solidFill>
                      <a:prstDash val="solid"/>
                      <a:round/>
                      <a:headEnd type="none" w="med" len="med"/>
                      <a:tailEnd type="none" w="med" len="med"/>
                    </a:lnB>
                  </a:tcPr>
                </a:tc>
                <a:extLst>
                  <a:ext uri="{0D108BD9-81ED-4DB2-BD59-A6C34878D82A}">
                    <a16:rowId xmlns:a16="http://schemas.microsoft.com/office/drawing/2014/main" val="948327585"/>
                  </a:ext>
                </a:extLst>
              </a:tr>
            </a:tbl>
          </a:graphicData>
        </a:graphic>
      </p:graphicFrame>
      <p:sp>
        <p:nvSpPr>
          <p:cNvPr id="299" name="OTLSHAPE_T_5a934a26f311425e8ebaa0f45e6533ad_Shape">
            <a:extLst>
              <a:ext uri="{FF2B5EF4-FFF2-40B4-BE49-F238E27FC236}">
                <a16:creationId xmlns:a16="http://schemas.microsoft.com/office/drawing/2014/main" id="{20602321-287C-9092-ADBD-F0EF4547CBA4}"/>
              </a:ext>
            </a:extLst>
          </p:cNvPr>
          <p:cNvSpPr/>
          <p:nvPr>
            <p:custDataLst>
              <p:tags r:id="rId1"/>
            </p:custDataLst>
          </p:nvPr>
        </p:nvSpPr>
        <p:spPr bwMode="auto">
          <a:xfrm>
            <a:off x="4775691" y="1829754"/>
            <a:ext cx="1392000"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graphicFrame>
        <p:nvGraphicFramePr>
          <p:cNvPr id="300" name="Table 3">
            <a:extLst>
              <a:ext uri="{FF2B5EF4-FFF2-40B4-BE49-F238E27FC236}">
                <a16:creationId xmlns:a16="http://schemas.microsoft.com/office/drawing/2014/main" id="{1DE9CCA9-742E-9261-F3B1-47851C0E30D6}"/>
              </a:ext>
            </a:extLst>
          </p:cNvPr>
          <p:cNvGraphicFramePr>
            <a:graphicFrameLocks noGrp="1"/>
          </p:cNvGraphicFramePr>
          <p:nvPr>
            <p:extLst>
              <p:ext uri="{D42A27DB-BD31-4B8C-83A1-F6EECF244321}">
                <p14:modId xmlns:p14="http://schemas.microsoft.com/office/powerpoint/2010/main" val="2494806278"/>
              </p:ext>
            </p:extLst>
          </p:nvPr>
        </p:nvGraphicFramePr>
        <p:xfrm>
          <a:off x="1313127" y="815105"/>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sp>
        <p:nvSpPr>
          <p:cNvPr id="303" name="Isosceles Triangle 1">
            <a:extLst>
              <a:ext uri="{FF2B5EF4-FFF2-40B4-BE49-F238E27FC236}">
                <a16:creationId xmlns:a16="http://schemas.microsoft.com/office/drawing/2014/main" id="{39E8C88D-FA93-21CE-859F-D76C8ECB1443}"/>
              </a:ext>
            </a:extLst>
          </p:cNvPr>
          <p:cNvSpPr/>
          <p:nvPr/>
        </p:nvSpPr>
        <p:spPr>
          <a:xfrm rot="16200000" flipH="1">
            <a:off x="897099" y="1042584"/>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304" name="Isosceles Triangle 128">
            <a:extLst>
              <a:ext uri="{FF2B5EF4-FFF2-40B4-BE49-F238E27FC236}">
                <a16:creationId xmlns:a16="http://schemas.microsoft.com/office/drawing/2014/main" id="{5A546EA2-F872-936A-25C9-944EE0B289E4}"/>
              </a:ext>
            </a:extLst>
          </p:cNvPr>
          <p:cNvSpPr/>
          <p:nvPr/>
        </p:nvSpPr>
        <p:spPr>
          <a:xfrm rot="5400000">
            <a:off x="11764729" y="1042161"/>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305" name="TextBox 64">
            <a:extLst>
              <a:ext uri="{FF2B5EF4-FFF2-40B4-BE49-F238E27FC236}">
                <a16:creationId xmlns:a16="http://schemas.microsoft.com/office/drawing/2014/main" id="{9895D68E-8CC3-ADB5-735F-E409C2DBD53A}"/>
              </a:ext>
            </a:extLst>
          </p:cNvPr>
          <p:cNvSpPr txBox="1"/>
          <p:nvPr/>
        </p:nvSpPr>
        <p:spPr>
          <a:xfrm>
            <a:off x="59378" y="1772462"/>
            <a:ext cx="825189" cy="328423"/>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dirty="0">
                <a:ln>
                  <a:noFill/>
                </a:ln>
                <a:solidFill>
                  <a:srgbClr val="08312A"/>
                </a:solidFill>
                <a:effectLst/>
                <a:uLnTx/>
                <a:uFillTx/>
                <a:latin typeface="Boehringer Forward Text"/>
                <a:ea typeface="+mn-ea"/>
                <a:cs typeface="Calibri" panose="020F0502020204030204" pitchFamily="34" charset="0"/>
              </a:rPr>
              <a:t>Ph2-</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dirty="0" err="1">
                <a:ln>
                  <a:noFill/>
                </a:ln>
                <a:solidFill>
                  <a:srgbClr val="08312A"/>
                </a:solidFill>
                <a:effectLst/>
                <a:uLnTx/>
                <a:uFillTx/>
                <a:latin typeface="Boehringer Forward Text"/>
                <a:ea typeface="+mn-ea"/>
                <a:cs typeface="Calibri" panose="020F0502020204030204" pitchFamily="34" charset="0"/>
              </a:rPr>
              <a:t>xxxx-xxxx</a:t>
            </a:r>
            <a:endParaRPr kumimoji="0" lang="en-US" sz="1067" b="1" i="0" u="none" strike="noStrike" kern="1200" cap="none" spc="0" normalizeH="0" baseline="0" noProof="0" dirty="0">
              <a:ln>
                <a:noFill/>
              </a:ln>
              <a:solidFill>
                <a:srgbClr val="08312A"/>
              </a:solidFill>
              <a:effectLst/>
              <a:uLnTx/>
              <a:uFillTx/>
              <a:latin typeface="Boehringer Forward Text"/>
              <a:ea typeface="+mn-ea"/>
              <a:cs typeface="Calibri" panose="020F0502020204030204" pitchFamily="34" charset="0"/>
            </a:endParaRPr>
          </a:p>
        </p:txBody>
      </p:sp>
      <p:pic>
        <p:nvPicPr>
          <p:cNvPr id="309" name="Picture 4">
            <a:extLst>
              <a:ext uri="{FF2B5EF4-FFF2-40B4-BE49-F238E27FC236}">
                <a16:creationId xmlns:a16="http://schemas.microsoft.com/office/drawing/2014/main" id="{EFE5694C-EC31-95C7-5504-F58311A6E8A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0" y="874950"/>
            <a:ext cx="1138019" cy="560880"/>
          </a:xfrm>
          <a:prstGeom prst="rect">
            <a:avLst/>
          </a:prstGeom>
        </p:spPr>
      </p:pic>
      <p:sp>
        <p:nvSpPr>
          <p:cNvPr id="310" name="Rectangle 52">
            <a:extLst>
              <a:ext uri="{FF2B5EF4-FFF2-40B4-BE49-F238E27FC236}">
                <a16:creationId xmlns:a16="http://schemas.microsoft.com/office/drawing/2014/main" id="{7229600B-C01A-783E-9753-ED2D13F9B291}"/>
              </a:ext>
            </a:extLst>
          </p:cNvPr>
          <p:cNvSpPr/>
          <p:nvPr/>
        </p:nvSpPr>
        <p:spPr>
          <a:xfrm>
            <a:off x="1915703" y="2115628"/>
            <a:ext cx="388248"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mn-cs"/>
              </a:rPr>
              <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mn-cs"/>
            </a:endParaRPr>
          </a:p>
        </p:txBody>
      </p:sp>
      <p:sp>
        <p:nvSpPr>
          <p:cNvPr id="311" name="OTLSHAPE_T_e17f3958430f4cff8650518c93c7635e_StartDate">
            <a:extLst>
              <a:ext uri="{FF2B5EF4-FFF2-40B4-BE49-F238E27FC236}">
                <a16:creationId xmlns:a16="http://schemas.microsoft.com/office/drawing/2014/main" id="{1074E8F3-A345-13FE-1F1E-024FC0C8E5F0}"/>
              </a:ext>
            </a:extLst>
          </p:cNvPr>
          <p:cNvSpPr txBox="1"/>
          <p:nvPr>
            <p:custDataLst>
              <p:tags r:id="rId2"/>
            </p:custDataLst>
          </p:nvPr>
        </p:nvSpPr>
        <p:spPr>
          <a:xfrm>
            <a:off x="1592156" y="1651486"/>
            <a:ext cx="1060915"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mn-cs"/>
              </a:rPr>
              <a:t>—</a:t>
            </a:r>
            <a:endParaRPr kumimoji="0" lang="zh-CN" altLang="en-US"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312" name="OTLSHAPE_T_e17f3958430f4cff8650518c93c7635e_Shape">
            <a:extLst>
              <a:ext uri="{FF2B5EF4-FFF2-40B4-BE49-F238E27FC236}">
                <a16:creationId xmlns:a16="http://schemas.microsoft.com/office/drawing/2014/main" id="{5BDFB164-145E-4481-CAE3-277ED745770C}"/>
              </a:ext>
            </a:extLst>
          </p:cNvPr>
          <p:cNvSpPr/>
          <p:nvPr>
            <p:custDataLst>
              <p:tags r:id="rId3"/>
            </p:custDataLst>
          </p:nvPr>
        </p:nvSpPr>
        <p:spPr bwMode="auto">
          <a:xfrm>
            <a:off x="2122614" y="1824970"/>
            <a:ext cx="265307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dirty="0">
                <a:ln>
                  <a:noFill/>
                </a:ln>
                <a:solidFill>
                  <a:prstClr val="black"/>
                </a:solidFill>
                <a:effectLst/>
                <a:uLnTx/>
                <a:uFillTx/>
                <a:latin typeface="Boehringer Forward Text"/>
                <a:ea typeface="等线" panose="02010600030101010101" pitchFamily="2" charset="-122"/>
                <a:cs typeface="Calibri" panose="020F0502020204030204" pitchFamily="34" charset="0"/>
              </a:rPr>
              <a:t/>
            </a:r>
            <a:endParaRPr kumimoji="0" lang="en-US" altLang="zh-CN" sz="1067" b="1" i="0" u="none" strike="noStrike" kern="1200" cap="none" spc="0" normalizeH="0" baseline="0" noProof="0" dirty="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313" name="Rectangle 55">
            <a:extLst>
              <a:ext uri="{FF2B5EF4-FFF2-40B4-BE49-F238E27FC236}">
                <a16:creationId xmlns:a16="http://schemas.microsoft.com/office/drawing/2014/main" id="{EA017EC1-A66D-BCF5-4BCC-504CB47D38CB}"/>
              </a:ext>
            </a:extLst>
          </p:cNvPr>
          <p:cNvSpPr/>
          <p:nvPr/>
        </p:nvSpPr>
        <p:spPr>
          <a:xfrm>
            <a:off x="4580580" y="2115627"/>
            <a:ext cx="389850" cy="256546"/>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14" name="OTLSHAPE_T_e17f3958430f4cff8650518c93c7635e_StartDate">
            <a:extLst>
              <a:ext uri="{FF2B5EF4-FFF2-40B4-BE49-F238E27FC236}">
                <a16:creationId xmlns:a16="http://schemas.microsoft.com/office/drawing/2014/main" id="{ACD9155B-9BFE-75C8-C5D1-533D13E423BE}"/>
              </a:ext>
            </a:extLst>
          </p:cNvPr>
          <p:cNvSpPr txBox="1"/>
          <p:nvPr>
            <p:custDataLst>
              <p:tags r:id="rId4"/>
            </p:custDataLst>
          </p:nvPr>
        </p:nvSpPr>
        <p:spPr>
          <a:xfrm>
            <a:off x="4291498" y="1651486"/>
            <a:ext cx="911147"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t>
            </a:r>
            <a:endParaRPr kumimoji="0" lang="zh-CN" altLang="en-US"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315" name="Rectangle 55">
            <a:extLst>
              <a:ext uri="{FF2B5EF4-FFF2-40B4-BE49-F238E27FC236}">
                <a16:creationId xmlns:a16="http://schemas.microsoft.com/office/drawing/2014/main" id="{0DD62A94-6C7F-1F67-5BF6-71F296DF63E4}"/>
              </a:ext>
            </a:extLst>
          </p:cNvPr>
          <p:cNvSpPr/>
          <p:nvPr/>
        </p:nvSpPr>
        <p:spPr>
          <a:xfrm>
            <a:off x="5551274" y="2115628"/>
            <a:ext cx="926856"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16" name="OTLSHAPE_T_e17f3958430f4cff8650518c93c7635e_StartDate">
            <a:extLst>
              <a:ext uri="{FF2B5EF4-FFF2-40B4-BE49-F238E27FC236}">
                <a16:creationId xmlns:a16="http://schemas.microsoft.com/office/drawing/2014/main" id="{82FB511E-71FC-0BF8-438F-8301260A2B39}"/>
              </a:ext>
            </a:extLst>
          </p:cNvPr>
          <p:cNvSpPr txBox="1"/>
          <p:nvPr>
            <p:custDataLst>
              <p:tags r:id="rId5"/>
            </p:custDataLst>
          </p:nvPr>
        </p:nvSpPr>
        <p:spPr>
          <a:xfrm>
            <a:off x="5661432" y="1651487"/>
            <a:ext cx="911151" cy="164211"/>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t>
            </a:r>
            <a:endParaRPr kumimoji="0" lang="zh-CN" altLang="en-US"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317" name="Star: 4 Points 143">
            <a:extLst>
              <a:ext uri="{FF2B5EF4-FFF2-40B4-BE49-F238E27FC236}">
                <a16:creationId xmlns:a16="http://schemas.microsoft.com/office/drawing/2014/main" id="{D8298502-DE3A-A4A7-24C9-08B604EF07E8}"/>
              </a:ext>
            </a:extLst>
          </p:cNvPr>
          <p:cNvSpPr/>
          <p:nvPr/>
        </p:nvSpPr>
        <p:spPr bwMode="auto">
          <a:xfrm>
            <a:off x="2022304" y="201765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320" name="Star: 4 Points 143">
            <a:extLst>
              <a:ext uri="{FF2B5EF4-FFF2-40B4-BE49-F238E27FC236}">
                <a16:creationId xmlns:a16="http://schemas.microsoft.com/office/drawing/2014/main" id="{55BC5C6B-C3C1-3B85-7653-51BA2E30B2AF}"/>
              </a:ext>
            </a:extLst>
          </p:cNvPr>
          <p:cNvSpPr/>
          <p:nvPr/>
        </p:nvSpPr>
        <p:spPr bwMode="auto">
          <a:xfrm>
            <a:off x="4687080" y="201765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321" name="Star: 4 Points 143">
            <a:extLst>
              <a:ext uri="{FF2B5EF4-FFF2-40B4-BE49-F238E27FC236}">
                <a16:creationId xmlns:a16="http://schemas.microsoft.com/office/drawing/2014/main" id="{9B230D00-1B9D-9043-E3D7-FB6D0DCA2011}"/>
              </a:ext>
            </a:extLst>
          </p:cNvPr>
          <p:cNvSpPr/>
          <p:nvPr/>
        </p:nvSpPr>
        <p:spPr bwMode="auto">
          <a:xfrm>
            <a:off x="6066532" y="201765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322" name="Rectangle 100">
            <a:extLst>
              <a:ext uri="{FF2B5EF4-FFF2-40B4-BE49-F238E27FC236}">
                <a16:creationId xmlns:a16="http://schemas.microsoft.com/office/drawing/2014/main" id="{E0D1109C-3C09-4A00-BBB3-CC31E0EA6192}"/>
              </a:ext>
            </a:extLst>
          </p:cNvPr>
          <p:cNvSpPr/>
          <p:nvPr/>
        </p:nvSpPr>
        <p:spPr>
          <a:xfrm>
            <a:off x="6475128" y="1605320"/>
            <a:ext cx="824265" cy="256545"/>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t>
            </a:r>
            <a:endParaRPr kumimoji="0" lang="en-US" altLang="zh-CN" sz="1067" b="1" i="0" u="none" strike="noStrike" kern="1200" cap="none" spc="0" normalizeH="0" baseline="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23" name="Rectangle 55">
            <a:extLst>
              <a:ext uri="{FF2B5EF4-FFF2-40B4-BE49-F238E27FC236}">
                <a16:creationId xmlns:a16="http://schemas.microsoft.com/office/drawing/2014/main" id="{4B5085EB-632B-EC14-44BC-2ED2DB7D7D22}"/>
              </a:ext>
            </a:extLst>
          </p:cNvPr>
          <p:cNvSpPr/>
          <p:nvPr/>
        </p:nvSpPr>
        <p:spPr>
          <a:xfrm>
            <a:off x="6532900" y="2115628"/>
            <a:ext cx="798617"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24" name="Rectangle 100">
            <a:extLst>
              <a:ext uri="{FF2B5EF4-FFF2-40B4-BE49-F238E27FC236}">
                <a16:creationId xmlns:a16="http://schemas.microsoft.com/office/drawing/2014/main" id="{DE51DCCF-56DC-3324-6472-D5D4AC29BE23}"/>
              </a:ext>
            </a:extLst>
          </p:cNvPr>
          <p:cNvSpPr/>
          <p:nvPr/>
        </p:nvSpPr>
        <p:spPr>
          <a:xfrm>
            <a:off x="7240345" y="1605320"/>
            <a:ext cx="824266" cy="256545"/>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t>
            </a:r>
          </a:p>
        </p:txBody>
      </p:sp>
      <p:sp>
        <p:nvSpPr>
          <p:cNvPr id="325" name="五角星 55">
            <a:extLst>
              <a:ext uri="{FF2B5EF4-FFF2-40B4-BE49-F238E27FC236}">
                <a16:creationId xmlns:a16="http://schemas.microsoft.com/office/drawing/2014/main" id="{3F803B88-2982-DD2A-8E61-AD607E7A85CA}"/>
              </a:ext>
            </a:extLst>
          </p:cNvPr>
          <p:cNvSpPr>
            <a:spLocks/>
          </p:cNvSpPr>
          <p:nvPr/>
        </p:nvSpPr>
        <p:spPr bwMode="auto">
          <a:xfrm>
            <a:off x="6740394" y="1932352"/>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377" rtl="0" eaLnBrk="0" fontAlgn="auto" latinLnBrk="0" hangingPunct="0">
              <a:lnSpc>
                <a:spcPct val="100000"/>
              </a:lnSpc>
              <a:spcBef>
                <a:spcPts val="0"/>
              </a:spcBef>
              <a:spcAft>
                <a:spcPts val="0"/>
              </a:spcAft>
              <a:buClrTx/>
              <a:buSzTx/>
              <a:buFontTx/>
              <a:buNone/>
              <a:tabLst/>
              <a:defRPr/>
            </a:pPr>
            <a:endParaRPr kumimoji="0" lang="zh-CN" altLang="en-US" sz="1067" b="0" i="0"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mn-cs"/>
            </a:endParaRPr>
          </a:p>
        </p:txBody>
      </p:sp>
      <p:sp>
        <p:nvSpPr>
          <p:cNvPr id="326" name="Rectangle 55">
            <a:extLst>
              <a:ext uri="{FF2B5EF4-FFF2-40B4-BE49-F238E27FC236}">
                <a16:creationId xmlns:a16="http://schemas.microsoft.com/office/drawing/2014/main" id="{5D0BCE26-92E2-BD70-A4C2-1AD98FE72072}"/>
              </a:ext>
            </a:extLst>
          </p:cNvPr>
          <p:cNvSpPr/>
          <p:nvPr/>
        </p:nvSpPr>
        <p:spPr>
          <a:xfrm>
            <a:off x="7260037" y="2115628"/>
            <a:ext cx="808235"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pic>
        <p:nvPicPr>
          <p:cNvPr id="327" name="Graphic 326" descr="Flag with solid fill">
            <a:extLst>
              <a:ext uri="{FF2B5EF4-FFF2-40B4-BE49-F238E27FC236}">
                <a16:creationId xmlns:a16="http://schemas.microsoft.com/office/drawing/2014/main" id="{826C7899-6E93-83E0-FB69-A2D618BB1F9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606340" y="1899196"/>
            <a:ext cx="210312" cy="210312"/>
          </a:xfrm>
          <a:prstGeom prst="rect">
            <a:avLst/>
          </a:prstGeom>
        </p:spPr>
      </p:pic>
      <p:sp>
        <p:nvSpPr>
          <p:cNvPr id="328" name="OTLSHAPE_T_5a934a26f311425e8ebaa0f45e6533ad_Shape">
            <a:extLst>
              <a:ext uri="{FF2B5EF4-FFF2-40B4-BE49-F238E27FC236}">
                <a16:creationId xmlns:a16="http://schemas.microsoft.com/office/drawing/2014/main" id="{7ECA2E9A-F15F-F078-5C25-F51BCDFD6C5C}"/>
              </a:ext>
            </a:extLst>
          </p:cNvPr>
          <p:cNvSpPr/>
          <p:nvPr>
            <p:custDataLst>
              <p:tags r:id="rId6"/>
            </p:custDataLst>
          </p:nvPr>
        </p:nvSpPr>
        <p:spPr bwMode="auto">
          <a:xfrm>
            <a:off x="4776677" y="3089920"/>
            <a:ext cx="1392000" cy="288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pic>
        <p:nvPicPr>
          <p:cNvPr id="329" name="Picture 6">
            <a:extLst>
              <a:ext uri="{FF2B5EF4-FFF2-40B4-BE49-F238E27FC236}">
                <a16:creationId xmlns:a16="http://schemas.microsoft.com/office/drawing/2014/main" id="{4CBF00B2-2058-3237-8034-B5A1D87CF6D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917" y="2667842"/>
            <a:ext cx="1138019" cy="560880"/>
          </a:xfrm>
          <a:prstGeom prst="rect">
            <a:avLst/>
          </a:prstGeom>
        </p:spPr>
      </p:pic>
      <p:sp>
        <p:nvSpPr>
          <p:cNvPr id="330" name="OTLSHAPE_T_e17f3958430f4cff8650518c93c7635e_Shape">
            <a:extLst>
              <a:ext uri="{FF2B5EF4-FFF2-40B4-BE49-F238E27FC236}">
                <a16:creationId xmlns:a16="http://schemas.microsoft.com/office/drawing/2014/main" id="{8E7AD725-B6E2-57BF-FB77-C1E6F21CDBE5}"/>
              </a:ext>
            </a:extLst>
          </p:cNvPr>
          <p:cNvSpPr/>
          <p:nvPr>
            <p:custDataLst>
              <p:tags r:id="rId7"/>
            </p:custDataLst>
          </p:nvPr>
        </p:nvSpPr>
        <p:spPr bwMode="auto">
          <a:xfrm>
            <a:off x="3189079" y="3089924"/>
            <a:ext cx="158760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
            </a:r>
          </a:p>
        </p:txBody>
      </p:sp>
      <p:sp>
        <p:nvSpPr>
          <p:cNvPr id="331" name="OTLSHAPE_T_e17f3958430f4cff8650518c93c7635e_StartDate">
            <a:extLst>
              <a:ext uri="{FF2B5EF4-FFF2-40B4-BE49-F238E27FC236}">
                <a16:creationId xmlns:a16="http://schemas.microsoft.com/office/drawing/2014/main" id="{8C94C362-1716-760E-41B7-30221E043F14}"/>
              </a:ext>
            </a:extLst>
          </p:cNvPr>
          <p:cNvSpPr txBox="1"/>
          <p:nvPr>
            <p:custDataLst>
              <p:tags r:id="rId8"/>
            </p:custDataLst>
          </p:nvPr>
        </p:nvSpPr>
        <p:spPr>
          <a:xfrm>
            <a:off x="2719875" y="2918104"/>
            <a:ext cx="910164"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t>
            </a:r>
            <a:endParaRPr kumimoji="0" lang="zh-CN" altLang="en-US"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332" name="OTLSHAPE_T_e17f3958430f4cff8650518c93c7635e_Shape">
            <a:extLst>
              <a:ext uri="{FF2B5EF4-FFF2-40B4-BE49-F238E27FC236}">
                <a16:creationId xmlns:a16="http://schemas.microsoft.com/office/drawing/2014/main" id="{00842BA9-7456-0CE9-21CB-C504231986CF}"/>
              </a:ext>
            </a:extLst>
          </p:cNvPr>
          <p:cNvSpPr/>
          <p:nvPr>
            <p:custDataLst>
              <p:tags r:id="rId9"/>
            </p:custDataLst>
          </p:nvPr>
        </p:nvSpPr>
        <p:spPr bwMode="auto">
          <a:xfrm>
            <a:off x="2011550" y="3096231"/>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Boehringer Forward Text"/>
                <a:ea typeface="等线" panose="02010600030101010101" pitchFamily="2" charset="-122"/>
                <a:cs typeface="Calibri" panose="020F0502020204030204" pitchFamily="34" charset="0"/>
              </a:rPr>
              <a:t/>
            </a:r>
            <a:r>
              <a:rPr kumimoji="0" lang="en-US" altLang="zh-CN" sz="800" b="1" i="0" u="none" strike="noStrike" kern="1200" cap="none" spc="0" normalizeH="0" baseline="30000" noProof="0" dirty="0">
                <a:ln>
                  <a:noFill/>
                </a:ln>
                <a:solidFill>
                  <a:srgbClr val="000000"/>
                </a:solidFill>
                <a:effectLst/>
                <a:uLnTx/>
                <a:uFillTx/>
                <a:latin typeface="Boehringer Forward Text"/>
                <a:ea typeface="等线" panose="02010600030101010101" pitchFamily="2" charset="-122"/>
                <a:cs typeface="Calibri" panose="020F0502020204030204" pitchFamily="34" charset="0"/>
              </a:rPr>
              <a:t/>
            </a:r>
            <a:r>
              <a:rPr kumimoji="0" lang="en-US" altLang="zh-CN" sz="800" b="1" i="0" u="none" strike="noStrike" kern="1200" cap="none" spc="0" normalizeH="0" baseline="0" noProof="0" dirty="0">
                <a:ln>
                  <a:noFill/>
                </a:ln>
                <a:solidFill>
                  <a:srgbClr val="000000"/>
                </a:solidFill>
                <a:effectLst/>
                <a:uLnTx/>
                <a:uFillTx/>
                <a:latin typeface="Boehringer Forward Text"/>
                <a:ea typeface="等线" panose="02010600030101010101" pitchFamily="2" charset="-122"/>
                <a:cs typeface="Calibri" panose="020F0502020204030204" pitchFamily="34" charset="0"/>
              </a:rPr>
              <a:t/>
            </a:r>
            <a:endParaRPr kumimoji="0" lang="zh-CN" altLang="en-US" sz="800" b="1" i="0" u="none" strike="noStrike" kern="1200" cap="none" spc="0" normalizeH="0" baseline="0" noProof="0" dirty="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333" name="OTLSHAPE_T_e17f3958430f4cff8650518c93c7635e_StartDate">
            <a:extLst>
              <a:ext uri="{FF2B5EF4-FFF2-40B4-BE49-F238E27FC236}">
                <a16:creationId xmlns:a16="http://schemas.microsoft.com/office/drawing/2014/main" id="{C12F7DBA-44E6-DD95-BB64-55ADD47D048B}"/>
              </a:ext>
            </a:extLst>
          </p:cNvPr>
          <p:cNvSpPr txBox="1"/>
          <p:nvPr>
            <p:custDataLst>
              <p:tags r:id="rId10"/>
            </p:custDataLst>
          </p:nvPr>
        </p:nvSpPr>
        <p:spPr>
          <a:xfrm>
            <a:off x="1792161" y="2918104"/>
            <a:ext cx="682623"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3000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t>
            </a:r>
            <a:r>
              <a:rPr kumimoji="0" lang="en-US" altLang="zh-CN"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
            </a:r>
            <a:endParaRPr kumimoji="0" lang="zh-CN" altLang="en-US"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334" name="Rectangle 77">
            <a:extLst>
              <a:ext uri="{FF2B5EF4-FFF2-40B4-BE49-F238E27FC236}">
                <a16:creationId xmlns:a16="http://schemas.microsoft.com/office/drawing/2014/main" id="{52E9950D-96F6-E17E-72AE-A36E8F4F14B3}"/>
              </a:ext>
            </a:extLst>
          </p:cNvPr>
          <p:cNvSpPr/>
          <p:nvPr/>
        </p:nvSpPr>
        <p:spPr>
          <a:xfrm>
            <a:off x="2967050" y="3384522"/>
            <a:ext cx="626660" cy="256545"/>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rPr>
              <a:t/>
            </a:r>
            <a:r>
              <a:rPr kumimoji="0" lang="en-US" altLang="zh-CN" sz="1067" b="1" i="0" u="none" strike="noStrike" kern="1200" cap="none" spc="0" normalizeH="0" baseline="3000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rPr>
              <a:t/>
            </a:r>
            <a:r>
              <a:rPr kumimoji="0" lang="en-US" altLang="zh-CN" sz="1067" b="1" i="0" u="none" strike="noStrike" kern="1200" cap="none" spc="0" normalizeH="0" baseline="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rPr>
              <a:t/>
            </a:r>
            <a:endParaRPr kumimoji="0" lang="zh-CN" altLang="en-US" sz="1067" b="1" i="0" u="none" strike="noStrike" kern="1200" cap="none" spc="0" normalizeH="0" baseline="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35" name="OTLSHAPE_M_39ea6ebc19a94c9fab6ef5006c31df58_Shape">
            <a:extLst>
              <a:ext uri="{FF2B5EF4-FFF2-40B4-BE49-F238E27FC236}">
                <a16:creationId xmlns:a16="http://schemas.microsoft.com/office/drawing/2014/main" id="{06395294-0567-9876-AE44-A0527ADA425C}"/>
              </a:ext>
            </a:extLst>
          </p:cNvPr>
          <p:cNvSpPr/>
          <p:nvPr>
            <p:custDataLst>
              <p:tags r:id="rId11"/>
            </p:custDataLst>
          </p:nvPr>
        </p:nvSpPr>
        <p:spPr bwMode="auto">
          <a:xfrm rot="16200000">
            <a:off x="2000773" y="3329174"/>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336" name="OTLSHAPE_M_39ea6ebc19a94c9fab6ef5006c31df58_Title">
            <a:extLst>
              <a:ext uri="{FF2B5EF4-FFF2-40B4-BE49-F238E27FC236}">
                <a16:creationId xmlns:a16="http://schemas.microsoft.com/office/drawing/2014/main" id="{FE6C90D1-E3CD-0847-4415-0DE38DEEA866}"/>
              </a:ext>
            </a:extLst>
          </p:cNvPr>
          <p:cNvSpPr txBox="1"/>
          <p:nvPr>
            <p:custDataLst>
              <p:tags r:id="rId12"/>
            </p:custDataLst>
          </p:nvPr>
        </p:nvSpPr>
        <p:spPr>
          <a:xfrm>
            <a:off x="1782095" y="3430688"/>
            <a:ext cx="928201" cy="164212"/>
          </a:xfrm>
          <a:prstGeom prst="rect">
            <a:avLst/>
          </a:prstGeom>
          <a:noFill/>
        </p:spPr>
        <p:txBody>
          <a:bodyPr vert="horz" wrap="square" lIns="0" tIns="0" rIns="0" bIns="0" rtlCol="0" anchor="ctr" anchorCtr="0">
            <a:spAutoFit/>
          </a:bodyPr>
          <a:lstStyle/>
          <a:p>
            <a:pPr marL="0" marR="0" lvl="0" indent="0" algn="l"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37" name="Rectangle 73">
            <a:extLst>
              <a:ext uri="{FF2B5EF4-FFF2-40B4-BE49-F238E27FC236}">
                <a16:creationId xmlns:a16="http://schemas.microsoft.com/office/drawing/2014/main" id="{1BC3AFB9-C018-0096-F3A7-15C03B691EF0}"/>
              </a:ext>
            </a:extLst>
          </p:cNvPr>
          <p:cNvSpPr/>
          <p:nvPr/>
        </p:nvSpPr>
        <p:spPr>
          <a:xfrm>
            <a:off x="4641411" y="3384522"/>
            <a:ext cx="389851"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38" name="OTLSHAPE_T_e17f3958430f4cff8650518c93c7635e_StartDate">
            <a:extLst>
              <a:ext uri="{FF2B5EF4-FFF2-40B4-BE49-F238E27FC236}">
                <a16:creationId xmlns:a16="http://schemas.microsoft.com/office/drawing/2014/main" id="{EFE503F5-9AD8-D6AD-57E5-628F2B41F79F}"/>
              </a:ext>
            </a:extLst>
          </p:cNvPr>
          <p:cNvSpPr txBox="1"/>
          <p:nvPr>
            <p:custDataLst>
              <p:tags r:id="rId13"/>
            </p:custDataLst>
          </p:nvPr>
        </p:nvSpPr>
        <p:spPr>
          <a:xfrm>
            <a:off x="4324773" y="2918104"/>
            <a:ext cx="911145"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t>
            </a:r>
            <a:endParaRPr kumimoji="0" lang="zh-CN" altLang="en-US"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339" name="TextBox 82">
            <a:extLst>
              <a:ext uri="{FF2B5EF4-FFF2-40B4-BE49-F238E27FC236}">
                <a16:creationId xmlns:a16="http://schemas.microsoft.com/office/drawing/2014/main" id="{1CC2CE70-D289-57CF-5759-F7E3B57B8E5B}"/>
              </a:ext>
            </a:extLst>
          </p:cNvPr>
          <p:cNvSpPr txBox="1"/>
          <p:nvPr/>
        </p:nvSpPr>
        <p:spPr>
          <a:xfrm>
            <a:off x="61295" y="3335466"/>
            <a:ext cx="825189" cy="328423"/>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Ph2-</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err="1">
                <a:ln>
                  <a:noFill/>
                </a:ln>
                <a:solidFill>
                  <a:srgbClr val="08312A"/>
                </a:solidFill>
                <a:effectLst/>
                <a:uLnTx/>
                <a:uFillTx/>
                <a:latin typeface="Boehringer Forward Text"/>
                <a:ea typeface="+mn-ea"/>
                <a:cs typeface="Calibri" panose="020F0502020204030204" pitchFamily="34" charset="0"/>
              </a:rPr>
              <a:t>xxxx-xxxx</a:t>
            </a:r>
            <a:endParaRPr kumimoji="0" lang="en-US" altLang="zh-CN" sz="1067"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endParaRPr>
          </a:p>
        </p:txBody>
      </p:sp>
      <p:sp>
        <p:nvSpPr>
          <p:cNvPr id="340" name="Rectangle 55">
            <a:extLst>
              <a:ext uri="{FF2B5EF4-FFF2-40B4-BE49-F238E27FC236}">
                <a16:creationId xmlns:a16="http://schemas.microsoft.com/office/drawing/2014/main" id="{7F314D22-C57F-E23D-EF36-C66EDA4C59CD}"/>
              </a:ext>
            </a:extLst>
          </p:cNvPr>
          <p:cNvSpPr/>
          <p:nvPr/>
        </p:nvSpPr>
        <p:spPr>
          <a:xfrm>
            <a:off x="5552923" y="3384522"/>
            <a:ext cx="926857" cy="256544"/>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41" name="OTLSHAPE_T_e17f3958430f4cff8650518c93c7635e_StartDate">
            <a:extLst>
              <a:ext uri="{FF2B5EF4-FFF2-40B4-BE49-F238E27FC236}">
                <a16:creationId xmlns:a16="http://schemas.microsoft.com/office/drawing/2014/main" id="{1C15C7E0-A09D-EEEF-9C28-1FF22B215D42}"/>
              </a:ext>
            </a:extLst>
          </p:cNvPr>
          <p:cNvSpPr txBox="1"/>
          <p:nvPr>
            <p:custDataLst>
              <p:tags r:id="rId14"/>
            </p:custDataLst>
          </p:nvPr>
        </p:nvSpPr>
        <p:spPr>
          <a:xfrm>
            <a:off x="5655314" y="2918104"/>
            <a:ext cx="911148" cy="164213"/>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t>
            </a:r>
            <a:endParaRPr kumimoji="0" lang="zh-CN" altLang="en-US"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endParaRPr>
          </a:p>
        </p:txBody>
      </p:sp>
      <p:sp>
        <p:nvSpPr>
          <p:cNvPr id="342" name="Star: 4 Points 143">
            <a:extLst>
              <a:ext uri="{FF2B5EF4-FFF2-40B4-BE49-F238E27FC236}">
                <a16:creationId xmlns:a16="http://schemas.microsoft.com/office/drawing/2014/main" id="{78050626-8F94-DFD6-B2E2-12C8E37968C0}"/>
              </a:ext>
            </a:extLst>
          </p:cNvPr>
          <p:cNvSpPr/>
          <p:nvPr/>
        </p:nvSpPr>
        <p:spPr bwMode="auto">
          <a:xfrm>
            <a:off x="3096959" y="32983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343" name="Star: 4 Points 143">
            <a:extLst>
              <a:ext uri="{FF2B5EF4-FFF2-40B4-BE49-F238E27FC236}">
                <a16:creationId xmlns:a16="http://schemas.microsoft.com/office/drawing/2014/main" id="{96567124-0022-4398-E25E-28B7331E5C85}"/>
              </a:ext>
            </a:extLst>
          </p:cNvPr>
          <p:cNvSpPr/>
          <p:nvPr/>
        </p:nvSpPr>
        <p:spPr bwMode="auto">
          <a:xfrm>
            <a:off x="4688221" y="32983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344" name="Star: 4 Points 143">
            <a:extLst>
              <a:ext uri="{FF2B5EF4-FFF2-40B4-BE49-F238E27FC236}">
                <a16:creationId xmlns:a16="http://schemas.microsoft.com/office/drawing/2014/main" id="{A984ABB0-A680-94BC-38B9-0E426451D03C}"/>
              </a:ext>
            </a:extLst>
          </p:cNvPr>
          <p:cNvSpPr/>
          <p:nvPr/>
        </p:nvSpPr>
        <p:spPr bwMode="auto">
          <a:xfrm>
            <a:off x="6068100" y="32983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345" name="Rectangle 100">
            <a:extLst>
              <a:ext uri="{FF2B5EF4-FFF2-40B4-BE49-F238E27FC236}">
                <a16:creationId xmlns:a16="http://schemas.microsoft.com/office/drawing/2014/main" id="{60872431-D9C3-5714-6DE6-3DDB443777BA}"/>
              </a:ext>
            </a:extLst>
          </p:cNvPr>
          <p:cNvSpPr/>
          <p:nvPr/>
        </p:nvSpPr>
        <p:spPr>
          <a:xfrm>
            <a:off x="6617856" y="2871938"/>
            <a:ext cx="817853" cy="256545"/>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t>
            </a:r>
            <a:endParaRPr kumimoji="0" lang="en-US" altLang="zh-CN" sz="1067" b="1" i="0" u="none" strike="noStrike" kern="1200" cap="none" spc="0" normalizeH="0" baseline="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46" name="Rectangle 55">
            <a:extLst>
              <a:ext uri="{FF2B5EF4-FFF2-40B4-BE49-F238E27FC236}">
                <a16:creationId xmlns:a16="http://schemas.microsoft.com/office/drawing/2014/main" id="{5951637D-B92B-99A7-C6EB-B6972A455AE3}"/>
              </a:ext>
            </a:extLst>
          </p:cNvPr>
          <p:cNvSpPr/>
          <p:nvPr/>
        </p:nvSpPr>
        <p:spPr>
          <a:xfrm>
            <a:off x="6672420" y="3384522"/>
            <a:ext cx="798617"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rPr>
              <a:t/>
            </a:r>
            <a:endParaRPr kumimoji="0" lang="zh-CN" altLang="en-US" sz="1067" b="1" i="0" u="none" strike="noStrike" kern="1200" cap="none" spc="0" normalizeH="0" baseline="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347" name="Rectangle 100">
            <a:extLst>
              <a:ext uri="{FF2B5EF4-FFF2-40B4-BE49-F238E27FC236}">
                <a16:creationId xmlns:a16="http://schemas.microsoft.com/office/drawing/2014/main" id="{D29D95DB-5F7E-389D-A839-D4CC25BFE50A}"/>
              </a:ext>
            </a:extLst>
          </p:cNvPr>
          <p:cNvSpPr/>
          <p:nvPr/>
        </p:nvSpPr>
        <p:spPr>
          <a:xfrm>
            <a:off x="8819769" y="2871938"/>
            <a:ext cx="817853" cy="256545"/>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dirty="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a:t>
            </a:r>
          </a:p>
        </p:txBody>
      </p:sp>
      <p:sp>
        <p:nvSpPr>
          <p:cNvPr id="348" name="五角星 55">
            <a:extLst>
              <a:ext uri="{FF2B5EF4-FFF2-40B4-BE49-F238E27FC236}">
                <a16:creationId xmlns:a16="http://schemas.microsoft.com/office/drawing/2014/main" id="{AA2DD783-2E5C-A160-BC58-C8A62BEFF3B1}"/>
              </a:ext>
            </a:extLst>
          </p:cNvPr>
          <p:cNvSpPr>
            <a:spLocks/>
          </p:cNvSpPr>
          <p:nvPr/>
        </p:nvSpPr>
        <p:spPr bwMode="auto">
          <a:xfrm>
            <a:off x="6933275" y="3198218"/>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377" rtl="0" eaLnBrk="0" fontAlgn="auto" latinLnBrk="0" hangingPunct="0">
              <a:lnSpc>
                <a:spcPct val="100000"/>
              </a:lnSpc>
              <a:spcBef>
                <a:spcPts val="0"/>
              </a:spcBef>
              <a:spcAft>
                <a:spcPts val="0"/>
              </a:spcAft>
              <a:buClrTx/>
              <a:buSzTx/>
              <a:buFontTx/>
              <a:buNone/>
              <a:tabLst/>
              <a:defRPr/>
            </a:pPr>
            <a:endParaRPr kumimoji="0" lang="zh-CN" altLang="en-US" sz="1067" b="0" i="0"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mn-cs"/>
            </a:endParaRPr>
          </a:p>
        </p:txBody>
      </p:sp>
      <p:sp>
        <p:nvSpPr>
          <p:cNvPr id="349" name="Rectangle 55">
            <a:extLst>
              <a:ext uri="{FF2B5EF4-FFF2-40B4-BE49-F238E27FC236}">
                <a16:creationId xmlns:a16="http://schemas.microsoft.com/office/drawing/2014/main" id="{79D8C9D9-A348-4451-AA58-09354FE92BB4}"/>
              </a:ext>
            </a:extLst>
          </p:cNvPr>
          <p:cNvSpPr/>
          <p:nvPr/>
        </p:nvSpPr>
        <p:spPr>
          <a:xfrm>
            <a:off x="8836238" y="3384522"/>
            <a:ext cx="808236"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rPr>
              <a:t/>
            </a:r>
            <a:endParaRPr kumimoji="0" lang="zh-CN" altLang="en-US" sz="1067" b="1" i="0" u="none" strike="noStrike" kern="1200" cap="none" spc="0" normalizeH="0" baseline="0" noProof="0" dirty="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pic>
        <p:nvPicPr>
          <p:cNvPr id="350" name="Graphic 349" descr="Flag with solid fill">
            <a:extLst>
              <a:ext uri="{FF2B5EF4-FFF2-40B4-BE49-F238E27FC236}">
                <a16:creationId xmlns:a16="http://schemas.microsoft.com/office/drawing/2014/main" id="{826EFEA9-2EA0-762D-D407-A548DD35654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57476" y="3165062"/>
            <a:ext cx="210312" cy="210312"/>
          </a:xfrm>
          <a:prstGeom prst="rect">
            <a:avLst/>
          </a:prstGeom>
        </p:spPr>
      </p:pic>
      <p:sp>
        <p:nvSpPr>
          <p:cNvPr id="351" name="OTLSHAPE_M_9860740105824e2392f188bc789d5e41_Shape">
            <a:extLst>
              <a:ext uri="{FF2B5EF4-FFF2-40B4-BE49-F238E27FC236}">
                <a16:creationId xmlns:a16="http://schemas.microsoft.com/office/drawing/2014/main" id="{1662DD1B-4D8F-4E5E-B0DE-71848C9D6E50}"/>
              </a:ext>
            </a:extLst>
          </p:cNvPr>
          <p:cNvSpPr/>
          <p:nvPr/>
        </p:nvSpPr>
        <p:spPr bwMode="auto">
          <a:xfrm rot="16200000">
            <a:off x="2000773" y="3329174"/>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04425B85-19CD-4A4B-8E19-99F52AFDD381}">
              <a14:hiddenLine xmlns:a14="http://schemas.microsoft.com/office/drawing/2010/main" w="9525" cap="flat" cmpd="sng" algn="ctr">
                <a:solidFill>
                  <a:schemeClr val="tx1"/>
                </a:solidFill>
                <a:prstDash val="solid"/>
                <a:round/>
                <a:headEnd type="none" w="med" len="med"/>
                <a:tailEnd type="none" w="med" len="med"/>
              </a14:hiddenLine>
            </a:ext>
            <a:ext uri="{497D5F6C-37FF-468B-8A04-86ECA89DB6E9}">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Tree>
    <p:extLst>
      <p:ext uri="{BB962C8B-B14F-4D97-AF65-F5344CB8AC3E}">
        <p14:creationId xmlns:p14="http://schemas.microsoft.com/office/powerpoint/2010/main" val="412950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58618" y="153530"/>
            <a:ext cx="11210925" cy="739775"/>
          </a:xfrm>
        </p:spPr>
        <p:txBody>
          <a:bodyPr/>
          <a:lstStyle/>
          <a:p>
            <a:r>
              <a:rPr lang="en-US" sz="2000" b="1"/>
              <a:t>Dareon-5 (1438.5)</a:t>
            </a:r>
            <a:r>
              <a:rPr lang="en-US" sz="2000"/>
              <a:t>/ </a:t>
            </a:r>
            <a:r>
              <a:rPr lang="en-US" sz="2000" b="1"/>
              <a:t>2L+ </a:t>
            </a:r>
            <a:r>
              <a:rPr lang="en-US" sz="2000" b="1" err="1"/>
              <a:t>epNEC</a:t>
            </a:r>
            <a:r>
              <a:rPr lang="en-US" sz="2000" b="1"/>
              <a:t> (AA)/ SAT </a:t>
            </a:r>
            <a:r>
              <a:rPr lang="zh-CN" altLang="en-US" sz="2000" b="1"/>
              <a:t>（</a:t>
            </a:r>
            <a:r>
              <a:rPr lang="en-US" altLang="zh-CN" sz="2000" b="1"/>
              <a:t>Data as of </a:t>
            </a:r>
            <a:r>
              <a:rPr lang="en-US" altLang="zh-CN" sz="2000"/>
              <a:t>09Jun2026</a:t>
            </a:r>
            <a:r>
              <a:rPr lang="zh-CN" altLang="en-US" sz="2000" b="1"/>
              <a:t>）</a:t>
            </a:r>
            <a:endParaRPr lang="en-US" sz="2000" b="1" i="1"/>
          </a:p>
        </p:txBody>
      </p:sp>
      <p:graphicFrame>
        <p:nvGraphicFramePr>
          <p:cNvPr id="3" name="表格 2"/>
          <p:cNvGraphicFramePr>
            <a:graphicFrameLocks noGrp="1"/>
          </p:cNvGraphicFramePr>
          <p:nvPr/>
        </p:nvGraphicFramePr>
        <p:xfrm>
          <a:off x="6482589" y="450265"/>
          <a:ext cx="5458071" cy="6256239"/>
        </p:xfrm>
        <a:graphic>
          <a:graphicData uri="http://schemas.openxmlformats.org/drawingml/2006/table">
            <a:tbl>
              <a:tblPr firstRow="1" bandRow="1">
                <a:tableStyleId>{5C22544A-7EE6-4342-B048-85BDC9FD1C3A}</a:tableStyleId>
              </a:tblPr>
              <a:tblGrid>
                <a:gridCol w="2533395">
                  <a:extLst>
                    <a:ext uri="{9D8B030D-6E8A-4147-A177-3AD203B41FA5}">
                      <a16:colId xmlns:a16="http://schemas.microsoft.com/office/drawing/2014/main" val="1643053534"/>
                    </a:ext>
                  </a:extLst>
                </a:gridCol>
                <a:gridCol w="1536192">
                  <a:extLst>
                    <a:ext uri="{9D8B030D-6E8A-4147-A177-3AD203B41FA5}">
                      <a16:colId xmlns:a16="http://schemas.microsoft.com/office/drawing/2014/main" val="1072531072"/>
                    </a:ext>
                  </a:extLst>
                </a:gridCol>
                <a:gridCol w="1388484">
                  <a:extLst>
                    <a:ext uri="{9D8B030D-6E8A-4147-A177-3AD203B41FA5}">
                      <a16:colId xmlns:a16="http://schemas.microsoft.com/office/drawing/2014/main" val="3839664833"/>
                    </a:ext>
                  </a:extLst>
                </a:gridCol>
              </a:tblGrid>
              <a:tr h="368079">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Project</a:t>
                      </a:r>
                      <a:r>
                        <a:rPr lang="en-US" sz="1400" baseline="0"/>
                        <a:t> Milestones –</a:t>
                      </a:r>
                      <a:r>
                        <a:rPr lang="en-US" sz="1400" baseline="0">
                          <a:highlight>
                            <a:srgbClr val="FF00FF"/>
                          </a:highlight>
                        </a:rPr>
                        <a:t> Part 3 (CTP 6.0)</a:t>
                      </a:r>
                      <a:endParaRPr lang="en-US" sz="1400">
                        <a:highlight>
                          <a:srgbClr val="FF00FF"/>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35258612"/>
                  </a:ext>
                </a:extLst>
              </a:tr>
              <a:tr h="334617">
                <a:tc rowSpan="2">
                  <a:txBody>
                    <a:bodyPr/>
                    <a:lstStyle/>
                    <a:p>
                      <a:r>
                        <a:rPr lang="en-US" sz="1200"/>
                        <a:t>Milestone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sz="1200"/>
                        <a:t>China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00358702"/>
                  </a:ext>
                </a:extLst>
              </a:tr>
              <a:tr h="334617">
                <a:tc vMerge="1">
                  <a:txBody>
                    <a:bodyPr/>
                    <a:lstStyle/>
                    <a:p>
                      <a:endParaRPr lang="en-US"/>
                    </a:p>
                  </a:txBody>
                  <a:tcPr/>
                </a:tc>
                <a:tc>
                  <a:txBody>
                    <a:bodyPr/>
                    <a:lstStyle/>
                    <a:p>
                      <a:r>
                        <a:rPr lang="en-US" sz="1200"/>
                        <a:t>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a:t>Actual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209213"/>
                  </a:ext>
                </a:extLst>
              </a:tr>
              <a:tr h="4050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kern="1200">
                          <a:solidFill>
                            <a:schemeClr val="dk1"/>
                          </a:solidFill>
                          <a:effectLst/>
                          <a:latin typeface="+mn-lt"/>
                          <a:ea typeface="+mn-ea"/>
                          <a:cs typeface="+mn-cs"/>
                        </a:rPr>
                        <a:t>Patient number</a:t>
                      </a:r>
                      <a:endParaRPr lang="zh-CN" altLang="en-US" sz="1100" kern="120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r>
                        <a:rPr lang="en-US" altLang="zh-CN" sz="1100" kern="1200">
                          <a:solidFill>
                            <a:schemeClr val="dk1"/>
                          </a:solidFill>
                          <a:effectLst/>
                          <a:latin typeface="+mn-lt"/>
                          <a:cs typeface="+mn-cs"/>
                        </a:rPr>
                        <a:t>Part1: 12;   Part2: 5;   Part3: 4</a:t>
                      </a:r>
                      <a:endParaRPr lang="zh-CN" altLang="en-US" sz="1100" kern="1200">
                        <a:solidFill>
                          <a:schemeClr val="dk1"/>
                        </a:solidFill>
                        <a:effectLst/>
                        <a:latin typeface="+mn-l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r>
                        <a:rPr lang="fr-FR" altLang="zh-CN" sz="1100" kern="1200">
                          <a:solidFill>
                            <a:schemeClr val="dk1"/>
                          </a:solidFill>
                          <a:effectLst/>
                          <a:latin typeface="+mn-lt"/>
                          <a:ea typeface="+mn-ea"/>
                          <a:cs typeface="+mn-cs"/>
                        </a:rPr>
                        <a:t>Part1: 12;   Part2: 5;   Part3: 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370022428"/>
                  </a:ext>
                </a:extLst>
              </a:tr>
              <a:tr h="3234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kern="1200">
                          <a:solidFill>
                            <a:schemeClr val="dk1"/>
                          </a:solidFill>
                          <a:effectLst/>
                          <a:latin typeface="+mn-lt"/>
                          <a:ea typeface="+mn-ea"/>
                          <a:cs typeface="+mn-cs"/>
                        </a:rPr>
                        <a:t>Site number</a:t>
                      </a:r>
                      <a:endParaRPr lang="zh-CN" altLang="en-US" sz="1100" kern="120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r>
                        <a:rPr lang="en-US" altLang="zh-CN" sz="1100" kern="1200">
                          <a:solidFill>
                            <a:schemeClr val="dk1"/>
                          </a:solidFill>
                          <a:effectLst/>
                          <a:latin typeface="+mn-lt"/>
                          <a:cs typeface="+mn-cs"/>
                        </a:rPr>
                        <a:t>4-5</a:t>
                      </a:r>
                      <a:endParaRPr lang="zh-CN" altLang="en-US" sz="1100" kern="1200">
                        <a:solidFill>
                          <a:schemeClr val="dk1"/>
                        </a:solidFill>
                        <a:effectLst/>
                        <a:latin typeface="+mn-l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r>
                        <a:rPr lang="en-US" altLang="zh-CN" sz="1100"/>
                        <a:t>4(part 3)</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2857609316"/>
                  </a:ext>
                </a:extLst>
              </a:tr>
              <a:tr h="4050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kern="1200">
                          <a:solidFill>
                            <a:schemeClr val="dk1"/>
                          </a:solidFill>
                          <a:effectLst/>
                          <a:latin typeface="+mn-lt"/>
                          <a:ea typeface="+mn-ea"/>
                          <a:cs typeface="+mn-cs"/>
                        </a:rPr>
                        <a:t>CTA </a:t>
                      </a:r>
                      <a:r>
                        <a:rPr lang="en-US" altLang="zh-CN" sz="1100" kern="1200">
                          <a:solidFill>
                            <a:schemeClr val="dk1"/>
                          </a:solidFill>
                          <a:effectLst/>
                          <a:latin typeface="+mn-lt"/>
                          <a:ea typeface="+mn-ea"/>
                          <a:cs typeface="+mn-cs"/>
                        </a:rPr>
                        <a:t>amendment </a:t>
                      </a:r>
                      <a:r>
                        <a:rPr lang="en-GB" altLang="zh-CN" sz="1100" kern="1200">
                          <a:solidFill>
                            <a:schemeClr val="dk1"/>
                          </a:solidFill>
                          <a:effectLst/>
                          <a:latin typeface="+mn-lt"/>
                          <a:ea typeface="+mn-ea"/>
                          <a:cs typeface="+mn-cs"/>
                        </a:rPr>
                        <a:t>submission(CTP6.0)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lvl1pPr marL="0" algn="l" defTabSz="914400" rtl="0" eaLnBrk="1" latinLnBrk="0" hangingPunct="1">
                        <a:defRPr sz="1800" kern="1200">
                          <a:solidFill>
                            <a:schemeClr val="tx1"/>
                          </a:solidFill>
                          <a:latin typeface="BISansOpti"/>
                        </a:defRPr>
                      </a:lvl1pPr>
                      <a:lvl2pPr marL="457200" algn="l" defTabSz="914400" rtl="0" eaLnBrk="1" latinLnBrk="0" hangingPunct="1">
                        <a:defRPr sz="1800" kern="1200">
                          <a:solidFill>
                            <a:schemeClr val="tx1"/>
                          </a:solidFill>
                          <a:latin typeface="BISansOpti"/>
                        </a:defRPr>
                      </a:lvl2pPr>
                      <a:lvl3pPr marL="914400" algn="l" defTabSz="914400" rtl="0" eaLnBrk="1" latinLnBrk="0" hangingPunct="1">
                        <a:defRPr sz="1800" kern="1200">
                          <a:solidFill>
                            <a:schemeClr val="tx1"/>
                          </a:solidFill>
                          <a:latin typeface="BISansOpti"/>
                        </a:defRPr>
                      </a:lvl3pPr>
                      <a:lvl4pPr marL="1371600" algn="l" defTabSz="914400" rtl="0" eaLnBrk="1" latinLnBrk="0" hangingPunct="1">
                        <a:defRPr sz="1800" kern="1200">
                          <a:solidFill>
                            <a:schemeClr val="tx1"/>
                          </a:solidFill>
                          <a:latin typeface="BISansOpti"/>
                        </a:defRPr>
                      </a:lvl4pPr>
                      <a:lvl5pPr marL="1828800" algn="l" defTabSz="914400" rtl="0" eaLnBrk="1" latinLnBrk="0" hangingPunct="1">
                        <a:defRPr sz="1800" kern="1200">
                          <a:solidFill>
                            <a:schemeClr val="tx1"/>
                          </a:solidFill>
                          <a:latin typeface="BISansOpti"/>
                        </a:defRPr>
                      </a:lvl5pPr>
                      <a:lvl6pPr marL="2286000" algn="l" defTabSz="914400" rtl="0" eaLnBrk="1" latinLnBrk="0" hangingPunct="1">
                        <a:defRPr sz="1800" kern="1200">
                          <a:solidFill>
                            <a:schemeClr val="tx1"/>
                          </a:solidFill>
                          <a:latin typeface="BISansOpti"/>
                        </a:defRPr>
                      </a:lvl6pPr>
                      <a:lvl7pPr marL="2743200" algn="l" defTabSz="914400" rtl="0" eaLnBrk="1" latinLnBrk="0" hangingPunct="1">
                        <a:defRPr sz="1800" kern="1200">
                          <a:solidFill>
                            <a:schemeClr val="tx1"/>
                          </a:solidFill>
                          <a:latin typeface="BISansOpti"/>
                        </a:defRPr>
                      </a:lvl7pPr>
                      <a:lvl8pPr marL="3200400" algn="l" defTabSz="914400" rtl="0" eaLnBrk="1" latinLnBrk="0" hangingPunct="1">
                        <a:defRPr sz="1800" kern="1200">
                          <a:solidFill>
                            <a:schemeClr val="tx1"/>
                          </a:solidFill>
                          <a:latin typeface="BISansOpti"/>
                        </a:defRPr>
                      </a:lvl8pPr>
                      <a:lvl9pPr marL="3657600" algn="l" defTabSz="914400" rtl="0" eaLnBrk="1" latinLnBrk="0" hangingPunct="1">
                        <a:defRPr sz="1800" kern="1200">
                          <a:solidFill>
                            <a:schemeClr val="tx1"/>
                          </a:solidFill>
                          <a:latin typeface="BISansOpti"/>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zh-CN" sz="1100" kern="1200" noProof="0">
                          <a:solidFill>
                            <a:schemeClr val="dk1"/>
                          </a:solidFill>
                          <a:effectLst/>
                          <a:latin typeface="+mn-lt"/>
                          <a:ea typeface="+mn-ea"/>
                          <a:cs typeface="+mn-cs"/>
                        </a:rPr>
                        <a:t>8-Mar 2026</a:t>
                      </a: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altLang="zh-CN" sz="1100" kern="1200">
                          <a:solidFill>
                            <a:schemeClr val="dk1"/>
                          </a:solidFill>
                          <a:effectLst/>
                          <a:latin typeface="+mn-lt"/>
                          <a:ea typeface="+mn-ea"/>
                          <a:cs typeface="+mn-cs"/>
                        </a:rPr>
                        <a:t>2-Mar-2026</a:t>
                      </a:r>
                      <a:endParaRPr lang="zh-CN" altLang="en-US" sz="1100" kern="120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1899683999"/>
                  </a:ext>
                </a:extLst>
              </a:tr>
              <a:tr h="3234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100" kern="1200">
                          <a:solidFill>
                            <a:schemeClr val="dk1"/>
                          </a:solidFill>
                          <a:effectLst/>
                          <a:latin typeface="+mn-lt"/>
                          <a:ea typeface="+mn-ea"/>
                          <a:cs typeface="+mn-cs"/>
                        </a:rPr>
                        <a:t>CTA </a:t>
                      </a:r>
                      <a:r>
                        <a:rPr lang="en-US" altLang="zh-CN" sz="1100" kern="1200">
                          <a:solidFill>
                            <a:schemeClr val="dk1"/>
                          </a:solidFill>
                          <a:effectLst/>
                          <a:latin typeface="+mn-lt"/>
                          <a:ea typeface="+mn-ea"/>
                          <a:cs typeface="+mn-cs"/>
                        </a:rPr>
                        <a:t>amendment approval</a:t>
                      </a:r>
                      <a:r>
                        <a:rPr lang="en-GB" altLang="zh-CN" sz="1100" kern="1200">
                          <a:solidFill>
                            <a:schemeClr val="dk1"/>
                          </a:solidFill>
                          <a:effectLst/>
                          <a:latin typeface="+mn-lt"/>
                          <a:ea typeface="+mn-ea"/>
                          <a:cs typeface="+mn-cs"/>
                        </a:rPr>
                        <a:t>(CTP6.0)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lvl1pPr marL="0" algn="l" defTabSz="914400" rtl="0" eaLnBrk="1" latinLnBrk="0" hangingPunct="1">
                        <a:defRPr sz="1800" kern="1200">
                          <a:solidFill>
                            <a:schemeClr val="tx1"/>
                          </a:solidFill>
                          <a:latin typeface="BISansOpti"/>
                        </a:defRPr>
                      </a:lvl1pPr>
                      <a:lvl2pPr marL="457200" algn="l" defTabSz="914400" rtl="0" eaLnBrk="1" latinLnBrk="0" hangingPunct="1">
                        <a:defRPr sz="1800" kern="1200">
                          <a:solidFill>
                            <a:schemeClr val="tx1"/>
                          </a:solidFill>
                          <a:latin typeface="BISansOpti"/>
                        </a:defRPr>
                      </a:lvl2pPr>
                      <a:lvl3pPr marL="914400" algn="l" defTabSz="914400" rtl="0" eaLnBrk="1" latinLnBrk="0" hangingPunct="1">
                        <a:defRPr sz="1800" kern="1200">
                          <a:solidFill>
                            <a:schemeClr val="tx1"/>
                          </a:solidFill>
                          <a:latin typeface="BISansOpti"/>
                        </a:defRPr>
                      </a:lvl3pPr>
                      <a:lvl4pPr marL="1371600" algn="l" defTabSz="914400" rtl="0" eaLnBrk="1" latinLnBrk="0" hangingPunct="1">
                        <a:defRPr sz="1800" kern="1200">
                          <a:solidFill>
                            <a:schemeClr val="tx1"/>
                          </a:solidFill>
                          <a:latin typeface="BISansOpti"/>
                        </a:defRPr>
                      </a:lvl4pPr>
                      <a:lvl5pPr marL="1828800" algn="l" defTabSz="914400" rtl="0" eaLnBrk="1" latinLnBrk="0" hangingPunct="1">
                        <a:defRPr sz="1800" kern="1200">
                          <a:solidFill>
                            <a:schemeClr val="tx1"/>
                          </a:solidFill>
                          <a:latin typeface="BISansOpti"/>
                        </a:defRPr>
                      </a:lvl5pPr>
                      <a:lvl6pPr marL="2286000" algn="l" defTabSz="914400" rtl="0" eaLnBrk="1" latinLnBrk="0" hangingPunct="1">
                        <a:defRPr sz="1800" kern="1200">
                          <a:solidFill>
                            <a:schemeClr val="tx1"/>
                          </a:solidFill>
                          <a:latin typeface="BISansOpti"/>
                        </a:defRPr>
                      </a:lvl6pPr>
                      <a:lvl7pPr marL="2743200" algn="l" defTabSz="914400" rtl="0" eaLnBrk="1" latinLnBrk="0" hangingPunct="1">
                        <a:defRPr sz="1800" kern="1200">
                          <a:solidFill>
                            <a:schemeClr val="tx1"/>
                          </a:solidFill>
                          <a:latin typeface="BISansOpti"/>
                        </a:defRPr>
                      </a:lvl7pPr>
                      <a:lvl8pPr marL="3200400" algn="l" defTabSz="914400" rtl="0" eaLnBrk="1" latinLnBrk="0" hangingPunct="1">
                        <a:defRPr sz="1800" kern="1200">
                          <a:solidFill>
                            <a:schemeClr val="tx1"/>
                          </a:solidFill>
                          <a:latin typeface="BISansOpti"/>
                        </a:defRPr>
                      </a:lvl8pPr>
                      <a:lvl9pPr marL="3657600" algn="l" defTabSz="914400" rtl="0" eaLnBrk="1" latinLnBrk="0" hangingPunct="1">
                        <a:defRPr sz="1800" kern="1200">
                          <a:solidFill>
                            <a:schemeClr val="tx1"/>
                          </a:solidFill>
                          <a:latin typeface="BISansOpti"/>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zh-CN" sz="1100" kern="1200" noProof="0">
                          <a:solidFill>
                            <a:schemeClr val="dk1"/>
                          </a:solidFill>
                          <a:effectLst/>
                          <a:latin typeface="+mn-lt"/>
                          <a:ea typeface="+mn-ea"/>
                          <a:cs typeface="+mn-cs"/>
                        </a:rPr>
                        <a:t>27-May-2026</a:t>
                      </a: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r>
                        <a:rPr lang="en-US" altLang="zh-CN" sz="1100" kern="1200">
                          <a:solidFill>
                            <a:schemeClr val="dk1"/>
                          </a:solidFill>
                          <a:effectLst/>
                          <a:latin typeface="+mn-lt"/>
                          <a:ea typeface="+mn-ea"/>
                          <a:cs typeface="+mn-cs"/>
                        </a:rPr>
                        <a:t>7-Apr-2026</a:t>
                      </a:r>
                      <a:endParaRPr lang="zh-CN" altLang="en-US" sz="1100" kern="120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1093025479"/>
                  </a:ext>
                </a:extLst>
              </a:tr>
              <a:tr h="414658">
                <a:tc>
                  <a:txBody>
                    <a:bodyPr/>
                    <a:lstStyle/>
                    <a:p>
                      <a:pPr marL="0" marR="0" algn="l" fontAlgn="t">
                        <a:spcBef>
                          <a:spcPts val="0"/>
                        </a:spcBef>
                        <a:spcAft>
                          <a:spcPts val="0"/>
                        </a:spcAft>
                      </a:pPr>
                      <a:r>
                        <a:rPr lang="en-US" altLang="zh-CN" sz="1100" kern="1200">
                          <a:solidFill>
                            <a:schemeClr val="dk1"/>
                          </a:solidFill>
                          <a:effectLst/>
                          <a:latin typeface="+mn-lt"/>
                          <a:ea typeface="+mn-ea"/>
                          <a:cs typeface="+mn-cs"/>
                        </a:rPr>
                        <a:t> EC amendment submission</a:t>
                      </a:r>
                      <a:r>
                        <a:rPr lang="en-GB" altLang="zh-CN" sz="1100" kern="1200">
                          <a:solidFill>
                            <a:schemeClr val="dk1"/>
                          </a:solidFill>
                          <a:effectLst/>
                          <a:latin typeface="+mn-lt"/>
                          <a:ea typeface="+mn-ea"/>
                          <a:cs typeface="+mn-cs"/>
                        </a:rPr>
                        <a:t>(L</a:t>
                      </a:r>
                      <a:r>
                        <a:rPr lang="en-US" altLang="zh-CN" sz="1100" kern="1200" err="1">
                          <a:solidFill>
                            <a:schemeClr val="dk1"/>
                          </a:solidFill>
                          <a:effectLst/>
                          <a:latin typeface="+mn-lt"/>
                          <a:ea typeface="+mn-ea"/>
                          <a:cs typeface="+mn-cs"/>
                        </a:rPr>
                        <a:t>eading</a:t>
                      </a:r>
                      <a:r>
                        <a:rPr lang="en-US" altLang="zh-CN" sz="1100" kern="1200">
                          <a:solidFill>
                            <a:schemeClr val="dk1"/>
                          </a:solidFill>
                          <a:effectLst/>
                          <a:latin typeface="+mn-lt"/>
                          <a:ea typeface="+mn-ea"/>
                          <a:cs typeface="+mn-cs"/>
                        </a:rPr>
                        <a:t> site</a:t>
                      </a:r>
                      <a:r>
                        <a:rPr lang="zh-CN" altLang="en-US" sz="1100" kern="1200">
                          <a:solidFill>
                            <a:schemeClr val="dk1"/>
                          </a:solidFill>
                          <a:effectLst/>
                          <a:latin typeface="+mn-lt"/>
                          <a:ea typeface="+mn-ea"/>
                          <a:cs typeface="+mn-cs"/>
                        </a:rPr>
                        <a:t>，</a:t>
                      </a:r>
                      <a:r>
                        <a:rPr lang="en-GB" altLang="zh-CN" sz="1100" kern="1200">
                          <a:solidFill>
                            <a:schemeClr val="dk1"/>
                          </a:solidFill>
                          <a:effectLst/>
                          <a:latin typeface="+mn-lt"/>
                          <a:ea typeface="+mn-ea"/>
                          <a:cs typeface="+mn-cs"/>
                        </a:rPr>
                        <a:t>CTP6.0)</a:t>
                      </a:r>
                      <a:endParaRPr lang="zh-CN" altLang="en-US" sz="1100" kern="1200">
                        <a:solidFill>
                          <a:schemeClr val="dk1"/>
                        </a:solidFill>
                        <a:effectLst/>
                        <a:latin typeface="+mn-lt"/>
                        <a:ea typeface="+mn-ea"/>
                        <a:cs typeface="+mn-cs"/>
                      </a:endParaRP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lvl1pPr marL="0" algn="l" defTabSz="914400" rtl="0" eaLnBrk="1" latinLnBrk="0" hangingPunct="1">
                        <a:defRPr sz="1800" kern="1200">
                          <a:solidFill>
                            <a:schemeClr val="tx1"/>
                          </a:solidFill>
                          <a:latin typeface="BISansOpti"/>
                        </a:defRPr>
                      </a:lvl1pPr>
                      <a:lvl2pPr marL="457200" algn="l" defTabSz="914400" rtl="0" eaLnBrk="1" latinLnBrk="0" hangingPunct="1">
                        <a:defRPr sz="1800" kern="1200">
                          <a:solidFill>
                            <a:schemeClr val="tx1"/>
                          </a:solidFill>
                          <a:latin typeface="BISansOpti"/>
                        </a:defRPr>
                      </a:lvl2pPr>
                      <a:lvl3pPr marL="914400" algn="l" defTabSz="914400" rtl="0" eaLnBrk="1" latinLnBrk="0" hangingPunct="1">
                        <a:defRPr sz="1800" kern="1200">
                          <a:solidFill>
                            <a:schemeClr val="tx1"/>
                          </a:solidFill>
                          <a:latin typeface="BISansOpti"/>
                        </a:defRPr>
                      </a:lvl3pPr>
                      <a:lvl4pPr marL="1371600" algn="l" defTabSz="914400" rtl="0" eaLnBrk="1" latinLnBrk="0" hangingPunct="1">
                        <a:defRPr sz="1800" kern="1200">
                          <a:solidFill>
                            <a:schemeClr val="tx1"/>
                          </a:solidFill>
                          <a:latin typeface="BISansOpti"/>
                        </a:defRPr>
                      </a:lvl4pPr>
                      <a:lvl5pPr marL="1828800" algn="l" defTabSz="914400" rtl="0" eaLnBrk="1" latinLnBrk="0" hangingPunct="1">
                        <a:defRPr sz="1800" kern="1200">
                          <a:solidFill>
                            <a:schemeClr val="tx1"/>
                          </a:solidFill>
                          <a:latin typeface="BISansOpti"/>
                        </a:defRPr>
                      </a:lvl5pPr>
                      <a:lvl6pPr marL="2286000" algn="l" defTabSz="914400" rtl="0" eaLnBrk="1" latinLnBrk="0" hangingPunct="1">
                        <a:defRPr sz="1800" kern="1200">
                          <a:solidFill>
                            <a:schemeClr val="tx1"/>
                          </a:solidFill>
                          <a:latin typeface="BISansOpti"/>
                        </a:defRPr>
                      </a:lvl6pPr>
                      <a:lvl7pPr marL="2743200" algn="l" defTabSz="914400" rtl="0" eaLnBrk="1" latinLnBrk="0" hangingPunct="1">
                        <a:defRPr sz="1800" kern="1200">
                          <a:solidFill>
                            <a:schemeClr val="tx1"/>
                          </a:solidFill>
                          <a:latin typeface="BISansOpti"/>
                        </a:defRPr>
                      </a:lvl7pPr>
                      <a:lvl8pPr marL="3200400" algn="l" defTabSz="914400" rtl="0" eaLnBrk="1" latinLnBrk="0" hangingPunct="1">
                        <a:defRPr sz="1800" kern="1200">
                          <a:solidFill>
                            <a:schemeClr val="tx1"/>
                          </a:solidFill>
                          <a:latin typeface="BISansOpti"/>
                        </a:defRPr>
                      </a:lvl8pPr>
                      <a:lvl9pPr marL="3657600" algn="l" defTabSz="914400" rtl="0" eaLnBrk="1" latinLnBrk="0" hangingPunct="1">
                        <a:defRPr sz="1800" kern="1200">
                          <a:solidFill>
                            <a:schemeClr val="tx1"/>
                          </a:solidFill>
                          <a:latin typeface="BISansOpti"/>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zh-CN" sz="1100" kern="1200" noProof="0">
                          <a:solidFill>
                            <a:schemeClr val="dk1"/>
                          </a:solidFill>
                          <a:effectLst/>
                          <a:latin typeface="+mn-lt"/>
                          <a:ea typeface="+mn-ea"/>
                          <a:cs typeface="+mn-cs"/>
                        </a:rPr>
                        <a:t>15-Mar-2026</a:t>
                      </a: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r>
                        <a:rPr lang="en-US" altLang="zh-CN" sz="1100" kern="1200">
                          <a:solidFill>
                            <a:schemeClr val="dk1"/>
                          </a:solidFill>
                          <a:effectLst/>
                          <a:latin typeface="+mn-lt"/>
                          <a:ea typeface="+mn-ea"/>
                          <a:cs typeface="+mn-cs"/>
                        </a:rPr>
                        <a:t>10-Mar-2026</a:t>
                      </a:r>
                      <a:endParaRPr lang="zh-CN" altLang="en-US" sz="1100" kern="120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F9F3"/>
                    </a:solidFill>
                  </a:tcPr>
                </a:tc>
                <a:extLst>
                  <a:ext uri="{0D108BD9-81ED-4DB2-BD59-A6C34878D82A}">
                    <a16:rowId xmlns:a16="http://schemas.microsoft.com/office/drawing/2014/main" val="3264691511"/>
                  </a:ext>
                </a:extLst>
              </a:tr>
              <a:tr h="414658">
                <a:tc>
                  <a:txBody>
                    <a:bodyPr/>
                    <a:lstStyle/>
                    <a:p>
                      <a:pPr marL="0" marR="0" algn="l" fontAlgn="t">
                        <a:spcBef>
                          <a:spcPts val="0"/>
                        </a:spcBef>
                        <a:spcAft>
                          <a:spcPts val="0"/>
                        </a:spcAft>
                      </a:pPr>
                      <a:r>
                        <a:rPr lang="en-US" altLang="zh-CN" sz="1100" kern="1200">
                          <a:solidFill>
                            <a:schemeClr val="dk1"/>
                          </a:solidFill>
                          <a:effectLst/>
                          <a:latin typeface="+mn-lt"/>
                          <a:ea typeface="+mn-ea"/>
                          <a:cs typeface="+mn-cs"/>
                        </a:rPr>
                        <a:t> EC amendment approval</a:t>
                      </a:r>
                      <a:r>
                        <a:rPr lang="en-GB" altLang="zh-CN" sz="1100" kern="1200">
                          <a:solidFill>
                            <a:schemeClr val="dk1"/>
                          </a:solidFill>
                          <a:effectLst/>
                          <a:latin typeface="+mn-lt"/>
                          <a:ea typeface="+mn-ea"/>
                          <a:cs typeface="+mn-cs"/>
                        </a:rPr>
                        <a:t>(L</a:t>
                      </a:r>
                      <a:r>
                        <a:rPr lang="en-US" altLang="zh-CN" sz="1100" kern="1200" err="1">
                          <a:solidFill>
                            <a:schemeClr val="dk1"/>
                          </a:solidFill>
                          <a:effectLst/>
                          <a:latin typeface="+mn-lt"/>
                          <a:ea typeface="+mn-ea"/>
                          <a:cs typeface="+mn-cs"/>
                        </a:rPr>
                        <a:t>eading</a:t>
                      </a:r>
                      <a:r>
                        <a:rPr lang="en-US" altLang="zh-CN" sz="1100" kern="1200">
                          <a:solidFill>
                            <a:schemeClr val="dk1"/>
                          </a:solidFill>
                          <a:effectLst/>
                          <a:latin typeface="+mn-lt"/>
                          <a:ea typeface="+mn-ea"/>
                          <a:cs typeface="+mn-cs"/>
                        </a:rPr>
                        <a:t> site</a:t>
                      </a:r>
                      <a:r>
                        <a:rPr lang="zh-CN" altLang="en-US" sz="1100" kern="1200">
                          <a:solidFill>
                            <a:schemeClr val="dk1"/>
                          </a:solidFill>
                          <a:effectLst/>
                          <a:latin typeface="+mn-lt"/>
                          <a:ea typeface="+mn-ea"/>
                          <a:cs typeface="+mn-cs"/>
                        </a:rPr>
                        <a:t>，</a:t>
                      </a:r>
                      <a:r>
                        <a:rPr lang="en-GB" altLang="zh-CN" sz="1100" kern="1200">
                          <a:solidFill>
                            <a:schemeClr val="dk1"/>
                          </a:solidFill>
                          <a:effectLst/>
                          <a:latin typeface="+mn-lt"/>
                          <a:ea typeface="+mn-ea"/>
                          <a:cs typeface="+mn-cs"/>
                        </a:rPr>
                        <a:t>CTP6.0)</a:t>
                      </a:r>
                      <a:endParaRPr lang="zh-CN" altLang="en-US" sz="1100" kern="1200">
                        <a:solidFill>
                          <a:schemeClr val="dk1"/>
                        </a:solidFill>
                        <a:effectLst/>
                        <a:latin typeface="+mn-lt"/>
                        <a:ea typeface="+mn-ea"/>
                        <a:cs typeface="+mn-cs"/>
                      </a:endParaRP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lvl1pPr marL="0" algn="l" defTabSz="914400" rtl="0" eaLnBrk="1" latinLnBrk="0" hangingPunct="1">
                        <a:defRPr sz="1800" kern="1200">
                          <a:solidFill>
                            <a:schemeClr val="tx1"/>
                          </a:solidFill>
                          <a:latin typeface="BISansOpti"/>
                        </a:defRPr>
                      </a:lvl1pPr>
                      <a:lvl2pPr marL="457200" algn="l" defTabSz="914400" rtl="0" eaLnBrk="1" latinLnBrk="0" hangingPunct="1">
                        <a:defRPr sz="1800" kern="1200">
                          <a:solidFill>
                            <a:schemeClr val="tx1"/>
                          </a:solidFill>
                          <a:latin typeface="BISansOpti"/>
                        </a:defRPr>
                      </a:lvl2pPr>
                      <a:lvl3pPr marL="914400" algn="l" defTabSz="914400" rtl="0" eaLnBrk="1" latinLnBrk="0" hangingPunct="1">
                        <a:defRPr sz="1800" kern="1200">
                          <a:solidFill>
                            <a:schemeClr val="tx1"/>
                          </a:solidFill>
                          <a:latin typeface="BISansOpti"/>
                        </a:defRPr>
                      </a:lvl3pPr>
                      <a:lvl4pPr marL="1371600" algn="l" defTabSz="914400" rtl="0" eaLnBrk="1" latinLnBrk="0" hangingPunct="1">
                        <a:defRPr sz="1800" kern="1200">
                          <a:solidFill>
                            <a:schemeClr val="tx1"/>
                          </a:solidFill>
                          <a:latin typeface="BISansOpti"/>
                        </a:defRPr>
                      </a:lvl4pPr>
                      <a:lvl5pPr marL="1828800" algn="l" defTabSz="914400" rtl="0" eaLnBrk="1" latinLnBrk="0" hangingPunct="1">
                        <a:defRPr sz="1800" kern="1200">
                          <a:solidFill>
                            <a:schemeClr val="tx1"/>
                          </a:solidFill>
                          <a:latin typeface="BISansOpti"/>
                        </a:defRPr>
                      </a:lvl5pPr>
                      <a:lvl6pPr marL="2286000" algn="l" defTabSz="914400" rtl="0" eaLnBrk="1" latinLnBrk="0" hangingPunct="1">
                        <a:defRPr sz="1800" kern="1200">
                          <a:solidFill>
                            <a:schemeClr val="tx1"/>
                          </a:solidFill>
                          <a:latin typeface="BISansOpti"/>
                        </a:defRPr>
                      </a:lvl6pPr>
                      <a:lvl7pPr marL="2743200" algn="l" defTabSz="914400" rtl="0" eaLnBrk="1" latinLnBrk="0" hangingPunct="1">
                        <a:defRPr sz="1800" kern="1200">
                          <a:solidFill>
                            <a:schemeClr val="tx1"/>
                          </a:solidFill>
                          <a:latin typeface="BISansOpti"/>
                        </a:defRPr>
                      </a:lvl7pPr>
                      <a:lvl8pPr marL="3200400" algn="l" defTabSz="914400" rtl="0" eaLnBrk="1" latinLnBrk="0" hangingPunct="1">
                        <a:defRPr sz="1800" kern="1200">
                          <a:solidFill>
                            <a:schemeClr val="tx1"/>
                          </a:solidFill>
                          <a:latin typeface="BISansOpti"/>
                        </a:defRPr>
                      </a:lvl8pPr>
                      <a:lvl9pPr marL="3657600" algn="l" defTabSz="914400" rtl="0" eaLnBrk="1" latinLnBrk="0" hangingPunct="1">
                        <a:defRPr sz="1800" kern="1200">
                          <a:solidFill>
                            <a:schemeClr val="tx1"/>
                          </a:solidFill>
                          <a:latin typeface="BISansOpti"/>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zh-CN" sz="1100" kern="1200" noProof="0">
                          <a:solidFill>
                            <a:schemeClr val="dk1"/>
                          </a:solidFill>
                          <a:effectLst/>
                          <a:latin typeface="+mn-lt"/>
                          <a:ea typeface="+mn-ea"/>
                          <a:cs typeface="+mn-cs"/>
                        </a:rPr>
                        <a:t>15-Apr-2026</a:t>
                      </a: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r>
                        <a:rPr lang="en-US" altLang="zh-CN" sz="1100" kern="1200">
                          <a:solidFill>
                            <a:schemeClr val="dk1"/>
                          </a:solidFill>
                          <a:effectLst/>
                          <a:latin typeface="+mn-lt"/>
                          <a:ea typeface="+mn-ea"/>
                          <a:cs typeface="+mn-cs"/>
                        </a:rPr>
                        <a:t>15-Apr-2026</a:t>
                      </a:r>
                      <a:endParaRPr lang="zh-CN" altLang="en-US" sz="1100" kern="120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F9F3"/>
                    </a:solidFill>
                  </a:tcPr>
                </a:tc>
                <a:extLst>
                  <a:ext uri="{0D108BD9-81ED-4DB2-BD59-A6C34878D82A}">
                    <a16:rowId xmlns:a16="http://schemas.microsoft.com/office/drawing/2014/main" val="336634811"/>
                  </a:ext>
                </a:extLst>
              </a:tr>
              <a:tr h="414658">
                <a:tc>
                  <a:txBody>
                    <a:bodyPr/>
                    <a:lstStyle/>
                    <a:p>
                      <a:pPr marL="0" marR="0" algn="l" fontAlgn="t">
                        <a:spcBef>
                          <a:spcPts val="0"/>
                        </a:spcBef>
                        <a:spcAft>
                          <a:spcPts val="0"/>
                        </a:spcAft>
                      </a:pPr>
                      <a:r>
                        <a:rPr lang="en-US" sz="1100" kern="1200">
                          <a:solidFill>
                            <a:schemeClr val="dk1"/>
                          </a:solidFill>
                          <a:effectLst/>
                          <a:latin typeface="+mn-lt"/>
                          <a:ea typeface="+mn-ea"/>
                          <a:cs typeface="+mn-cs"/>
                        </a:rPr>
                        <a:t>HGRAC </a:t>
                      </a:r>
                      <a:r>
                        <a:rPr lang="en-US" altLang="zh-CN" sz="1100" kern="1200">
                          <a:solidFill>
                            <a:schemeClr val="dk1"/>
                          </a:solidFill>
                          <a:effectLst/>
                          <a:latin typeface="+mn-lt"/>
                          <a:ea typeface="+mn-ea"/>
                          <a:cs typeface="+mn-cs"/>
                        </a:rPr>
                        <a:t>amendment s</a:t>
                      </a:r>
                      <a:r>
                        <a:rPr lang="en-US" sz="1100" kern="1200">
                          <a:solidFill>
                            <a:schemeClr val="dk1"/>
                          </a:solidFill>
                          <a:effectLst/>
                          <a:latin typeface="+mn-lt"/>
                          <a:ea typeface="+mn-ea"/>
                          <a:cs typeface="+mn-cs"/>
                        </a:rPr>
                        <a:t>ubmission</a:t>
                      </a:r>
                      <a:r>
                        <a:rPr lang="en-GB" altLang="zh-CN" sz="1100" kern="1200">
                          <a:solidFill>
                            <a:schemeClr val="dk1"/>
                          </a:solidFill>
                          <a:effectLst/>
                          <a:latin typeface="+mn-lt"/>
                          <a:ea typeface="+mn-ea"/>
                          <a:cs typeface="+mn-cs"/>
                        </a:rPr>
                        <a:t>(CTP6.0)</a:t>
                      </a:r>
                      <a:endParaRPr lang="en-US" sz="1100" kern="1200">
                        <a:solidFill>
                          <a:schemeClr val="dk1"/>
                        </a:solidFill>
                        <a:effectLst/>
                        <a:latin typeface="+mn-lt"/>
                        <a:ea typeface="+mn-ea"/>
                        <a:cs typeface="+mn-cs"/>
                      </a:endParaRPr>
                    </a:p>
                  </a:txBody>
                  <a:tcPr marL="72000" marR="72000" marT="50800" marB="50800"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2">
                        <a:lumMod val="10000"/>
                        <a:lumOff val="90000"/>
                      </a:schemeClr>
                    </a:solidFill>
                  </a:tcPr>
                </a:tc>
                <a:tc>
                  <a:txBody>
                    <a:bodyPr/>
                    <a:lstStyle/>
                    <a:p>
                      <a:pPr marL="0" marR="0" algn="l" fontAlgn="t">
                        <a:spcBef>
                          <a:spcPts val="0"/>
                        </a:spcBef>
                        <a:spcAft>
                          <a:spcPts val="0"/>
                        </a:spcAft>
                      </a:pPr>
                      <a:r>
                        <a:rPr lang="en-US" sz="1100" kern="1200">
                          <a:solidFill>
                            <a:schemeClr val="dk1"/>
                          </a:solidFill>
                          <a:effectLst/>
                          <a:latin typeface="+mn-lt"/>
                          <a:ea typeface="+mn-ea"/>
                          <a:cs typeface="+mn-cs"/>
                        </a:rPr>
                        <a:t>30-A</a:t>
                      </a:r>
                      <a:r>
                        <a:rPr lang="en-US" altLang="zh-CN" sz="1100" kern="1200">
                          <a:solidFill>
                            <a:schemeClr val="dk1"/>
                          </a:solidFill>
                          <a:effectLst/>
                          <a:latin typeface="+mn-lt"/>
                          <a:ea typeface="+mn-ea"/>
                          <a:cs typeface="+mn-cs"/>
                        </a:rPr>
                        <a:t>pr</a:t>
                      </a:r>
                      <a:r>
                        <a:rPr lang="en-US" sz="1100" kern="1200">
                          <a:solidFill>
                            <a:schemeClr val="dk1"/>
                          </a:solidFill>
                          <a:effectLst/>
                          <a:latin typeface="+mn-lt"/>
                          <a:ea typeface="+mn-ea"/>
                          <a:cs typeface="+mn-cs"/>
                        </a:rPr>
                        <a:t>-2026</a:t>
                      </a:r>
                    </a:p>
                  </a:txBody>
                  <a:tcPr marL="72000" marR="720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bg2">
                        <a:lumMod val="10000"/>
                        <a:lumOff val="90000"/>
                      </a:schemeClr>
                    </a:solidFill>
                  </a:tcPr>
                </a:tc>
                <a:tc>
                  <a:txBody>
                    <a:bodyPr/>
                    <a:lstStyle/>
                    <a:p>
                      <a:pPr algn="l"/>
                      <a:r>
                        <a:rPr lang="sv-SE" altLang="zh-CN" sz="1100" kern="1200">
                          <a:solidFill>
                            <a:schemeClr val="dk1"/>
                          </a:solidFill>
                          <a:effectLst/>
                          <a:latin typeface="+mn-lt"/>
                          <a:ea typeface="+mn-ea"/>
                          <a:cs typeface="+mn-cs"/>
                        </a:rPr>
                        <a:t>14-May-2026</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rgbClr val="00B050"/>
                    </a:solidFill>
                  </a:tcPr>
                </a:tc>
                <a:extLst>
                  <a:ext uri="{0D108BD9-81ED-4DB2-BD59-A6C34878D82A}">
                    <a16:rowId xmlns:a16="http://schemas.microsoft.com/office/drawing/2014/main" val="3825957936"/>
                  </a:ext>
                </a:extLst>
              </a:tr>
              <a:tr h="414658">
                <a:tc>
                  <a:txBody>
                    <a:bodyPr/>
                    <a:lstStyle/>
                    <a:p>
                      <a:pPr marL="0" marR="0" algn="l" fontAlgn="t">
                        <a:spcBef>
                          <a:spcPts val="0"/>
                        </a:spcBef>
                        <a:spcAft>
                          <a:spcPts val="0"/>
                        </a:spcAft>
                      </a:pPr>
                      <a:r>
                        <a:rPr lang="en-US" sz="1100" kern="1200">
                          <a:solidFill>
                            <a:schemeClr val="dk1"/>
                          </a:solidFill>
                          <a:effectLst/>
                          <a:latin typeface="+mn-lt"/>
                          <a:ea typeface="+mn-ea"/>
                          <a:cs typeface="+mn-cs"/>
                        </a:rPr>
                        <a:t>HGRAC </a:t>
                      </a:r>
                      <a:r>
                        <a:rPr lang="en-US" altLang="zh-CN" sz="1100" kern="1200">
                          <a:solidFill>
                            <a:schemeClr val="dk1"/>
                          </a:solidFill>
                          <a:effectLst/>
                          <a:latin typeface="+mn-lt"/>
                          <a:ea typeface="+mn-ea"/>
                          <a:cs typeface="+mn-cs"/>
                        </a:rPr>
                        <a:t>amendment a</a:t>
                      </a:r>
                      <a:r>
                        <a:rPr lang="en-US" sz="1100" kern="1200">
                          <a:solidFill>
                            <a:schemeClr val="dk1"/>
                          </a:solidFill>
                          <a:effectLst/>
                          <a:latin typeface="+mn-lt"/>
                          <a:ea typeface="+mn-ea"/>
                          <a:cs typeface="+mn-cs"/>
                        </a:rPr>
                        <a:t>pproval​</a:t>
                      </a:r>
                      <a:r>
                        <a:rPr lang="en-GB" altLang="zh-CN" sz="1100" kern="1200">
                          <a:solidFill>
                            <a:schemeClr val="dk1"/>
                          </a:solidFill>
                          <a:effectLst/>
                          <a:latin typeface="+mn-lt"/>
                          <a:ea typeface="+mn-ea"/>
                          <a:cs typeface="+mn-cs"/>
                        </a:rPr>
                        <a:t>(CTP6.0)</a:t>
                      </a:r>
                      <a:endParaRPr lang="en-US" sz="1100" kern="1200">
                        <a:solidFill>
                          <a:schemeClr val="dk1"/>
                        </a:solidFill>
                        <a:effectLst/>
                        <a:latin typeface="+mn-lt"/>
                        <a:ea typeface="+mn-ea"/>
                        <a:cs typeface="+mn-cs"/>
                      </a:endParaRPr>
                    </a:p>
                  </a:txBody>
                  <a:tcPr marL="72000" marR="720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algn="l" fontAlgn="t">
                        <a:spcBef>
                          <a:spcPts val="0"/>
                        </a:spcBef>
                        <a:spcAft>
                          <a:spcPts val="0"/>
                        </a:spcAft>
                      </a:pPr>
                      <a:r>
                        <a:rPr lang="en-US" sz="1100" kern="1200">
                          <a:solidFill>
                            <a:schemeClr val="dk1"/>
                          </a:solidFill>
                          <a:effectLst/>
                          <a:latin typeface="+mn-lt"/>
                          <a:ea typeface="+mn-ea"/>
                          <a:cs typeface="+mn-cs"/>
                        </a:rPr>
                        <a:t>29-M</a:t>
                      </a:r>
                      <a:r>
                        <a:rPr lang="en-US" altLang="zh-CN" sz="1100" kern="1200">
                          <a:solidFill>
                            <a:schemeClr val="dk1"/>
                          </a:solidFill>
                          <a:effectLst/>
                          <a:latin typeface="+mn-lt"/>
                          <a:ea typeface="+mn-ea"/>
                          <a:cs typeface="+mn-cs"/>
                        </a:rPr>
                        <a:t>ay</a:t>
                      </a:r>
                      <a:r>
                        <a:rPr lang="en-US" sz="1100" kern="1200">
                          <a:solidFill>
                            <a:schemeClr val="dk1"/>
                          </a:solidFill>
                          <a:effectLst/>
                          <a:latin typeface="+mn-lt"/>
                          <a:ea typeface="+mn-ea"/>
                          <a:cs typeface="+mn-cs"/>
                        </a:rPr>
                        <a:t>-2026</a:t>
                      </a:r>
                    </a:p>
                  </a:txBody>
                  <a:tcPr marL="72000" marR="720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r>
                        <a:rPr lang="en-US" altLang="zh-CN" sz="1100" kern="1200">
                          <a:solidFill>
                            <a:schemeClr val="dk1"/>
                          </a:solidFill>
                          <a:effectLst/>
                          <a:latin typeface="+mn-lt"/>
                          <a:ea typeface="+mn-ea"/>
                          <a:cs typeface="+mn-cs"/>
                        </a:rPr>
                        <a:t>21-May-2026</a:t>
                      </a:r>
                      <a:endParaRPr lang="zh-CN" altLang="en-US" sz="1100" kern="120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405280013"/>
                  </a:ext>
                </a:extLst>
              </a:tr>
              <a:tr h="347156">
                <a:tc>
                  <a:txBody>
                    <a:bodyPr/>
                    <a:lstStyle/>
                    <a:p>
                      <a:pPr marL="0" marR="0" algn="l" fontAlgn="t">
                        <a:spcBef>
                          <a:spcPts val="0"/>
                        </a:spcBef>
                        <a:spcAft>
                          <a:spcPts val="0"/>
                        </a:spcAft>
                      </a:pPr>
                      <a:r>
                        <a:rPr lang="en-US" sz="1100" kern="1200">
                          <a:solidFill>
                            <a:schemeClr val="dk1"/>
                          </a:solidFill>
                          <a:effectLst/>
                          <a:latin typeface="+mn-lt"/>
                          <a:ea typeface="+mn-ea"/>
                          <a:cs typeface="+mn-cs"/>
                        </a:rPr>
                        <a:t>First Subject Screened​ </a:t>
                      </a:r>
                      <a:r>
                        <a:rPr lang="zh-CN" altLang="en-US" sz="1100" kern="1200">
                          <a:solidFill>
                            <a:schemeClr val="dk1"/>
                          </a:solidFill>
                          <a:effectLst/>
                          <a:latin typeface="+mn-lt"/>
                          <a:ea typeface="+mn-ea"/>
                          <a:cs typeface="+mn-cs"/>
                        </a:rPr>
                        <a:t>（</a:t>
                      </a:r>
                      <a:r>
                        <a:rPr lang="en-US" sz="1100" kern="1200">
                          <a:solidFill>
                            <a:schemeClr val="dk1"/>
                          </a:solidFill>
                          <a:effectLst/>
                          <a:latin typeface="+mn-lt"/>
                          <a:ea typeface="+mn-ea"/>
                          <a:cs typeface="+mn-cs"/>
                        </a:rPr>
                        <a:t>CTP 6.0</a:t>
                      </a:r>
                      <a:r>
                        <a:rPr lang="zh-CN" altLang="en-US" sz="1100" kern="1200">
                          <a:solidFill>
                            <a:schemeClr val="dk1"/>
                          </a:solidFill>
                          <a:effectLst/>
                          <a:latin typeface="+mn-lt"/>
                          <a:ea typeface="+mn-ea"/>
                          <a:cs typeface="+mn-cs"/>
                        </a:rPr>
                        <a:t>）</a:t>
                      </a:r>
                      <a:r>
                        <a:rPr lang="en-US" sz="1100" kern="1200">
                          <a:solidFill>
                            <a:schemeClr val="dk1"/>
                          </a:solidFill>
                          <a:effectLst/>
                          <a:latin typeface="+mn-lt"/>
                          <a:ea typeface="+mn-ea"/>
                          <a:cs typeface="+mn-cs"/>
                        </a:rPr>
                        <a:t>​</a:t>
                      </a:r>
                      <a:endParaRPr lang="zh-CN" altLang="en-US" sz="1100" kern="1200">
                        <a:solidFill>
                          <a:schemeClr val="dk1"/>
                        </a:solidFill>
                        <a:effectLst/>
                        <a:latin typeface="+mn-lt"/>
                        <a:ea typeface="+mn-ea"/>
                        <a:cs typeface="+mn-cs"/>
                      </a:endParaRPr>
                    </a:p>
                  </a:txBody>
                  <a:tcPr marL="72000" marR="720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lvl1pPr marL="0" algn="l" defTabSz="914400" rtl="0" eaLnBrk="1" latinLnBrk="0" hangingPunct="1">
                        <a:defRPr sz="1800" kern="1200">
                          <a:solidFill>
                            <a:schemeClr val="tx1"/>
                          </a:solidFill>
                          <a:latin typeface="BISansOpti"/>
                        </a:defRPr>
                      </a:lvl1pPr>
                      <a:lvl2pPr marL="457200" algn="l" defTabSz="914400" rtl="0" eaLnBrk="1" latinLnBrk="0" hangingPunct="1">
                        <a:defRPr sz="1800" kern="1200">
                          <a:solidFill>
                            <a:schemeClr val="tx1"/>
                          </a:solidFill>
                          <a:latin typeface="BISansOpti"/>
                        </a:defRPr>
                      </a:lvl2pPr>
                      <a:lvl3pPr marL="914400" algn="l" defTabSz="914400" rtl="0" eaLnBrk="1" latinLnBrk="0" hangingPunct="1">
                        <a:defRPr sz="1800" kern="1200">
                          <a:solidFill>
                            <a:schemeClr val="tx1"/>
                          </a:solidFill>
                          <a:latin typeface="BISansOpti"/>
                        </a:defRPr>
                      </a:lvl3pPr>
                      <a:lvl4pPr marL="1371600" algn="l" defTabSz="914400" rtl="0" eaLnBrk="1" latinLnBrk="0" hangingPunct="1">
                        <a:defRPr sz="1800" kern="1200">
                          <a:solidFill>
                            <a:schemeClr val="tx1"/>
                          </a:solidFill>
                          <a:latin typeface="BISansOpti"/>
                        </a:defRPr>
                      </a:lvl4pPr>
                      <a:lvl5pPr marL="1828800" algn="l" defTabSz="914400" rtl="0" eaLnBrk="1" latinLnBrk="0" hangingPunct="1">
                        <a:defRPr sz="1800" kern="1200">
                          <a:solidFill>
                            <a:schemeClr val="tx1"/>
                          </a:solidFill>
                          <a:latin typeface="BISansOpti"/>
                        </a:defRPr>
                      </a:lvl5pPr>
                      <a:lvl6pPr marL="2286000" algn="l" defTabSz="914400" rtl="0" eaLnBrk="1" latinLnBrk="0" hangingPunct="1">
                        <a:defRPr sz="1800" kern="1200">
                          <a:solidFill>
                            <a:schemeClr val="tx1"/>
                          </a:solidFill>
                          <a:latin typeface="BISansOpti"/>
                        </a:defRPr>
                      </a:lvl6pPr>
                      <a:lvl7pPr marL="2743200" algn="l" defTabSz="914400" rtl="0" eaLnBrk="1" latinLnBrk="0" hangingPunct="1">
                        <a:defRPr sz="1800" kern="1200">
                          <a:solidFill>
                            <a:schemeClr val="tx1"/>
                          </a:solidFill>
                          <a:latin typeface="BISansOpti"/>
                        </a:defRPr>
                      </a:lvl7pPr>
                      <a:lvl8pPr marL="3200400" algn="l" defTabSz="914400" rtl="0" eaLnBrk="1" latinLnBrk="0" hangingPunct="1">
                        <a:defRPr sz="1800" kern="1200">
                          <a:solidFill>
                            <a:schemeClr val="tx1"/>
                          </a:solidFill>
                          <a:latin typeface="BISansOpti"/>
                        </a:defRPr>
                      </a:lvl8pPr>
                      <a:lvl9pPr marL="3657600" algn="l" defTabSz="914400" rtl="0" eaLnBrk="1" latinLnBrk="0" hangingPunct="1">
                        <a:defRPr sz="1800" kern="1200">
                          <a:solidFill>
                            <a:schemeClr val="tx1"/>
                          </a:solidFill>
                          <a:latin typeface="BISansOpti"/>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zh-CN" sz="1100" kern="1200">
                          <a:solidFill>
                            <a:schemeClr val="dk1"/>
                          </a:solidFill>
                          <a:effectLst/>
                          <a:latin typeface="+mn-lt"/>
                          <a:ea typeface="+mn-ea"/>
                          <a:cs typeface="+mn-cs"/>
                        </a:rPr>
                        <a:t>21-Jul-2026</a:t>
                      </a: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3014173484"/>
                  </a:ext>
                </a:extLst>
              </a:tr>
              <a:tr h="414658">
                <a:tc>
                  <a:txBody>
                    <a:bodyPr/>
                    <a:lstStyle/>
                    <a:p>
                      <a:pPr marL="0" marR="0" algn="l" fontAlgn="t">
                        <a:spcBef>
                          <a:spcPts val="0"/>
                        </a:spcBef>
                        <a:spcAft>
                          <a:spcPts val="0"/>
                        </a:spcAft>
                      </a:pPr>
                      <a:r>
                        <a:rPr lang="en-US" sz="1100" kern="1200">
                          <a:solidFill>
                            <a:schemeClr val="dk1"/>
                          </a:solidFill>
                          <a:effectLst/>
                          <a:latin typeface="+mn-lt"/>
                          <a:ea typeface="+mn-ea"/>
                          <a:cs typeface="+mn-cs"/>
                        </a:rPr>
                        <a:t>First Subject R</a:t>
                      </a:r>
                      <a:r>
                        <a:rPr lang="en-US" altLang="zh-CN" sz="1100" kern="1200">
                          <a:solidFill>
                            <a:schemeClr val="dk1"/>
                          </a:solidFill>
                          <a:effectLst/>
                          <a:latin typeface="+mn-lt"/>
                          <a:ea typeface="+mn-ea"/>
                          <a:cs typeface="+mn-cs"/>
                        </a:rPr>
                        <a:t>andomized</a:t>
                      </a:r>
                      <a:r>
                        <a:rPr lang="zh-CN" altLang="en-US" sz="1100" kern="1200">
                          <a:solidFill>
                            <a:schemeClr val="dk1"/>
                          </a:solidFill>
                          <a:effectLst/>
                          <a:latin typeface="+mn-lt"/>
                          <a:ea typeface="+mn-ea"/>
                          <a:cs typeface="+mn-cs"/>
                        </a:rPr>
                        <a:t>（</a:t>
                      </a:r>
                      <a:r>
                        <a:rPr lang="en-US" sz="1100" kern="1200">
                          <a:solidFill>
                            <a:schemeClr val="dk1"/>
                          </a:solidFill>
                          <a:effectLst/>
                          <a:latin typeface="+mn-lt"/>
                          <a:ea typeface="+mn-ea"/>
                          <a:cs typeface="+mn-cs"/>
                        </a:rPr>
                        <a:t>CTP 6.0</a:t>
                      </a:r>
                      <a:r>
                        <a:rPr lang="zh-CN" altLang="en-US" sz="1100" kern="1200">
                          <a:solidFill>
                            <a:schemeClr val="dk1"/>
                          </a:solidFill>
                          <a:effectLst/>
                          <a:latin typeface="+mn-lt"/>
                          <a:ea typeface="+mn-ea"/>
                          <a:cs typeface="+mn-cs"/>
                        </a:rPr>
                        <a:t>）</a:t>
                      </a:r>
                      <a:r>
                        <a:rPr lang="en-US" sz="1100" kern="1200">
                          <a:solidFill>
                            <a:schemeClr val="dk1"/>
                          </a:solidFill>
                          <a:effectLst/>
                          <a:latin typeface="+mn-lt"/>
                          <a:ea typeface="+mn-ea"/>
                          <a:cs typeface="+mn-cs"/>
                        </a:rPr>
                        <a:t>​</a:t>
                      </a:r>
                      <a:endParaRPr lang="zh-CN" altLang="en-US" sz="1100" kern="1200">
                        <a:solidFill>
                          <a:schemeClr val="dk1"/>
                        </a:solidFill>
                        <a:effectLst/>
                        <a:latin typeface="+mn-lt"/>
                        <a:ea typeface="+mn-ea"/>
                        <a:cs typeface="+mn-cs"/>
                      </a:endParaRPr>
                    </a:p>
                  </a:txBody>
                  <a:tcPr marL="72000" marR="720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lvl1pPr marL="0" algn="l" defTabSz="914400" rtl="0" eaLnBrk="1" latinLnBrk="0" hangingPunct="1">
                        <a:defRPr sz="1800" kern="1200">
                          <a:solidFill>
                            <a:schemeClr val="tx1"/>
                          </a:solidFill>
                          <a:latin typeface="BISansOpti"/>
                        </a:defRPr>
                      </a:lvl1pPr>
                      <a:lvl2pPr marL="457200" algn="l" defTabSz="914400" rtl="0" eaLnBrk="1" latinLnBrk="0" hangingPunct="1">
                        <a:defRPr sz="1800" kern="1200">
                          <a:solidFill>
                            <a:schemeClr val="tx1"/>
                          </a:solidFill>
                          <a:latin typeface="BISansOpti"/>
                        </a:defRPr>
                      </a:lvl2pPr>
                      <a:lvl3pPr marL="914400" algn="l" defTabSz="914400" rtl="0" eaLnBrk="1" latinLnBrk="0" hangingPunct="1">
                        <a:defRPr sz="1800" kern="1200">
                          <a:solidFill>
                            <a:schemeClr val="tx1"/>
                          </a:solidFill>
                          <a:latin typeface="BISansOpti"/>
                        </a:defRPr>
                      </a:lvl3pPr>
                      <a:lvl4pPr marL="1371600" algn="l" defTabSz="914400" rtl="0" eaLnBrk="1" latinLnBrk="0" hangingPunct="1">
                        <a:defRPr sz="1800" kern="1200">
                          <a:solidFill>
                            <a:schemeClr val="tx1"/>
                          </a:solidFill>
                          <a:latin typeface="BISansOpti"/>
                        </a:defRPr>
                      </a:lvl4pPr>
                      <a:lvl5pPr marL="1828800" algn="l" defTabSz="914400" rtl="0" eaLnBrk="1" latinLnBrk="0" hangingPunct="1">
                        <a:defRPr sz="1800" kern="1200">
                          <a:solidFill>
                            <a:schemeClr val="tx1"/>
                          </a:solidFill>
                          <a:latin typeface="BISansOpti"/>
                        </a:defRPr>
                      </a:lvl5pPr>
                      <a:lvl6pPr marL="2286000" algn="l" defTabSz="914400" rtl="0" eaLnBrk="1" latinLnBrk="0" hangingPunct="1">
                        <a:defRPr sz="1800" kern="1200">
                          <a:solidFill>
                            <a:schemeClr val="tx1"/>
                          </a:solidFill>
                          <a:latin typeface="BISansOpti"/>
                        </a:defRPr>
                      </a:lvl6pPr>
                      <a:lvl7pPr marL="2743200" algn="l" defTabSz="914400" rtl="0" eaLnBrk="1" latinLnBrk="0" hangingPunct="1">
                        <a:defRPr sz="1800" kern="1200">
                          <a:solidFill>
                            <a:schemeClr val="tx1"/>
                          </a:solidFill>
                          <a:latin typeface="BISansOpti"/>
                        </a:defRPr>
                      </a:lvl7pPr>
                      <a:lvl8pPr marL="3200400" algn="l" defTabSz="914400" rtl="0" eaLnBrk="1" latinLnBrk="0" hangingPunct="1">
                        <a:defRPr sz="1800" kern="1200">
                          <a:solidFill>
                            <a:schemeClr val="tx1"/>
                          </a:solidFill>
                          <a:latin typeface="BISansOpti"/>
                        </a:defRPr>
                      </a:lvl8pPr>
                      <a:lvl9pPr marL="3657600" algn="l" defTabSz="914400" rtl="0" eaLnBrk="1" latinLnBrk="0" hangingPunct="1">
                        <a:defRPr sz="1800" kern="1200">
                          <a:solidFill>
                            <a:schemeClr val="tx1"/>
                          </a:solidFill>
                          <a:latin typeface="BISansOpti"/>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zh-CN" sz="1100" kern="1200">
                          <a:solidFill>
                            <a:schemeClr val="dk1"/>
                          </a:solidFill>
                          <a:effectLst/>
                          <a:latin typeface="+mn-lt"/>
                          <a:ea typeface="+mn-ea"/>
                          <a:cs typeface="+mn-cs"/>
                        </a:rPr>
                        <a:t>11-Aug-2026</a:t>
                      </a: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193687189"/>
                  </a:ext>
                </a:extLst>
              </a:tr>
              <a:tr h="347156">
                <a:tc>
                  <a:txBody>
                    <a:bodyPr/>
                    <a:lstStyle/>
                    <a:p>
                      <a:pPr marL="0" marR="0" algn="l" fontAlgn="t">
                        <a:spcBef>
                          <a:spcPts val="0"/>
                        </a:spcBef>
                        <a:spcAft>
                          <a:spcPts val="0"/>
                        </a:spcAft>
                      </a:pPr>
                      <a:r>
                        <a:rPr lang="en-US" sz="1100" kern="1200">
                          <a:solidFill>
                            <a:schemeClr val="dk1"/>
                          </a:solidFill>
                          <a:effectLst/>
                          <a:latin typeface="+mn-lt"/>
                          <a:ea typeface="+mn-ea"/>
                          <a:cs typeface="+mn-cs"/>
                        </a:rPr>
                        <a:t>Last Subject Screened​ </a:t>
                      </a:r>
                      <a:r>
                        <a:rPr lang="zh-CN" altLang="en-US" sz="1100" kern="1200">
                          <a:solidFill>
                            <a:schemeClr val="dk1"/>
                          </a:solidFill>
                          <a:effectLst/>
                          <a:latin typeface="+mn-lt"/>
                          <a:ea typeface="+mn-ea"/>
                          <a:cs typeface="+mn-cs"/>
                        </a:rPr>
                        <a:t>（</a:t>
                      </a:r>
                      <a:r>
                        <a:rPr lang="en-US" sz="1100" kern="1200">
                          <a:solidFill>
                            <a:schemeClr val="dk1"/>
                          </a:solidFill>
                          <a:effectLst/>
                          <a:latin typeface="+mn-lt"/>
                          <a:ea typeface="+mn-ea"/>
                          <a:cs typeface="+mn-cs"/>
                        </a:rPr>
                        <a:t>CTP 6.0</a:t>
                      </a:r>
                      <a:r>
                        <a:rPr lang="zh-CN" altLang="en-US" sz="1100" kern="1200">
                          <a:solidFill>
                            <a:schemeClr val="dk1"/>
                          </a:solidFill>
                          <a:effectLst/>
                          <a:latin typeface="+mn-lt"/>
                          <a:ea typeface="+mn-ea"/>
                          <a:cs typeface="+mn-cs"/>
                        </a:rPr>
                        <a:t>）</a:t>
                      </a:r>
                      <a:r>
                        <a:rPr lang="en-US" sz="1100" kern="1200">
                          <a:solidFill>
                            <a:schemeClr val="dk1"/>
                          </a:solidFill>
                          <a:effectLst/>
                          <a:latin typeface="+mn-lt"/>
                          <a:ea typeface="+mn-ea"/>
                          <a:cs typeface="+mn-cs"/>
                        </a:rPr>
                        <a:t>​</a:t>
                      </a:r>
                      <a:endParaRPr lang="zh-CN" altLang="en-US" sz="1100" kern="1200">
                        <a:solidFill>
                          <a:schemeClr val="dk1"/>
                        </a:solidFill>
                        <a:effectLst/>
                        <a:latin typeface="+mn-lt"/>
                        <a:ea typeface="+mn-ea"/>
                        <a:cs typeface="+mn-cs"/>
                      </a:endParaRPr>
                    </a:p>
                  </a:txBody>
                  <a:tcPr marL="72000" marR="720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lvl1pPr marL="0" algn="l" defTabSz="914400" rtl="0" eaLnBrk="1" latinLnBrk="0" hangingPunct="1">
                        <a:defRPr sz="1800" kern="1200">
                          <a:solidFill>
                            <a:schemeClr val="tx1"/>
                          </a:solidFill>
                          <a:latin typeface="BISansOpti"/>
                        </a:defRPr>
                      </a:lvl1pPr>
                      <a:lvl2pPr marL="457200" algn="l" defTabSz="914400" rtl="0" eaLnBrk="1" latinLnBrk="0" hangingPunct="1">
                        <a:defRPr sz="1800" kern="1200">
                          <a:solidFill>
                            <a:schemeClr val="tx1"/>
                          </a:solidFill>
                          <a:latin typeface="BISansOpti"/>
                        </a:defRPr>
                      </a:lvl2pPr>
                      <a:lvl3pPr marL="914400" algn="l" defTabSz="914400" rtl="0" eaLnBrk="1" latinLnBrk="0" hangingPunct="1">
                        <a:defRPr sz="1800" kern="1200">
                          <a:solidFill>
                            <a:schemeClr val="tx1"/>
                          </a:solidFill>
                          <a:latin typeface="BISansOpti"/>
                        </a:defRPr>
                      </a:lvl3pPr>
                      <a:lvl4pPr marL="1371600" algn="l" defTabSz="914400" rtl="0" eaLnBrk="1" latinLnBrk="0" hangingPunct="1">
                        <a:defRPr sz="1800" kern="1200">
                          <a:solidFill>
                            <a:schemeClr val="tx1"/>
                          </a:solidFill>
                          <a:latin typeface="BISansOpti"/>
                        </a:defRPr>
                      </a:lvl4pPr>
                      <a:lvl5pPr marL="1828800" algn="l" defTabSz="914400" rtl="0" eaLnBrk="1" latinLnBrk="0" hangingPunct="1">
                        <a:defRPr sz="1800" kern="1200">
                          <a:solidFill>
                            <a:schemeClr val="tx1"/>
                          </a:solidFill>
                          <a:latin typeface="BISansOpti"/>
                        </a:defRPr>
                      </a:lvl5pPr>
                      <a:lvl6pPr marL="2286000" algn="l" defTabSz="914400" rtl="0" eaLnBrk="1" latinLnBrk="0" hangingPunct="1">
                        <a:defRPr sz="1800" kern="1200">
                          <a:solidFill>
                            <a:schemeClr val="tx1"/>
                          </a:solidFill>
                          <a:latin typeface="BISansOpti"/>
                        </a:defRPr>
                      </a:lvl6pPr>
                      <a:lvl7pPr marL="2743200" algn="l" defTabSz="914400" rtl="0" eaLnBrk="1" latinLnBrk="0" hangingPunct="1">
                        <a:defRPr sz="1800" kern="1200">
                          <a:solidFill>
                            <a:schemeClr val="tx1"/>
                          </a:solidFill>
                          <a:latin typeface="BISansOpti"/>
                        </a:defRPr>
                      </a:lvl7pPr>
                      <a:lvl8pPr marL="3200400" algn="l" defTabSz="914400" rtl="0" eaLnBrk="1" latinLnBrk="0" hangingPunct="1">
                        <a:defRPr sz="1800" kern="1200">
                          <a:solidFill>
                            <a:schemeClr val="tx1"/>
                          </a:solidFill>
                          <a:latin typeface="BISansOpti"/>
                        </a:defRPr>
                      </a:lvl8pPr>
                      <a:lvl9pPr marL="3657600" algn="l" defTabSz="914400" rtl="0" eaLnBrk="1" latinLnBrk="0" hangingPunct="1">
                        <a:defRPr sz="1800" kern="1200">
                          <a:solidFill>
                            <a:schemeClr val="tx1"/>
                          </a:solidFill>
                          <a:latin typeface="BISansOpti"/>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zh-CN" sz="1100" kern="1200">
                          <a:solidFill>
                            <a:schemeClr val="dk1"/>
                          </a:solidFill>
                          <a:effectLst/>
                          <a:latin typeface="+mn-lt"/>
                          <a:ea typeface="+mn-ea"/>
                          <a:cs typeface="+mn-cs"/>
                        </a:rPr>
                        <a:t>10-Dec-2026</a:t>
                      </a: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1712590744"/>
                  </a:ext>
                </a:extLst>
              </a:tr>
              <a:tr h="414658">
                <a:tc>
                  <a:txBody>
                    <a:bodyPr/>
                    <a:lstStyle/>
                    <a:p>
                      <a:pPr marL="0" marR="0" algn="l" fontAlgn="t">
                        <a:spcBef>
                          <a:spcPts val="0"/>
                        </a:spcBef>
                        <a:spcAft>
                          <a:spcPts val="0"/>
                        </a:spcAft>
                      </a:pPr>
                      <a:r>
                        <a:rPr lang="en-US" sz="1100" kern="1200">
                          <a:solidFill>
                            <a:schemeClr val="dk1"/>
                          </a:solidFill>
                          <a:effectLst/>
                          <a:latin typeface="+mn-lt"/>
                          <a:ea typeface="+mn-ea"/>
                          <a:cs typeface="+mn-cs"/>
                        </a:rPr>
                        <a:t>Last Subject R</a:t>
                      </a:r>
                      <a:r>
                        <a:rPr lang="en-US" altLang="zh-CN" sz="1100" kern="1200">
                          <a:solidFill>
                            <a:schemeClr val="dk1"/>
                          </a:solidFill>
                          <a:effectLst/>
                          <a:latin typeface="+mn-lt"/>
                          <a:ea typeface="+mn-ea"/>
                          <a:cs typeface="+mn-cs"/>
                        </a:rPr>
                        <a:t>andomized</a:t>
                      </a:r>
                      <a:r>
                        <a:rPr lang="en-US" sz="1100" kern="1200">
                          <a:solidFill>
                            <a:schemeClr val="dk1"/>
                          </a:solidFill>
                          <a:effectLst/>
                          <a:latin typeface="+mn-lt"/>
                          <a:ea typeface="+mn-ea"/>
                          <a:cs typeface="+mn-cs"/>
                        </a:rPr>
                        <a:t> </a:t>
                      </a:r>
                      <a:r>
                        <a:rPr lang="zh-CN" altLang="en-US" sz="1100" kern="1200">
                          <a:solidFill>
                            <a:schemeClr val="dk1"/>
                          </a:solidFill>
                          <a:effectLst/>
                          <a:latin typeface="+mn-lt"/>
                          <a:ea typeface="+mn-ea"/>
                          <a:cs typeface="+mn-cs"/>
                        </a:rPr>
                        <a:t>（</a:t>
                      </a:r>
                      <a:r>
                        <a:rPr lang="en-US" sz="1100" kern="1200">
                          <a:solidFill>
                            <a:schemeClr val="dk1"/>
                          </a:solidFill>
                          <a:effectLst/>
                          <a:latin typeface="+mn-lt"/>
                          <a:ea typeface="+mn-ea"/>
                          <a:cs typeface="+mn-cs"/>
                        </a:rPr>
                        <a:t>CTP 6.0</a:t>
                      </a:r>
                      <a:r>
                        <a:rPr lang="zh-CN" altLang="en-US" sz="1100" kern="1200">
                          <a:solidFill>
                            <a:schemeClr val="dk1"/>
                          </a:solidFill>
                          <a:effectLst/>
                          <a:latin typeface="+mn-lt"/>
                          <a:ea typeface="+mn-ea"/>
                          <a:cs typeface="+mn-cs"/>
                        </a:rPr>
                        <a:t>）</a:t>
                      </a:r>
                      <a:r>
                        <a:rPr lang="en-US" sz="1100" kern="1200">
                          <a:solidFill>
                            <a:schemeClr val="dk1"/>
                          </a:solidFill>
                          <a:effectLst/>
                          <a:latin typeface="+mn-lt"/>
                          <a:ea typeface="+mn-ea"/>
                          <a:cs typeface="+mn-cs"/>
                        </a:rPr>
                        <a:t>​</a:t>
                      </a:r>
                      <a:endParaRPr lang="zh-CN" altLang="en-US" sz="1100" kern="1200">
                        <a:solidFill>
                          <a:schemeClr val="dk1"/>
                        </a:solidFill>
                        <a:effectLst/>
                        <a:latin typeface="+mn-lt"/>
                        <a:ea typeface="+mn-ea"/>
                        <a:cs typeface="+mn-cs"/>
                      </a:endParaRPr>
                    </a:p>
                  </a:txBody>
                  <a:tcPr marL="72000" marR="720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lvl1pPr marL="0" algn="l" defTabSz="914400" rtl="0" eaLnBrk="1" latinLnBrk="0" hangingPunct="1">
                        <a:defRPr sz="1800" kern="1200">
                          <a:solidFill>
                            <a:schemeClr val="tx1"/>
                          </a:solidFill>
                          <a:latin typeface="BISansOpti"/>
                        </a:defRPr>
                      </a:lvl1pPr>
                      <a:lvl2pPr marL="457200" algn="l" defTabSz="914400" rtl="0" eaLnBrk="1" latinLnBrk="0" hangingPunct="1">
                        <a:defRPr sz="1800" kern="1200">
                          <a:solidFill>
                            <a:schemeClr val="tx1"/>
                          </a:solidFill>
                          <a:latin typeface="BISansOpti"/>
                        </a:defRPr>
                      </a:lvl2pPr>
                      <a:lvl3pPr marL="914400" algn="l" defTabSz="914400" rtl="0" eaLnBrk="1" latinLnBrk="0" hangingPunct="1">
                        <a:defRPr sz="1800" kern="1200">
                          <a:solidFill>
                            <a:schemeClr val="tx1"/>
                          </a:solidFill>
                          <a:latin typeface="BISansOpti"/>
                        </a:defRPr>
                      </a:lvl3pPr>
                      <a:lvl4pPr marL="1371600" algn="l" defTabSz="914400" rtl="0" eaLnBrk="1" latinLnBrk="0" hangingPunct="1">
                        <a:defRPr sz="1800" kern="1200">
                          <a:solidFill>
                            <a:schemeClr val="tx1"/>
                          </a:solidFill>
                          <a:latin typeface="BISansOpti"/>
                        </a:defRPr>
                      </a:lvl4pPr>
                      <a:lvl5pPr marL="1828800" algn="l" defTabSz="914400" rtl="0" eaLnBrk="1" latinLnBrk="0" hangingPunct="1">
                        <a:defRPr sz="1800" kern="1200">
                          <a:solidFill>
                            <a:schemeClr val="tx1"/>
                          </a:solidFill>
                          <a:latin typeface="BISansOpti"/>
                        </a:defRPr>
                      </a:lvl5pPr>
                      <a:lvl6pPr marL="2286000" algn="l" defTabSz="914400" rtl="0" eaLnBrk="1" latinLnBrk="0" hangingPunct="1">
                        <a:defRPr sz="1800" kern="1200">
                          <a:solidFill>
                            <a:schemeClr val="tx1"/>
                          </a:solidFill>
                          <a:latin typeface="BISansOpti"/>
                        </a:defRPr>
                      </a:lvl6pPr>
                      <a:lvl7pPr marL="2743200" algn="l" defTabSz="914400" rtl="0" eaLnBrk="1" latinLnBrk="0" hangingPunct="1">
                        <a:defRPr sz="1800" kern="1200">
                          <a:solidFill>
                            <a:schemeClr val="tx1"/>
                          </a:solidFill>
                          <a:latin typeface="BISansOpti"/>
                        </a:defRPr>
                      </a:lvl7pPr>
                      <a:lvl8pPr marL="3200400" algn="l" defTabSz="914400" rtl="0" eaLnBrk="1" latinLnBrk="0" hangingPunct="1">
                        <a:defRPr sz="1800" kern="1200">
                          <a:solidFill>
                            <a:schemeClr val="tx1"/>
                          </a:solidFill>
                          <a:latin typeface="BISansOpti"/>
                        </a:defRPr>
                      </a:lvl8pPr>
                      <a:lvl9pPr marL="3657600" algn="l" defTabSz="914400" rtl="0" eaLnBrk="1" latinLnBrk="0" hangingPunct="1">
                        <a:defRPr sz="1800" kern="1200">
                          <a:solidFill>
                            <a:schemeClr val="tx1"/>
                          </a:solidFill>
                          <a:latin typeface="BISansOpti"/>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zh-CN" sz="1100" kern="1200">
                          <a:solidFill>
                            <a:schemeClr val="dk1"/>
                          </a:solidFill>
                          <a:effectLst/>
                          <a:latin typeface="+mn-lt"/>
                          <a:ea typeface="+mn-ea"/>
                          <a:cs typeface="+mn-cs"/>
                        </a:rPr>
                        <a:t>31-Dec-2026 (Trial LPI)- </a:t>
                      </a:r>
                      <a:r>
                        <a:rPr lang="en-US" altLang="zh-CN" sz="1100" kern="1200">
                          <a:solidFill>
                            <a:srgbClr val="FF8413"/>
                          </a:solidFill>
                          <a:effectLst/>
                          <a:latin typeface="+mn-lt"/>
                          <a:ea typeface="+mn-ea"/>
                          <a:cs typeface="+mn-cs"/>
                        </a:rPr>
                        <a:t>will be updated</a:t>
                      </a: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2904327027"/>
                  </a:ext>
                </a:extLst>
              </a:tr>
              <a:tr h="347156">
                <a:tc>
                  <a:txBody>
                    <a:bodyPr/>
                    <a:lstStyle/>
                    <a:p>
                      <a:pPr marL="0" marR="0" algn="l" fontAlgn="t">
                        <a:spcBef>
                          <a:spcPts val="0"/>
                        </a:spcBef>
                        <a:spcAft>
                          <a:spcPts val="0"/>
                        </a:spcAft>
                      </a:pPr>
                      <a:r>
                        <a:rPr lang="en-US" altLang="zh-CN" sz="1100" kern="1200">
                          <a:solidFill>
                            <a:schemeClr val="dk1"/>
                          </a:solidFill>
                          <a:effectLst/>
                          <a:latin typeface="+mn-lt"/>
                          <a:ea typeface="+mn-ea"/>
                          <a:cs typeface="+mn-cs"/>
                        </a:rPr>
                        <a:t>DBL</a:t>
                      </a:r>
                      <a:endParaRPr lang="zh-CN" altLang="en-US" sz="1100" kern="1200">
                        <a:solidFill>
                          <a:schemeClr val="dk1"/>
                        </a:solidFill>
                        <a:effectLst/>
                        <a:latin typeface="+mn-lt"/>
                        <a:ea typeface="+mn-ea"/>
                        <a:cs typeface="+mn-cs"/>
                      </a:endParaRPr>
                    </a:p>
                  </a:txBody>
                  <a:tcPr marL="72000" marR="720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lvl1pPr marL="0" algn="l" defTabSz="914400" rtl="0" eaLnBrk="1" latinLnBrk="0" hangingPunct="1">
                        <a:defRPr sz="1800" kern="1200">
                          <a:solidFill>
                            <a:schemeClr val="tx1"/>
                          </a:solidFill>
                          <a:latin typeface="BISansOpti"/>
                        </a:defRPr>
                      </a:lvl1pPr>
                      <a:lvl2pPr marL="457200" algn="l" defTabSz="914400" rtl="0" eaLnBrk="1" latinLnBrk="0" hangingPunct="1">
                        <a:defRPr sz="1800" kern="1200">
                          <a:solidFill>
                            <a:schemeClr val="tx1"/>
                          </a:solidFill>
                          <a:latin typeface="BISansOpti"/>
                        </a:defRPr>
                      </a:lvl2pPr>
                      <a:lvl3pPr marL="914400" algn="l" defTabSz="914400" rtl="0" eaLnBrk="1" latinLnBrk="0" hangingPunct="1">
                        <a:defRPr sz="1800" kern="1200">
                          <a:solidFill>
                            <a:schemeClr val="tx1"/>
                          </a:solidFill>
                          <a:latin typeface="BISansOpti"/>
                        </a:defRPr>
                      </a:lvl3pPr>
                      <a:lvl4pPr marL="1371600" algn="l" defTabSz="914400" rtl="0" eaLnBrk="1" latinLnBrk="0" hangingPunct="1">
                        <a:defRPr sz="1800" kern="1200">
                          <a:solidFill>
                            <a:schemeClr val="tx1"/>
                          </a:solidFill>
                          <a:latin typeface="BISansOpti"/>
                        </a:defRPr>
                      </a:lvl4pPr>
                      <a:lvl5pPr marL="1828800" algn="l" defTabSz="914400" rtl="0" eaLnBrk="1" latinLnBrk="0" hangingPunct="1">
                        <a:defRPr sz="1800" kern="1200">
                          <a:solidFill>
                            <a:schemeClr val="tx1"/>
                          </a:solidFill>
                          <a:latin typeface="BISansOpti"/>
                        </a:defRPr>
                      </a:lvl5pPr>
                      <a:lvl6pPr marL="2286000" algn="l" defTabSz="914400" rtl="0" eaLnBrk="1" latinLnBrk="0" hangingPunct="1">
                        <a:defRPr sz="1800" kern="1200">
                          <a:solidFill>
                            <a:schemeClr val="tx1"/>
                          </a:solidFill>
                          <a:latin typeface="BISansOpti"/>
                        </a:defRPr>
                      </a:lvl6pPr>
                      <a:lvl7pPr marL="2743200" algn="l" defTabSz="914400" rtl="0" eaLnBrk="1" latinLnBrk="0" hangingPunct="1">
                        <a:defRPr sz="1800" kern="1200">
                          <a:solidFill>
                            <a:schemeClr val="tx1"/>
                          </a:solidFill>
                          <a:latin typeface="BISansOpti"/>
                        </a:defRPr>
                      </a:lvl7pPr>
                      <a:lvl8pPr marL="3200400" algn="l" defTabSz="914400" rtl="0" eaLnBrk="1" latinLnBrk="0" hangingPunct="1">
                        <a:defRPr sz="1800" kern="1200">
                          <a:solidFill>
                            <a:schemeClr val="tx1"/>
                          </a:solidFill>
                          <a:latin typeface="BISansOpti"/>
                        </a:defRPr>
                      </a:lvl8pPr>
                      <a:lvl9pPr marL="3657600" algn="l" defTabSz="914400" rtl="0" eaLnBrk="1" latinLnBrk="0" hangingPunct="1">
                        <a:defRPr sz="1800" kern="1200">
                          <a:solidFill>
                            <a:schemeClr val="tx1"/>
                          </a:solidFill>
                          <a:latin typeface="BISansOpti"/>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zh-CN" sz="1100" kern="1200">
                          <a:solidFill>
                            <a:schemeClr val="dk1"/>
                          </a:solidFill>
                          <a:effectLst/>
                          <a:latin typeface="+mn-lt"/>
                          <a:ea typeface="+mn-ea"/>
                          <a:cs typeface="+mn-cs"/>
                        </a:rPr>
                        <a:t>6-Apr-2028</a:t>
                      </a: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4203314438"/>
                  </a:ext>
                </a:extLst>
              </a:tr>
            </a:tbl>
          </a:graphicData>
        </a:graphic>
      </p:graphicFrame>
      <p:graphicFrame>
        <p:nvGraphicFramePr>
          <p:cNvPr id="5" name="表格 4"/>
          <p:cNvGraphicFramePr>
            <a:graphicFrameLocks noGrp="1"/>
          </p:cNvGraphicFramePr>
          <p:nvPr/>
        </p:nvGraphicFramePr>
        <p:xfrm>
          <a:off x="258618" y="440313"/>
          <a:ext cx="6197601" cy="1529219"/>
        </p:xfrm>
        <a:graphic>
          <a:graphicData uri="http://schemas.openxmlformats.org/drawingml/2006/table">
            <a:tbl>
              <a:tblPr firstRow="1" bandRow="1">
                <a:tableStyleId>{5C22544A-7EE6-4342-B048-85BDC9FD1C3A}</a:tableStyleId>
              </a:tblPr>
              <a:tblGrid>
                <a:gridCol w="6197601">
                  <a:extLst>
                    <a:ext uri="{9D8B030D-6E8A-4147-A177-3AD203B41FA5}">
                      <a16:colId xmlns:a16="http://schemas.microsoft.com/office/drawing/2014/main" val="2854303802"/>
                    </a:ext>
                  </a:extLst>
                </a:gridCol>
              </a:tblGrid>
              <a:tr h="211107">
                <a:tc>
                  <a:txBody>
                    <a:bodyPr/>
                    <a:lstStyle/>
                    <a:p>
                      <a:r>
                        <a:rPr lang="en-US" sz="1400"/>
                        <a:t>Asset information and Global status</a:t>
                      </a:r>
                    </a:p>
                  </a:txBody>
                  <a:tcPr>
                    <a:solidFill>
                      <a:schemeClr val="tx2">
                        <a:lumMod val="50000"/>
                      </a:schemeClr>
                    </a:solidFill>
                  </a:tcPr>
                </a:tc>
                <a:extLst>
                  <a:ext uri="{0D108BD9-81ED-4DB2-BD59-A6C34878D82A}">
                    <a16:rowId xmlns:a16="http://schemas.microsoft.com/office/drawing/2014/main" val="1308863044"/>
                  </a:ext>
                </a:extLst>
              </a:tr>
              <a:tr h="1224419">
                <a:tc>
                  <a:txBody>
                    <a:bodyPr/>
                    <a:lstStyle/>
                    <a:p>
                      <a:pPr marL="0" marR="0" lvl="0" indent="0" algn="l" defTabSz="91435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b="1">
                          <a:solidFill>
                            <a:schemeClr val="tx1"/>
                          </a:solidFill>
                        </a:rPr>
                        <a:t>Based on the data from futility analysis, global revised the development strategy:</a:t>
                      </a:r>
                    </a:p>
                    <a:p>
                      <a:pPr marL="0" marR="0" lvl="0" indent="0" algn="l" defTabSz="914354"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b="1">
                          <a:solidFill>
                            <a:schemeClr val="tx1"/>
                          </a:solidFill>
                        </a:rPr>
                        <a:t>Thirty patients from part 3 will be included in primary analysis. Therefore, timeline has been delayed for 8 months. </a:t>
                      </a:r>
                      <a:endParaRPr lang="en-US" sz="1200">
                        <a:solidFill>
                          <a:schemeClr val="tx1"/>
                        </a:solidFill>
                      </a:endParaRPr>
                    </a:p>
                    <a:p>
                      <a:pPr marL="0" marR="0" lvl="0" indent="0" algn="l" defTabSz="91435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a:solidFill>
                          <a:schemeClr val="tx1"/>
                        </a:solidFill>
                      </a:endParaRPr>
                    </a:p>
                  </a:txBody>
                  <a:tcPr/>
                </a:tc>
                <a:extLst>
                  <a:ext uri="{0D108BD9-81ED-4DB2-BD59-A6C34878D82A}">
                    <a16:rowId xmlns:a16="http://schemas.microsoft.com/office/drawing/2014/main" val="1829770237"/>
                  </a:ext>
                </a:extLst>
              </a:tr>
            </a:tbl>
          </a:graphicData>
        </a:graphic>
      </p:graphicFrame>
      <p:graphicFrame>
        <p:nvGraphicFramePr>
          <p:cNvPr id="6" name="表格 5"/>
          <p:cNvGraphicFramePr>
            <a:graphicFrameLocks noGrp="1"/>
          </p:cNvGraphicFramePr>
          <p:nvPr/>
        </p:nvGraphicFramePr>
        <p:xfrm>
          <a:off x="266700" y="2330245"/>
          <a:ext cx="6197601" cy="4361712"/>
        </p:xfrm>
        <a:graphic>
          <a:graphicData uri="http://schemas.openxmlformats.org/drawingml/2006/table">
            <a:tbl>
              <a:tblPr firstRow="1" bandRow="1">
                <a:tableStyleId>{5C22544A-7EE6-4342-B048-85BDC9FD1C3A}</a:tableStyleId>
              </a:tblPr>
              <a:tblGrid>
                <a:gridCol w="6197601">
                  <a:extLst>
                    <a:ext uri="{9D8B030D-6E8A-4147-A177-3AD203B41FA5}">
                      <a16:colId xmlns:a16="http://schemas.microsoft.com/office/drawing/2014/main" val="2854303802"/>
                    </a:ext>
                  </a:extLst>
                </a:gridCol>
              </a:tblGrid>
              <a:tr h="287246">
                <a:tc>
                  <a:txBody>
                    <a:bodyPr/>
                    <a:lstStyle/>
                    <a:p>
                      <a:r>
                        <a:rPr lang="en-US" sz="1400"/>
                        <a:t>China development strategy</a:t>
                      </a:r>
                    </a:p>
                  </a:txBody>
                  <a:tcPr>
                    <a:solidFill>
                      <a:schemeClr val="tx2">
                        <a:lumMod val="50000"/>
                      </a:schemeClr>
                    </a:solidFill>
                  </a:tcPr>
                </a:tc>
                <a:extLst>
                  <a:ext uri="{0D108BD9-81ED-4DB2-BD59-A6C34878D82A}">
                    <a16:rowId xmlns:a16="http://schemas.microsoft.com/office/drawing/2014/main" val="1308863044"/>
                  </a:ext>
                </a:extLst>
              </a:tr>
              <a:tr h="4056912">
                <a:tc>
                  <a:txBody>
                    <a:bodyPr/>
                    <a:lstStyle/>
                    <a:p>
                      <a:pPr marL="285750" marR="0" lvl="0" indent="-285750" algn="l" rtl="0" eaLnBrk="1" fontAlgn="auto" latinLnBrk="0" hangingPunct="1">
                        <a:lnSpc>
                          <a:spcPct val="100000"/>
                        </a:lnSpc>
                        <a:spcBef>
                          <a:spcPts val="0"/>
                        </a:spcBef>
                        <a:spcAft>
                          <a:spcPts val="0"/>
                        </a:spcAft>
                        <a:buFont typeface="Wingdings" panose="05000000000000000000" pitchFamily="2" charset="2"/>
                        <a:buChar char="ü"/>
                      </a:pPr>
                      <a:r>
                        <a:rPr lang="en-US" altLang="zh-CN" sz="1100" b="1" kern="1200">
                          <a:solidFill>
                            <a:schemeClr val="dk1"/>
                          </a:solidFill>
                          <a:latin typeface="+mn-lt"/>
                          <a:ea typeface="+mn-ea"/>
                          <a:cs typeface="+mn-cs"/>
                        </a:rPr>
                        <a:t>PV</a:t>
                      </a:r>
                      <a:r>
                        <a:rPr lang="zh-CN" altLang="en-US" sz="1100" b="1" kern="1200">
                          <a:solidFill>
                            <a:schemeClr val="dk1"/>
                          </a:solidFill>
                          <a:latin typeface="+mn-lt"/>
                          <a:ea typeface="+mn-ea"/>
                          <a:cs typeface="+mn-cs"/>
                        </a:rPr>
                        <a:t>：   </a:t>
                      </a:r>
                      <a:r>
                        <a:rPr lang="en-US" altLang="zh-CN" sz="1100" b="1" kern="1200">
                          <a:solidFill>
                            <a:schemeClr val="dk1"/>
                          </a:solidFill>
                          <a:latin typeface="+mn-lt"/>
                          <a:ea typeface="+mn-ea"/>
                          <a:cs typeface="+mn-cs"/>
                        </a:rPr>
                        <a:t>Part 3 is an outpatient monitoring setting, and after confirmation with   </a:t>
                      </a:r>
                      <a:endParaRPr lang="zh-CN" altLang="en-US" sz="1100"/>
                    </a:p>
                    <a:p>
                      <a:pPr marL="0" marR="0" lvl="0" indent="0" algn="l">
                        <a:lnSpc>
                          <a:spcPct val="100000"/>
                        </a:lnSpc>
                        <a:spcBef>
                          <a:spcPts val="0"/>
                        </a:spcBef>
                        <a:spcAft>
                          <a:spcPts val="0"/>
                        </a:spcAft>
                        <a:buNone/>
                      </a:pPr>
                      <a:r>
                        <a:rPr lang="en-US" altLang="zh-CN" sz="1100" b="1" kern="1200">
                          <a:solidFill>
                            <a:schemeClr val="dk1"/>
                          </a:solidFill>
                          <a:latin typeface="+mn-lt"/>
                          <a:ea typeface="+mn-ea"/>
                          <a:cs typeface="+mn-cs"/>
                        </a:rPr>
                        <a:t>                       ABRT Chair, this change will not pose a potential increase in patient risk.</a:t>
                      </a:r>
                      <a:endParaRPr lang="zh-CN" altLang="en-US" sz="1100"/>
                    </a:p>
                    <a:p>
                      <a:pPr marL="285750" marR="0" lvl="0" indent="-285750" algn="l" rtl="0" eaLnBrk="1" fontAlgn="auto" latinLnBrk="0" hangingPunct="1">
                        <a:lnSpc>
                          <a:spcPct val="100000"/>
                        </a:lnSpc>
                        <a:spcBef>
                          <a:spcPts val="0"/>
                        </a:spcBef>
                        <a:spcAft>
                          <a:spcPts val="0"/>
                        </a:spcAft>
                        <a:buFont typeface="Wingdings" panose="05000000000000000000" pitchFamily="2" charset="2"/>
                        <a:buChar char="ü"/>
                      </a:pPr>
                      <a:r>
                        <a:rPr lang="en-US" altLang="zh-CN" sz="1100" kern="1200">
                          <a:solidFill>
                            <a:schemeClr val="dk1"/>
                          </a:solidFill>
                          <a:latin typeface="+mn-lt"/>
                          <a:ea typeface="+mn-ea"/>
                          <a:cs typeface="+mn-cs"/>
                        </a:rPr>
                        <a:t>RA</a:t>
                      </a:r>
                      <a:r>
                        <a:rPr lang="zh-CN" altLang="en-US" sz="1100" kern="1200">
                          <a:solidFill>
                            <a:schemeClr val="dk1"/>
                          </a:solidFill>
                          <a:latin typeface="+mn-lt"/>
                          <a:ea typeface="+mn-ea"/>
                          <a:cs typeface="+mn-cs"/>
                        </a:rPr>
                        <a:t>：</a:t>
                      </a:r>
                      <a:endParaRPr lang="en-US" altLang="zh-CN" sz="1100" kern="1200">
                        <a:solidFill>
                          <a:schemeClr val="dk1"/>
                        </a:solidFill>
                        <a:latin typeface="+mn-lt"/>
                        <a:ea typeface="+mn-ea"/>
                        <a:cs typeface="+mn-cs"/>
                      </a:endParaRPr>
                    </a:p>
                    <a:p>
                      <a:pPr marL="742315" marR="0" lvl="1" indent="-285750" algn="l" rtl="0" eaLnBrk="1" fontAlgn="auto" latinLnBrk="0" hangingPunct="1">
                        <a:lnSpc>
                          <a:spcPct val="100000"/>
                        </a:lnSpc>
                        <a:spcBef>
                          <a:spcPts val="0"/>
                        </a:spcBef>
                        <a:spcAft>
                          <a:spcPts val="0"/>
                        </a:spcAft>
                        <a:buFont typeface="Arial" panose="020B0604020202020204" pitchFamily="34" charset="0"/>
                        <a:buChar char="•"/>
                      </a:pPr>
                      <a:r>
                        <a:rPr lang="en-US" altLang="zh-CN" sz="1100" kern="1200">
                          <a:solidFill>
                            <a:schemeClr val="tx2">
                              <a:lumMod val="75000"/>
                            </a:schemeClr>
                          </a:solidFill>
                          <a:latin typeface="+mn-lt"/>
                          <a:ea typeface="+mn-ea"/>
                          <a:cs typeface="+mn-cs"/>
                        </a:rPr>
                        <a:t>NDA timeline will be updated in late June to early July once updated trial timeline released.</a:t>
                      </a:r>
                    </a:p>
                    <a:p>
                      <a:pPr marL="742315" marR="0" lvl="1" indent="-285750" algn="l" rtl="0" eaLnBrk="1" fontAlgn="auto" latinLnBrk="0" hangingPunct="1">
                        <a:lnSpc>
                          <a:spcPct val="100000"/>
                        </a:lnSpc>
                        <a:spcBef>
                          <a:spcPts val="0"/>
                        </a:spcBef>
                        <a:spcAft>
                          <a:spcPts val="0"/>
                        </a:spcAft>
                        <a:buFont typeface="Arial" panose="020B0604020202020204" pitchFamily="34" charset="0"/>
                        <a:buChar char="•"/>
                      </a:pPr>
                      <a:r>
                        <a:rPr lang="en-US" altLang="zh-CN" sz="1100" kern="1200">
                          <a:solidFill>
                            <a:schemeClr val="tx2">
                              <a:lumMod val="75000"/>
                            </a:schemeClr>
                          </a:solidFill>
                          <a:latin typeface="+mn-lt"/>
                          <a:ea typeface="+mn-ea"/>
                          <a:cs typeface="+mn-cs"/>
                        </a:rPr>
                        <a:t>Planned CTP amendment to include part3 for primary analysis.</a:t>
                      </a:r>
                    </a:p>
                    <a:p>
                      <a:pPr marL="742315" marR="0" lvl="1" indent="-285750" algn="l" rtl="0" eaLnBrk="1" fontAlgn="auto" latinLnBrk="0" hangingPunct="1">
                        <a:lnSpc>
                          <a:spcPct val="100000"/>
                        </a:lnSpc>
                        <a:spcBef>
                          <a:spcPts val="0"/>
                        </a:spcBef>
                        <a:spcAft>
                          <a:spcPts val="0"/>
                        </a:spcAft>
                        <a:buFont typeface="Arial" panose="020B0604020202020204" pitchFamily="34" charset="0"/>
                        <a:buChar char="•"/>
                      </a:pPr>
                      <a:r>
                        <a:rPr lang="en-US" altLang="zh-CN" sz="1100" kern="1200">
                          <a:solidFill>
                            <a:schemeClr val="tx2">
                              <a:lumMod val="75000"/>
                            </a:schemeClr>
                          </a:solidFill>
                          <a:latin typeface="+mn-lt"/>
                          <a:ea typeface="+mn-ea"/>
                          <a:cs typeface="+mn-cs"/>
                        </a:rPr>
                        <a:t>HA interaction /BTD plan will be re-evaluated after CTP amendment available. </a:t>
                      </a:r>
                      <a:endParaRPr lang="en-US" sz="1100">
                        <a:solidFill>
                          <a:schemeClr val="tx2">
                            <a:lumMod val="75000"/>
                          </a:schemeClr>
                        </a:solidFill>
                      </a:endParaRPr>
                    </a:p>
                    <a:p>
                      <a:pPr marL="285750" marR="0" lvl="0" indent="-285750" algn="l" defTabSz="914400">
                        <a:lnSpc>
                          <a:spcPct val="100000"/>
                        </a:lnSpc>
                        <a:spcBef>
                          <a:spcPts val="0"/>
                        </a:spcBef>
                        <a:spcAft>
                          <a:spcPts val="0"/>
                        </a:spcAft>
                        <a:buClrTx/>
                        <a:buSzTx/>
                        <a:buFont typeface="Wingdings" panose="05000000000000000000" pitchFamily="2" charset="2"/>
                        <a:buChar char="ü"/>
                        <a:tabLst/>
                        <a:defRPr/>
                      </a:pPr>
                      <a:r>
                        <a:rPr lang="en-US" altLang="zh-CN" sz="1100">
                          <a:solidFill>
                            <a:schemeClr val="tx1"/>
                          </a:solidFill>
                        </a:rPr>
                        <a:t>CO</a:t>
                      </a:r>
                      <a:r>
                        <a:rPr lang="en-US" sz="1100">
                          <a:solidFill>
                            <a:schemeClr val="tx1"/>
                          </a:solidFill>
                        </a:rPr>
                        <a:t>:</a:t>
                      </a:r>
                    </a:p>
                    <a:p>
                      <a:pPr marL="742315" marR="0" lvl="1" indent="-285750" algn="l" defTabSz="914400">
                        <a:lnSpc>
                          <a:spcPct val="100000"/>
                        </a:lnSpc>
                        <a:spcBef>
                          <a:spcPts val="0"/>
                        </a:spcBef>
                        <a:spcAft>
                          <a:spcPts val="0"/>
                        </a:spcAft>
                        <a:buClrTx/>
                        <a:buSzTx/>
                        <a:buFont typeface="Arial" panose="020B0604020202020204" pitchFamily="34" charset="0"/>
                        <a:buChar char="•"/>
                        <a:tabLst/>
                        <a:defRPr/>
                      </a:pPr>
                      <a:r>
                        <a:rPr lang="en-US" altLang="zh-CN" sz="1200" b="1" u="sng" kern="1200">
                          <a:solidFill>
                            <a:schemeClr val="tx1"/>
                          </a:solidFill>
                          <a:latin typeface="+mn-lt"/>
                          <a:ea typeface="+mn-ea"/>
                          <a:cs typeface="+mn-cs"/>
                        </a:rPr>
                        <a:t>Part 3 key updates</a:t>
                      </a:r>
                      <a:r>
                        <a:rPr lang="zh-CN" altLang="en-US" sz="1200" b="1" u="sng" kern="1200">
                          <a:solidFill>
                            <a:schemeClr val="tx1"/>
                          </a:solidFill>
                          <a:latin typeface="+mn-lt"/>
                          <a:ea typeface="+mn-ea"/>
                          <a:cs typeface="+mn-cs"/>
                        </a:rPr>
                        <a:t>：</a:t>
                      </a:r>
                      <a:endParaRPr lang="en-US" altLang="zh-CN" sz="1200" b="1" u="sng" kern="1200">
                        <a:solidFill>
                          <a:schemeClr val="tx1"/>
                        </a:solidFill>
                        <a:latin typeface="+mn-lt"/>
                        <a:ea typeface="+mn-ea"/>
                        <a:cs typeface="+mn-cs"/>
                      </a:endParaRPr>
                    </a:p>
                    <a:p>
                      <a:pPr marL="1199491" marR="0" lvl="2" indent="-285750" algn="l" defTabSz="914400">
                        <a:lnSpc>
                          <a:spcPct val="100000"/>
                        </a:lnSpc>
                        <a:spcBef>
                          <a:spcPts val="0"/>
                        </a:spcBef>
                        <a:spcAft>
                          <a:spcPts val="0"/>
                        </a:spcAft>
                        <a:buClrTx/>
                        <a:buSzTx/>
                        <a:buFont typeface="Wingdings" panose="05000000000000000000" pitchFamily="2" charset="2"/>
                        <a:buChar char="ü"/>
                        <a:tabLst/>
                        <a:defRPr/>
                      </a:pPr>
                      <a:r>
                        <a:rPr lang="en-US" altLang="zh-CN" sz="1100" b="1" kern="1200">
                          <a:solidFill>
                            <a:schemeClr val="tx1"/>
                          </a:solidFill>
                          <a:latin typeface="+mn-lt"/>
                          <a:ea typeface="+mn-ea"/>
                          <a:cs typeface="+mn-cs"/>
                        </a:rPr>
                        <a:t>China allocation:</a:t>
                      </a:r>
                      <a:r>
                        <a:rPr lang="en-US" altLang="zh-CN" sz="1100" b="0" kern="1200">
                          <a:solidFill>
                            <a:schemeClr val="tx1"/>
                          </a:solidFill>
                          <a:latin typeface="+mn-lt"/>
                          <a:ea typeface="+mn-ea"/>
                          <a:cs typeface="+mn-cs"/>
                        </a:rPr>
                        <a:t> Screened: 16 pts, enrolled: 4 pts.</a:t>
                      </a:r>
                    </a:p>
                    <a:p>
                      <a:pPr marL="1199491" marR="0" lvl="2" indent="-285750" algn="l" defTabSz="914400">
                        <a:lnSpc>
                          <a:spcPct val="100000"/>
                        </a:lnSpc>
                        <a:spcBef>
                          <a:spcPts val="0"/>
                        </a:spcBef>
                        <a:spcAft>
                          <a:spcPts val="0"/>
                        </a:spcAft>
                        <a:buClrTx/>
                        <a:buSzTx/>
                        <a:buFont typeface="Wingdings" panose="05000000000000000000" pitchFamily="2" charset="2"/>
                        <a:buChar char="ü"/>
                        <a:tabLst/>
                        <a:defRPr/>
                      </a:pPr>
                      <a:r>
                        <a:rPr lang="en-US" altLang="zh-CN" sz="1100" b="1" kern="1200">
                          <a:solidFill>
                            <a:schemeClr val="tx1"/>
                          </a:solidFill>
                          <a:latin typeface="+mn-lt"/>
                          <a:ea typeface="+mn-ea"/>
                          <a:cs typeface="+mn-cs"/>
                        </a:rPr>
                        <a:t>Timeline </a:t>
                      </a:r>
                      <a:r>
                        <a:rPr lang="zh-CN" altLang="en-US" sz="1100" b="0" kern="1200">
                          <a:solidFill>
                            <a:schemeClr val="tx1"/>
                          </a:solidFill>
                          <a:latin typeface="+mn-lt"/>
                          <a:ea typeface="+mn-ea"/>
                          <a:cs typeface="+mn-cs"/>
                        </a:rPr>
                        <a:t>→ </a:t>
                      </a:r>
                      <a:r>
                        <a:rPr lang="en-US" altLang="zh-CN" sz="1100" b="0" kern="1200">
                          <a:solidFill>
                            <a:schemeClr val="tx1"/>
                          </a:solidFill>
                          <a:latin typeface="+mn-lt"/>
                          <a:ea typeface="+mn-ea"/>
                          <a:cs typeface="+mn-cs"/>
                        </a:rPr>
                        <a:t>As shown in the table on the right. EC to be submitted in Mar.</a:t>
                      </a:r>
                    </a:p>
                    <a:p>
                      <a:pPr marL="1656669" marR="0" lvl="3" indent="-285750" algn="l" defTabSz="914400">
                        <a:lnSpc>
                          <a:spcPct val="100000"/>
                        </a:lnSpc>
                        <a:spcBef>
                          <a:spcPts val="0"/>
                        </a:spcBef>
                        <a:spcAft>
                          <a:spcPts val="0"/>
                        </a:spcAft>
                        <a:buClrTx/>
                        <a:buSzTx/>
                        <a:buFont typeface="Wingdings" panose="05000000000000000000" pitchFamily="2" charset="2"/>
                        <a:buChar char="ü"/>
                        <a:tabLst/>
                        <a:defRPr/>
                      </a:pPr>
                      <a:r>
                        <a:rPr lang="en-US" altLang="zh-CN" sz="1100" b="0" kern="1200">
                          <a:solidFill>
                            <a:schemeClr val="tx1"/>
                          </a:solidFill>
                          <a:latin typeface="+mn-lt"/>
                          <a:ea typeface="+mn-ea"/>
                          <a:cs typeface="+mn-cs"/>
                        </a:rPr>
                        <a:t>Leading site EC approved on 15Apr 2026</a:t>
                      </a:r>
                    </a:p>
                    <a:p>
                      <a:pPr marL="1656669" marR="0" lvl="3" indent="-285750" algn="l" defTabSz="914400">
                        <a:lnSpc>
                          <a:spcPct val="100000"/>
                        </a:lnSpc>
                        <a:spcBef>
                          <a:spcPts val="0"/>
                        </a:spcBef>
                        <a:spcAft>
                          <a:spcPts val="0"/>
                        </a:spcAft>
                        <a:buClrTx/>
                        <a:buSzTx/>
                        <a:buFont typeface="Wingdings" panose="05000000000000000000" pitchFamily="2" charset="2"/>
                        <a:buChar char="ü"/>
                        <a:tabLst/>
                        <a:defRPr/>
                      </a:pPr>
                      <a:r>
                        <a:rPr lang="en-US" altLang="zh-CN" sz="1100" b="0" kern="1200">
                          <a:solidFill>
                            <a:schemeClr val="tx1"/>
                          </a:solidFill>
                          <a:latin typeface="+mn-lt"/>
                          <a:ea typeface="+mn-ea"/>
                          <a:cs typeface="+mn-cs"/>
                        </a:rPr>
                        <a:t>HGRAC Approved on 21-May-2025.</a:t>
                      </a:r>
                      <a:endParaRPr lang="en-US" altLang="zh-CN" sz="1100" b="0" kern="1200">
                        <a:solidFill>
                          <a:srgbClr val="0070C0"/>
                        </a:solidFill>
                        <a:latin typeface="+mn-lt"/>
                        <a:ea typeface="+mn-ea"/>
                        <a:cs typeface="+mn-cs"/>
                      </a:endParaRPr>
                    </a:p>
                    <a:p>
                      <a:pPr marL="1199491" marR="0" lvl="2" indent="-285750" algn="l" defTabSz="914400">
                        <a:lnSpc>
                          <a:spcPct val="100000"/>
                        </a:lnSpc>
                        <a:spcBef>
                          <a:spcPts val="0"/>
                        </a:spcBef>
                        <a:spcAft>
                          <a:spcPts val="0"/>
                        </a:spcAft>
                        <a:buClrTx/>
                        <a:buSzTx/>
                        <a:buFont typeface="Wingdings" panose="05000000000000000000" pitchFamily="2" charset="2"/>
                        <a:buChar char="ü"/>
                        <a:tabLst/>
                        <a:defRPr/>
                      </a:pPr>
                      <a:r>
                        <a:rPr lang="en-US" altLang="zh-CN" sz="1100" b="1" kern="1200">
                          <a:solidFill>
                            <a:schemeClr val="tx1"/>
                          </a:solidFill>
                          <a:latin typeface="+mn-lt"/>
                          <a:ea typeface="+mn-ea"/>
                          <a:cs typeface="+mn-cs"/>
                        </a:rPr>
                        <a:t>Recruitment: </a:t>
                      </a:r>
                    </a:p>
                    <a:p>
                      <a:pPr marL="1656669" marR="0" lvl="3" indent="-285750" algn="l" defTabSz="914400">
                        <a:lnSpc>
                          <a:spcPct val="100000"/>
                        </a:lnSpc>
                        <a:spcBef>
                          <a:spcPts val="0"/>
                        </a:spcBef>
                        <a:spcAft>
                          <a:spcPts val="0"/>
                        </a:spcAft>
                        <a:buClrTx/>
                        <a:buSzTx/>
                        <a:buFont typeface="Wingdings" panose="05000000000000000000" pitchFamily="2" charset="2"/>
                        <a:buChar char="ü"/>
                        <a:tabLst/>
                        <a:defRPr/>
                      </a:pPr>
                      <a:r>
                        <a:rPr lang="en-US" altLang="zh-CN" sz="1100" b="1" kern="1200">
                          <a:solidFill>
                            <a:schemeClr val="tx1"/>
                          </a:solidFill>
                          <a:latin typeface="+mn-lt"/>
                          <a:ea typeface="+mn-ea"/>
                          <a:cs typeface="+mn-cs"/>
                        </a:rPr>
                        <a:t>Global: </a:t>
                      </a:r>
                      <a:r>
                        <a:rPr lang="en-US" altLang="zh-CN" sz="1100" b="0" kern="1200">
                          <a:solidFill>
                            <a:srgbClr val="0070C0"/>
                          </a:solidFill>
                          <a:latin typeface="+mn-lt"/>
                          <a:ea typeface="+mn-ea"/>
                          <a:cs typeface="+mn-cs"/>
                        </a:rPr>
                        <a:t>First subject screened in USA on 12-May-2026, no patient randomized.</a:t>
                      </a:r>
                    </a:p>
                    <a:p>
                      <a:pPr marL="1656669" marR="0" lvl="3" indent="-285750" algn="l" defTabSz="914400">
                        <a:lnSpc>
                          <a:spcPct val="100000"/>
                        </a:lnSpc>
                        <a:spcBef>
                          <a:spcPts val="0"/>
                        </a:spcBef>
                        <a:spcAft>
                          <a:spcPts val="0"/>
                        </a:spcAft>
                        <a:buClrTx/>
                        <a:buSzTx/>
                        <a:buFont typeface="Wingdings" panose="05000000000000000000" pitchFamily="2" charset="2"/>
                        <a:buChar char="ü"/>
                        <a:tabLst/>
                        <a:defRPr/>
                      </a:pPr>
                      <a:r>
                        <a:rPr lang="en-US" altLang="zh-CN" sz="1100" b="1" kern="1200">
                          <a:solidFill>
                            <a:schemeClr val="tx1"/>
                          </a:solidFill>
                          <a:latin typeface="+mn-lt"/>
                          <a:ea typeface="+mn-ea"/>
                          <a:cs typeface="+mn-cs"/>
                        </a:rPr>
                        <a:t>China:</a:t>
                      </a:r>
                      <a:r>
                        <a:rPr lang="en-US" altLang="zh-CN" sz="1100" b="0" kern="1200">
                          <a:solidFill>
                            <a:srgbClr val="0070C0"/>
                          </a:solidFill>
                          <a:latin typeface="+mn-lt"/>
                          <a:ea typeface="+mn-ea"/>
                          <a:cs typeface="+mn-cs"/>
                        </a:rPr>
                        <a:t> Site re-training is ongoing, some patients identified in CHN14 &amp; CHN15, but DLL3 testing await SECCR approval, delaying readiness at IQVIA laboratories. </a:t>
                      </a:r>
                      <a:r>
                        <a:rPr lang="en-US" altLang="zh-CN" sz="1100" b="0" kern="1200">
                          <a:solidFill>
                            <a:srgbClr val="0070C0"/>
                          </a:solidFill>
                          <a:highlight>
                            <a:srgbClr val="00FF00"/>
                          </a:highlight>
                          <a:latin typeface="+mn-lt"/>
                          <a:ea typeface="+mn-ea"/>
                          <a:cs typeface="+mn-cs"/>
                        </a:rPr>
                        <a:t>– released on 8Jun 2026</a:t>
                      </a:r>
                    </a:p>
                    <a:p>
                      <a:pPr marL="1656669" marR="0" lvl="3" indent="-285750" algn="l" defTabSz="914400">
                        <a:lnSpc>
                          <a:spcPct val="100000"/>
                        </a:lnSpc>
                        <a:spcBef>
                          <a:spcPts val="0"/>
                        </a:spcBef>
                        <a:spcAft>
                          <a:spcPts val="0"/>
                        </a:spcAft>
                        <a:buClrTx/>
                        <a:buSzTx/>
                        <a:buFont typeface="Wingdings" panose="05000000000000000000" pitchFamily="2" charset="2"/>
                        <a:buChar char="ü"/>
                        <a:tabLst/>
                        <a:defRPr/>
                      </a:pPr>
                      <a:r>
                        <a:rPr lang="en-US" altLang="zh-CN" sz="1100" b="0" kern="1200">
                          <a:solidFill>
                            <a:srgbClr val="0070C0"/>
                          </a:solidFill>
                          <a:highlight>
                            <a:srgbClr val="00FF00"/>
                          </a:highlight>
                          <a:latin typeface="+mn-lt"/>
                          <a:ea typeface="+mn-ea"/>
                          <a:cs typeface="+mn-cs"/>
                        </a:rPr>
                        <a:t>2L </a:t>
                      </a:r>
                      <a:r>
                        <a:rPr lang="en-US" altLang="zh-CN" sz="1100" b="0" kern="1200" err="1">
                          <a:solidFill>
                            <a:srgbClr val="0070C0"/>
                          </a:solidFill>
                          <a:highlight>
                            <a:srgbClr val="00FF00"/>
                          </a:highlight>
                          <a:latin typeface="+mn-lt"/>
                          <a:ea typeface="+mn-ea"/>
                          <a:cs typeface="+mn-cs"/>
                        </a:rPr>
                        <a:t>epNEC</a:t>
                      </a:r>
                      <a:r>
                        <a:rPr lang="en-US" altLang="zh-CN" sz="1100" b="0" kern="1200">
                          <a:solidFill>
                            <a:srgbClr val="0070C0"/>
                          </a:solidFill>
                          <a:highlight>
                            <a:srgbClr val="00FF00"/>
                          </a:highlight>
                          <a:latin typeface="+mn-lt"/>
                          <a:ea typeface="+mn-ea"/>
                          <a:cs typeface="+mn-cs"/>
                        </a:rPr>
                        <a:t> preferred</a:t>
                      </a:r>
                    </a:p>
                    <a:p>
                      <a:pPr marL="1199491" marR="0" lvl="2" indent="-285750" algn="l" defTabSz="914400">
                        <a:lnSpc>
                          <a:spcPct val="100000"/>
                        </a:lnSpc>
                        <a:spcBef>
                          <a:spcPts val="0"/>
                        </a:spcBef>
                        <a:spcAft>
                          <a:spcPts val="0"/>
                        </a:spcAft>
                        <a:buClrTx/>
                        <a:buSzTx/>
                        <a:buFont typeface="Wingdings" panose="05000000000000000000" pitchFamily="2" charset="2"/>
                        <a:buChar char="ü"/>
                        <a:tabLst/>
                        <a:defRPr/>
                      </a:pPr>
                      <a:endParaRPr lang="en-US" altLang="zh-CN" sz="1100" b="0" kern="1200">
                        <a:solidFill>
                          <a:schemeClr val="tx1"/>
                        </a:solidFill>
                        <a:latin typeface="+mn-lt"/>
                        <a:ea typeface="+mn-ea"/>
                        <a:cs typeface="+mn-cs"/>
                      </a:endParaRPr>
                    </a:p>
                  </a:txBody>
                  <a:tcPr/>
                </a:tc>
                <a:extLst>
                  <a:ext uri="{0D108BD9-81ED-4DB2-BD59-A6C34878D82A}">
                    <a16:rowId xmlns:a16="http://schemas.microsoft.com/office/drawing/2014/main" val="1829770237"/>
                  </a:ext>
                </a:extLst>
              </a:tr>
            </a:tbl>
          </a:graphicData>
        </a:graphic>
      </p:graphicFrame>
      <p:sp>
        <p:nvSpPr>
          <p:cNvPr id="10" name="文本框 9"/>
          <p:cNvSpPr txBox="1"/>
          <p:nvPr/>
        </p:nvSpPr>
        <p:spPr>
          <a:xfrm>
            <a:off x="10799043" y="139459"/>
            <a:ext cx="901220"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BISans"/>
                <a:ea typeface="+mn-ea"/>
                <a:cs typeface="+mn-cs"/>
              </a:rPr>
              <a:t>Status: </a:t>
            </a:r>
          </a:p>
        </p:txBody>
      </p:sp>
      <p:sp>
        <p:nvSpPr>
          <p:cNvPr id="4" name="流程图: 接点 8">
            <a:extLst>
              <a:ext uri="{FF2B5EF4-FFF2-40B4-BE49-F238E27FC236}">
                <a16:creationId xmlns:a16="http://schemas.microsoft.com/office/drawing/2014/main" id="{F736099C-59CE-43FC-9684-54953D5F7AFB}"/>
              </a:ext>
            </a:extLst>
          </p:cNvPr>
          <p:cNvSpPr/>
          <p:nvPr/>
        </p:nvSpPr>
        <p:spPr>
          <a:xfrm>
            <a:off x="11765919" y="140428"/>
            <a:ext cx="349483" cy="358479"/>
          </a:xfrm>
          <a:prstGeom prst="flowChartConnector">
            <a:avLst/>
          </a:prstGeom>
          <a:solidFill>
            <a:srgbClr val="00B050"/>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0000"/>
              </a:solidFill>
              <a:effectLst/>
              <a:uLnTx/>
              <a:uFillTx/>
              <a:latin typeface="BISans"/>
              <a:ea typeface="+mn-ea"/>
              <a:cs typeface="+mn-cs"/>
            </a:endParaRPr>
          </a:p>
        </p:txBody>
      </p:sp>
    </p:spTree>
    <p:extLst>
      <p:ext uri="{BB962C8B-B14F-4D97-AF65-F5344CB8AC3E}">
        <p14:creationId xmlns:p14="http://schemas.microsoft.com/office/powerpoint/2010/main" val="3351320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00072F4E-A3FF-CE6D-6983-E7FA2662CB20}"/>
              </a:ext>
            </a:extLst>
          </p:cNvPr>
          <p:cNvSpPr>
            <a:spLocks noGrp="1"/>
          </p:cNvSpPr>
          <p:nvPr>
            <p:ph type="body" sz="quarter" idx="13"/>
          </p:nvPr>
        </p:nvSpPr>
        <p:spPr/>
        <p:txBody>
          <a:bodyPr/>
          <a:lstStyle/>
          <a:p>
            <a:endParaRPr lang="zh-CN" altLang="en-US"/>
          </a:p>
        </p:txBody>
      </p:sp>
      <p:sp>
        <p:nvSpPr>
          <p:cNvPr id="4" name="灯片编号占位符 3">
            <a:extLst>
              <a:ext uri="{FF2B5EF4-FFF2-40B4-BE49-F238E27FC236}">
                <a16:creationId xmlns:a16="http://schemas.microsoft.com/office/drawing/2014/main" id="{B356969C-1474-1BB2-D0F1-F62652F321C1}"/>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6" name="表格 5">
            <a:extLst>
              <a:ext uri="{FF2B5EF4-FFF2-40B4-BE49-F238E27FC236}">
                <a16:creationId xmlns:a16="http://schemas.microsoft.com/office/drawing/2014/main" id="{CFF1440A-17F6-8631-0243-FF51006D660D}"/>
              </a:ext>
            </a:extLst>
          </p:cNvPr>
          <p:cNvGraphicFramePr>
            <a:graphicFrameLocks noGrp="1"/>
          </p:cNvGraphicFramePr>
          <p:nvPr>
            <p:extLst>
              <p:ext uri="{D42A27DB-BD31-4B8C-83A1-F6EECF244321}">
                <p14:modId xmlns:p14="http://schemas.microsoft.com/office/powerpoint/2010/main" val="3957968906"/>
              </p:ext>
            </p:extLst>
          </p:nvPr>
        </p:nvGraphicFramePr>
        <p:xfrm>
          <a:off x="479407" y="1197000"/>
          <a:ext cx="11231998" cy="3840480"/>
        </p:xfrm>
        <a:graphic>
          <a:graphicData uri="http://schemas.openxmlformats.org/drawingml/2006/table">
            <a:tbl>
              <a:tblPr firstRow="1" bandRow="1">
                <a:tableStyleId>{5C22544A-7EE6-4342-B048-85BDC9FD1C3A}</a:tableStyleId>
              </a:tblPr>
              <a:tblGrid>
                <a:gridCol w="1221574">
                  <a:extLst>
                    <a:ext uri="{9D8B030D-6E8A-4147-A177-3AD203B41FA5}">
                      <a16:colId xmlns:a16="http://schemas.microsoft.com/office/drawing/2014/main" val="1643053534"/>
                    </a:ext>
                  </a:extLst>
                </a:gridCol>
                <a:gridCol w="1251303">
                  <a:extLst>
                    <a:ext uri="{9D8B030D-6E8A-4147-A177-3AD203B41FA5}">
                      <a16:colId xmlns:a16="http://schemas.microsoft.com/office/drawing/2014/main" val="1072531072"/>
                    </a:ext>
                  </a:extLst>
                </a:gridCol>
                <a:gridCol w="1251303">
                  <a:extLst>
                    <a:ext uri="{9D8B030D-6E8A-4147-A177-3AD203B41FA5}">
                      <a16:colId xmlns:a16="http://schemas.microsoft.com/office/drawing/2014/main" val="367358390"/>
                    </a:ext>
                  </a:extLst>
                </a:gridCol>
                <a:gridCol w="1251303">
                  <a:extLst>
                    <a:ext uri="{9D8B030D-6E8A-4147-A177-3AD203B41FA5}">
                      <a16:colId xmlns:a16="http://schemas.microsoft.com/office/drawing/2014/main" val="2879696634"/>
                    </a:ext>
                  </a:extLst>
                </a:gridCol>
                <a:gridCol w="1251303">
                  <a:extLst>
                    <a:ext uri="{9D8B030D-6E8A-4147-A177-3AD203B41FA5}">
                      <a16:colId xmlns:a16="http://schemas.microsoft.com/office/drawing/2014/main" val="1259400110"/>
                    </a:ext>
                  </a:extLst>
                </a:gridCol>
                <a:gridCol w="1251303">
                  <a:extLst>
                    <a:ext uri="{9D8B030D-6E8A-4147-A177-3AD203B41FA5}">
                      <a16:colId xmlns:a16="http://schemas.microsoft.com/office/drawing/2014/main" val="1320999588"/>
                    </a:ext>
                  </a:extLst>
                </a:gridCol>
                <a:gridCol w="1251303">
                  <a:extLst>
                    <a:ext uri="{9D8B030D-6E8A-4147-A177-3AD203B41FA5}">
                      <a16:colId xmlns:a16="http://schemas.microsoft.com/office/drawing/2014/main" val="2101803897"/>
                    </a:ext>
                  </a:extLst>
                </a:gridCol>
                <a:gridCol w="1251303">
                  <a:extLst>
                    <a:ext uri="{9D8B030D-6E8A-4147-A177-3AD203B41FA5}">
                      <a16:colId xmlns:a16="http://schemas.microsoft.com/office/drawing/2014/main" val="3839664833"/>
                    </a:ext>
                  </a:extLst>
                </a:gridCol>
                <a:gridCol w="1251303">
                  <a:extLst>
                    <a:ext uri="{9D8B030D-6E8A-4147-A177-3AD203B41FA5}">
                      <a16:colId xmlns:a16="http://schemas.microsoft.com/office/drawing/2014/main" val="4166701222"/>
                    </a:ext>
                  </a:extLst>
                </a:gridCol>
              </a:tblGrid>
              <a:tr h="0">
                <a:tc gridSpan="9">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Project</a:t>
                      </a:r>
                      <a:r>
                        <a:rPr lang="en-US" sz="1400" baseline="0" dirty="0"/>
                        <a:t> Milestones</a:t>
                      </a:r>
                      <a:endParaRPr lang="en-US" sz="1400" dirty="0">
                        <a:highlight>
                          <a:srgbClr val="FF00FF"/>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hMerge="1">
                  <a:txBody>
                    <a:bodyPr/>
                    <a:lstStyle/>
                    <a:p>
                      <a:endParaRPr 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highlight>
                          <a:srgbClr val="FF00FF"/>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3835258612"/>
                  </a:ext>
                </a:extLst>
              </a:tr>
              <a:tr h="0">
                <a:tc rowSpan="2">
                  <a:txBody>
                    <a:bodyPr/>
                    <a:lstStyle/>
                    <a:p>
                      <a:r>
                        <a:rPr lang="en-US" sz="1200"/>
                        <a:t>Milestone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algn="ctr"/>
                      <a:r>
                        <a:rPr lang="en-US" sz="1200" dirty="0"/>
                        <a:t>Global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tc>
                <a:tc hMerge="1">
                  <a:txBody>
                    <a:bodyPr/>
                    <a:lstStyle/>
                    <a:p>
                      <a:pPr algn="ctr"/>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dirty="0"/>
                        <a:t>China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en-US" altLang="zh-C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0358702"/>
                  </a:ext>
                </a:extLst>
              </a:tr>
              <a:tr h="0">
                <a:tc vMerge="1">
                  <a:txBody>
                    <a:bodyPr/>
                    <a:lstStyle/>
                    <a:p>
                      <a:endParaRPr lang="en-US"/>
                    </a:p>
                  </a:txBody>
                  <a:tcPr/>
                </a:tc>
                <a:tc>
                  <a:txBody>
                    <a:bodyPr/>
                    <a:lstStyle/>
                    <a:p>
                      <a:pPr algn="ctr" defTabSz="914377">
                        <a:defRPr/>
                      </a:pPr>
                      <a:r>
                        <a:rPr lang="en-US" altLang="zh-CN" sz="1200" b="1" dirty="0">
                          <a:solidFill>
                            <a:srgbClr val="08312A"/>
                          </a:solidFill>
                          <a:cs typeface="Calibri" panose="020F0502020204030204" pitchFamily="34" charset="0"/>
                        </a:rPr>
                        <a:t>Ph2-</a:t>
                      </a:r>
                    </a:p>
                    <a:p>
                      <a:pPr algn="ctr" defTabSz="914377">
                        <a:defRPr/>
                      </a:pPr>
                      <a:r>
                        <a:rPr lang="en-US" altLang="zh-CN" sz="1200" b="1" dirty="0">
                          <a:solidFill>
                            <a:srgbClr val="08312A"/>
                          </a:solidFill>
                          <a:cs typeface="Calibri" panose="020F0502020204030204" pitchFamily="34" charset="0"/>
                        </a:rPr>
                        <a:t>1438-0005</a:t>
                      </a:r>
                    </a:p>
                    <a:p>
                      <a:pPr algn="ctr" defTabSz="914377">
                        <a:defRPr/>
                      </a:pPr>
                      <a:r>
                        <a:rPr lang="en-US" altLang="zh-CN" sz="1200" b="1" dirty="0">
                          <a:solidFill>
                            <a:srgbClr val="08312A"/>
                          </a:solidFill>
                          <a:cs typeface="Calibri" panose="020F0502020204030204" pitchFamily="34" charset="0"/>
                        </a:rPr>
                        <a:t>Dareon-5</a:t>
                      </a:r>
                      <a:endPar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rPr>
                        <a:t>Note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rPr>
                        <a:t>（展示在时间条内信息）</a:t>
                      </a:r>
                      <a:endPar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defTabSz="914377">
                        <a:defRPr/>
                      </a:pPr>
                      <a:r>
                        <a:rPr lang="en-US" altLang="zh-CN" sz="1200" b="1" dirty="0">
                          <a:solidFill>
                            <a:srgbClr val="08312A"/>
                          </a:solidFill>
                          <a:cs typeface="Calibri" panose="020F0502020204030204" pitchFamily="34" charset="0"/>
                        </a:rPr>
                        <a:t>Ph2-</a:t>
                      </a:r>
                    </a:p>
                    <a:p>
                      <a:pPr algn="ctr" defTabSz="914377">
                        <a:defRPr/>
                      </a:pPr>
                      <a:r>
                        <a:rPr lang="en-US" altLang="zh-CN" sz="1200" b="1" dirty="0">
                          <a:solidFill>
                            <a:srgbClr val="08312A"/>
                          </a:solidFill>
                          <a:cs typeface="Calibri" panose="020F0502020204030204" pitchFamily="34" charset="0"/>
                        </a:rPr>
                        <a:t>1438-0005</a:t>
                      </a:r>
                    </a:p>
                    <a:p>
                      <a:pPr algn="ctr" defTabSz="914377">
                        <a:defRPr/>
                      </a:pPr>
                      <a:r>
                        <a:rPr lang="en-US" altLang="zh-CN" sz="1200" b="1" dirty="0">
                          <a:solidFill>
                            <a:srgbClr val="08312A"/>
                          </a:solidFill>
                          <a:cs typeface="Calibri" panose="020F0502020204030204" pitchFamily="34" charset="0"/>
                        </a:rPr>
                        <a:t>Dareon-5</a:t>
                      </a:r>
                      <a:endPar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rPr>
                        <a:t>Note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rPr>
                        <a:t>（展示在时间条内信息）</a:t>
                      </a:r>
                      <a:endPar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defTabSz="914377">
                        <a:defRPr/>
                      </a:pPr>
                      <a:r>
                        <a:rPr lang="en-US" altLang="zh-CN" sz="1200" b="1" dirty="0">
                          <a:solidFill>
                            <a:srgbClr val="08312A"/>
                          </a:solidFill>
                          <a:cs typeface="Calibri" panose="020F0502020204030204" pitchFamily="34" charset="0"/>
                        </a:rPr>
                        <a:t>Ph2-</a:t>
                      </a:r>
                    </a:p>
                    <a:p>
                      <a:pPr algn="ctr" defTabSz="914377">
                        <a:defRPr/>
                      </a:pPr>
                      <a:r>
                        <a:rPr lang="en-US" altLang="zh-CN" sz="1200" b="1" dirty="0">
                          <a:solidFill>
                            <a:srgbClr val="08312A"/>
                          </a:solidFill>
                          <a:cs typeface="Calibri" panose="020F0502020204030204" pitchFamily="34" charset="0"/>
                        </a:rPr>
                        <a:t>1438-0005</a:t>
                      </a:r>
                    </a:p>
                    <a:p>
                      <a:pPr algn="ctr" defTabSz="914377">
                        <a:defRPr/>
                      </a:pPr>
                      <a:r>
                        <a:rPr lang="en-US" altLang="zh-CN" sz="1200" b="1" dirty="0">
                          <a:solidFill>
                            <a:srgbClr val="08312A"/>
                          </a:solidFill>
                          <a:cs typeface="Calibri" panose="020F0502020204030204" pitchFamily="34" charset="0"/>
                        </a:rPr>
                        <a:t>Dareon-5</a:t>
                      </a:r>
                      <a:endPar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rPr>
                        <a:t>Note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rPr>
                        <a:t>（展示在时间条内信息）</a:t>
                      </a:r>
                      <a:endPar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defTabSz="914377">
                        <a:defRPr/>
                      </a:pPr>
                      <a:r>
                        <a:rPr lang="en-US" altLang="zh-CN" sz="1200" b="1" dirty="0">
                          <a:solidFill>
                            <a:srgbClr val="08312A"/>
                          </a:solidFill>
                          <a:cs typeface="Calibri" panose="020F0502020204030204" pitchFamily="34" charset="0"/>
                        </a:rPr>
                        <a:t>Ph2-</a:t>
                      </a:r>
                    </a:p>
                    <a:p>
                      <a:pPr algn="ctr" defTabSz="914377">
                        <a:defRPr/>
                      </a:pPr>
                      <a:r>
                        <a:rPr lang="en-US" altLang="zh-CN" sz="1200" b="1" dirty="0">
                          <a:solidFill>
                            <a:srgbClr val="08312A"/>
                          </a:solidFill>
                          <a:cs typeface="Calibri" panose="020F0502020204030204" pitchFamily="34" charset="0"/>
                        </a:rPr>
                        <a:t>1438-0005</a:t>
                      </a:r>
                    </a:p>
                    <a:p>
                      <a:pPr algn="ctr" defTabSz="914377">
                        <a:defRPr/>
                      </a:pPr>
                      <a:r>
                        <a:rPr lang="en-US" altLang="zh-CN" sz="1200" b="1" dirty="0">
                          <a:solidFill>
                            <a:srgbClr val="08312A"/>
                          </a:solidFill>
                          <a:cs typeface="Calibri" panose="020F0502020204030204" pitchFamily="34" charset="0"/>
                        </a:rPr>
                        <a:t>Dareon-5</a:t>
                      </a:r>
                      <a:endPar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rPr>
                        <a:t>Note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rPr>
                        <a:t>（展示在时间条内信息）</a:t>
                      </a:r>
                      <a:endParaRPr kumimoji="0" lang="en-US" altLang="zh-CN" sz="1200" b="1" i="0" u="none" strike="noStrike" kern="1200" cap="none" spc="0" normalizeH="0" baseline="0" noProof="0" dirty="0">
                        <a:ln>
                          <a:noFill/>
                        </a:ln>
                        <a:solidFill>
                          <a:srgbClr val="08312A"/>
                        </a:solidFill>
                        <a:effectLst/>
                        <a:uLnTx/>
                        <a:uFillTx/>
                        <a:latin typeface="+mn-lt"/>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20921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kern="1200" dirty="0">
                          <a:solidFill>
                            <a:schemeClr val="dk1"/>
                          </a:solidFill>
                          <a:effectLst/>
                          <a:latin typeface="+mn-lt"/>
                          <a:ea typeface="+mn-ea"/>
                          <a:cs typeface="+mn-cs"/>
                        </a:rPr>
                        <a:t>Pre-IND</a:t>
                      </a:r>
                      <a:endParaRPr lang="zh-CN" altLang="en-US" sz="1100" kern="120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sz="1100" kern="1200" dirty="0">
                        <a:solidFill>
                          <a:schemeClr val="dk1"/>
                        </a:solidFill>
                        <a:effectLst/>
                        <a:latin typeface="+mn-l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rPr>
                        <a:t>Jan 2023</a:t>
                      </a:r>
                      <a:endParaRPr kumimoji="0" lang="zh-CN" altLang="en-US"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kumimoji="0" lang="zh-CN" altLang="en-US"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rPr>
                        <a:t>Jan 2025</a:t>
                      </a:r>
                      <a:endParaRPr kumimoji="0" lang="zh-CN" altLang="en-US"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kumimoji="0" lang="fr-FR" altLang="zh-CN"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7416655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kern="1200" dirty="0">
                          <a:solidFill>
                            <a:schemeClr val="dk1"/>
                          </a:solidFill>
                          <a:effectLst/>
                          <a:latin typeface="+mn-lt"/>
                          <a:ea typeface="+mn-ea"/>
                          <a:cs typeface="+mn-cs"/>
                        </a:rPr>
                        <a:t>CTA-s</a:t>
                      </a:r>
                      <a:endParaRPr lang="zh-CN" altLang="en-US" sz="1100" kern="120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 </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sz="1100" kern="1200" dirty="0">
                        <a:solidFill>
                          <a:schemeClr val="dk1"/>
                        </a:solidFill>
                        <a:effectLst/>
                        <a:latin typeface="+mn-l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 Apr 2023</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 Apr 2025</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000000"/>
                          </a:solidFill>
                          <a:effectLst/>
                          <a:uLnTx/>
                          <a:uFillTx/>
                          <a:latin typeface="+mn-lt"/>
                          <a:ea typeface="等线" panose="02010600030101010101" pitchFamily="2" charset="-122"/>
                          <a:cs typeface="Calibri" panose="020F0502020204030204" pitchFamily="34" charset="0"/>
                        </a:rPr>
                        <a:t>CTA Review + EC + HGRAC + 1</a:t>
                      </a:r>
                      <a:r>
                        <a:rPr kumimoji="0" lang="en-US" altLang="zh-CN" sz="1100" b="1" i="0" u="none" strike="noStrike" kern="1200" cap="none" spc="0" normalizeH="0" baseline="30000" noProof="0" dirty="0">
                          <a:ln>
                            <a:noFill/>
                          </a:ln>
                          <a:solidFill>
                            <a:srgbClr val="000000"/>
                          </a:solidFill>
                          <a:effectLst/>
                          <a:uLnTx/>
                          <a:uFillTx/>
                          <a:latin typeface="+mn-lt"/>
                          <a:ea typeface="等线" panose="02010600030101010101" pitchFamily="2" charset="-122"/>
                          <a:cs typeface="Calibri" panose="020F0502020204030204" pitchFamily="34" charset="0"/>
                        </a:rPr>
                        <a:t>st</a:t>
                      </a:r>
                      <a:r>
                        <a:rPr kumimoji="0" lang="en-US" altLang="zh-CN" sz="1100" b="1" i="0" u="none" strike="noStrike" kern="1200" cap="none" spc="0" normalizeH="0" baseline="0" noProof="0" dirty="0">
                          <a:ln>
                            <a:noFill/>
                          </a:ln>
                          <a:solidFill>
                            <a:srgbClr val="000000"/>
                          </a:solidFill>
                          <a:effectLst/>
                          <a:uLnTx/>
                          <a:uFillTx/>
                          <a:latin typeface="+mn-lt"/>
                          <a:ea typeface="等线" panose="02010600030101010101" pitchFamily="2" charset="-122"/>
                          <a:cs typeface="Calibri" panose="020F0502020204030204" pitchFamily="34" charset="0"/>
                        </a:rPr>
                        <a:t> SIV</a:t>
                      </a:r>
                      <a:endParaRPr kumimoji="0" lang="zh-CN" altLang="en-US" sz="1100" b="1" i="0" u="none" strike="noStrike" kern="1200" cap="none" spc="0" normalizeH="0" baseline="0" noProof="0" dirty="0">
                        <a:ln>
                          <a:noFill/>
                        </a:ln>
                        <a:solidFill>
                          <a:srgbClr val="000000"/>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423712263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kern="1200" noProof="0" dirty="0">
                          <a:solidFill>
                            <a:schemeClr val="dk1"/>
                          </a:solidFill>
                          <a:effectLst/>
                          <a:latin typeface="+mn-lt"/>
                          <a:ea typeface="+mn-ea"/>
                          <a:cs typeface="+mn-cs"/>
                        </a:rPr>
                        <a:t>1st SIV</a:t>
                      </a:r>
                      <a:endParaRPr lang="zh-CN" altLang="en-US" sz="1100" kern="1200" noProof="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sz="1100" kern="1200" dirty="0">
                        <a:solidFill>
                          <a:schemeClr val="dk1"/>
                        </a:solidFill>
                        <a:effectLst/>
                        <a:latin typeface="+mn-l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Nov 2023</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prstClr val="black"/>
                          </a:solidFill>
                          <a:effectLst/>
                          <a:uLnTx/>
                          <a:uFillTx/>
                          <a:latin typeface="+mn-lt"/>
                          <a:ea typeface="等线" panose="02010600030101010101" pitchFamily="2" charset="-122"/>
                          <a:cs typeface="Calibri" panose="020F0502020204030204" pitchFamily="34" charset="0"/>
                        </a:rPr>
                        <a:t>Ph2, N=*** </a:t>
                      </a:r>
                      <a:endParaRPr kumimoji="0" lang="en-US" altLang="zh-CN" sz="1100" b="1" i="0" u="none" strike="noStrike" kern="1200" cap="none" spc="0" normalizeH="0" baseline="0" noProof="0" dirty="0">
                        <a:ln>
                          <a:noFill/>
                        </a:ln>
                        <a:solidFill>
                          <a:srgbClr val="000000"/>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Nov 2025</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prstClr val="black"/>
                          </a:solidFill>
                          <a:effectLst/>
                          <a:uLnTx/>
                          <a:uFillTx/>
                          <a:latin typeface="+mn-lt"/>
                          <a:ea typeface="等线" panose="02010600030101010101" pitchFamily="2" charset="-122"/>
                          <a:cs typeface="Calibri" panose="020F0502020204030204" pitchFamily="34" charset="0"/>
                        </a:rPr>
                        <a:t>Ph3, N=*** </a:t>
                      </a:r>
                      <a:endParaRPr kumimoji="0" lang="en-US" altLang="zh-CN" sz="1100" b="1" i="0" u="none" strike="noStrike" kern="1200" cap="none" spc="0" normalizeH="0" baseline="0" noProof="0" dirty="0">
                        <a:ln>
                          <a:noFill/>
                        </a:ln>
                        <a:solidFill>
                          <a:srgbClr val="000000"/>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157679121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kern="1200" dirty="0">
                          <a:solidFill>
                            <a:schemeClr val="dk1"/>
                          </a:solidFill>
                          <a:effectLst/>
                          <a:latin typeface="+mn-lt"/>
                          <a:ea typeface="+mn-ea"/>
                          <a:cs typeface="+mn-cs"/>
                        </a:rPr>
                        <a:t>FPI</a:t>
                      </a:r>
                      <a:endParaRPr lang="zh-CN" altLang="en-US" sz="1100" kern="120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Jun 2023</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prstClr val="black"/>
                          </a:solidFill>
                          <a:effectLst/>
                          <a:uLnTx/>
                          <a:uFillTx/>
                          <a:latin typeface="+mn-lt"/>
                          <a:ea typeface="等线" panose="02010600030101010101" pitchFamily="2" charset="-122"/>
                          <a:cs typeface="Calibri" panose="020F0502020204030204" pitchFamily="34" charset="0"/>
                        </a:rPr>
                        <a:t>Ph2, N=*** </a:t>
                      </a:r>
                      <a:endParaRPr kumimoji="0" lang="en-US" altLang="zh-CN" sz="1100" b="1" i="0" u="none" strike="noStrike" kern="1200" cap="none" spc="0" normalizeH="0" baseline="0" noProof="0" dirty="0">
                        <a:ln>
                          <a:noFill/>
                        </a:ln>
                        <a:solidFill>
                          <a:srgbClr val="000000"/>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Jun 2025</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prstClr val="black"/>
                          </a:solidFill>
                          <a:effectLst/>
                          <a:uLnTx/>
                          <a:uFillTx/>
                          <a:latin typeface="+mn-lt"/>
                          <a:ea typeface="等线" panose="02010600030101010101" pitchFamily="2" charset="-122"/>
                          <a:cs typeface="Calibri" panose="020F0502020204030204" pitchFamily="34" charset="0"/>
                        </a:rPr>
                        <a:t>Ph3, N=*** </a:t>
                      </a:r>
                      <a:endParaRPr kumimoji="0" lang="en-US" altLang="zh-CN" sz="1100" b="1" i="0" u="none" strike="noStrike" kern="1200" cap="none" spc="0" normalizeH="0" baseline="0" noProof="0" dirty="0">
                        <a:ln>
                          <a:noFill/>
                        </a:ln>
                        <a:solidFill>
                          <a:srgbClr val="000000"/>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sz="1100" kern="1200" dirty="0">
                        <a:solidFill>
                          <a:schemeClr val="dk1"/>
                        </a:solidFill>
                        <a:effectLst/>
                        <a:latin typeface="+mn-l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fr-FR" altLang="zh-CN" sz="1100" kern="120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37002242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kern="1200" dirty="0">
                          <a:solidFill>
                            <a:schemeClr val="dk1"/>
                          </a:solidFill>
                          <a:effectLst/>
                          <a:latin typeface="+mn-lt"/>
                          <a:ea typeface="+mn-ea"/>
                          <a:cs typeface="+mn-cs"/>
                        </a:rPr>
                        <a:t>LPI</a:t>
                      </a:r>
                      <a:endParaRPr lang="zh-CN" altLang="en-US" sz="1100" kern="120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Jul 2024</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Jul 2026</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Jul 2024</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sz="1100" kern="1200">
                        <a:solidFill>
                          <a:schemeClr val="dk1"/>
                        </a:solidFill>
                        <a:effectLst/>
                        <a:latin typeface="+mn-l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Jul 2026</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285760931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kern="1200" dirty="0">
                          <a:solidFill>
                            <a:schemeClr val="dk1"/>
                          </a:solidFill>
                          <a:effectLst/>
                          <a:latin typeface="+mn-lt"/>
                          <a:ea typeface="+mn-ea"/>
                          <a:cs typeface="+mn-cs"/>
                        </a:rPr>
                        <a:t>Key results</a:t>
                      </a:r>
                      <a:endParaRPr lang="zh-CN" altLang="en-US" sz="1100" kern="120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Jan 2025</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Mar 2027</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Jan 2025</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sz="1100" kern="1200">
                        <a:solidFill>
                          <a:schemeClr val="dk1"/>
                        </a:solidFill>
                        <a:effectLst/>
                        <a:latin typeface="+mn-l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Mar 2027</a:t>
                      </a:r>
                      <a:endParaRPr kumimoji="0" lang="zh-CN" altLang="en-US"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221367656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kern="1200" noProof="0" dirty="0">
                          <a:solidFill>
                            <a:schemeClr val="dk1"/>
                          </a:solidFill>
                          <a:effectLst/>
                          <a:latin typeface="+mn-lt"/>
                          <a:ea typeface="+mn-ea"/>
                          <a:cs typeface="+mn-cs"/>
                        </a:rPr>
                        <a:t>NDA-s</a:t>
                      </a:r>
                      <a:endParaRPr lang="zh-CN" altLang="en-US" sz="1100" kern="1200" noProof="0" dirty="0">
                        <a:solidFill>
                          <a:schemeClr val="dk1"/>
                        </a:solidFill>
                        <a:effectLst/>
                        <a:latin typeface="+mn-lt"/>
                        <a:ea typeface="+mn-ea"/>
                        <a:cs typeface="+mn-cs"/>
                      </a:endParaRPr>
                    </a:p>
                  </a:txBody>
                  <a:tcPr marL="72000" marR="720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lvl1pPr marL="0" algn="l" defTabSz="914400" rtl="0" eaLnBrk="1" latinLnBrk="0" hangingPunct="1">
                        <a:defRPr sz="1800" kern="1200">
                          <a:solidFill>
                            <a:schemeClr val="tx1"/>
                          </a:solidFill>
                          <a:latin typeface="BISansOpti"/>
                        </a:defRPr>
                      </a:lvl1pPr>
                      <a:lvl2pPr marL="457200" algn="l" defTabSz="914400" rtl="0" eaLnBrk="1" latinLnBrk="0" hangingPunct="1">
                        <a:defRPr sz="1800" kern="1200">
                          <a:solidFill>
                            <a:schemeClr val="tx1"/>
                          </a:solidFill>
                          <a:latin typeface="BISansOpti"/>
                        </a:defRPr>
                      </a:lvl2pPr>
                      <a:lvl3pPr marL="914400" algn="l" defTabSz="914400" rtl="0" eaLnBrk="1" latinLnBrk="0" hangingPunct="1">
                        <a:defRPr sz="1800" kern="1200">
                          <a:solidFill>
                            <a:schemeClr val="tx1"/>
                          </a:solidFill>
                          <a:latin typeface="BISansOpti"/>
                        </a:defRPr>
                      </a:lvl3pPr>
                      <a:lvl4pPr marL="1371600" algn="l" defTabSz="914400" rtl="0" eaLnBrk="1" latinLnBrk="0" hangingPunct="1">
                        <a:defRPr sz="1800" kern="1200">
                          <a:solidFill>
                            <a:schemeClr val="tx1"/>
                          </a:solidFill>
                          <a:latin typeface="BISansOpti"/>
                        </a:defRPr>
                      </a:lvl4pPr>
                      <a:lvl5pPr marL="1828800" algn="l" defTabSz="914400" rtl="0" eaLnBrk="1" latinLnBrk="0" hangingPunct="1">
                        <a:defRPr sz="1800" kern="1200">
                          <a:solidFill>
                            <a:schemeClr val="tx1"/>
                          </a:solidFill>
                          <a:latin typeface="BISansOpti"/>
                        </a:defRPr>
                      </a:lvl5pPr>
                      <a:lvl6pPr marL="2286000" algn="l" defTabSz="914400" rtl="0" eaLnBrk="1" latinLnBrk="0" hangingPunct="1">
                        <a:defRPr sz="1800" kern="1200">
                          <a:solidFill>
                            <a:schemeClr val="tx1"/>
                          </a:solidFill>
                          <a:latin typeface="BISansOpti"/>
                        </a:defRPr>
                      </a:lvl6pPr>
                      <a:lvl7pPr marL="2743200" algn="l" defTabSz="914400" rtl="0" eaLnBrk="1" latinLnBrk="0" hangingPunct="1">
                        <a:defRPr sz="1800" kern="1200">
                          <a:solidFill>
                            <a:schemeClr val="tx1"/>
                          </a:solidFill>
                          <a:latin typeface="BISansOpti"/>
                        </a:defRPr>
                      </a:lvl7pPr>
                      <a:lvl8pPr marL="3200400" algn="l" defTabSz="914400" rtl="0" eaLnBrk="1" latinLnBrk="0" hangingPunct="1">
                        <a:defRPr sz="1800" kern="1200">
                          <a:solidFill>
                            <a:schemeClr val="tx1"/>
                          </a:solidFill>
                          <a:latin typeface="BISansOpti"/>
                        </a:defRPr>
                      </a:lvl8pPr>
                      <a:lvl9pPr marL="3657600" algn="l" defTabSz="914400" rtl="0" eaLnBrk="1" latinLnBrk="0" hangingPunct="1">
                        <a:defRPr sz="1800" kern="1200">
                          <a:solidFill>
                            <a:schemeClr val="tx1"/>
                          </a:solidFill>
                          <a:latin typeface="BISansOpti"/>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altLang="zh-CN"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endParaRP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lang="en-US" altLang="zh-CN" sz="1100" kern="1200">
                        <a:solidFill>
                          <a:schemeClr val="dk1"/>
                        </a:solidFill>
                        <a:effectLst/>
                        <a:latin typeface="+mn-lt"/>
                        <a:ea typeface="+mn-ea"/>
                        <a:cs typeface="+mn-cs"/>
                      </a:endParaRP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Aug 2027</a:t>
                      </a: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lang="en-US" altLang="zh-CN" sz="1100" kern="1200" dirty="0">
                        <a:solidFill>
                          <a:schemeClr val="dk1"/>
                        </a:solidFill>
                        <a:effectLst/>
                        <a:latin typeface="+mn-lt"/>
                        <a:ea typeface="+mn-ea"/>
                        <a:cs typeface="+mn-cs"/>
                      </a:endParaRP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altLang="zh-CN"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endParaRP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lang="en-US" altLang="zh-CN" sz="1100" kern="1200">
                        <a:solidFill>
                          <a:schemeClr val="dk1"/>
                        </a:solidFill>
                        <a:effectLst/>
                        <a:latin typeface="+mn-lt"/>
                        <a:ea typeface="+mn-ea"/>
                        <a:cs typeface="+mn-cs"/>
                      </a:endParaRP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Sep 2027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420331443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kern="1200" noProof="0" dirty="0">
                          <a:solidFill>
                            <a:schemeClr val="dk1"/>
                          </a:solidFill>
                          <a:effectLst/>
                          <a:latin typeface="+mn-lt"/>
                          <a:ea typeface="+mn-ea"/>
                          <a:cs typeface="+mn-cs"/>
                        </a:rPr>
                        <a:t>NDA-a</a:t>
                      </a:r>
                      <a:endParaRPr lang="zh-CN" altLang="en-US" sz="1100" kern="1200" noProof="0" dirty="0">
                        <a:solidFill>
                          <a:schemeClr val="dk1"/>
                        </a:solidFill>
                        <a:effectLst/>
                        <a:latin typeface="+mn-lt"/>
                        <a:ea typeface="+mn-ea"/>
                        <a:cs typeface="+mn-cs"/>
                      </a:endParaRPr>
                    </a:p>
                  </a:txBody>
                  <a:tcPr marL="72000" marR="720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altLang="zh-CN"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endParaRP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lang="en-US" altLang="zh-CN" sz="1100" kern="1200" dirty="0">
                        <a:solidFill>
                          <a:schemeClr val="dk1"/>
                        </a:solidFill>
                        <a:effectLst/>
                        <a:latin typeface="+mn-lt"/>
                        <a:ea typeface="+mn-ea"/>
                        <a:cs typeface="+mn-cs"/>
                      </a:endParaRP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Dec 2027</a:t>
                      </a: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lang="en-US" altLang="zh-CN" sz="1100" kern="1200" dirty="0">
                        <a:solidFill>
                          <a:schemeClr val="dk1"/>
                        </a:solidFill>
                        <a:effectLst/>
                        <a:latin typeface="+mn-lt"/>
                        <a:ea typeface="+mn-ea"/>
                        <a:cs typeface="+mn-cs"/>
                      </a:endParaRP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altLang="zh-CN" sz="1100" b="1" i="1" u="none" strike="noStrike" kern="1200" cap="none" spc="0" normalizeH="0" baseline="0" dirty="0">
                        <a:ln>
                          <a:noFill/>
                        </a:ln>
                        <a:solidFill>
                          <a:prstClr val="white">
                            <a:lumMod val="65000"/>
                          </a:prstClr>
                        </a:solidFill>
                        <a:effectLst/>
                        <a:uLnTx/>
                        <a:uFillTx/>
                        <a:latin typeface="+mn-lt"/>
                        <a:ea typeface="等线" panose="02010600030101010101" pitchFamily="2" charset="-122"/>
                        <a:cs typeface="+mn-cs"/>
                      </a:endParaRP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lang="en-US" altLang="zh-CN" sz="1100" kern="1200" dirty="0">
                        <a:solidFill>
                          <a:schemeClr val="dk1"/>
                        </a:solidFill>
                        <a:effectLst/>
                        <a:latin typeface="+mn-lt"/>
                        <a:ea typeface="+mn-ea"/>
                        <a:cs typeface="+mn-cs"/>
                      </a:endParaRPr>
                    </a:p>
                  </a:txBody>
                  <a:tcPr marL="72000" marR="72000" marT="23570" marB="23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100" b="1" i="1" u="none" strike="noStrike" kern="1200" cap="none" spc="0" normalizeH="0" baseline="0" noProof="0" dirty="0">
                          <a:ln>
                            <a:noFill/>
                          </a:ln>
                          <a:solidFill>
                            <a:prstClr val="white">
                              <a:lumMod val="65000"/>
                            </a:prstClr>
                          </a:solidFill>
                          <a:effectLst/>
                          <a:uLnTx/>
                          <a:uFillTx/>
                          <a:latin typeface="+mn-lt"/>
                          <a:ea typeface="等线" panose="02010600030101010101" pitchFamily="2" charset="-122"/>
                          <a:cs typeface="+mn-cs"/>
                        </a:rPr>
                        <a:t>Sep 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tc>
                  <a:txBody>
                    <a:bodyPr/>
                    <a:lstStyle/>
                    <a:p>
                      <a:pPr algn="l"/>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10000"/>
                        <a:lumOff val="90000"/>
                      </a:schemeClr>
                    </a:solidFill>
                  </a:tcPr>
                </a:tc>
                <a:extLst>
                  <a:ext uri="{0D108BD9-81ED-4DB2-BD59-A6C34878D82A}">
                    <a16:rowId xmlns:a16="http://schemas.microsoft.com/office/drawing/2014/main" val="1080528981"/>
                  </a:ext>
                </a:extLst>
              </a:tr>
            </a:tbl>
          </a:graphicData>
        </a:graphic>
      </p:graphicFrame>
      <p:sp>
        <p:nvSpPr>
          <p:cNvPr id="27" name="矩形: 圆角 26">
            <a:extLst>
              <a:ext uri="{FF2B5EF4-FFF2-40B4-BE49-F238E27FC236}">
                <a16:creationId xmlns:a16="http://schemas.microsoft.com/office/drawing/2014/main" id="{73110036-DEC4-C36C-6DB1-5E12AE2D5AE7}"/>
              </a:ext>
            </a:extLst>
          </p:cNvPr>
          <p:cNvSpPr/>
          <p:nvPr/>
        </p:nvSpPr>
        <p:spPr bwMode="gray">
          <a:xfrm>
            <a:off x="10149498" y="116441"/>
            <a:ext cx="2684206" cy="625518"/>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Boehringer Forward Text"/>
                <a:ea typeface="+mn-ea"/>
                <a:cs typeface="+mn-cs"/>
              </a:rPr>
              <a:t>根据</a:t>
            </a: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Page 2</a:t>
            </a:r>
            <a:r>
              <a:rPr kumimoji="0" lang="zh-CN" altLang="en-US" sz="1600" b="0" i="0" u="none" strike="noStrike" kern="1200" cap="none" spc="0" normalizeH="0" baseline="0" noProof="0" dirty="0">
                <a:ln>
                  <a:noFill/>
                </a:ln>
                <a:solidFill>
                  <a:prstClr val="black"/>
                </a:solidFill>
                <a:effectLst/>
                <a:uLnTx/>
                <a:uFillTx/>
                <a:latin typeface="Boehringer Forward Text"/>
                <a:ea typeface="+mn-ea"/>
                <a:cs typeface="+mn-cs"/>
              </a:rPr>
              <a:t>的时间线整理的</a:t>
            </a: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milestone</a:t>
            </a:r>
            <a:r>
              <a:rPr kumimoji="0" lang="zh-CN" altLang="en-US" sz="1600" b="0" i="0" u="none" strike="noStrike" kern="1200" cap="none" spc="0" normalizeH="0" baseline="0" noProof="0" dirty="0">
                <a:ln>
                  <a:noFill/>
                </a:ln>
                <a:solidFill>
                  <a:prstClr val="black"/>
                </a:solidFill>
                <a:effectLst/>
                <a:uLnTx/>
                <a:uFillTx/>
                <a:latin typeface="Boehringer Forward Text"/>
                <a:ea typeface="+mn-ea"/>
                <a:cs typeface="+mn-cs"/>
              </a:rPr>
              <a:t>表格</a:t>
            </a:r>
          </a:p>
        </p:txBody>
      </p:sp>
      <p:sp>
        <p:nvSpPr>
          <p:cNvPr id="9" name="Title 1">
            <a:extLst>
              <a:ext uri="{FF2B5EF4-FFF2-40B4-BE49-F238E27FC236}">
                <a16:creationId xmlns:a16="http://schemas.microsoft.com/office/drawing/2014/main" id="{0F4E3675-FF90-41A7-72C4-EF86FA98FF75}"/>
              </a:ext>
            </a:extLst>
          </p:cNvPr>
          <p:cNvSpPr>
            <a:spLocks noGrp="1"/>
          </p:cNvSpPr>
          <p:nvPr>
            <p:ph type="title"/>
          </p:nvPr>
        </p:nvSpPr>
        <p:spPr>
          <a:xfrm>
            <a:off x="258450" y="337498"/>
            <a:ext cx="11233151" cy="720000"/>
          </a:xfrm>
        </p:spPr>
        <p:txBody>
          <a:bodyPr/>
          <a:lstStyle/>
          <a:p>
            <a:r>
              <a:rPr lang="en-US" altLang="zh-CN" sz="2400" i="1" dirty="0" err="1">
                <a:solidFill>
                  <a:schemeClr val="tx1"/>
                </a:solidFill>
                <a:latin typeface="+mn-lt"/>
              </a:rPr>
              <a:t>Obrixtamig</a:t>
            </a:r>
            <a:r>
              <a:rPr lang="en-US" altLang="zh-CN" sz="2400" i="1" dirty="0">
                <a:solidFill>
                  <a:schemeClr val="tx1"/>
                </a:solidFill>
                <a:latin typeface="+mn-lt"/>
              </a:rPr>
              <a:t> (DLL3/CD3 </a:t>
            </a:r>
            <a:r>
              <a:rPr lang="en-US" altLang="zh-CN" sz="2400" i="1" dirty="0" err="1">
                <a:solidFill>
                  <a:schemeClr val="tx1"/>
                </a:solidFill>
                <a:latin typeface="+mn-lt"/>
              </a:rPr>
              <a:t>TcE</a:t>
            </a:r>
            <a:r>
              <a:rPr lang="en-US" altLang="zh-CN" sz="2400" i="1" dirty="0">
                <a:solidFill>
                  <a:schemeClr val="tx1"/>
                </a:solidFill>
                <a:latin typeface="+mn-lt"/>
              </a:rPr>
              <a:t>) – 2L </a:t>
            </a:r>
            <a:r>
              <a:rPr lang="en-US" altLang="zh-CN" sz="2400" i="1" dirty="0" err="1">
                <a:solidFill>
                  <a:schemeClr val="tx1"/>
                </a:solidFill>
                <a:latin typeface="+mn-lt"/>
              </a:rPr>
              <a:t>epNEC</a:t>
            </a:r>
            <a:r>
              <a:rPr lang="en-US" altLang="zh-CN" sz="2400" i="1" dirty="0">
                <a:solidFill>
                  <a:schemeClr val="tx1"/>
                </a:solidFill>
                <a:latin typeface="+mn-lt"/>
              </a:rPr>
              <a:t> (single arm study)</a:t>
            </a:r>
            <a:r>
              <a:rPr lang="en-US" altLang="zh-CN" sz="2400" dirty="0"/>
              <a:t> Update</a:t>
            </a:r>
            <a:endParaRPr lang="zh-CN" altLang="en-US" dirty="0">
              <a:solidFill>
                <a:schemeClr val="bg1">
                  <a:lumMod val="75000"/>
                </a:schemeClr>
              </a:solidFill>
              <a:latin typeface="+mn-lt"/>
            </a:endParaRPr>
          </a:p>
        </p:txBody>
      </p:sp>
    </p:spTree>
    <p:extLst>
      <p:ext uri="{BB962C8B-B14F-4D97-AF65-F5344CB8AC3E}">
        <p14:creationId xmlns:p14="http://schemas.microsoft.com/office/powerpoint/2010/main" val="10709632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TLMARKERSHAPE" val="OTL"/>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solidFill>
          <a:srgbClr val="F6F5F3"/>
        </a:solidFill>
      </a:spPr>
      <a:bodyPr wrap="square" lIns="0" tIns="0" rIns="0" bIns="0" rtlCol="0">
        <a:spAutoFit/>
      </a:bodyPr>
      <a:lstStyle>
        <a:defPPr marL="354330" indent="-171450" algn="l">
          <a:lnSpc>
            <a:spcPct val="200000"/>
          </a:lnSpc>
          <a:buFont typeface="Arial" panose="020B0604020202020204" pitchFamily="34" charset="0"/>
          <a:buChar char="•"/>
          <a:defRPr sz="1200" dirty="0">
            <a:solidFill>
              <a:srgbClr val="076D7E"/>
            </a:solidFill>
          </a:defRPr>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3.xml><?xml version="1.0" encoding="utf-8"?>
<a:theme xmlns:a="http://schemas.openxmlformats.org/drawingml/2006/main" name="5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fd0b529-4a04-4616-88d2-531082d94bb8}" enabled="1" method="Standard" siteId="{e1f8af86-ee95-4718-bd0d-375b37366c83}" contentBits="0" removed="0"/>
</clbl:labelList>
</file>

<file path=docProps/app.xml><?xml version="1.0" encoding="utf-8"?>
<Properties xmlns="http://schemas.openxmlformats.org/officeDocument/2006/extended-properties" xmlns:vt="http://schemas.openxmlformats.org/officeDocument/2006/docPropsVTypes">
  <TotalTime>16</TotalTime>
  <Words>756</Words>
  <Application>Microsoft Office PowerPoint</Application>
  <PresentationFormat>Widescreen</PresentationFormat>
  <Paragraphs>193</Paragraphs>
  <Slides>3</Slides>
  <Notes>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vt:i4>
      </vt:variant>
    </vt:vector>
  </HeadingPairs>
  <TitlesOfParts>
    <vt:vector size="14" baseType="lpstr">
      <vt:lpstr>等线</vt:lpstr>
      <vt:lpstr>等线 Light</vt:lpstr>
      <vt:lpstr>Arial</vt:lpstr>
      <vt:lpstr>BISans</vt:lpstr>
      <vt:lpstr>Boehringer Forward Head</vt:lpstr>
      <vt:lpstr>Boehringer Forward Text</vt:lpstr>
      <vt:lpstr>Calibri</vt:lpstr>
      <vt:lpstr>Wingdings</vt:lpstr>
      <vt:lpstr>Office Theme</vt:lpstr>
      <vt:lpstr>Boehringer Ingelheim 16:9</vt:lpstr>
      <vt:lpstr>5_Boehringer Ingelheim 16:9</vt:lpstr>
      <vt:lpstr>Obrixtamig (DLL3/CD3 TcE) – 2L epNEC (single arm study) Update</vt:lpstr>
      <vt:lpstr>Dareon-5 (1438.5)/ 2L+ epNEC (AA)/ SAT （Data as of 09Jun2026）</vt:lpstr>
      <vt:lpstr>Obrixtamig (DLL3/CD3 TcE) – 2L epNEC (single arm study) Update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Feng,Dr.,Bo (MED BDS) BII-CN-S</dc:creator>
  <cp:lastModifiedBy>Feng,Dr.,Bo (MED BDS) BII-CN-S</cp:lastModifiedBy>
  <cp:revision>1</cp:revision>
  <dcterms:created xsi:type="dcterms:W3CDTF">2026-07-03T08:35:11Z</dcterms:created>
  <dcterms:modified xsi:type="dcterms:W3CDTF">2026-07-03T08:51:13Z</dcterms:modified>
</cp:coreProperties>
</file>